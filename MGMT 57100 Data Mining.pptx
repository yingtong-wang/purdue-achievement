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8" r:id="rId4"/>
    <p:sldId id="268" r:id="rId5"/>
    <p:sldId id="260" r:id="rId6"/>
    <p:sldId id="261" r:id="rId7"/>
    <p:sldId id="262" r:id="rId8"/>
    <p:sldId id="269" r:id="rId9"/>
    <p:sldId id="278" r:id="rId10"/>
    <p:sldId id="265" r:id="rId11"/>
    <p:sldId id="266" r:id="rId12"/>
  </p:sldIdLst>
  <p:sldSz cx="9144000" cy="5143500" type="screen16x9"/>
  <p:notesSz cx="6858000" cy="9144000"/>
  <p:embeddedFontLst>
    <p:embeddedFont>
      <p:font typeface="DengXian" panose="02010600030101010101" pitchFamily="2" charset="-122"/>
      <p:regular r:id="rId14"/>
      <p:bold r:id="rId15"/>
    </p:embeddedFont>
    <p:embeddedFont>
      <p:font typeface="Proxima Nova" panose="02000506030000020004" pitchFamily="2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8" userDrawn="1">
          <p15:clr>
            <a:srgbClr val="747775"/>
          </p15:clr>
        </p15:guide>
        <p15:guide id="2" pos="286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729"/>
    <a:srgbClr val="3A3F41"/>
    <a:srgbClr val="717171"/>
    <a:srgbClr val="ECE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2603"/>
  </p:normalViewPr>
  <p:slideViewPr>
    <p:cSldViewPr snapToGrid="0" showGuides="1">
      <p:cViewPr varScale="1">
        <p:scale>
          <a:sx n="139" d="100"/>
          <a:sy n="139" d="100"/>
        </p:scale>
        <p:origin x="176" y="344"/>
      </p:cViewPr>
      <p:guideLst>
        <p:guide orient="horz" pos="1608"/>
        <p:guide pos="28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tabLst/>
              <a:defRPr/>
            </a:pP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“Hello everyone! Today, I’ll share how we used data science to save </a:t>
            </a:r>
            <a:r>
              <a:rPr lang="en-US" altLang="zh-CN" sz="1800" i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Oops &amp; Fix Manufacturing Co.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from bankruptcy. It’s a story of turning data into solutions and challenges into success.”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tabLst/>
              <a:defRPr/>
            </a:pP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800" i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Oops &amp; Fix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was in deep trouble. The company was close to bankruptcy, and the board didn’t know what to do. That’s when the CFO called in a team of data scientists to help turn things around.”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119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b156ab48a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b156ab48a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b156ab48a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b156ab48a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b156ab48a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b156ab48a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b156ab48a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b156ab48a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b156ab48a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b156ab48a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b156ab48a_4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b156ab48a_4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b156ab48a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b156ab48a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 panose="02000506030000020004"/>
              <a:buChar char="●"/>
              <a:defRPr sz="180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○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■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●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○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■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●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○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■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7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5.png"/><Relationship Id="rId5" Type="http://schemas.openxmlformats.org/officeDocument/2006/relationships/tags" Target="../tags/tag5.xml"/><Relationship Id="rId10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roken piggy bank with a gavel&#10;&#10;Description automatically generated"/>
          <p:cNvPicPr>
            <a:picLocks noChangeAspect="1"/>
          </p:cNvPicPr>
          <p:nvPr/>
        </p:nvPicPr>
        <p:blipFill>
          <a:blip r:embed="rId3"/>
          <a:srcRect t="4306"/>
          <a:stretch>
            <a:fillRect/>
          </a:stretch>
        </p:blipFill>
        <p:spPr>
          <a:xfrm>
            <a:off x="20" y="10"/>
            <a:ext cx="9143980" cy="4571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67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8762" cy="4529137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-1" fmla="*/ 0 w 12198350"/>
              <a:gd name="connsiteY0-2" fmla="*/ 0 h 5835650"/>
              <a:gd name="connsiteX1-3" fmla="*/ 12192000 w 12198350"/>
              <a:gd name="connsiteY1-4" fmla="*/ 0 h 5835650"/>
              <a:gd name="connsiteX2-5" fmla="*/ 12198350 w 12198350"/>
              <a:gd name="connsiteY2-6" fmla="*/ 3505200 h 5835650"/>
              <a:gd name="connsiteX3-7" fmla="*/ 12192000 w 12198350"/>
              <a:gd name="connsiteY3-8" fmla="*/ 5835650 h 5835650"/>
              <a:gd name="connsiteX4-9" fmla="*/ 0 w 12198350"/>
              <a:gd name="connsiteY4-10" fmla="*/ 5835650 h 5835650"/>
              <a:gd name="connsiteX5" fmla="*/ 0 w 12198350"/>
              <a:gd name="connsiteY5" fmla="*/ 0 h 5835650"/>
              <a:gd name="connsiteX0-11" fmla="*/ 0 w 12198350"/>
              <a:gd name="connsiteY0-12" fmla="*/ 0 h 5835650"/>
              <a:gd name="connsiteX1-13" fmla="*/ 12192000 w 12198350"/>
              <a:gd name="connsiteY1-14" fmla="*/ 0 h 5835650"/>
              <a:gd name="connsiteX2-15" fmla="*/ 12198350 w 12198350"/>
              <a:gd name="connsiteY2-16" fmla="*/ 3505200 h 5835650"/>
              <a:gd name="connsiteX3-17" fmla="*/ 12192000 w 12198350"/>
              <a:gd name="connsiteY3-18" fmla="*/ 5835650 h 5835650"/>
              <a:gd name="connsiteX4-19" fmla="*/ 5060950 w 12198350"/>
              <a:gd name="connsiteY4-20" fmla="*/ 5835650 h 5835650"/>
              <a:gd name="connsiteX5-21" fmla="*/ 0 w 12198350"/>
              <a:gd name="connsiteY5-22" fmla="*/ 5835650 h 5835650"/>
              <a:gd name="connsiteX6" fmla="*/ 0 w 12198350"/>
              <a:gd name="connsiteY6" fmla="*/ 0 h 5835650"/>
              <a:gd name="connsiteX0-23" fmla="*/ 0 w 12198350"/>
              <a:gd name="connsiteY0-24" fmla="*/ 0 h 5835650"/>
              <a:gd name="connsiteX1-25" fmla="*/ 12192000 w 12198350"/>
              <a:gd name="connsiteY1-26" fmla="*/ 0 h 5835650"/>
              <a:gd name="connsiteX2-27" fmla="*/ 12198350 w 12198350"/>
              <a:gd name="connsiteY2-28" fmla="*/ 3505200 h 5835650"/>
              <a:gd name="connsiteX3-29" fmla="*/ 12192000 w 12198350"/>
              <a:gd name="connsiteY3-30" fmla="*/ 5835650 h 5835650"/>
              <a:gd name="connsiteX4-31" fmla="*/ 5060950 w 12198350"/>
              <a:gd name="connsiteY4-32" fmla="*/ 5835650 h 5835650"/>
              <a:gd name="connsiteX5-33" fmla="*/ 1822450 w 12198350"/>
              <a:gd name="connsiteY5-34" fmla="*/ 5829300 h 5835650"/>
              <a:gd name="connsiteX6-35" fmla="*/ 0 w 12198350"/>
              <a:gd name="connsiteY6-36" fmla="*/ 5835650 h 5835650"/>
              <a:gd name="connsiteX7" fmla="*/ 0 w 12198350"/>
              <a:gd name="connsiteY7" fmla="*/ 0 h 5835650"/>
              <a:gd name="connsiteX0-37" fmla="*/ 0 w 12198350"/>
              <a:gd name="connsiteY0-38" fmla="*/ 0 h 5835650"/>
              <a:gd name="connsiteX1-39" fmla="*/ 12192000 w 12198350"/>
              <a:gd name="connsiteY1-40" fmla="*/ 0 h 5835650"/>
              <a:gd name="connsiteX2-41" fmla="*/ 12198350 w 12198350"/>
              <a:gd name="connsiteY2-42" fmla="*/ 3505200 h 5835650"/>
              <a:gd name="connsiteX3-43" fmla="*/ 12192000 w 12198350"/>
              <a:gd name="connsiteY3-44" fmla="*/ 5835650 h 5835650"/>
              <a:gd name="connsiteX4-45" fmla="*/ 5060950 w 12198350"/>
              <a:gd name="connsiteY4-46" fmla="*/ 5835650 h 5835650"/>
              <a:gd name="connsiteX5-47" fmla="*/ 1727200 w 12198350"/>
              <a:gd name="connsiteY5-48" fmla="*/ 5486400 h 5835650"/>
              <a:gd name="connsiteX6-49" fmla="*/ 0 w 12198350"/>
              <a:gd name="connsiteY6-50" fmla="*/ 5835650 h 5835650"/>
              <a:gd name="connsiteX7-51" fmla="*/ 0 w 12198350"/>
              <a:gd name="connsiteY7-52" fmla="*/ 0 h 5835650"/>
              <a:gd name="connsiteX0-53" fmla="*/ 0 w 12198350"/>
              <a:gd name="connsiteY0-54" fmla="*/ 0 h 5835650"/>
              <a:gd name="connsiteX1-55" fmla="*/ 12192000 w 12198350"/>
              <a:gd name="connsiteY1-56" fmla="*/ 0 h 5835650"/>
              <a:gd name="connsiteX2-57" fmla="*/ 12198350 w 12198350"/>
              <a:gd name="connsiteY2-58" fmla="*/ 3505200 h 5835650"/>
              <a:gd name="connsiteX3-59" fmla="*/ 12192000 w 12198350"/>
              <a:gd name="connsiteY3-60" fmla="*/ 5835650 h 5835650"/>
              <a:gd name="connsiteX4-61" fmla="*/ 5060950 w 12198350"/>
              <a:gd name="connsiteY4-62" fmla="*/ 5835650 h 5835650"/>
              <a:gd name="connsiteX5-63" fmla="*/ 3854450 w 12198350"/>
              <a:gd name="connsiteY5-64" fmla="*/ 5695950 h 5835650"/>
              <a:gd name="connsiteX6-65" fmla="*/ 1727200 w 12198350"/>
              <a:gd name="connsiteY6-66" fmla="*/ 5486400 h 5835650"/>
              <a:gd name="connsiteX7-67" fmla="*/ 0 w 12198350"/>
              <a:gd name="connsiteY7-68" fmla="*/ 5835650 h 5835650"/>
              <a:gd name="connsiteX8" fmla="*/ 0 w 12198350"/>
              <a:gd name="connsiteY8" fmla="*/ 0 h 5835650"/>
              <a:gd name="connsiteX0-69" fmla="*/ 0 w 12198350"/>
              <a:gd name="connsiteY0-70" fmla="*/ 0 h 5842000"/>
              <a:gd name="connsiteX1-71" fmla="*/ 12192000 w 12198350"/>
              <a:gd name="connsiteY1-72" fmla="*/ 0 h 5842000"/>
              <a:gd name="connsiteX2-73" fmla="*/ 12198350 w 12198350"/>
              <a:gd name="connsiteY2-74" fmla="*/ 3505200 h 5842000"/>
              <a:gd name="connsiteX3-75" fmla="*/ 12192000 w 12198350"/>
              <a:gd name="connsiteY3-76" fmla="*/ 5835650 h 5842000"/>
              <a:gd name="connsiteX4-77" fmla="*/ 5060950 w 12198350"/>
              <a:gd name="connsiteY4-78" fmla="*/ 5835650 h 5842000"/>
              <a:gd name="connsiteX5-79" fmla="*/ 3663950 w 12198350"/>
              <a:gd name="connsiteY5-80" fmla="*/ 5842000 h 5842000"/>
              <a:gd name="connsiteX6-81" fmla="*/ 1727200 w 12198350"/>
              <a:gd name="connsiteY6-82" fmla="*/ 5486400 h 5842000"/>
              <a:gd name="connsiteX7-83" fmla="*/ 0 w 12198350"/>
              <a:gd name="connsiteY7-84" fmla="*/ 5835650 h 5842000"/>
              <a:gd name="connsiteX8-85" fmla="*/ 0 w 12198350"/>
              <a:gd name="connsiteY8-86" fmla="*/ 0 h 5842000"/>
              <a:gd name="connsiteX0-87" fmla="*/ 0 w 12198350"/>
              <a:gd name="connsiteY0-88" fmla="*/ 0 h 5924550"/>
              <a:gd name="connsiteX1-89" fmla="*/ 12192000 w 12198350"/>
              <a:gd name="connsiteY1-90" fmla="*/ 0 h 5924550"/>
              <a:gd name="connsiteX2-91" fmla="*/ 12198350 w 12198350"/>
              <a:gd name="connsiteY2-92" fmla="*/ 3505200 h 5924550"/>
              <a:gd name="connsiteX3-93" fmla="*/ 12192000 w 12198350"/>
              <a:gd name="connsiteY3-94" fmla="*/ 5835650 h 5924550"/>
              <a:gd name="connsiteX4-95" fmla="*/ 4883150 w 12198350"/>
              <a:gd name="connsiteY4-96" fmla="*/ 5924550 h 5924550"/>
              <a:gd name="connsiteX5-97" fmla="*/ 3663950 w 12198350"/>
              <a:gd name="connsiteY5-98" fmla="*/ 5842000 h 5924550"/>
              <a:gd name="connsiteX6-99" fmla="*/ 1727200 w 12198350"/>
              <a:gd name="connsiteY6-100" fmla="*/ 5486400 h 5924550"/>
              <a:gd name="connsiteX7-101" fmla="*/ 0 w 12198350"/>
              <a:gd name="connsiteY7-102" fmla="*/ 5835650 h 5924550"/>
              <a:gd name="connsiteX8-103" fmla="*/ 0 w 12198350"/>
              <a:gd name="connsiteY8-104" fmla="*/ 0 h 5924550"/>
              <a:gd name="connsiteX0-105" fmla="*/ 0 w 12198350"/>
              <a:gd name="connsiteY0-106" fmla="*/ 0 h 5924550"/>
              <a:gd name="connsiteX1-107" fmla="*/ 12192000 w 12198350"/>
              <a:gd name="connsiteY1-108" fmla="*/ 0 h 5924550"/>
              <a:gd name="connsiteX2-109" fmla="*/ 12198350 w 12198350"/>
              <a:gd name="connsiteY2-110" fmla="*/ 3505200 h 5924550"/>
              <a:gd name="connsiteX3-111" fmla="*/ 12192000 w 12198350"/>
              <a:gd name="connsiteY3-112" fmla="*/ 5835650 h 5924550"/>
              <a:gd name="connsiteX4-113" fmla="*/ 8318500 w 12198350"/>
              <a:gd name="connsiteY4-114" fmla="*/ 5867400 h 5924550"/>
              <a:gd name="connsiteX5-115" fmla="*/ 4883150 w 12198350"/>
              <a:gd name="connsiteY5-116" fmla="*/ 5924550 h 5924550"/>
              <a:gd name="connsiteX6-117" fmla="*/ 3663950 w 12198350"/>
              <a:gd name="connsiteY6-118" fmla="*/ 5842000 h 5924550"/>
              <a:gd name="connsiteX7-119" fmla="*/ 1727200 w 12198350"/>
              <a:gd name="connsiteY7-120" fmla="*/ 5486400 h 5924550"/>
              <a:gd name="connsiteX8-121" fmla="*/ 0 w 12198350"/>
              <a:gd name="connsiteY8-122" fmla="*/ 5835650 h 5924550"/>
              <a:gd name="connsiteX9" fmla="*/ 0 w 12198350"/>
              <a:gd name="connsiteY9" fmla="*/ 0 h 5924550"/>
              <a:gd name="connsiteX0-123" fmla="*/ 0 w 12198350"/>
              <a:gd name="connsiteY0-124" fmla="*/ 0 h 6038850"/>
              <a:gd name="connsiteX1-125" fmla="*/ 12192000 w 12198350"/>
              <a:gd name="connsiteY1-126" fmla="*/ 0 h 6038850"/>
              <a:gd name="connsiteX2-127" fmla="*/ 12198350 w 12198350"/>
              <a:gd name="connsiteY2-128" fmla="*/ 3505200 h 6038850"/>
              <a:gd name="connsiteX3-129" fmla="*/ 12192000 w 12198350"/>
              <a:gd name="connsiteY3-130" fmla="*/ 5835650 h 6038850"/>
              <a:gd name="connsiteX4-131" fmla="*/ 7219950 w 12198350"/>
              <a:gd name="connsiteY4-132" fmla="*/ 6038850 h 6038850"/>
              <a:gd name="connsiteX5-133" fmla="*/ 4883150 w 12198350"/>
              <a:gd name="connsiteY5-134" fmla="*/ 5924550 h 6038850"/>
              <a:gd name="connsiteX6-135" fmla="*/ 3663950 w 12198350"/>
              <a:gd name="connsiteY6-136" fmla="*/ 5842000 h 6038850"/>
              <a:gd name="connsiteX7-137" fmla="*/ 1727200 w 12198350"/>
              <a:gd name="connsiteY7-138" fmla="*/ 5486400 h 6038850"/>
              <a:gd name="connsiteX8-139" fmla="*/ 0 w 12198350"/>
              <a:gd name="connsiteY8-140" fmla="*/ 5835650 h 6038850"/>
              <a:gd name="connsiteX9-141" fmla="*/ 0 w 12198350"/>
              <a:gd name="connsiteY9-142" fmla="*/ 0 h 6038850"/>
              <a:gd name="connsiteX0-143" fmla="*/ 0 w 12198350"/>
              <a:gd name="connsiteY0-144" fmla="*/ 0 h 6038850"/>
              <a:gd name="connsiteX1-145" fmla="*/ 12192000 w 12198350"/>
              <a:gd name="connsiteY1-146" fmla="*/ 0 h 6038850"/>
              <a:gd name="connsiteX2-147" fmla="*/ 12198350 w 12198350"/>
              <a:gd name="connsiteY2-148" fmla="*/ 3505200 h 6038850"/>
              <a:gd name="connsiteX3-149" fmla="*/ 12192000 w 12198350"/>
              <a:gd name="connsiteY3-150" fmla="*/ 5835650 h 6038850"/>
              <a:gd name="connsiteX4-151" fmla="*/ 9766300 w 12198350"/>
              <a:gd name="connsiteY4-152" fmla="*/ 5924550 h 6038850"/>
              <a:gd name="connsiteX5-153" fmla="*/ 7219950 w 12198350"/>
              <a:gd name="connsiteY5-154" fmla="*/ 6038850 h 6038850"/>
              <a:gd name="connsiteX6-155" fmla="*/ 4883150 w 12198350"/>
              <a:gd name="connsiteY6-156" fmla="*/ 5924550 h 6038850"/>
              <a:gd name="connsiteX7-157" fmla="*/ 3663950 w 12198350"/>
              <a:gd name="connsiteY7-158" fmla="*/ 5842000 h 6038850"/>
              <a:gd name="connsiteX8-159" fmla="*/ 1727200 w 12198350"/>
              <a:gd name="connsiteY8-160" fmla="*/ 5486400 h 6038850"/>
              <a:gd name="connsiteX9-161" fmla="*/ 0 w 12198350"/>
              <a:gd name="connsiteY9-162" fmla="*/ 5835650 h 6038850"/>
              <a:gd name="connsiteX10" fmla="*/ 0 w 12198350"/>
              <a:gd name="connsiteY10" fmla="*/ 0 h 6038850"/>
              <a:gd name="connsiteX0-163" fmla="*/ 0 w 12198350"/>
              <a:gd name="connsiteY0-164" fmla="*/ 0 h 6038850"/>
              <a:gd name="connsiteX1-165" fmla="*/ 12192000 w 12198350"/>
              <a:gd name="connsiteY1-166" fmla="*/ 0 h 6038850"/>
              <a:gd name="connsiteX2-167" fmla="*/ 12198350 w 12198350"/>
              <a:gd name="connsiteY2-168" fmla="*/ 3505200 h 6038850"/>
              <a:gd name="connsiteX3-169" fmla="*/ 12192000 w 12198350"/>
              <a:gd name="connsiteY3-170" fmla="*/ 5835650 h 6038850"/>
              <a:gd name="connsiteX4-171" fmla="*/ 8813800 w 12198350"/>
              <a:gd name="connsiteY4-172" fmla="*/ 5746750 h 6038850"/>
              <a:gd name="connsiteX5-173" fmla="*/ 7219950 w 12198350"/>
              <a:gd name="connsiteY5-174" fmla="*/ 6038850 h 6038850"/>
              <a:gd name="connsiteX6-175" fmla="*/ 4883150 w 12198350"/>
              <a:gd name="connsiteY6-176" fmla="*/ 5924550 h 6038850"/>
              <a:gd name="connsiteX7-177" fmla="*/ 3663950 w 12198350"/>
              <a:gd name="connsiteY7-178" fmla="*/ 5842000 h 6038850"/>
              <a:gd name="connsiteX8-179" fmla="*/ 1727200 w 12198350"/>
              <a:gd name="connsiteY8-180" fmla="*/ 5486400 h 6038850"/>
              <a:gd name="connsiteX9-181" fmla="*/ 0 w 12198350"/>
              <a:gd name="connsiteY9-182" fmla="*/ 5835650 h 6038850"/>
              <a:gd name="connsiteX10-183" fmla="*/ 0 w 12198350"/>
              <a:gd name="connsiteY10-184" fmla="*/ 0 h 6038850"/>
              <a:gd name="connsiteX0-185" fmla="*/ 0 w 12198350"/>
              <a:gd name="connsiteY0-186" fmla="*/ 0 h 6038850"/>
              <a:gd name="connsiteX1-187" fmla="*/ 12192000 w 12198350"/>
              <a:gd name="connsiteY1-188" fmla="*/ 0 h 6038850"/>
              <a:gd name="connsiteX2-189" fmla="*/ 12198350 w 12198350"/>
              <a:gd name="connsiteY2-190" fmla="*/ 3505200 h 6038850"/>
              <a:gd name="connsiteX3-191" fmla="*/ 10255250 w 12198350"/>
              <a:gd name="connsiteY3-192" fmla="*/ 4978400 h 6038850"/>
              <a:gd name="connsiteX4-193" fmla="*/ 8813800 w 12198350"/>
              <a:gd name="connsiteY4-194" fmla="*/ 5746750 h 6038850"/>
              <a:gd name="connsiteX5-195" fmla="*/ 7219950 w 12198350"/>
              <a:gd name="connsiteY5-196" fmla="*/ 6038850 h 6038850"/>
              <a:gd name="connsiteX6-197" fmla="*/ 4883150 w 12198350"/>
              <a:gd name="connsiteY6-198" fmla="*/ 5924550 h 6038850"/>
              <a:gd name="connsiteX7-199" fmla="*/ 3663950 w 12198350"/>
              <a:gd name="connsiteY7-200" fmla="*/ 5842000 h 6038850"/>
              <a:gd name="connsiteX8-201" fmla="*/ 1727200 w 12198350"/>
              <a:gd name="connsiteY8-202" fmla="*/ 5486400 h 6038850"/>
              <a:gd name="connsiteX9-203" fmla="*/ 0 w 12198350"/>
              <a:gd name="connsiteY9-204" fmla="*/ 5835650 h 6038850"/>
              <a:gd name="connsiteX10-205" fmla="*/ 0 w 12198350"/>
              <a:gd name="connsiteY10-206" fmla="*/ 0 h 6038850"/>
              <a:gd name="connsiteX0-207" fmla="*/ 0 w 12198350"/>
              <a:gd name="connsiteY0-208" fmla="*/ 0 h 6038850"/>
              <a:gd name="connsiteX1-209" fmla="*/ 12192000 w 12198350"/>
              <a:gd name="connsiteY1-210" fmla="*/ 0 h 6038850"/>
              <a:gd name="connsiteX2-211" fmla="*/ 12198350 w 12198350"/>
              <a:gd name="connsiteY2-212" fmla="*/ 3505200 h 6038850"/>
              <a:gd name="connsiteX3-213" fmla="*/ 8813800 w 12198350"/>
              <a:gd name="connsiteY3-214" fmla="*/ 5746750 h 6038850"/>
              <a:gd name="connsiteX4-215" fmla="*/ 7219950 w 12198350"/>
              <a:gd name="connsiteY4-216" fmla="*/ 6038850 h 6038850"/>
              <a:gd name="connsiteX5-217" fmla="*/ 4883150 w 12198350"/>
              <a:gd name="connsiteY5-218" fmla="*/ 5924550 h 6038850"/>
              <a:gd name="connsiteX6-219" fmla="*/ 3663950 w 12198350"/>
              <a:gd name="connsiteY6-220" fmla="*/ 5842000 h 6038850"/>
              <a:gd name="connsiteX7-221" fmla="*/ 1727200 w 12198350"/>
              <a:gd name="connsiteY7-222" fmla="*/ 5486400 h 6038850"/>
              <a:gd name="connsiteX8-223" fmla="*/ 0 w 12198350"/>
              <a:gd name="connsiteY8-224" fmla="*/ 5835650 h 6038850"/>
              <a:gd name="connsiteX9-225" fmla="*/ 0 w 12198350"/>
              <a:gd name="connsiteY9-226" fmla="*/ 0 h 6038850"/>
              <a:gd name="connsiteX0-227" fmla="*/ 0 w 12198350"/>
              <a:gd name="connsiteY0-228" fmla="*/ 0 h 6038850"/>
              <a:gd name="connsiteX1-229" fmla="*/ 12192000 w 12198350"/>
              <a:gd name="connsiteY1-230" fmla="*/ 0 h 6038850"/>
              <a:gd name="connsiteX2-231" fmla="*/ 12198350 w 12198350"/>
              <a:gd name="connsiteY2-232" fmla="*/ 3505200 h 6038850"/>
              <a:gd name="connsiteX3-233" fmla="*/ 10623550 w 12198350"/>
              <a:gd name="connsiteY3-234" fmla="*/ 4800600 h 6038850"/>
              <a:gd name="connsiteX4-235" fmla="*/ 8813800 w 12198350"/>
              <a:gd name="connsiteY4-236" fmla="*/ 5746750 h 6038850"/>
              <a:gd name="connsiteX5-237" fmla="*/ 7219950 w 12198350"/>
              <a:gd name="connsiteY5-238" fmla="*/ 6038850 h 6038850"/>
              <a:gd name="connsiteX6-239" fmla="*/ 4883150 w 12198350"/>
              <a:gd name="connsiteY6-240" fmla="*/ 5924550 h 6038850"/>
              <a:gd name="connsiteX7-241" fmla="*/ 3663950 w 12198350"/>
              <a:gd name="connsiteY7-242" fmla="*/ 5842000 h 6038850"/>
              <a:gd name="connsiteX8-243" fmla="*/ 1727200 w 12198350"/>
              <a:gd name="connsiteY8-244" fmla="*/ 5486400 h 6038850"/>
              <a:gd name="connsiteX9-245" fmla="*/ 0 w 12198350"/>
              <a:gd name="connsiteY9-246" fmla="*/ 5835650 h 6038850"/>
              <a:gd name="connsiteX10-247" fmla="*/ 0 w 12198350"/>
              <a:gd name="connsiteY10-248" fmla="*/ 0 h 6038850"/>
              <a:gd name="connsiteX0-249" fmla="*/ 0 w 12198350"/>
              <a:gd name="connsiteY0-250" fmla="*/ 0 h 6038850"/>
              <a:gd name="connsiteX1-251" fmla="*/ 12192000 w 12198350"/>
              <a:gd name="connsiteY1-252" fmla="*/ 0 h 6038850"/>
              <a:gd name="connsiteX2-253" fmla="*/ 12198350 w 12198350"/>
              <a:gd name="connsiteY2-254" fmla="*/ 3505200 h 6038850"/>
              <a:gd name="connsiteX3-255" fmla="*/ 10185400 w 12198350"/>
              <a:gd name="connsiteY3-256" fmla="*/ 4978400 h 6038850"/>
              <a:gd name="connsiteX4-257" fmla="*/ 8813800 w 12198350"/>
              <a:gd name="connsiteY4-258" fmla="*/ 5746750 h 6038850"/>
              <a:gd name="connsiteX5-259" fmla="*/ 7219950 w 12198350"/>
              <a:gd name="connsiteY5-260" fmla="*/ 6038850 h 6038850"/>
              <a:gd name="connsiteX6-261" fmla="*/ 4883150 w 12198350"/>
              <a:gd name="connsiteY6-262" fmla="*/ 5924550 h 6038850"/>
              <a:gd name="connsiteX7-263" fmla="*/ 3663950 w 12198350"/>
              <a:gd name="connsiteY7-264" fmla="*/ 5842000 h 6038850"/>
              <a:gd name="connsiteX8-265" fmla="*/ 1727200 w 12198350"/>
              <a:gd name="connsiteY8-266" fmla="*/ 5486400 h 6038850"/>
              <a:gd name="connsiteX9-267" fmla="*/ 0 w 12198350"/>
              <a:gd name="connsiteY9-268" fmla="*/ 5835650 h 6038850"/>
              <a:gd name="connsiteX10-269" fmla="*/ 0 w 12198350"/>
              <a:gd name="connsiteY10-270" fmla="*/ 0 h 6038850"/>
              <a:gd name="connsiteX0-271" fmla="*/ 0 w 12198350"/>
              <a:gd name="connsiteY0-272" fmla="*/ 0 h 6038850"/>
              <a:gd name="connsiteX1-273" fmla="*/ 12192000 w 12198350"/>
              <a:gd name="connsiteY1-274" fmla="*/ 0 h 6038850"/>
              <a:gd name="connsiteX2-275" fmla="*/ 12198350 w 12198350"/>
              <a:gd name="connsiteY2-276" fmla="*/ 3505200 h 6038850"/>
              <a:gd name="connsiteX3-277" fmla="*/ 11766550 w 12198350"/>
              <a:gd name="connsiteY3-278" fmla="*/ 4108450 h 6038850"/>
              <a:gd name="connsiteX4-279" fmla="*/ 10185400 w 12198350"/>
              <a:gd name="connsiteY4-280" fmla="*/ 4978400 h 6038850"/>
              <a:gd name="connsiteX5-281" fmla="*/ 8813800 w 12198350"/>
              <a:gd name="connsiteY5-282" fmla="*/ 5746750 h 6038850"/>
              <a:gd name="connsiteX6-283" fmla="*/ 7219950 w 12198350"/>
              <a:gd name="connsiteY6-284" fmla="*/ 6038850 h 6038850"/>
              <a:gd name="connsiteX7-285" fmla="*/ 4883150 w 12198350"/>
              <a:gd name="connsiteY7-286" fmla="*/ 5924550 h 6038850"/>
              <a:gd name="connsiteX8-287" fmla="*/ 3663950 w 12198350"/>
              <a:gd name="connsiteY8-288" fmla="*/ 5842000 h 6038850"/>
              <a:gd name="connsiteX9-289" fmla="*/ 1727200 w 12198350"/>
              <a:gd name="connsiteY9-290" fmla="*/ 5486400 h 6038850"/>
              <a:gd name="connsiteX10-291" fmla="*/ 0 w 12198350"/>
              <a:gd name="connsiteY10-292" fmla="*/ 5835650 h 6038850"/>
              <a:gd name="connsiteX11" fmla="*/ 0 w 12198350"/>
              <a:gd name="connsiteY11" fmla="*/ 0 h 6038850"/>
              <a:gd name="connsiteX0-293" fmla="*/ 0 w 12198350"/>
              <a:gd name="connsiteY0-294" fmla="*/ 0 h 6038850"/>
              <a:gd name="connsiteX1-295" fmla="*/ 12192000 w 12198350"/>
              <a:gd name="connsiteY1-296" fmla="*/ 0 h 6038850"/>
              <a:gd name="connsiteX2-297" fmla="*/ 12198350 w 12198350"/>
              <a:gd name="connsiteY2-298" fmla="*/ 3505200 h 6038850"/>
              <a:gd name="connsiteX3-299" fmla="*/ 11341100 w 12198350"/>
              <a:gd name="connsiteY3-300" fmla="*/ 4267200 h 6038850"/>
              <a:gd name="connsiteX4-301" fmla="*/ 10185400 w 12198350"/>
              <a:gd name="connsiteY4-302" fmla="*/ 4978400 h 6038850"/>
              <a:gd name="connsiteX5-303" fmla="*/ 8813800 w 12198350"/>
              <a:gd name="connsiteY5-304" fmla="*/ 5746750 h 6038850"/>
              <a:gd name="connsiteX6-305" fmla="*/ 7219950 w 12198350"/>
              <a:gd name="connsiteY6-306" fmla="*/ 6038850 h 6038850"/>
              <a:gd name="connsiteX7-307" fmla="*/ 4883150 w 12198350"/>
              <a:gd name="connsiteY7-308" fmla="*/ 5924550 h 6038850"/>
              <a:gd name="connsiteX8-309" fmla="*/ 3663950 w 12198350"/>
              <a:gd name="connsiteY8-310" fmla="*/ 5842000 h 6038850"/>
              <a:gd name="connsiteX9-311" fmla="*/ 1727200 w 12198350"/>
              <a:gd name="connsiteY9-312" fmla="*/ 5486400 h 6038850"/>
              <a:gd name="connsiteX10-313" fmla="*/ 0 w 12198350"/>
              <a:gd name="connsiteY10-314" fmla="*/ 5835650 h 6038850"/>
              <a:gd name="connsiteX11-315" fmla="*/ 0 w 12198350"/>
              <a:gd name="connsiteY11-316" fmla="*/ 0 h 6038850"/>
              <a:gd name="connsiteX0-317" fmla="*/ 0 w 12198350"/>
              <a:gd name="connsiteY0-318" fmla="*/ 0 h 6038850"/>
              <a:gd name="connsiteX1-319" fmla="*/ 12192000 w 12198350"/>
              <a:gd name="connsiteY1-320" fmla="*/ 0 h 6038850"/>
              <a:gd name="connsiteX2-321" fmla="*/ 12198350 w 12198350"/>
              <a:gd name="connsiteY2-322" fmla="*/ 3505200 h 6038850"/>
              <a:gd name="connsiteX3-323" fmla="*/ 11341100 w 12198350"/>
              <a:gd name="connsiteY3-324" fmla="*/ 4267200 h 6038850"/>
              <a:gd name="connsiteX4-325" fmla="*/ 10185400 w 12198350"/>
              <a:gd name="connsiteY4-326" fmla="*/ 4978400 h 6038850"/>
              <a:gd name="connsiteX5-327" fmla="*/ 8813800 w 12198350"/>
              <a:gd name="connsiteY5-328" fmla="*/ 5746750 h 6038850"/>
              <a:gd name="connsiteX6-329" fmla="*/ 7219950 w 12198350"/>
              <a:gd name="connsiteY6-330" fmla="*/ 6038850 h 6038850"/>
              <a:gd name="connsiteX7-331" fmla="*/ 4883150 w 12198350"/>
              <a:gd name="connsiteY7-332" fmla="*/ 5924550 h 6038850"/>
              <a:gd name="connsiteX8-333" fmla="*/ 3663950 w 12198350"/>
              <a:gd name="connsiteY8-334" fmla="*/ 5842000 h 6038850"/>
              <a:gd name="connsiteX9-335" fmla="*/ 1727200 w 12198350"/>
              <a:gd name="connsiteY9-336" fmla="*/ 5486400 h 6038850"/>
              <a:gd name="connsiteX10-337" fmla="*/ 0 w 12198350"/>
              <a:gd name="connsiteY10-338" fmla="*/ 5835650 h 6038850"/>
              <a:gd name="connsiteX11-339" fmla="*/ 0 w 12198350"/>
              <a:gd name="connsiteY11-340" fmla="*/ 0 h 6038850"/>
              <a:gd name="connsiteX0-341" fmla="*/ 0 w 12198350"/>
              <a:gd name="connsiteY0-342" fmla="*/ 0 h 6038850"/>
              <a:gd name="connsiteX1-343" fmla="*/ 12192000 w 12198350"/>
              <a:gd name="connsiteY1-344" fmla="*/ 0 h 6038850"/>
              <a:gd name="connsiteX2-345" fmla="*/ 12198350 w 12198350"/>
              <a:gd name="connsiteY2-346" fmla="*/ 3505200 h 6038850"/>
              <a:gd name="connsiteX3-347" fmla="*/ 11341100 w 12198350"/>
              <a:gd name="connsiteY3-348" fmla="*/ 4267200 h 6038850"/>
              <a:gd name="connsiteX4-349" fmla="*/ 10185400 w 12198350"/>
              <a:gd name="connsiteY4-350" fmla="*/ 4978400 h 6038850"/>
              <a:gd name="connsiteX5-351" fmla="*/ 8813800 w 12198350"/>
              <a:gd name="connsiteY5-352" fmla="*/ 5746750 h 6038850"/>
              <a:gd name="connsiteX6-353" fmla="*/ 7219950 w 12198350"/>
              <a:gd name="connsiteY6-354" fmla="*/ 6038850 h 6038850"/>
              <a:gd name="connsiteX7-355" fmla="*/ 4883150 w 12198350"/>
              <a:gd name="connsiteY7-356" fmla="*/ 5924550 h 6038850"/>
              <a:gd name="connsiteX8-357" fmla="*/ 3663950 w 12198350"/>
              <a:gd name="connsiteY8-358" fmla="*/ 5842000 h 6038850"/>
              <a:gd name="connsiteX9-359" fmla="*/ 1727200 w 12198350"/>
              <a:gd name="connsiteY9-360" fmla="*/ 5486400 h 6038850"/>
              <a:gd name="connsiteX10-361" fmla="*/ 0 w 12198350"/>
              <a:gd name="connsiteY10-362" fmla="*/ 5835650 h 6038850"/>
              <a:gd name="connsiteX11-363" fmla="*/ 0 w 12198350"/>
              <a:gd name="connsiteY11-364" fmla="*/ 0 h 60388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  <a:cxn ang="0">
                <a:pos x="connsiteX8-85" y="connsiteY8-86"/>
              </a:cxn>
              <a:cxn ang="0">
                <a:pos x="connsiteX9-141" y="connsiteY9-142"/>
              </a:cxn>
              <a:cxn ang="0">
                <a:pos x="connsiteX10-183" y="connsiteY10-184"/>
              </a:cxn>
              <a:cxn ang="0">
                <a:pos x="connsiteX11-315" y="connsiteY11-316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9" name="Group 68"/>
          <p:cNvGrpSpPr>
            <a:grpSpLocks noGrp="1" noUngrp="1" noRot="1" noChangeAspect="1" noMove="1" noResize="1"/>
          </p:cNvGrpSpPr>
          <p:nvPr/>
        </p:nvGrpSpPr>
        <p:grpSpPr>
          <a:xfrm>
            <a:off x="408" y="2472007"/>
            <a:ext cx="9143592" cy="2137482"/>
            <a:chOff x="476" y="-3923157"/>
            <a:chExt cx="10667524" cy="2493729"/>
          </a:xfrm>
        </p:grpSpPr>
        <p:sp>
          <p:nvSpPr>
            <p:cNvPr id="70" name="Freeform: Shape 69"/>
            <p:cNvSpPr/>
            <p:nvPr/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: Shape 70"/>
            <p:cNvSpPr/>
            <p:nvPr/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28649" y="840507"/>
            <a:ext cx="7898317" cy="1731243"/>
          </a:xfrm>
          <a:prstGeom prst="rect">
            <a:avLst/>
          </a:prstGeom>
        </p:spPr>
        <p:txBody>
          <a:bodyPr spcFirstLastPara="1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 b="1" i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Oops &amp; Fix Manufacturing Co.: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2611186" y="2499140"/>
            <a:ext cx="5269314" cy="759583"/>
          </a:xfrm>
          <a:prstGeom prst="rect">
            <a:avLst/>
          </a:prstGeom>
        </p:spPr>
        <p:txBody>
          <a:bodyPr spcFirstLastPara="1" lIns="91425" tIns="91425" rIns="91425" bIns="91425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Data-Driven Rebirth from the Brink </a:t>
            </a:r>
            <a:r>
              <a:rPr lang="en-US" sz="17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of Bankruptcy</a:t>
            </a:r>
            <a:endParaRPr lang="en-US" sz="1700" b="1" dirty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82880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70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B13D5E-860C-5AFB-E943-D8A4730F5A18}"/>
              </a:ext>
            </a:extLst>
          </p:cNvPr>
          <p:cNvSpPr txBox="1"/>
          <p:nvPr/>
        </p:nvSpPr>
        <p:spPr>
          <a:xfrm>
            <a:off x="6638638" y="4286271"/>
            <a:ext cx="2507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Yingtong</a:t>
            </a:r>
            <a:r>
              <a:rPr kumimoji="1"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Wang</a:t>
            </a:r>
          </a:p>
          <a:p>
            <a:r>
              <a:rPr kumimoji="1"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Huangkun Chen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178904"/>
            <a:ext cx="8285260" cy="107581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4400" b="1" dirty="0"/>
              <a:t>BACKGROUND</a:t>
            </a: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7" name="Google Shape;67;p14" descr="The Whole Chamber of Secrets is just Ron making these faces throughout the  movies. : r/harrypotter"/>
          <p:cNvPicPr preferRelativeResize="0"/>
          <p:nvPr/>
        </p:nvPicPr>
        <p:blipFill rotWithShape="1">
          <a:blip r:embed="rId3"/>
          <a:srcRect r="4304" b="-1"/>
          <a:stretch>
            <a:fillRect/>
          </a:stretch>
        </p:blipFill>
        <p:spPr>
          <a:xfrm>
            <a:off x="429369" y="1501542"/>
            <a:ext cx="2957886" cy="3138045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  <a:noFill/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9466" y="1553487"/>
            <a:ext cx="5035164" cy="30861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E0E0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Oops &amp; Fix Manufacturing Co., a mid-sized manufacturing company, was facing the ultimate existential threat: bankruptcy. The board was out of options. 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lang="en-US"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Google Shape;68;p14"/>
          <p:cNvSpPr txBox="1"/>
          <p:nvPr/>
        </p:nvSpPr>
        <p:spPr>
          <a:xfrm>
            <a:off x="3679466" y="2808202"/>
            <a:ext cx="3915300" cy="11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 Time to Waste!!!!</a:t>
            </a:r>
            <a:endParaRPr lang="en-US" sz="2400" dirty="0">
              <a:solidFill>
                <a:schemeClr val="accent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3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4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9369" y="1325781"/>
            <a:ext cx="8229600" cy="13716"/>
          </a:xfrm>
          <a:custGeom>
            <a:avLst/>
            <a:gdLst>
              <a:gd name="connsiteX0" fmla="*/ 0 w 8229600"/>
              <a:gd name="connsiteY0" fmla="*/ 0 h 13716"/>
              <a:gd name="connsiteX1" fmla="*/ 521208 w 8229600"/>
              <a:gd name="connsiteY1" fmla="*/ 0 h 13716"/>
              <a:gd name="connsiteX2" fmla="*/ 1371600 w 8229600"/>
              <a:gd name="connsiteY2" fmla="*/ 0 h 13716"/>
              <a:gd name="connsiteX3" fmla="*/ 2221992 w 8229600"/>
              <a:gd name="connsiteY3" fmla="*/ 0 h 13716"/>
              <a:gd name="connsiteX4" fmla="*/ 3072384 w 8229600"/>
              <a:gd name="connsiteY4" fmla="*/ 0 h 13716"/>
              <a:gd name="connsiteX5" fmla="*/ 3511296 w 8229600"/>
              <a:gd name="connsiteY5" fmla="*/ 0 h 13716"/>
              <a:gd name="connsiteX6" fmla="*/ 4114800 w 8229600"/>
              <a:gd name="connsiteY6" fmla="*/ 0 h 13716"/>
              <a:gd name="connsiteX7" fmla="*/ 4553712 w 8229600"/>
              <a:gd name="connsiteY7" fmla="*/ 0 h 13716"/>
              <a:gd name="connsiteX8" fmla="*/ 5239512 w 8229600"/>
              <a:gd name="connsiteY8" fmla="*/ 0 h 13716"/>
              <a:gd name="connsiteX9" fmla="*/ 5843016 w 8229600"/>
              <a:gd name="connsiteY9" fmla="*/ 0 h 13716"/>
              <a:gd name="connsiteX10" fmla="*/ 6611112 w 8229600"/>
              <a:gd name="connsiteY10" fmla="*/ 0 h 13716"/>
              <a:gd name="connsiteX11" fmla="*/ 7461504 w 8229600"/>
              <a:gd name="connsiteY11" fmla="*/ 0 h 13716"/>
              <a:gd name="connsiteX12" fmla="*/ 8229600 w 8229600"/>
              <a:gd name="connsiteY12" fmla="*/ 0 h 13716"/>
              <a:gd name="connsiteX13" fmla="*/ 8229600 w 8229600"/>
              <a:gd name="connsiteY13" fmla="*/ 13716 h 13716"/>
              <a:gd name="connsiteX14" fmla="*/ 7461504 w 8229600"/>
              <a:gd name="connsiteY14" fmla="*/ 13716 h 13716"/>
              <a:gd name="connsiteX15" fmla="*/ 6940296 w 8229600"/>
              <a:gd name="connsiteY15" fmla="*/ 13716 h 13716"/>
              <a:gd name="connsiteX16" fmla="*/ 6419088 w 8229600"/>
              <a:gd name="connsiteY16" fmla="*/ 13716 h 13716"/>
              <a:gd name="connsiteX17" fmla="*/ 5650992 w 8229600"/>
              <a:gd name="connsiteY17" fmla="*/ 13716 h 13716"/>
              <a:gd name="connsiteX18" fmla="*/ 5129784 w 8229600"/>
              <a:gd name="connsiteY18" fmla="*/ 13716 h 13716"/>
              <a:gd name="connsiteX19" fmla="*/ 4690872 w 8229600"/>
              <a:gd name="connsiteY19" fmla="*/ 13716 h 13716"/>
              <a:gd name="connsiteX20" fmla="*/ 4087368 w 8229600"/>
              <a:gd name="connsiteY20" fmla="*/ 13716 h 13716"/>
              <a:gd name="connsiteX21" fmla="*/ 3401568 w 8229600"/>
              <a:gd name="connsiteY21" fmla="*/ 13716 h 13716"/>
              <a:gd name="connsiteX22" fmla="*/ 2798064 w 8229600"/>
              <a:gd name="connsiteY22" fmla="*/ 13716 h 13716"/>
              <a:gd name="connsiteX23" fmla="*/ 2276856 w 8229600"/>
              <a:gd name="connsiteY23" fmla="*/ 13716 h 13716"/>
              <a:gd name="connsiteX24" fmla="*/ 1426464 w 8229600"/>
              <a:gd name="connsiteY24" fmla="*/ 13716 h 13716"/>
              <a:gd name="connsiteX25" fmla="*/ 740664 w 8229600"/>
              <a:gd name="connsiteY25" fmla="*/ 13716 h 13716"/>
              <a:gd name="connsiteX26" fmla="*/ 0 w 8229600"/>
              <a:gd name="connsiteY26" fmla="*/ 13716 h 13716"/>
              <a:gd name="connsiteX27" fmla="*/ 0 w 8229600"/>
              <a:gd name="connsiteY27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3716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9169" y="6566"/>
                  <a:pt x="8229218" y="9895"/>
                  <a:pt x="8229600" y="13716"/>
                </a:cubicBezTo>
                <a:cubicBezTo>
                  <a:pt x="7940706" y="-13865"/>
                  <a:pt x="7792584" y="-20581"/>
                  <a:pt x="7461504" y="13716"/>
                </a:cubicBezTo>
                <a:cubicBezTo>
                  <a:pt x="7130424" y="48013"/>
                  <a:pt x="7080072" y="39273"/>
                  <a:pt x="6940296" y="13716"/>
                </a:cubicBezTo>
                <a:cubicBezTo>
                  <a:pt x="6800520" y="-11841"/>
                  <a:pt x="6672872" y="22099"/>
                  <a:pt x="6419088" y="13716"/>
                </a:cubicBezTo>
                <a:cubicBezTo>
                  <a:pt x="6165304" y="5333"/>
                  <a:pt x="5869721" y="415"/>
                  <a:pt x="5650992" y="13716"/>
                </a:cubicBezTo>
                <a:cubicBezTo>
                  <a:pt x="5432263" y="27017"/>
                  <a:pt x="5308310" y="-1549"/>
                  <a:pt x="5129784" y="13716"/>
                </a:cubicBezTo>
                <a:cubicBezTo>
                  <a:pt x="4951258" y="28981"/>
                  <a:pt x="4799696" y="10785"/>
                  <a:pt x="4690872" y="13716"/>
                </a:cubicBezTo>
                <a:cubicBezTo>
                  <a:pt x="4582048" y="16647"/>
                  <a:pt x="4311124" y="-12408"/>
                  <a:pt x="4087368" y="13716"/>
                </a:cubicBezTo>
                <a:cubicBezTo>
                  <a:pt x="3863612" y="39840"/>
                  <a:pt x="3730288" y="8802"/>
                  <a:pt x="3401568" y="13716"/>
                </a:cubicBezTo>
                <a:cubicBezTo>
                  <a:pt x="3072848" y="18630"/>
                  <a:pt x="3020684" y="27853"/>
                  <a:pt x="2798064" y="13716"/>
                </a:cubicBezTo>
                <a:cubicBezTo>
                  <a:pt x="2575444" y="-421"/>
                  <a:pt x="2440915" y="-11924"/>
                  <a:pt x="2276856" y="13716"/>
                </a:cubicBezTo>
                <a:cubicBezTo>
                  <a:pt x="2112797" y="39356"/>
                  <a:pt x="1726502" y="-14132"/>
                  <a:pt x="1426464" y="13716"/>
                </a:cubicBezTo>
                <a:cubicBezTo>
                  <a:pt x="1126426" y="41564"/>
                  <a:pt x="992925" y="16444"/>
                  <a:pt x="740664" y="13716"/>
                </a:cubicBezTo>
                <a:cubicBezTo>
                  <a:pt x="488403" y="10988"/>
                  <a:pt x="195650" y="-20633"/>
                  <a:pt x="0" y="13716"/>
                </a:cubicBezTo>
                <a:cubicBezTo>
                  <a:pt x="120" y="8944"/>
                  <a:pt x="-32" y="6034"/>
                  <a:pt x="0" y="0"/>
                </a:cubicBezTo>
                <a:close/>
              </a:path>
              <a:path w="8229600" h="13716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29365" y="6754"/>
                  <a:pt x="8229865" y="9234"/>
                  <a:pt x="8229600" y="13716"/>
                </a:cubicBezTo>
                <a:cubicBezTo>
                  <a:pt x="8075287" y="30482"/>
                  <a:pt x="7821366" y="17278"/>
                  <a:pt x="7626096" y="13716"/>
                </a:cubicBezTo>
                <a:cubicBezTo>
                  <a:pt x="7430826" y="10154"/>
                  <a:pt x="7320004" y="-14241"/>
                  <a:pt x="7022592" y="13716"/>
                </a:cubicBezTo>
                <a:cubicBezTo>
                  <a:pt x="6725180" y="41673"/>
                  <a:pt x="6348804" y="-18597"/>
                  <a:pt x="6172200" y="13716"/>
                </a:cubicBezTo>
                <a:cubicBezTo>
                  <a:pt x="5995596" y="46029"/>
                  <a:pt x="5788102" y="18318"/>
                  <a:pt x="5650992" y="13716"/>
                </a:cubicBezTo>
                <a:cubicBezTo>
                  <a:pt x="5513882" y="9114"/>
                  <a:pt x="5198399" y="24549"/>
                  <a:pt x="4882896" y="13716"/>
                </a:cubicBezTo>
                <a:cubicBezTo>
                  <a:pt x="4567393" y="2883"/>
                  <a:pt x="4557008" y="22393"/>
                  <a:pt x="4443984" y="13716"/>
                </a:cubicBezTo>
                <a:cubicBezTo>
                  <a:pt x="4330960" y="5039"/>
                  <a:pt x="4061674" y="24319"/>
                  <a:pt x="3758184" y="13716"/>
                </a:cubicBezTo>
                <a:cubicBezTo>
                  <a:pt x="3454694" y="3113"/>
                  <a:pt x="3380392" y="14547"/>
                  <a:pt x="3236976" y="13716"/>
                </a:cubicBezTo>
                <a:cubicBezTo>
                  <a:pt x="3093560" y="12885"/>
                  <a:pt x="2632116" y="33035"/>
                  <a:pt x="2386584" y="13716"/>
                </a:cubicBezTo>
                <a:cubicBezTo>
                  <a:pt x="2141052" y="-5603"/>
                  <a:pt x="2110884" y="24205"/>
                  <a:pt x="1947672" y="13716"/>
                </a:cubicBezTo>
                <a:cubicBezTo>
                  <a:pt x="1784460" y="3227"/>
                  <a:pt x="1535467" y="-4111"/>
                  <a:pt x="1261872" y="13716"/>
                </a:cubicBezTo>
                <a:cubicBezTo>
                  <a:pt x="988277" y="31543"/>
                  <a:pt x="1021096" y="5803"/>
                  <a:pt x="822960" y="13716"/>
                </a:cubicBezTo>
                <a:cubicBezTo>
                  <a:pt x="624824" y="21629"/>
                  <a:pt x="298309" y="-3289"/>
                  <a:pt x="0" y="13716"/>
                </a:cubicBezTo>
                <a:cubicBezTo>
                  <a:pt x="52" y="10594"/>
                  <a:pt x="386" y="5364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: Shape 9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860" y="-3"/>
            <a:ext cx="9144861" cy="1650047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-1" fmla="*/ 0 w 12192001"/>
              <a:gd name="connsiteY0-2" fmla="*/ 0 h 2344739"/>
              <a:gd name="connsiteX1-3" fmla="*/ 12192000 w 12192001"/>
              <a:gd name="connsiteY1-4" fmla="*/ 0 h 2344739"/>
              <a:gd name="connsiteX2-5" fmla="*/ 12192000 w 12192001"/>
              <a:gd name="connsiteY2-6" fmla="*/ 222213 h 2344739"/>
              <a:gd name="connsiteX3-7" fmla="*/ 12192000 w 12192001"/>
              <a:gd name="connsiteY3-8" fmla="*/ 389190 h 2344739"/>
              <a:gd name="connsiteX4-9" fmla="*/ 12192001 w 12192001"/>
              <a:gd name="connsiteY4-10" fmla="*/ 579739 h 2344739"/>
              <a:gd name="connsiteX5-11" fmla="*/ 12184838 w 12192001"/>
              <a:gd name="connsiteY5-12" fmla="*/ 584189 h 2344739"/>
              <a:gd name="connsiteX6-13" fmla="*/ 12155215 w 12192001"/>
              <a:gd name="connsiteY6-14" fmla="*/ 597366 h 2344739"/>
              <a:gd name="connsiteX7-15" fmla="*/ 12138067 w 12192001"/>
              <a:gd name="connsiteY7-16" fmla="*/ 623179 h 2344739"/>
              <a:gd name="connsiteX8-17" fmla="*/ 12125179 w 12192001"/>
              <a:gd name="connsiteY8-18" fmla="*/ 624690 h 2344739"/>
              <a:gd name="connsiteX9-19" fmla="*/ 12122859 w 12192001"/>
              <a:gd name="connsiteY9-20" fmla="*/ 624794 h 2344739"/>
              <a:gd name="connsiteX10-21" fmla="*/ 12115706 w 12192001"/>
              <a:gd name="connsiteY10-22" fmla="*/ 628608 h 2344739"/>
              <a:gd name="connsiteX11-23" fmla="*/ 12098349 w 12192001"/>
              <a:gd name="connsiteY11-24" fmla="*/ 628139 h 2344739"/>
              <a:gd name="connsiteX12-25" fmla="*/ 12085925 w 12192001"/>
              <a:gd name="connsiteY12-26" fmla="*/ 636341 h 2344739"/>
              <a:gd name="connsiteX13-27" fmla="*/ 12029925 w 12192001"/>
              <a:gd name="connsiteY13-28" fmla="*/ 680009 h 2344739"/>
              <a:gd name="connsiteX14-29" fmla="*/ 11994685 w 12192001"/>
              <a:gd name="connsiteY14-30" fmla="*/ 703458 h 2344739"/>
              <a:gd name="connsiteX15-31" fmla="*/ 11978569 w 12192001"/>
              <a:gd name="connsiteY15-32" fmla="*/ 708161 h 2344739"/>
              <a:gd name="connsiteX16-33" fmla="*/ 11957898 w 12192001"/>
              <a:gd name="connsiteY16-34" fmla="*/ 717558 h 2344739"/>
              <a:gd name="connsiteX17-35" fmla="*/ 11919306 w 12192001"/>
              <a:gd name="connsiteY17-36" fmla="*/ 730883 h 2344739"/>
              <a:gd name="connsiteX18-37" fmla="*/ 11902508 w 12192001"/>
              <a:gd name="connsiteY18-38" fmla="*/ 742426 h 2344739"/>
              <a:gd name="connsiteX19-39" fmla="*/ 11893900 w 12192001"/>
              <a:gd name="connsiteY19-40" fmla="*/ 744791 h 2344739"/>
              <a:gd name="connsiteX20-41" fmla="*/ 11890820 w 12192001"/>
              <a:gd name="connsiteY20-42" fmla="*/ 755729 h 2344739"/>
              <a:gd name="connsiteX21-43" fmla="*/ 11869628 w 12192001"/>
              <a:gd name="connsiteY21-44" fmla="*/ 777816 h 2344739"/>
              <a:gd name="connsiteX22-45" fmla="*/ 11857107 w 12192001"/>
              <a:gd name="connsiteY22-46" fmla="*/ 792050 h 2344739"/>
              <a:gd name="connsiteX23-47" fmla="*/ 11810326 w 12192001"/>
              <a:gd name="connsiteY23-48" fmla="*/ 799074 h 2344739"/>
              <a:gd name="connsiteX24-49" fmla="*/ 11595155 w 12192001"/>
              <a:gd name="connsiteY24-50" fmla="*/ 918898 h 2344739"/>
              <a:gd name="connsiteX25-51" fmla="*/ 11306392 w 12192001"/>
              <a:gd name="connsiteY25-52" fmla="*/ 1272239 h 2344739"/>
              <a:gd name="connsiteX26-53" fmla="*/ 11309326 w 12192001"/>
              <a:gd name="connsiteY26-54" fmla="*/ 1274846 h 2344739"/>
              <a:gd name="connsiteX27-55" fmla="*/ 11294224 w 12192001"/>
              <a:gd name="connsiteY27-56" fmla="*/ 1283683 h 2344739"/>
              <a:gd name="connsiteX28-57" fmla="*/ 11245526 w 12192001"/>
              <a:gd name="connsiteY28-58" fmla="*/ 1274060 h 2344739"/>
              <a:gd name="connsiteX29-59" fmla="*/ 11227161 w 12192001"/>
              <a:gd name="connsiteY29-60" fmla="*/ 1276236 h 2344739"/>
              <a:gd name="connsiteX30-61" fmla="*/ 11216939 w 12192001"/>
              <a:gd name="connsiteY30-62" fmla="*/ 1275961 h 2344739"/>
              <a:gd name="connsiteX31-63" fmla="*/ 11216036 w 12192001"/>
              <a:gd name="connsiteY31-64" fmla="*/ 1275018 h 2344739"/>
              <a:gd name="connsiteX32-65" fmla="*/ 11187737 w 12192001"/>
              <a:gd name="connsiteY32-66" fmla="*/ 1292383 h 2344739"/>
              <a:gd name="connsiteX33-67" fmla="*/ 11183353 w 12192001"/>
              <a:gd name="connsiteY33-68" fmla="*/ 1292525 h 2344739"/>
              <a:gd name="connsiteX34-69" fmla="*/ 11165706 w 12192001"/>
              <a:gd name="connsiteY34-70" fmla="*/ 1306612 h 2344739"/>
              <a:gd name="connsiteX35-71" fmla="*/ 11156163 w 12192001"/>
              <a:gd name="connsiteY35-72" fmla="*/ 1312414 h 2344739"/>
              <a:gd name="connsiteX36-73" fmla="*/ 11154348 w 12192001"/>
              <a:gd name="connsiteY36-74" fmla="*/ 1317097 h 2344739"/>
              <a:gd name="connsiteX37-75" fmla="*/ 11139813 w 12192001"/>
              <a:gd name="connsiteY37-76" fmla="*/ 1324115 h 2344739"/>
              <a:gd name="connsiteX38-77" fmla="*/ 11137813 w 12192001"/>
              <a:gd name="connsiteY38-78" fmla="*/ 1323772 h 2344739"/>
              <a:gd name="connsiteX39-79" fmla="*/ 11127060 w 12192001"/>
              <a:gd name="connsiteY39-80" fmla="*/ 1333832 h 2344739"/>
              <a:gd name="connsiteX40-81" fmla="*/ 11119543 w 12192001"/>
              <a:gd name="connsiteY40-82" fmla="*/ 1347424 h 2344739"/>
              <a:gd name="connsiteX41-83" fmla="*/ 10893535 w 12192001"/>
              <a:gd name="connsiteY41-84" fmla="*/ 1473399 h 2344739"/>
              <a:gd name="connsiteX42-85" fmla="*/ 10772152 w 12192001"/>
              <a:gd name="connsiteY42-86" fmla="*/ 1523191 h 2344739"/>
              <a:gd name="connsiteX43-87" fmla="*/ 10626520 w 12192001"/>
              <a:gd name="connsiteY43-88" fmla="*/ 1559229 h 2344739"/>
              <a:gd name="connsiteX44-89" fmla="*/ 10580747 w 12192001"/>
              <a:gd name="connsiteY44-90" fmla="*/ 1568689 h 2344739"/>
              <a:gd name="connsiteX45-91" fmla="*/ 10546642 w 12192001"/>
              <a:gd name="connsiteY45-92" fmla="*/ 1598423 h 2344739"/>
              <a:gd name="connsiteX46-93" fmla="*/ 10528495 w 12192001"/>
              <a:gd name="connsiteY46-94" fmla="*/ 1596907 h 2344739"/>
              <a:gd name="connsiteX47-95" fmla="*/ 10525298 w 12192001"/>
              <a:gd name="connsiteY47-96" fmla="*/ 1596411 h 2344739"/>
              <a:gd name="connsiteX48-97" fmla="*/ 10513981 w 12192001"/>
              <a:gd name="connsiteY48-98" fmla="*/ 1599537 h 2344739"/>
              <a:gd name="connsiteX49-99" fmla="*/ 10490587 w 12192001"/>
              <a:gd name="connsiteY49-100" fmla="*/ 1594156 h 2344739"/>
              <a:gd name="connsiteX50-101" fmla="*/ 10470270 w 12192001"/>
              <a:gd name="connsiteY50-102" fmla="*/ 1601693 h 2344739"/>
              <a:gd name="connsiteX51-103" fmla="*/ 10375894 w 12192001"/>
              <a:gd name="connsiteY51-104" fmla="*/ 1644598 h 2344739"/>
              <a:gd name="connsiteX52-105" fmla="*/ 10318190 w 12192001"/>
              <a:gd name="connsiteY52-106" fmla="*/ 1666221 h 2344739"/>
              <a:gd name="connsiteX53-107" fmla="*/ 10294319 w 12192001"/>
              <a:gd name="connsiteY53-108" fmla="*/ 1668079 h 2344739"/>
              <a:gd name="connsiteX54-109" fmla="*/ 10262295 w 12192001"/>
              <a:gd name="connsiteY54-110" fmla="*/ 1674948 h 2344739"/>
              <a:gd name="connsiteX55-111" fmla="*/ 10204270 w 12192001"/>
              <a:gd name="connsiteY55-112" fmla="*/ 1682149 h 2344739"/>
              <a:gd name="connsiteX56-113" fmla="*/ 10176611 w 12192001"/>
              <a:gd name="connsiteY56-114" fmla="*/ 1692943 h 2344739"/>
              <a:gd name="connsiteX57-115" fmla="*/ 10163922 w 12192001"/>
              <a:gd name="connsiteY57-116" fmla="*/ 1693739 h 2344739"/>
              <a:gd name="connsiteX58-117" fmla="*/ 10155160 w 12192001"/>
              <a:gd name="connsiteY58-118" fmla="*/ 1707487 h 2344739"/>
              <a:gd name="connsiteX59-119" fmla="*/ 10117119 w 12192001"/>
              <a:gd name="connsiteY59-120" fmla="*/ 1731142 h 2344739"/>
              <a:gd name="connsiteX60-121" fmla="*/ 10100445 w 12192001"/>
              <a:gd name="connsiteY60-122" fmla="*/ 1742432 h 2344739"/>
              <a:gd name="connsiteX61-123" fmla="*/ 10082169 w 12192001"/>
              <a:gd name="connsiteY61-124" fmla="*/ 1743296 h 2344739"/>
              <a:gd name="connsiteX62-125" fmla="*/ 10039240 w 12192001"/>
              <a:gd name="connsiteY62-126" fmla="*/ 1741632 h 2344739"/>
              <a:gd name="connsiteX63-127" fmla="*/ 9960019 w 12192001"/>
              <a:gd name="connsiteY63-128" fmla="*/ 1757147 h 2344739"/>
              <a:gd name="connsiteX64-129" fmla="*/ 9847792 w 12192001"/>
              <a:gd name="connsiteY64-130" fmla="*/ 1763915 h 2344739"/>
              <a:gd name="connsiteX65-131" fmla="*/ 9728309 w 12192001"/>
              <a:gd name="connsiteY65-132" fmla="*/ 1784122 h 2344739"/>
              <a:gd name="connsiteX66-133" fmla="*/ 9584507 w 12192001"/>
              <a:gd name="connsiteY66-134" fmla="*/ 1795542 h 2344739"/>
              <a:gd name="connsiteX67-135" fmla="*/ 9343052 w 12192001"/>
              <a:gd name="connsiteY67-136" fmla="*/ 1841244 h 2344739"/>
              <a:gd name="connsiteX68-137" fmla="*/ 9231370 w 12192001"/>
              <a:gd name="connsiteY68-138" fmla="*/ 1893149 h 2344739"/>
              <a:gd name="connsiteX69-139" fmla="*/ 9194810 w 12192001"/>
              <a:gd name="connsiteY69-140" fmla="*/ 1903228 h 2344739"/>
              <a:gd name="connsiteX70-141" fmla="*/ 9189246 w 12192001"/>
              <a:gd name="connsiteY70-142" fmla="*/ 1912467 h 2344739"/>
              <a:gd name="connsiteX71-143" fmla="*/ 9151232 w 12192001"/>
              <a:gd name="connsiteY71-144" fmla="*/ 1923669 h 2344739"/>
              <a:gd name="connsiteX72-145" fmla="*/ 9150210 w 12192001"/>
              <a:gd name="connsiteY72-146" fmla="*/ 1922604 h 2344739"/>
              <a:gd name="connsiteX73-147" fmla="*/ 9137318 w 12192001"/>
              <a:gd name="connsiteY73-148" fmla="*/ 1920435 h 2344739"/>
              <a:gd name="connsiteX74-149" fmla="*/ 9113812 w 12192001"/>
              <a:gd name="connsiteY74-150" fmla="*/ 1919069 h 2344739"/>
              <a:gd name="connsiteX75-151" fmla="*/ 9053453 w 12192001"/>
              <a:gd name="connsiteY75-152" fmla="*/ 1910755 h 2344739"/>
              <a:gd name="connsiteX76-153" fmla="*/ 9005486 w 12192001"/>
              <a:gd name="connsiteY76-154" fmla="*/ 1914040 h 2344739"/>
              <a:gd name="connsiteX77-155" fmla="*/ 9005201 w 12192001"/>
              <a:gd name="connsiteY77-156" fmla="*/ 1913800 h 2344739"/>
              <a:gd name="connsiteX78-157" fmla="*/ 8996232 w 12192001"/>
              <a:gd name="connsiteY78-158" fmla="*/ 1915011 h 2344739"/>
              <a:gd name="connsiteX79-159" fmla="*/ 8990394 w 12192001"/>
              <a:gd name="connsiteY79-160" fmla="*/ 1917072 h 2344739"/>
              <a:gd name="connsiteX80-161" fmla="*/ 8974337 w 12192001"/>
              <a:gd name="connsiteY80-162" fmla="*/ 1920298 h 2344739"/>
              <a:gd name="connsiteX81-163" fmla="*/ 8968011 w 12192001"/>
              <a:gd name="connsiteY81-164" fmla="*/ 1919598 h 2344739"/>
              <a:gd name="connsiteX82-165" fmla="*/ 8963048 w 12192001"/>
              <a:gd name="connsiteY82-166" fmla="*/ 1917373 h 2344739"/>
              <a:gd name="connsiteX83-167" fmla="*/ 8928988 w 12192001"/>
              <a:gd name="connsiteY83-168" fmla="*/ 1914185 h 2344739"/>
              <a:gd name="connsiteX84-169" fmla="*/ 8752444 w 12192001"/>
              <a:gd name="connsiteY84-170" fmla="*/ 1933417 h 2344739"/>
              <a:gd name="connsiteX85-171" fmla="*/ 8707847 w 12192001"/>
              <a:gd name="connsiteY85-172" fmla="*/ 1935518 h 2344739"/>
              <a:gd name="connsiteX86-173" fmla="*/ 8596071 w 12192001"/>
              <a:gd name="connsiteY86-174" fmla="*/ 1944090 h 2344739"/>
              <a:gd name="connsiteX87-175" fmla="*/ 8525230 w 12192001"/>
              <a:gd name="connsiteY87-176" fmla="*/ 1929248 h 2344739"/>
              <a:gd name="connsiteX88-177" fmla="*/ 8510983 w 12192001"/>
              <a:gd name="connsiteY88-178" fmla="*/ 1935163 h 2344739"/>
              <a:gd name="connsiteX89-179" fmla="*/ 8506167 w 12192001"/>
              <a:gd name="connsiteY89-180" fmla="*/ 1938164 h 2344739"/>
              <a:gd name="connsiteX90-181" fmla="*/ 8497968 w 12192001"/>
              <a:gd name="connsiteY90-182" fmla="*/ 1940902 h 2344739"/>
              <a:gd name="connsiteX91-183" fmla="*/ 8497594 w 12192001"/>
              <a:gd name="connsiteY91-184" fmla="*/ 1940723 h 2344739"/>
              <a:gd name="connsiteX92-185" fmla="*/ 8490249 w 12192001"/>
              <a:gd name="connsiteY92-186" fmla="*/ 1943773 h 2344739"/>
              <a:gd name="connsiteX93-187" fmla="*/ 8367182 w 12192001"/>
              <a:gd name="connsiteY93-188" fmla="*/ 1957815 h 2344739"/>
              <a:gd name="connsiteX94-189" fmla="*/ 8353799 w 12192001"/>
              <a:gd name="connsiteY94-190" fmla="*/ 1958009 h 2344739"/>
              <a:gd name="connsiteX95-191" fmla="*/ 8352373 w 12192001"/>
              <a:gd name="connsiteY95-192" fmla="*/ 1957169 h 2344739"/>
              <a:gd name="connsiteX96-193" fmla="*/ 8320104 w 12192001"/>
              <a:gd name="connsiteY96-194" fmla="*/ 1974587 h 2344739"/>
              <a:gd name="connsiteX97-195" fmla="*/ 8314433 w 12192001"/>
              <a:gd name="connsiteY97-196" fmla="*/ 1974913 h 2344739"/>
              <a:gd name="connsiteX98-197" fmla="*/ 8295174 w 12192001"/>
              <a:gd name="connsiteY98-198" fmla="*/ 1988808 h 2344739"/>
              <a:gd name="connsiteX99-199" fmla="*/ 8284276 w 12192001"/>
              <a:gd name="connsiteY99-200" fmla="*/ 1994631 h 2344739"/>
              <a:gd name="connsiteX100-201" fmla="*/ 8283150 w 12192001"/>
              <a:gd name="connsiteY100-202" fmla="*/ 1999074 h 2344739"/>
              <a:gd name="connsiteX101-203" fmla="*/ 8266076 w 12192001"/>
              <a:gd name="connsiteY101-204" fmla="*/ 2006249 h 2344739"/>
              <a:gd name="connsiteX102-205" fmla="*/ 8263377 w 12192001"/>
              <a:gd name="connsiteY102-206" fmla="*/ 2006019 h 2344739"/>
              <a:gd name="connsiteX103-207" fmla="*/ 8252033 w 12192001"/>
              <a:gd name="connsiteY103-208" fmla="*/ 2015862 h 2344739"/>
              <a:gd name="connsiteX104-209" fmla="*/ 8245834 w 12192001"/>
              <a:gd name="connsiteY104-210" fmla="*/ 2028854 h 2344739"/>
              <a:gd name="connsiteX105-211" fmla="*/ 8090272 w 12192001"/>
              <a:gd name="connsiteY105-212" fmla="*/ 2075015 h 2344739"/>
              <a:gd name="connsiteX106-213" fmla="*/ 7905407 w 12192001"/>
              <a:gd name="connsiteY106-214" fmla="*/ 2116988 h 2344739"/>
              <a:gd name="connsiteX107-215" fmla="*/ 7718745 w 12192001"/>
              <a:gd name="connsiteY107-216" fmla="*/ 2142703 h 2344739"/>
              <a:gd name="connsiteX108-217" fmla="*/ 7614347 w 12192001"/>
              <a:gd name="connsiteY108-218" fmla="*/ 2139232 h 2344739"/>
              <a:gd name="connsiteX109-219" fmla="*/ 7527543 w 12192001"/>
              <a:gd name="connsiteY109-220" fmla="*/ 2145060 h 2344739"/>
              <a:gd name="connsiteX110-221" fmla="*/ 7519571 w 12192001"/>
              <a:gd name="connsiteY110-222" fmla="*/ 2147613 h 2344739"/>
              <a:gd name="connsiteX111-223" fmla="*/ 7507411 w 12192001"/>
              <a:gd name="connsiteY111-224" fmla="*/ 2148948 h 2344739"/>
              <a:gd name="connsiteX112-225" fmla="*/ 7507040 w 12192001"/>
              <a:gd name="connsiteY112-226" fmla="*/ 2148621 h 2344739"/>
              <a:gd name="connsiteX113-227" fmla="*/ 7495795 w 12192001"/>
              <a:gd name="connsiteY113-228" fmla="*/ 2150573 h 2344739"/>
              <a:gd name="connsiteX114-229" fmla="*/ 7405391 w 12192001"/>
              <a:gd name="connsiteY114-230" fmla="*/ 2142468 h 2344739"/>
              <a:gd name="connsiteX115-231" fmla="*/ 7312180 w 12192001"/>
              <a:gd name="connsiteY115-232" fmla="*/ 2132873 h 2344739"/>
              <a:gd name="connsiteX116-233" fmla="*/ 7310853 w 12192001"/>
              <a:gd name="connsiteY116-234" fmla="*/ 2131431 h 2344739"/>
              <a:gd name="connsiteX117-235" fmla="*/ 7218559 w 12192001"/>
              <a:gd name="connsiteY117-236" fmla="*/ 2156680 h 2344739"/>
              <a:gd name="connsiteX118-237" fmla="*/ 7201101 w 12192001"/>
              <a:gd name="connsiteY118-238" fmla="*/ 2161230 h 2344739"/>
              <a:gd name="connsiteX119-239" fmla="*/ 7197004 w 12192001"/>
              <a:gd name="connsiteY119-240" fmla="*/ 2166588 h 2344739"/>
              <a:gd name="connsiteX120-241" fmla="*/ 7170808 w 12192001"/>
              <a:gd name="connsiteY120-242" fmla="*/ 2171236 h 2344739"/>
              <a:gd name="connsiteX121-243" fmla="*/ 7096988 w 12192001"/>
              <a:gd name="connsiteY121-244" fmla="*/ 2183464 h 2344739"/>
              <a:gd name="connsiteX122-245" fmla="*/ 7018496 w 12192001"/>
              <a:gd name="connsiteY122-246" fmla="*/ 2183090 h 2344739"/>
              <a:gd name="connsiteX123-247" fmla="*/ 6904146 w 12192001"/>
              <a:gd name="connsiteY123-248" fmla="*/ 2212596 h 2344739"/>
              <a:gd name="connsiteX124-249" fmla="*/ 6708222 w 12192001"/>
              <a:gd name="connsiteY124-250" fmla="*/ 2240551 h 2344739"/>
              <a:gd name="connsiteX125-251" fmla="*/ 6549454 w 12192001"/>
              <a:gd name="connsiteY125-252" fmla="*/ 2269327 h 2344739"/>
              <a:gd name="connsiteX126-253" fmla="*/ 6317560 w 12192001"/>
              <a:gd name="connsiteY126-254" fmla="*/ 2316127 h 2344739"/>
              <a:gd name="connsiteX127-255" fmla="*/ 6168674 w 12192001"/>
              <a:gd name="connsiteY127-256" fmla="*/ 2318214 h 2344739"/>
              <a:gd name="connsiteX128-257" fmla="*/ 6073848 w 12192001"/>
              <a:gd name="connsiteY128-258" fmla="*/ 2338676 h 2344739"/>
              <a:gd name="connsiteX129-259" fmla="*/ 6068529 w 12192001"/>
              <a:gd name="connsiteY129-260" fmla="*/ 2337139 h 2344739"/>
              <a:gd name="connsiteX130-261" fmla="*/ 6048638 w 12192001"/>
              <a:gd name="connsiteY130-262" fmla="*/ 2337822 h 2344739"/>
              <a:gd name="connsiteX131-263" fmla="*/ 6041285 w 12192001"/>
              <a:gd name="connsiteY131-264" fmla="*/ 2329473 h 2344739"/>
              <a:gd name="connsiteX132-265" fmla="*/ 6010090 w 12192001"/>
              <a:gd name="connsiteY132-266" fmla="*/ 2324380 h 2344739"/>
              <a:gd name="connsiteX133-267" fmla="*/ 5957375 w 12192001"/>
              <a:gd name="connsiteY133-268" fmla="*/ 2328024 h 2344739"/>
              <a:gd name="connsiteX134-269" fmla="*/ 5758919 w 12192001"/>
              <a:gd name="connsiteY134-270" fmla="*/ 2343716 h 2344739"/>
              <a:gd name="connsiteX135-271" fmla="*/ 5626960 w 12192001"/>
              <a:gd name="connsiteY135-272" fmla="*/ 2344739 h 2344739"/>
              <a:gd name="connsiteX136-273" fmla="*/ 5470906 w 12192001"/>
              <a:gd name="connsiteY136-274" fmla="*/ 2330719 h 2344739"/>
              <a:gd name="connsiteX137-275" fmla="*/ 5432761 w 12192001"/>
              <a:gd name="connsiteY137-276" fmla="*/ 2319466 h 2344739"/>
              <a:gd name="connsiteX138-277" fmla="*/ 5381669 w 12192001"/>
              <a:gd name="connsiteY138-278" fmla="*/ 2301764 h 2344739"/>
              <a:gd name="connsiteX139-279" fmla="*/ 5261764 w 12192001"/>
              <a:gd name="connsiteY139-280" fmla="*/ 2281347 h 2344739"/>
              <a:gd name="connsiteX140-281" fmla="*/ 5222961 w 12192001"/>
              <a:gd name="connsiteY140-282" fmla="*/ 2270223 h 2344739"/>
              <a:gd name="connsiteX141-283" fmla="*/ 5174660 w 12192001"/>
              <a:gd name="connsiteY141-284" fmla="*/ 2267233 h 2344739"/>
              <a:gd name="connsiteX142-285" fmla="*/ 5156554 w 12192001"/>
              <a:gd name="connsiteY142-286" fmla="*/ 2260010 h 2344739"/>
              <a:gd name="connsiteX143-287" fmla="*/ 5142599 w 12192001"/>
              <a:gd name="connsiteY143-288" fmla="*/ 2256610 h 2344739"/>
              <a:gd name="connsiteX144-289" fmla="*/ 5139596 w 12192001"/>
              <a:gd name="connsiteY144-290" fmla="*/ 2254509 h 2344739"/>
              <a:gd name="connsiteX145-291" fmla="*/ 5121659 w 12192001"/>
              <a:gd name="connsiteY145-292" fmla="*/ 2243656 h 2344739"/>
              <a:gd name="connsiteX146-293" fmla="*/ 5065790 w 12192001"/>
              <a:gd name="connsiteY146-294" fmla="*/ 2250227 h 2344739"/>
              <a:gd name="connsiteX147-295" fmla="*/ 5011514 w 12192001"/>
              <a:gd name="connsiteY147-296" fmla="*/ 2233846 h 2344739"/>
              <a:gd name="connsiteX148-297" fmla="*/ 4840441 w 12192001"/>
              <a:gd name="connsiteY148-298" fmla="*/ 2209829 h 2344739"/>
              <a:gd name="connsiteX149-299" fmla="*/ 4762447 w 12192001"/>
              <a:gd name="connsiteY149-300" fmla="*/ 2182061 h 2344739"/>
              <a:gd name="connsiteX150-301" fmla="*/ 4723186 w 12192001"/>
              <a:gd name="connsiteY150-302" fmla="*/ 2173047 h 2344739"/>
              <a:gd name="connsiteX151-303" fmla="*/ 4721176 w 12192001"/>
              <a:gd name="connsiteY151-304" fmla="*/ 2172298 h 2344739"/>
              <a:gd name="connsiteX152-305" fmla="*/ 4722111 w 12192001"/>
              <a:gd name="connsiteY152-306" fmla="*/ 2172087 h 2344739"/>
              <a:gd name="connsiteX153-307" fmla="*/ 4717202 w 12192001"/>
              <a:gd name="connsiteY153-308" fmla="*/ 2170817 h 2344739"/>
              <a:gd name="connsiteX154-309" fmla="*/ 4721176 w 12192001"/>
              <a:gd name="connsiteY154-310" fmla="*/ 2172298 h 2344739"/>
              <a:gd name="connsiteX155-311" fmla="*/ 4715526 w 12192001"/>
              <a:gd name="connsiteY155-312" fmla="*/ 2173573 h 2344739"/>
              <a:gd name="connsiteX156-313" fmla="*/ 4515814 w 12192001"/>
              <a:gd name="connsiteY156-314" fmla="*/ 2163671 h 2344739"/>
              <a:gd name="connsiteX157-315" fmla="*/ 4428543 w 12192001"/>
              <a:gd name="connsiteY157-316" fmla="*/ 2153020 h 2344739"/>
              <a:gd name="connsiteX158-317" fmla="*/ 4362875 w 12192001"/>
              <a:gd name="connsiteY158-318" fmla="*/ 2151674 h 2344739"/>
              <a:gd name="connsiteX159-319" fmla="*/ 4316966 w 12192001"/>
              <a:gd name="connsiteY159-320" fmla="*/ 2158289 h 2344739"/>
              <a:gd name="connsiteX160-321" fmla="*/ 4315110 w 12192001"/>
              <a:gd name="connsiteY160-322" fmla="*/ 2156948 h 2344739"/>
              <a:gd name="connsiteX161-323" fmla="*/ 4295144 w 12192001"/>
              <a:gd name="connsiteY161-324" fmla="*/ 2155069 h 2344739"/>
              <a:gd name="connsiteX162-325" fmla="*/ 4290064 w 12192001"/>
              <a:gd name="connsiteY162-326" fmla="*/ 2157986 h 2344739"/>
              <a:gd name="connsiteX163-327" fmla="*/ 4276142 w 12192001"/>
              <a:gd name="connsiteY163-328" fmla="*/ 2157740 h 2344739"/>
              <a:gd name="connsiteX164-329" fmla="*/ 4248117 w 12192001"/>
              <a:gd name="connsiteY164-330" fmla="*/ 2160064 h 2344739"/>
              <a:gd name="connsiteX165-331" fmla="*/ 4202051 w 12192001"/>
              <a:gd name="connsiteY165-332" fmla="*/ 2157269 h 2344739"/>
              <a:gd name="connsiteX166-333" fmla="*/ 4201745 w 12192001"/>
              <a:gd name="connsiteY166-334" fmla="*/ 2156010 h 2344739"/>
              <a:gd name="connsiteX167-335" fmla="*/ 4191248 w 12192001"/>
              <a:gd name="connsiteY167-336" fmla="*/ 2150376 h 2344739"/>
              <a:gd name="connsiteX168-337" fmla="*/ 4142745 w 12192001"/>
              <a:gd name="connsiteY168-338" fmla="*/ 2134511 h 2344739"/>
              <a:gd name="connsiteX169-339" fmla="*/ 4083097 w 12192001"/>
              <a:gd name="connsiteY169-340" fmla="*/ 2107978 h 2344739"/>
              <a:gd name="connsiteX170-341" fmla="*/ 4074546 w 12192001"/>
              <a:gd name="connsiteY170-342" fmla="*/ 2107143 h 2344739"/>
              <a:gd name="connsiteX171-343" fmla="*/ 4074427 w 12192001"/>
              <a:gd name="connsiteY171-344" fmla="*/ 2106844 h 2344739"/>
              <a:gd name="connsiteX172-345" fmla="*/ 4065510 w 12192001"/>
              <a:gd name="connsiteY172-346" fmla="*/ 2105400 h 2344739"/>
              <a:gd name="connsiteX173-347" fmla="*/ 4058954 w 12192001"/>
              <a:gd name="connsiteY173-348" fmla="*/ 2105618 h 2344739"/>
              <a:gd name="connsiteX174-349" fmla="*/ 4042364 w 12192001"/>
              <a:gd name="connsiteY174-350" fmla="*/ 2103997 h 2344739"/>
              <a:gd name="connsiteX175-351" fmla="*/ 4036997 w 12192001"/>
              <a:gd name="connsiteY175-352" fmla="*/ 2101563 h 2344739"/>
              <a:gd name="connsiteX176-353" fmla="*/ 4035363 w 12192001"/>
              <a:gd name="connsiteY176-354" fmla="*/ 2097896 h 2344739"/>
              <a:gd name="connsiteX177-355" fmla="*/ 4033778 w 12192001"/>
              <a:gd name="connsiteY177-356" fmla="*/ 2098131 h 2344739"/>
              <a:gd name="connsiteX178-357" fmla="*/ 4004538 w 12192001"/>
              <a:gd name="connsiteY178-358" fmla="*/ 2085563 h 2344739"/>
              <a:gd name="connsiteX179-359" fmla="*/ 3936846 w 12192001"/>
              <a:gd name="connsiteY179-360" fmla="*/ 2068106 h 2344739"/>
              <a:gd name="connsiteX180-361" fmla="*/ 3897275 w 12192001"/>
              <a:gd name="connsiteY180-362" fmla="*/ 2062451 h 2344739"/>
              <a:gd name="connsiteX181-363" fmla="*/ 3789760 w 12192001"/>
              <a:gd name="connsiteY181-364" fmla="*/ 2042213 h 2344739"/>
              <a:gd name="connsiteX182-365" fmla="*/ 3682513 w 12192001"/>
              <a:gd name="connsiteY182-366" fmla="*/ 2018290 h 2344739"/>
              <a:gd name="connsiteX183-367" fmla="*/ 3610035 w 12192001"/>
              <a:gd name="connsiteY183-368" fmla="*/ 1986019 h 2344739"/>
              <a:gd name="connsiteX184-369" fmla="*/ 3603855 w 12192001"/>
              <a:gd name="connsiteY184-370" fmla="*/ 1987381 h 2344739"/>
              <a:gd name="connsiteX185-371" fmla="*/ 3594736 w 12192001"/>
              <a:gd name="connsiteY185-372" fmla="*/ 1987545 h 2344739"/>
              <a:gd name="connsiteX186-373" fmla="*/ 3594501 w 12192001"/>
              <a:gd name="connsiteY186-374" fmla="*/ 1987276 h 2344739"/>
              <a:gd name="connsiteX187-375" fmla="*/ 3585978 w 12192001"/>
              <a:gd name="connsiteY187-376" fmla="*/ 1987966 h 2344739"/>
              <a:gd name="connsiteX188-377" fmla="*/ 3536135 w 12192001"/>
              <a:gd name="connsiteY188-378" fmla="*/ 1978267 h 2344739"/>
              <a:gd name="connsiteX189-379" fmla="*/ 3473223 w 12192001"/>
              <a:gd name="connsiteY189-380" fmla="*/ 1974606 h 2344739"/>
              <a:gd name="connsiteX190-381" fmla="*/ 3400728 w 12192001"/>
              <a:gd name="connsiteY190-382" fmla="*/ 1962558 h 2344739"/>
              <a:gd name="connsiteX191-383" fmla="*/ 3363888 w 12192001"/>
              <a:gd name="connsiteY191-384" fmla="*/ 1979510 h 2344739"/>
              <a:gd name="connsiteX192-385" fmla="*/ 3344026 w 12192001"/>
              <a:gd name="connsiteY192-386" fmla="*/ 1981192 h 2344739"/>
              <a:gd name="connsiteX193-387" fmla="*/ 3341698 w 12192001"/>
              <a:gd name="connsiteY193-388" fmla="*/ 1980217 h 2344739"/>
              <a:gd name="connsiteX194-389" fmla="*/ 3262356 w 12192001"/>
              <a:gd name="connsiteY194-390" fmla="*/ 1986094 h 2344739"/>
              <a:gd name="connsiteX195-391" fmla="*/ 3142556 w 12192001"/>
              <a:gd name="connsiteY195-392" fmla="*/ 1993869 h 2344739"/>
              <a:gd name="connsiteX196-393" fmla="*/ 3030291 w 12192001"/>
              <a:gd name="connsiteY196-394" fmla="*/ 1996512 h 2344739"/>
              <a:gd name="connsiteX197-395" fmla="*/ 2781569 w 12192001"/>
              <a:gd name="connsiteY197-396" fmla="*/ 2018333 h 2344739"/>
              <a:gd name="connsiteX198-397" fmla="*/ 2646527 w 12192001"/>
              <a:gd name="connsiteY198-398" fmla="*/ 2028869 h 2344739"/>
              <a:gd name="connsiteX199-399" fmla="*/ 2568028 w 12192001"/>
              <a:gd name="connsiteY199-400" fmla="*/ 2002628 h 2344739"/>
              <a:gd name="connsiteX200-401" fmla="*/ 2443255 w 12192001"/>
              <a:gd name="connsiteY200-402" fmla="*/ 2016529 h 2344739"/>
              <a:gd name="connsiteX201-403" fmla="*/ 2315112 w 12192001"/>
              <a:gd name="connsiteY201-404" fmla="*/ 2024996 h 2344739"/>
              <a:gd name="connsiteX202-405" fmla="*/ 2208578 w 12192001"/>
              <a:gd name="connsiteY202-406" fmla="*/ 2019763 h 2344739"/>
              <a:gd name="connsiteX203-407" fmla="*/ 2094665 w 12192001"/>
              <a:gd name="connsiteY203-408" fmla="*/ 2003052 h 2344739"/>
              <a:gd name="connsiteX204-409" fmla="*/ 1997356 w 12192001"/>
              <a:gd name="connsiteY204-410" fmla="*/ 1995032 h 2344739"/>
              <a:gd name="connsiteX205-411" fmla="*/ 1928172 w 12192001"/>
              <a:gd name="connsiteY205-412" fmla="*/ 2016977 h 2344739"/>
              <a:gd name="connsiteX206-413" fmla="*/ 1921650 w 12192001"/>
              <a:gd name="connsiteY206-414" fmla="*/ 2012146 h 2344739"/>
              <a:gd name="connsiteX207-415" fmla="*/ 1873080 w 12192001"/>
              <a:gd name="connsiteY207-416" fmla="*/ 2013741 h 2344739"/>
              <a:gd name="connsiteX208-417" fmla="*/ 1786655 w 12192001"/>
              <a:gd name="connsiteY208-418" fmla="*/ 2041363 h 2344739"/>
              <a:gd name="connsiteX209-419" fmla="*/ 1738204 w 12192001"/>
              <a:gd name="connsiteY209-420" fmla="*/ 2036312 h 2344739"/>
              <a:gd name="connsiteX210-421" fmla="*/ 1675071 w 12192001"/>
              <a:gd name="connsiteY210-422" fmla="*/ 2019963 h 2344739"/>
              <a:gd name="connsiteX211-423" fmla="*/ 1608669 w 12192001"/>
              <a:gd name="connsiteY211-424" fmla="*/ 2013066 h 2344739"/>
              <a:gd name="connsiteX212-425" fmla="*/ 1496110 w 12192001"/>
              <a:gd name="connsiteY212-426" fmla="*/ 1987476 h 2344739"/>
              <a:gd name="connsiteX213-427" fmla="*/ 1149979 w 12192001"/>
              <a:gd name="connsiteY213-428" fmla="*/ 1938041 h 2344739"/>
              <a:gd name="connsiteX214-429" fmla="*/ 858269 w 12192001"/>
              <a:gd name="connsiteY214-430" fmla="*/ 1928608 h 2344739"/>
              <a:gd name="connsiteX215-431" fmla="*/ 837540 w 12192001"/>
              <a:gd name="connsiteY215-432" fmla="*/ 1929821 h 2344739"/>
              <a:gd name="connsiteX216-433" fmla="*/ 816809 w 12192001"/>
              <a:gd name="connsiteY216-434" fmla="*/ 1927857 h 2344739"/>
              <a:gd name="connsiteX217-435" fmla="*/ 811506 w 12192001"/>
              <a:gd name="connsiteY217-436" fmla="*/ 1930751 h 2344739"/>
              <a:gd name="connsiteX218-437" fmla="*/ 797041 w 12192001"/>
              <a:gd name="connsiteY218-438" fmla="*/ 1930446 h 2344739"/>
              <a:gd name="connsiteX219-439" fmla="*/ 767901 w 12192001"/>
              <a:gd name="connsiteY219-440" fmla="*/ 1932653 h 2344739"/>
              <a:gd name="connsiteX220-441" fmla="*/ 763053 w 12192001"/>
              <a:gd name="connsiteY220-442" fmla="*/ 1930432 h 2344739"/>
              <a:gd name="connsiteX221-443" fmla="*/ 720047 w 12192001"/>
              <a:gd name="connsiteY221-444" fmla="*/ 1929661 h 2344739"/>
              <a:gd name="connsiteX222-445" fmla="*/ 719742 w 12192001"/>
              <a:gd name="connsiteY222-446" fmla="*/ 1928399 h 2344739"/>
              <a:gd name="connsiteX223-447" fmla="*/ 708875 w 12192001"/>
              <a:gd name="connsiteY223-448" fmla="*/ 1922722 h 2344739"/>
              <a:gd name="connsiteX224-449" fmla="*/ 596792 w 12192001"/>
              <a:gd name="connsiteY224-450" fmla="*/ 1879864 h 2344739"/>
              <a:gd name="connsiteX225-451" fmla="*/ 578535 w 12192001"/>
              <a:gd name="connsiteY225-452" fmla="*/ 1877212 h 2344739"/>
              <a:gd name="connsiteX226-453" fmla="*/ 571717 w 12192001"/>
              <a:gd name="connsiteY226-454" fmla="*/ 1877401 h 2344739"/>
              <a:gd name="connsiteX227-455" fmla="*/ 445099 w 12192001"/>
              <a:gd name="connsiteY227-456" fmla="*/ 1839371 h 2344739"/>
              <a:gd name="connsiteX228-457" fmla="*/ 404015 w 12192001"/>
              <a:gd name="connsiteY228-458" fmla="*/ 1833548 h 2344739"/>
              <a:gd name="connsiteX229-459" fmla="*/ 292435 w 12192001"/>
              <a:gd name="connsiteY229-460" fmla="*/ 1812852 h 2344739"/>
              <a:gd name="connsiteX230-461" fmla="*/ 118381 w 12192001"/>
              <a:gd name="connsiteY230-462" fmla="*/ 1761047 h 2344739"/>
              <a:gd name="connsiteX231-463" fmla="*/ 15526 w 12192001"/>
              <a:gd name="connsiteY231-464" fmla="*/ 1758191 h 2344739"/>
              <a:gd name="connsiteX232-465" fmla="*/ 2 w 12192001"/>
              <a:gd name="connsiteY232-466" fmla="*/ 1752722 h 2344739"/>
              <a:gd name="connsiteX233-467" fmla="*/ 1 w 12192001"/>
              <a:gd name="connsiteY233-468" fmla="*/ 762497 h 2344739"/>
              <a:gd name="connsiteX234-469" fmla="*/ 0 w 12192001"/>
              <a:gd name="connsiteY234-470" fmla="*/ 762497 h 2344739"/>
              <a:gd name="connsiteX235-471" fmla="*/ 0 w 12192001"/>
              <a:gd name="connsiteY235-472" fmla="*/ 222213 h 2344739"/>
              <a:gd name="connsiteX236" fmla="*/ 0 w 12192001"/>
              <a:gd name="connsiteY236" fmla="*/ 0 h 2344739"/>
              <a:gd name="connsiteX0-473" fmla="*/ 0 w 12192001"/>
              <a:gd name="connsiteY0-474" fmla="*/ 0 h 2344739"/>
              <a:gd name="connsiteX1-475" fmla="*/ 12192000 w 12192001"/>
              <a:gd name="connsiteY1-476" fmla="*/ 0 h 2344739"/>
              <a:gd name="connsiteX2-477" fmla="*/ 12192000 w 12192001"/>
              <a:gd name="connsiteY2-478" fmla="*/ 222213 h 2344739"/>
              <a:gd name="connsiteX3-479" fmla="*/ 12192000 w 12192001"/>
              <a:gd name="connsiteY3-480" fmla="*/ 389190 h 2344739"/>
              <a:gd name="connsiteX4-481" fmla="*/ 12192001 w 12192001"/>
              <a:gd name="connsiteY4-482" fmla="*/ 579739 h 2344739"/>
              <a:gd name="connsiteX5-483" fmla="*/ 12184838 w 12192001"/>
              <a:gd name="connsiteY5-484" fmla="*/ 584189 h 2344739"/>
              <a:gd name="connsiteX6-485" fmla="*/ 12155215 w 12192001"/>
              <a:gd name="connsiteY6-486" fmla="*/ 597366 h 2344739"/>
              <a:gd name="connsiteX7-487" fmla="*/ 12138067 w 12192001"/>
              <a:gd name="connsiteY7-488" fmla="*/ 623179 h 2344739"/>
              <a:gd name="connsiteX8-489" fmla="*/ 12125179 w 12192001"/>
              <a:gd name="connsiteY8-490" fmla="*/ 624690 h 2344739"/>
              <a:gd name="connsiteX9-491" fmla="*/ 12122859 w 12192001"/>
              <a:gd name="connsiteY9-492" fmla="*/ 624794 h 2344739"/>
              <a:gd name="connsiteX10-493" fmla="*/ 12115706 w 12192001"/>
              <a:gd name="connsiteY10-494" fmla="*/ 628608 h 2344739"/>
              <a:gd name="connsiteX11-495" fmla="*/ 12098349 w 12192001"/>
              <a:gd name="connsiteY11-496" fmla="*/ 628139 h 2344739"/>
              <a:gd name="connsiteX12-497" fmla="*/ 12085925 w 12192001"/>
              <a:gd name="connsiteY12-498" fmla="*/ 636341 h 2344739"/>
              <a:gd name="connsiteX13-499" fmla="*/ 12029925 w 12192001"/>
              <a:gd name="connsiteY13-500" fmla="*/ 680009 h 2344739"/>
              <a:gd name="connsiteX14-501" fmla="*/ 11994685 w 12192001"/>
              <a:gd name="connsiteY14-502" fmla="*/ 703458 h 2344739"/>
              <a:gd name="connsiteX15-503" fmla="*/ 11978569 w 12192001"/>
              <a:gd name="connsiteY15-504" fmla="*/ 708161 h 2344739"/>
              <a:gd name="connsiteX16-505" fmla="*/ 11957898 w 12192001"/>
              <a:gd name="connsiteY16-506" fmla="*/ 717558 h 2344739"/>
              <a:gd name="connsiteX17-507" fmla="*/ 11919306 w 12192001"/>
              <a:gd name="connsiteY17-508" fmla="*/ 730883 h 2344739"/>
              <a:gd name="connsiteX18-509" fmla="*/ 11902508 w 12192001"/>
              <a:gd name="connsiteY18-510" fmla="*/ 742426 h 2344739"/>
              <a:gd name="connsiteX19-511" fmla="*/ 11893900 w 12192001"/>
              <a:gd name="connsiteY19-512" fmla="*/ 744791 h 2344739"/>
              <a:gd name="connsiteX20-513" fmla="*/ 11890820 w 12192001"/>
              <a:gd name="connsiteY20-514" fmla="*/ 755729 h 2344739"/>
              <a:gd name="connsiteX21-515" fmla="*/ 11869628 w 12192001"/>
              <a:gd name="connsiteY21-516" fmla="*/ 777816 h 2344739"/>
              <a:gd name="connsiteX22-517" fmla="*/ 11857107 w 12192001"/>
              <a:gd name="connsiteY22-518" fmla="*/ 792050 h 2344739"/>
              <a:gd name="connsiteX23-519" fmla="*/ 11748619 w 12192001"/>
              <a:gd name="connsiteY23-520" fmla="*/ 872002 h 2344739"/>
              <a:gd name="connsiteX24-521" fmla="*/ 11595155 w 12192001"/>
              <a:gd name="connsiteY24-522" fmla="*/ 918898 h 2344739"/>
              <a:gd name="connsiteX25-523" fmla="*/ 11306392 w 12192001"/>
              <a:gd name="connsiteY25-524" fmla="*/ 1272239 h 2344739"/>
              <a:gd name="connsiteX26-525" fmla="*/ 11309326 w 12192001"/>
              <a:gd name="connsiteY26-526" fmla="*/ 1274846 h 2344739"/>
              <a:gd name="connsiteX27-527" fmla="*/ 11294224 w 12192001"/>
              <a:gd name="connsiteY27-528" fmla="*/ 1283683 h 2344739"/>
              <a:gd name="connsiteX28-529" fmla="*/ 11245526 w 12192001"/>
              <a:gd name="connsiteY28-530" fmla="*/ 1274060 h 2344739"/>
              <a:gd name="connsiteX29-531" fmla="*/ 11227161 w 12192001"/>
              <a:gd name="connsiteY29-532" fmla="*/ 1276236 h 2344739"/>
              <a:gd name="connsiteX30-533" fmla="*/ 11216939 w 12192001"/>
              <a:gd name="connsiteY30-534" fmla="*/ 1275961 h 2344739"/>
              <a:gd name="connsiteX31-535" fmla="*/ 11216036 w 12192001"/>
              <a:gd name="connsiteY31-536" fmla="*/ 1275018 h 2344739"/>
              <a:gd name="connsiteX32-537" fmla="*/ 11187737 w 12192001"/>
              <a:gd name="connsiteY32-538" fmla="*/ 1292383 h 2344739"/>
              <a:gd name="connsiteX33-539" fmla="*/ 11183353 w 12192001"/>
              <a:gd name="connsiteY33-540" fmla="*/ 1292525 h 2344739"/>
              <a:gd name="connsiteX34-541" fmla="*/ 11165706 w 12192001"/>
              <a:gd name="connsiteY34-542" fmla="*/ 1306612 h 2344739"/>
              <a:gd name="connsiteX35-543" fmla="*/ 11156163 w 12192001"/>
              <a:gd name="connsiteY35-544" fmla="*/ 1312414 h 2344739"/>
              <a:gd name="connsiteX36-545" fmla="*/ 11154348 w 12192001"/>
              <a:gd name="connsiteY36-546" fmla="*/ 1317097 h 2344739"/>
              <a:gd name="connsiteX37-547" fmla="*/ 11139813 w 12192001"/>
              <a:gd name="connsiteY37-548" fmla="*/ 1324115 h 2344739"/>
              <a:gd name="connsiteX38-549" fmla="*/ 11137813 w 12192001"/>
              <a:gd name="connsiteY38-550" fmla="*/ 1323772 h 2344739"/>
              <a:gd name="connsiteX39-551" fmla="*/ 11127060 w 12192001"/>
              <a:gd name="connsiteY39-552" fmla="*/ 1333832 h 2344739"/>
              <a:gd name="connsiteX40-553" fmla="*/ 11119543 w 12192001"/>
              <a:gd name="connsiteY40-554" fmla="*/ 1347424 h 2344739"/>
              <a:gd name="connsiteX41-555" fmla="*/ 10893535 w 12192001"/>
              <a:gd name="connsiteY41-556" fmla="*/ 1473399 h 2344739"/>
              <a:gd name="connsiteX42-557" fmla="*/ 10772152 w 12192001"/>
              <a:gd name="connsiteY42-558" fmla="*/ 1523191 h 2344739"/>
              <a:gd name="connsiteX43-559" fmla="*/ 10626520 w 12192001"/>
              <a:gd name="connsiteY43-560" fmla="*/ 1559229 h 2344739"/>
              <a:gd name="connsiteX44-561" fmla="*/ 10580747 w 12192001"/>
              <a:gd name="connsiteY44-562" fmla="*/ 1568689 h 2344739"/>
              <a:gd name="connsiteX45-563" fmla="*/ 10546642 w 12192001"/>
              <a:gd name="connsiteY45-564" fmla="*/ 1598423 h 2344739"/>
              <a:gd name="connsiteX46-565" fmla="*/ 10528495 w 12192001"/>
              <a:gd name="connsiteY46-566" fmla="*/ 1596907 h 2344739"/>
              <a:gd name="connsiteX47-567" fmla="*/ 10525298 w 12192001"/>
              <a:gd name="connsiteY47-568" fmla="*/ 1596411 h 2344739"/>
              <a:gd name="connsiteX48-569" fmla="*/ 10513981 w 12192001"/>
              <a:gd name="connsiteY48-570" fmla="*/ 1599537 h 2344739"/>
              <a:gd name="connsiteX49-571" fmla="*/ 10490587 w 12192001"/>
              <a:gd name="connsiteY49-572" fmla="*/ 1594156 h 2344739"/>
              <a:gd name="connsiteX50-573" fmla="*/ 10470270 w 12192001"/>
              <a:gd name="connsiteY50-574" fmla="*/ 1601693 h 2344739"/>
              <a:gd name="connsiteX51-575" fmla="*/ 10375894 w 12192001"/>
              <a:gd name="connsiteY51-576" fmla="*/ 1644598 h 2344739"/>
              <a:gd name="connsiteX52-577" fmla="*/ 10318190 w 12192001"/>
              <a:gd name="connsiteY52-578" fmla="*/ 1666221 h 2344739"/>
              <a:gd name="connsiteX53-579" fmla="*/ 10294319 w 12192001"/>
              <a:gd name="connsiteY53-580" fmla="*/ 1668079 h 2344739"/>
              <a:gd name="connsiteX54-581" fmla="*/ 10262295 w 12192001"/>
              <a:gd name="connsiteY54-582" fmla="*/ 1674948 h 2344739"/>
              <a:gd name="connsiteX55-583" fmla="*/ 10204270 w 12192001"/>
              <a:gd name="connsiteY55-584" fmla="*/ 1682149 h 2344739"/>
              <a:gd name="connsiteX56-585" fmla="*/ 10176611 w 12192001"/>
              <a:gd name="connsiteY56-586" fmla="*/ 1692943 h 2344739"/>
              <a:gd name="connsiteX57-587" fmla="*/ 10163922 w 12192001"/>
              <a:gd name="connsiteY57-588" fmla="*/ 1693739 h 2344739"/>
              <a:gd name="connsiteX58-589" fmla="*/ 10155160 w 12192001"/>
              <a:gd name="connsiteY58-590" fmla="*/ 1707487 h 2344739"/>
              <a:gd name="connsiteX59-591" fmla="*/ 10117119 w 12192001"/>
              <a:gd name="connsiteY59-592" fmla="*/ 1731142 h 2344739"/>
              <a:gd name="connsiteX60-593" fmla="*/ 10100445 w 12192001"/>
              <a:gd name="connsiteY60-594" fmla="*/ 1742432 h 2344739"/>
              <a:gd name="connsiteX61-595" fmla="*/ 10082169 w 12192001"/>
              <a:gd name="connsiteY61-596" fmla="*/ 1743296 h 2344739"/>
              <a:gd name="connsiteX62-597" fmla="*/ 10039240 w 12192001"/>
              <a:gd name="connsiteY62-598" fmla="*/ 1741632 h 2344739"/>
              <a:gd name="connsiteX63-599" fmla="*/ 9960019 w 12192001"/>
              <a:gd name="connsiteY63-600" fmla="*/ 1757147 h 2344739"/>
              <a:gd name="connsiteX64-601" fmla="*/ 9847792 w 12192001"/>
              <a:gd name="connsiteY64-602" fmla="*/ 1763915 h 2344739"/>
              <a:gd name="connsiteX65-603" fmla="*/ 9728309 w 12192001"/>
              <a:gd name="connsiteY65-604" fmla="*/ 1784122 h 2344739"/>
              <a:gd name="connsiteX66-605" fmla="*/ 9584507 w 12192001"/>
              <a:gd name="connsiteY66-606" fmla="*/ 1795542 h 2344739"/>
              <a:gd name="connsiteX67-607" fmla="*/ 9343052 w 12192001"/>
              <a:gd name="connsiteY67-608" fmla="*/ 1841244 h 2344739"/>
              <a:gd name="connsiteX68-609" fmla="*/ 9231370 w 12192001"/>
              <a:gd name="connsiteY68-610" fmla="*/ 1893149 h 2344739"/>
              <a:gd name="connsiteX69-611" fmla="*/ 9194810 w 12192001"/>
              <a:gd name="connsiteY69-612" fmla="*/ 1903228 h 2344739"/>
              <a:gd name="connsiteX70-613" fmla="*/ 9189246 w 12192001"/>
              <a:gd name="connsiteY70-614" fmla="*/ 1912467 h 2344739"/>
              <a:gd name="connsiteX71-615" fmla="*/ 9151232 w 12192001"/>
              <a:gd name="connsiteY71-616" fmla="*/ 1923669 h 2344739"/>
              <a:gd name="connsiteX72-617" fmla="*/ 9150210 w 12192001"/>
              <a:gd name="connsiteY72-618" fmla="*/ 1922604 h 2344739"/>
              <a:gd name="connsiteX73-619" fmla="*/ 9137318 w 12192001"/>
              <a:gd name="connsiteY73-620" fmla="*/ 1920435 h 2344739"/>
              <a:gd name="connsiteX74-621" fmla="*/ 9113812 w 12192001"/>
              <a:gd name="connsiteY74-622" fmla="*/ 1919069 h 2344739"/>
              <a:gd name="connsiteX75-623" fmla="*/ 9053453 w 12192001"/>
              <a:gd name="connsiteY75-624" fmla="*/ 1910755 h 2344739"/>
              <a:gd name="connsiteX76-625" fmla="*/ 9005486 w 12192001"/>
              <a:gd name="connsiteY76-626" fmla="*/ 1914040 h 2344739"/>
              <a:gd name="connsiteX77-627" fmla="*/ 9005201 w 12192001"/>
              <a:gd name="connsiteY77-628" fmla="*/ 1913800 h 2344739"/>
              <a:gd name="connsiteX78-629" fmla="*/ 8996232 w 12192001"/>
              <a:gd name="connsiteY78-630" fmla="*/ 1915011 h 2344739"/>
              <a:gd name="connsiteX79-631" fmla="*/ 8990394 w 12192001"/>
              <a:gd name="connsiteY79-632" fmla="*/ 1917072 h 2344739"/>
              <a:gd name="connsiteX80-633" fmla="*/ 8974337 w 12192001"/>
              <a:gd name="connsiteY80-634" fmla="*/ 1920298 h 2344739"/>
              <a:gd name="connsiteX81-635" fmla="*/ 8968011 w 12192001"/>
              <a:gd name="connsiteY81-636" fmla="*/ 1919598 h 2344739"/>
              <a:gd name="connsiteX82-637" fmla="*/ 8963048 w 12192001"/>
              <a:gd name="connsiteY82-638" fmla="*/ 1917373 h 2344739"/>
              <a:gd name="connsiteX83-639" fmla="*/ 8928988 w 12192001"/>
              <a:gd name="connsiteY83-640" fmla="*/ 1914185 h 2344739"/>
              <a:gd name="connsiteX84-641" fmla="*/ 8752444 w 12192001"/>
              <a:gd name="connsiteY84-642" fmla="*/ 1933417 h 2344739"/>
              <a:gd name="connsiteX85-643" fmla="*/ 8707847 w 12192001"/>
              <a:gd name="connsiteY85-644" fmla="*/ 1935518 h 2344739"/>
              <a:gd name="connsiteX86-645" fmla="*/ 8596071 w 12192001"/>
              <a:gd name="connsiteY86-646" fmla="*/ 1944090 h 2344739"/>
              <a:gd name="connsiteX87-647" fmla="*/ 8525230 w 12192001"/>
              <a:gd name="connsiteY87-648" fmla="*/ 1929248 h 2344739"/>
              <a:gd name="connsiteX88-649" fmla="*/ 8510983 w 12192001"/>
              <a:gd name="connsiteY88-650" fmla="*/ 1935163 h 2344739"/>
              <a:gd name="connsiteX89-651" fmla="*/ 8506167 w 12192001"/>
              <a:gd name="connsiteY89-652" fmla="*/ 1938164 h 2344739"/>
              <a:gd name="connsiteX90-653" fmla="*/ 8497968 w 12192001"/>
              <a:gd name="connsiteY90-654" fmla="*/ 1940902 h 2344739"/>
              <a:gd name="connsiteX91-655" fmla="*/ 8497594 w 12192001"/>
              <a:gd name="connsiteY91-656" fmla="*/ 1940723 h 2344739"/>
              <a:gd name="connsiteX92-657" fmla="*/ 8490249 w 12192001"/>
              <a:gd name="connsiteY92-658" fmla="*/ 1943773 h 2344739"/>
              <a:gd name="connsiteX93-659" fmla="*/ 8367182 w 12192001"/>
              <a:gd name="connsiteY93-660" fmla="*/ 1957815 h 2344739"/>
              <a:gd name="connsiteX94-661" fmla="*/ 8353799 w 12192001"/>
              <a:gd name="connsiteY94-662" fmla="*/ 1958009 h 2344739"/>
              <a:gd name="connsiteX95-663" fmla="*/ 8352373 w 12192001"/>
              <a:gd name="connsiteY95-664" fmla="*/ 1957169 h 2344739"/>
              <a:gd name="connsiteX96-665" fmla="*/ 8320104 w 12192001"/>
              <a:gd name="connsiteY96-666" fmla="*/ 1974587 h 2344739"/>
              <a:gd name="connsiteX97-667" fmla="*/ 8314433 w 12192001"/>
              <a:gd name="connsiteY97-668" fmla="*/ 1974913 h 2344739"/>
              <a:gd name="connsiteX98-669" fmla="*/ 8295174 w 12192001"/>
              <a:gd name="connsiteY98-670" fmla="*/ 1988808 h 2344739"/>
              <a:gd name="connsiteX99-671" fmla="*/ 8284276 w 12192001"/>
              <a:gd name="connsiteY99-672" fmla="*/ 1994631 h 2344739"/>
              <a:gd name="connsiteX100-673" fmla="*/ 8283150 w 12192001"/>
              <a:gd name="connsiteY100-674" fmla="*/ 1999074 h 2344739"/>
              <a:gd name="connsiteX101-675" fmla="*/ 8266076 w 12192001"/>
              <a:gd name="connsiteY101-676" fmla="*/ 2006249 h 2344739"/>
              <a:gd name="connsiteX102-677" fmla="*/ 8263377 w 12192001"/>
              <a:gd name="connsiteY102-678" fmla="*/ 2006019 h 2344739"/>
              <a:gd name="connsiteX103-679" fmla="*/ 8252033 w 12192001"/>
              <a:gd name="connsiteY103-680" fmla="*/ 2015862 h 2344739"/>
              <a:gd name="connsiteX104-681" fmla="*/ 8245834 w 12192001"/>
              <a:gd name="connsiteY104-682" fmla="*/ 2028854 h 2344739"/>
              <a:gd name="connsiteX105-683" fmla="*/ 8090272 w 12192001"/>
              <a:gd name="connsiteY105-684" fmla="*/ 2075015 h 2344739"/>
              <a:gd name="connsiteX106-685" fmla="*/ 7905407 w 12192001"/>
              <a:gd name="connsiteY106-686" fmla="*/ 2116988 h 2344739"/>
              <a:gd name="connsiteX107-687" fmla="*/ 7718745 w 12192001"/>
              <a:gd name="connsiteY107-688" fmla="*/ 2142703 h 2344739"/>
              <a:gd name="connsiteX108-689" fmla="*/ 7614347 w 12192001"/>
              <a:gd name="connsiteY108-690" fmla="*/ 2139232 h 2344739"/>
              <a:gd name="connsiteX109-691" fmla="*/ 7527543 w 12192001"/>
              <a:gd name="connsiteY109-692" fmla="*/ 2145060 h 2344739"/>
              <a:gd name="connsiteX110-693" fmla="*/ 7519571 w 12192001"/>
              <a:gd name="connsiteY110-694" fmla="*/ 2147613 h 2344739"/>
              <a:gd name="connsiteX111-695" fmla="*/ 7507411 w 12192001"/>
              <a:gd name="connsiteY111-696" fmla="*/ 2148948 h 2344739"/>
              <a:gd name="connsiteX112-697" fmla="*/ 7507040 w 12192001"/>
              <a:gd name="connsiteY112-698" fmla="*/ 2148621 h 2344739"/>
              <a:gd name="connsiteX113-699" fmla="*/ 7495795 w 12192001"/>
              <a:gd name="connsiteY113-700" fmla="*/ 2150573 h 2344739"/>
              <a:gd name="connsiteX114-701" fmla="*/ 7405391 w 12192001"/>
              <a:gd name="connsiteY114-702" fmla="*/ 2142468 h 2344739"/>
              <a:gd name="connsiteX115-703" fmla="*/ 7312180 w 12192001"/>
              <a:gd name="connsiteY115-704" fmla="*/ 2132873 h 2344739"/>
              <a:gd name="connsiteX116-705" fmla="*/ 7310853 w 12192001"/>
              <a:gd name="connsiteY116-706" fmla="*/ 2131431 h 2344739"/>
              <a:gd name="connsiteX117-707" fmla="*/ 7218559 w 12192001"/>
              <a:gd name="connsiteY117-708" fmla="*/ 2156680 h 2344739"/>
              <a:gd name="connsiteX118-709" fmla="*/ 7201101 w 12192001"/>
              <a:gd name="connsiteY118-710" fmla="*/ 2161230 h 2344739"/>
              <a:gd name="connsiteX119-711" fmla="*/ 7197004 w 12192001"/>
              <a:gd name="connsiteY119-712" fmla="*/ 2166588 h 2344739"/>
              <a:gd name="connsiteX120-713" fmla="*/ 7170808 w 12192001"/>
              <a:gd name="connsiteY120-714" fmla="*/ 2171236 h 2344739"/>
              <a:gd name="connsiteX121-715" fmla="*/ 7096988 w 12192001"/>
              <a:gd name="connsiteY121-716" fmla="*/ 2183464 h 2344739"/>
              <a:gd name="connsiteX122-717" fmla="*/ 7018496 w 12192001"/>
              <a:gd name="connsiteY122-718" fmla="*/ 2183090 h 2344739"/>
              <a:gd name="connsiteX123-719" fmla="*/ 6904146 w 12192001"/>
              <a:gd name="connsiteY123-720" fmla="*/ 2212596 h 2344739"/>
              <a:gd name="connsiteX124-721" fmla="*/ 6708222 w 12192001"/>
              <a:gd name="connsiteY124-722" fmla="*/ 2240551 h 2344739"/>
              <a:gd name="connsiteX125-723" fmla="*/ 6549454 w 12192001"/>
              <a:gd name="connsiteY125-724" fmla="*/ 2269327 h 2344739"/>
              <a:gd name="connsiteX126-725" fmla="*/ 6317560 w 12192001"/>
              <a:gd name="connsiteY126-726" fmla="*/ 2316127 h 2344739"/>
              <a:gd name="connsiteX127-727" fmla="*/ 6168674 w 12192001"/>
              <a:gd name="connsiteY127-728" fmla="*/ 2318214 h 2344739"/>
              <a:gd name="connsiteX128-729" fmla="*/ 6073848 w 12192001"/>
              <a:gd name="connsiteY128-730" fmla="*/ 2338676 h 2344739"/>
              <a:gd name="connsiteX129-731" fmla="*/ 6068529 w 12192001"/>
              <a:gd name="connsiteY129-732" fmla="*/ 2337139 h 2344739"/>
              <a:gd name="connsiteX130-733" fmla="*/ 6048638 w 12192001"/>
              <a:gd name="connsiteY130-734" fmla="*/ 2337822 h 2344739"/>
              <a:gd name="connsiteX131-735" fmla="*/ 6041285 w 12192001"/>
              <a:gd name="connsiteY131-736" fmla="*/ 2329473 h 2344739"/>
              <a:gd name="connsiteX132-737" fmla="*/ 6010090 w 12192001"/>
              <a:gd name="connsiteY132-738" fmla="*/ 2324380 h 2344739"/>
              <a:gd name="connsiteX133-739" fmla="*/ 5957375 w 12192001"/>
              <a:gd name="connsiteY133-740" fmla="*/ 2328024 h 2344739"/>
              <a:gd name="connsiteX134-741" fmla="*/ 5758919 w 12192001"/>
              <a:gd name="connsiteY134-742" fmla="*/ 2343716 h 2344739"/>
              <a:gd name="connsiteX135-743" fmla="*/ 5626960 w 12192001"/>
              <a:gd name="connsiteY135-744" fmla="*/ 2344739 h 2344739"/>
              <a:gd name="connsiteX136-745" fmla="*/ 5470906 w 12192001"/>
              <a:gd name="connsiteY136-746" fmla="*/ 2330719 h 2344739"/>
              <a:gd name="connsiteX137-747" fmla="*/ 5432761 w 12192001"/>
              <a:gd name="connsiteY137-748" fmla="*/ 2319466 h 2344739"/>
              <a:gd name="connsiteX138-749" fmla="*/ 5381669 w 12192001"/>
              <a:gd name="connsiteY138-750" fmla="*/ 2301764 h 2344739"/>
              <a:gd name="connsiteX139-751" fmla="*/ 5261764 w 12192001"/>
              <a:gd name="connsiteY139-752" fmla="*/ 2281347 h 2344739"/>
              <a:gd name="connsiteX140-753" fmla="*/ 5222961 w 12192001"/>
              <a:gd name="connsiteY140-754" fmla="*/ 2270223 h 2344739"/>
              <a:gd name="connsiteX141-755" fmla="*/ 5174660 w 12192001"/>
              <a:gd name="connsiteY141-756" fmla="*/ 2267233 h 2344739"/>
              <a:gd name="connsiteX142-757" fmla="*/ 5156554 w 12192001"/>
              <a:gd name="connsiteY142-758" fmla="*/ 2260010 h 2344739"/>
              <a:gd name="connsiteX143-759" fmla="*/ 5142599 w 12192001"/>
              <a:gd name="connsiteY143-760" fmla="*/ 2256610 h 2344739"/>
              <a:gd name="connsiteX144-761" fmla="*/ 5139596 w 12192001"/>
              <a:gd name="connsiteY144-762" fmla="*/ 2254509 h 2344739"/>
              <a:gd name="connsiteX145-763" fmla="*/ 5121659 w 12192001"/>
              <a:gd name="connsiteY145-764" fmla="*/ 2243656 h 2344739"/>
              <a:gd name="connsiteX146-765" fmla="*/ 5065790 w 12192001"/>
              <a:gd name="connsiteY146-766" fmla="*/ 2250227 h 2344739"/>
              <a:gd name="connsiteX147-767" fmla="*/ 5011514 w 12192001"/>
              <a:gd name="connsiteY147-768" fmla="*/ 2233846 h 2344739"/>
              <a:gd name="connsiteX148-769" fmla="*/ 4840441 w 12192001"/>
              <a:gd name="connsiteY148-770" fmla="*/ 2209829 h 2344739"/>
              <a:gd name="connsiteX149-771" fmla="*/ 4762447 w 12192001"/>
              <a:gd name="connsiteY149-772" fmla="*/ 2182061 h 2344739"/>
              <a:gd name="connsiteX150-773" fmla="*/ 4723186 w 12192001"/>
              <a:gd name="connsiteY150-774" fmla="*/ 2173047 h 2344739"/>
              <a:gd name="connsiteX151-775" fmla="*/ 4721176 w 12192001"/>
              <a:gd name="connsiteY151-776" fmla="*/ 2172298 h 2344739"/>
              <a:gd name="connsiteX152-777" fmla="*/ 4722111 w 12192001"/>
              <a:gd name="connsiteY152-778" fmla="*/ 2172087 h 2344739"/>
              <a:gd name="connsiteX153-779" fmla="*/ 4717202 w 12192001"/>
              <a:gd name="connsiteY153-780" fmla="*/ 2170817 h 2344739"/>
              <a:gd name="connsiteX154-781" fmla="*/ 4721176 w 12192001"/>
              <a:gd name="connsiteY154-782" fmla="*/ 2172298 h 2344739"/>
              <a:gd name="connsiteX155-783" fmla="*/ 4715526 w 12192001"/>
              <a:gd name="connsiteY155-784" fmla="*/ 2173573 h 2344739"/>
              <a:gd name="connsiteX156-785" fmla="*/ 4515814 w 12192001"/>
              <a:gd name="connsiteY156-786" fmla="*/ 2163671 h 2344739"/>
              <a:gd name="connsiteX157-787" fmla="*/ 4428543 w 12192001"/>
              <a:gd name="connsiteY157-788" fmla="*/ 2153020 h 2344739"/>
              <a:gd name="connsiteX158-789" fmla="*/ 4362875 w 12192001"/>
              <a:gd name="connsiteY158-790" fmla="*/ 2151674 h 2344739"/>
              <a:gd name="connsiteX159-791" fmla="*/ 4316966 w 12192001"/>
              <a:gd name="connsiteY159-792" fmla="*/ 2158289 h 2344739"/>
              <a:gd name="connsiteX160-793" fmla="*/ 4315110 w 12192001"/>
              <a:gd name="connsiteY160-794" fmla="*/ 2156948 h 2344739"/>
              <a:gd name="connsiteX161-795" fmla="*/ 4295144 w 12192001"/>
              <a:gd name="connsiteY161-796" fmla="*/ 2155069 h 2344739"/>
              <a:gd name="connsiteX162-797" fmla="*/ 4290064 w 12192001"/>
              <a:gd name="connsiteY162-798" fmla="*/ 2157986 h 2344739"/>
              <a:gd name="connsiteX163-799" fmla="*/ 4276142 w 12192001"/>
              <a:gd name="connsiteY163-800" fmla="*/ 2157740 h 2344739"/>
              <a:gd name="connsiteX164-801" fmla="*/ 4248117 w 12192001"/>
              <a:gd name="connsiteY164-802" fmla="*/ 2160064 h 2344739"/>
              <a:gd name="connsiteX165-803" fmla="*/ 4202051 w 12192001"/>
              <a:gd name="connsiteY165-804" fmla="*/ 2157269 h 2344739"/>
              <a:gd name="connsiteX166-805" fmla="*/ 4201745 w 12192001"/>
              <a:gd name="connsiteY166-806" fmla="*/ 2156010 h 2344739"/>
              <a:gd name="connsiteX167-807" fmla="*/ 4191248 w 12192001"/>
              <a:gd name="connsiteY167-808" fmla="*/ 2150376 h 2344739"/>
              <a:gd name="connsiteX168-809" fmla="*/ 4142745 w 12192001"/>
              <a:gd name="connsiteY168-810" fmla="*/ 2134511 h 2344739"/>
              <a:gd name="connsiteX169-811" fmla="*/ 4083097 w 12192001"/>
              <a:gd name="connsiteY169-812" fmla="*/ 2107978 h 2344739"/>
              <a:gd name="connsiteX170-813" fmla="*/ 4074546 w 12192001"/>
              <a:gd name="connsiteY170-814" fmla="*/ 2107143 h 2344739"/>
              <a:gd name="connsiteX171-815" fmla="*/ 4074427 w 12192001"/>
              <a:gd name="connsiteY171-816" fmla="*/ 2106844 h 2344739"/>
              <a:gd name="connsiteX172-817" fmla="*/ 4065510 w 12192001"/>
              <a:gd name="connsiteY172-818" fmla="*/ 2105400 h 2344739"/>
              <a:gd name="connsiteX173-819" fmla="*/ 4058954 w 12192001"/>
              <a:gd name="connsiteY173-820" fmla="*/ 2105618 h 2344739"/>
              <a:gd name="connsiteX174-821" fmla="*/ 4042364 w 12192001"/>
              <a:gd name="connsiteY174-822" fmla="*/ 2103997 h 2344739"/>
              <a:gd name="connsiteX175-823" fmla="*/ 4036997 w 12192001"/>
              <a:gd name="connsiteY175-824" fmla="*/ 2101563 h 2344739"/>
              <a:gd name="connsiteX176-825" fmla="*/ 4035363 w 12192001"/>
              <a:gd name="connsiteY176-826" fmla="*/ 2097896 h 2344739"/>
              <a:gd name="connsiteX177-827" fmla="*/ 4033778 w 12192001"/>
              <a:gd name="connsiteY177-828" fmla="*/ 2098131 h 2344739"/>
              <a:gd name="connsiteX178-829" fmla="*/ 4004538 w 12192001"/>
              <a:gd name="connsiteY178-830" fmla="*/ 2085563 h 2344739"/>
              <a:gd name="connsiteX179-831" fmla="*/ 3936846 w 12192001"/>
              <a:gd name="connsiteY179-832" fmla="*/ 2068106 h 2344739"/>
              <a:gd name="connsiteX180-833" fmla="*/ 3897275 w 12192001"/>
              <a:gd name="connsiteY180-834" fmla="*/ 2062451 h 2344739"/>
              <a:gd name="connsiteX181-835" fmla="*/ 3789760 w 12192001"/>
              <a:gd name="connsiteY181-836" fmla="*/ 2042213 h 2344739"/>
              <a:gd name="connsiteX182-837" fmla="*/ 3682513 w 12192001"/>
              <a:gd name="connsiteY182-838" fmla="*/ 2018290 h 2344739"/>
              <a:gd name="connsiteX183-839" fmla="*/ 3610035 w 12192001"/>
              <a:gd name="connsiteY183-840" fmla="*/ 1986019 h 2344739"/>
              <a:gd name="connsiteX184-841" fmla="*/ 3603855 w 12192001"/>
              <a:gd name="connsiteY184-842" fmla="*/ 1987381 h 2344739"/>
              <a:gd name="connsiteX185-843" fmla="*/ 3594736 w 12192001"/>
              <a:gd name="connsiteY185-844" fmla="*/ 1987545 h 2344739"/>
              <a:gd name="connsiteX186-845" fmla="*/ 3594501 w 12192001"/>
              <a:gd name="connsiteY186-846" fmla="*/ 1987276 h 2344739"/>
              <a:gd name="connsiteX187-847" fmla="*/ 3585978 w 12192001"/>
              <a:gd name="connsiteY187-848" fmla="*/ 1987966 h 2344739"/>
              <a:gd name="connsiteX188-849" fmla="*/ 3536135 w 12192001"/>
              <a:gd name="connsiteY188-850" fmla="*/ 1978267 h 2344739"/>
              <a:gd name="connsiteX189-851" fmla="*/ 3473223 w 12192001"/>
              <a:gd name="connsiteY189-852" fmla="*/ 1974606 h 2344739"/>
              <a:gd name="connsiteX190-853" fmla="*/ 3400728 w 12192001"/>
              <a:gd name="connsiteY190-854" fmla="*/ 1962558 h 2344739"/>
              <a:gd name="connsiteX191-855" fmla="*/ 3363888 w 12192001"/>
              <a:gd name="connsiteY191-856" fmla="*/ 1979510 h 2344739"/>
              <a:gd name="connsiteX192-857" fmla="*/ 3344026 w 12192001"/>
              <a:gd name="connsiteY192-858" fmla="*/ 1981192 h 2344739"/>
              <a:gd name="connsiteX193-859" fmla="*/ 3341698 w 12192001"/>
              <a:gd name="connsiteY193-860" fmla="*/ 1980217 h 2344739"/>
              <a:gd name="connsiteX194-861" fmla="*/ 3262356 w 12192001"/>
              <a:gd name="connsiteY194-862" fmla="*/ 1986094 h 2344739"/>
              <a:gd name="connsiteX195-863" fmla="*/ 3142556 w 12192001"/>
              <a:gd name="connsiteY195-864" fmla="*/ 1993869 h 2344739"/>
              <a:gd name="connsiteX196-865" fmla="*/ 3030291 w 12192001"/>
              <a:gd name="connsiteY196-866" fmla="*/ 1996512 h 2344739"/>
              <a:gd name="connsiteX197-867" fmla="*/ 2781569 w 12192001"/>
              <a:gd name="connsiteY197-868" fmla="*/ 2018333 h 2344739"/>
              <a:gd name="connsiteX198-869" fmla="*/ 2646527 w 12192001"/>
              <a:gd name="connsiteY198-870" fmla="*/ 2028869 h 2344739"/>
              <a:gd name="connsiteX199-871" fmla="*/ 2568028 w 12192001"/>
              <a:gd name="connsiteY199-872" fmla="*/ 2002628 h 2344739"/>
              <a:gd name="connsiteX200-873" fmla="*/ 2443255 w 12192001"/>
              <a:gd name="connsiteY200-874" fmla="*/ 2016529 h 2344739"/>
              <a:gd name="connsiteX201-875" fmla="*/ 2315112 w 12192001"/>
              <a:gd name="connsiteY201-876" fmla="*/ 2024996 h 2344739"/>
              <a:gd name="connsiteX202-877" fmla="*/ 2208578 w 12192001"/>
              <a:gd name="connsiteY202-878" fmla="*/ 2019763 h 2344739"/>
              <a:gd name="connsiteX203-879" fmla="*/ 2094665 w 12192001"/>
              <a:gd name="connsiteY203-880" fmla="*/ 2003052 h 2344739"/>
              <a:gd name="connsiteX204-881" fmla="*/ 1997356 w 12192001"/>
              <a:gd name="connsiteY204-882" fmla="*/ 1995032 h 2344739"/>
              <a:gd name="connsiteX205-883" fmla="*/ 1928172 w 12192001"/>
              <a:gd name="connsiteY205-884" fmla="*/ 2016977 h 2344739"/>
              <a:gd name="connsiteX206-885" fmla="*/ 1921650 w 12192001"/>
              <a:gd name="connsiteY206-886" fmla="*/ 2012146 h 2344739"/>
              <a:gd name="connsiteX207-887" fmla="*/ 1873080 w 12192001"/>
              <a:gd name="connsiteY207-888" fmla="*/ 2013741 h 2344739"/>
              <a:gd name="connsiteX208-889" fmla="*/ 1786655 w 12192001"/>
              <a:gd name="connsiteY208-890" fmla="*/ 2041363 h 2344739"/>
              <a:gd name="connsiteX209-891" fmla="*/ 1738204 w 12192001"/>
              <a:gd name="connsiteY209-892" fmla="*/ 2036312 h 2344739"/>
              <a:gd name="connsiteX210-893" fmla="*/ 1675071 w 12192001"/>
              <a:gd name="connsiteY210-894" fmla="*/ 2019963 h 2344739"/>
              <a:gd name="connsiteX211-895" fmla="*/ 1608669 w 12192001"/>
              <a:gd name="connsiteY211-896" fmla="*/ 2013066 h 2344739"/>
              <a:gd name="connsiteX212-897" fmla="*/ 1496110 w 12192001"/>
              <a:gd name="connsiteY212-898" fmla="*/ 1987476 h 2344739"/>
              <a:gd name="connsiteX213-899" fmla="*/ 1149979 w 12192001"/>
              <a:gd name="connsiteY213-900" fmla="*/ 1938041 h 2344739"/>
              <a:gd name="connsiteX214-901" fmla="*/ 858269 w 12192001"/>
              <a:gd name="connsiteY214-902" fmla="*/ 1928608 h 2344739"/>
              <a:gd name="connsiteX215-903" fmla="*/ 837540 w 12192001"/>
              <a:gd name="connsiteY215-904" fmla="*/ 1929821 h 2344739"/>
              <a:gd name="connsiteX216-905" fmla="*/ 816809 w 12192001"/>
              <a:gd name="connsiteY216-906" fmla="*/ 1927857 h 2344739"/>
              <a:gd name="connsiteX217-907" fmla="*/ 811506 w 12192001"/>
              <a:gd name="connsiteY217-908" fmla="*/ 1930751 h 2344739"/>
              <a:gd name="connsiteX218-909" fmla="*/ 797041 w 12192001"/>
              <a:gd name="connsiteY218-910" fmla="*/ 1930446 h 2344739"/>
              <a:gd name="connsiteX219-911" fmla="*/ 767901 w 12192001"/>
              <a:gd name="connsiteY219-912" fmla="*/ 1932653 h 2344739"/>
              <a:gd name="connsiteX220-913" fmla="*/ 763053 w 12192001"/>
              <a:gd name="connsiteY220-914" fmla="*/ 1930432 h 2344739"/>
              <a:gd name="connsiteX221-915" fmla="*/ 720047 w 12192001"/>
              <a:gd name="connsiteY221-916" fmla="*/ 1929661 h 2344739"/>
              <a:gd name="connsiteX222-917" fmla="*/ 719742 w 12192001"/>
              <a:gd name="connsiteY222-918" fmla="*/ 1928399 h 2344739"/>
              <a:gd name="connsiteX223-919" fmla="*/ 708875 w 12192001"/>
              <a:gd name="connsiteY223-920" fmla="*/ 1922722 h 2344739"/>
              <a:gd name="connsiteX224-921" fmla="*/ 596792 w 12192001"/>
              <a:gd name="connsiteY224-922" fmla="*/ 1879864 h 2344739"/>
              <a:gd name="connsiteX225-923" fmla="*/ 578535 w 12192001"/>
              <a:gd name="connsiteY225-924" fmla="*/ 1877212 h 2344739"/>
              <a:gd name="connsiteX226-925" fmla="*/ 571717 w 12192001"/>
              <a:gd name="connsiteY226-926" fmla="*/ 1877401 h 2344739"/>
              <a:gd name="connsiteX227-927" fmla="*/ 445099 w 12192001"/>
              <a:gd name="connsiteY227-928" fmla="*/ 1839371 h 2344739"/>
              <a:gd name="connsiteX228-929" fmla="*/ 404015 w 12192001"/>
              <a:gd name="connsiteY228-930" fmla="*/ 1833548 h 2344739"/>
              <a:gd name="connsiteX229-931" fmla="*/ 292435 w 12192001"/>
              <a:gd name="connsiteY229-932" fmla="*/ 1812852 h 2344739"/>
              <a:gd name="connsiteX230-933" fmla="*/ 118381 w 12192001"/>
              <a:gd name="connsiteY230-934" fmla="*/ 1761047 h 2344739"/>
              <a:gd name="connsiteX231-935" fmla="*/ 15526 w 12192001"/>
              <a:gd name="connsiteY231-936" fmla="*/ 1758191 h 2344739"/>
              <a:gd name="connsiteX232-937" fmla="*/ 2 w 12192001"/>
              <a:gd name="connsiteY232-938" fmla="*/ 1752722 h 2344739"/>
              <a:gd name="connsiteX233-939" fmla="*/ 1 w 12192001"/>
              <a:gd name="connsiteY233-940" fmla="*/ 762497 h 2344739"/>
              <a:gd name="connsiteX234-941" fmla="*/ 0 w 12192001"/>
              <a:gd name="connsiteY234-942" fmla="*/ 762497 h 2344739"/>
              <a:gd name="connsiteX235-943" fmla="*/ 0 w 12192001"/>
              <a:gd name="connsiteY235-944" fmla="*/ 222213 h 2344739"/>
              <a:gd name="connsiteX236-945" fmla="*/ 0 w 12192001"/>
              <a:gd name="connsiteY236-946" fmla="*/ 0 h 2344739"/>
              <a:gd name="connsiteX0-947" fmla="*/ 0 w 12192001"/>
              <a:gd name="connsiteY0-948" fmla="*/ 0 h 2344739"/>
              <a:gd name="connsiteX1-949" fmla="*/ 12192000 w 12192001"/>
              <a:gd name="connsiteY1-950" fmla="*/ 0 h 2344739"/>
              <a:gd name="connsiteX2-951" fmla="*/ 12192000 w 12192001"/>
              <a:gd name="connsiteY2-952" fmla="*/ 222213 h 2344739"/>
              <a:gd name="connsiteX3-953" fmla="*/ 12192000 w 12192001"/>
              <a:gd name="connsiteY3-954" fmla="*/ 389190 h 2344739"/>
              <a:gd name="connsiteX4-955" fmla="*/ 12192001 w 12192001"/>
              <a:gd name="connsiteY4-956" fmla="*/ 579739 h 2344739"/>
              <a:gd name="connsiteX5-957" fmla="*/ 12184838 w 12192001"/>
              <a:gd name="connsiteY5-958" fmla="*/ 584189 h 2344739"/>
              <a:gd name="connsiteX6-959" fmla="*/ 12155215 w 12192001"/>
              <a:gd name="connsiteY6-960" fmla="*/ 597366 h 2344739"/>
              <a:gd name="connsiteX7-961" fmla="*/ 12138067 w 12192001"/>
              <a:gd name="connsiteY7-962" fmla="*/ 623179 h 2344739"/>
              <a:gd name="connsiteX8-963" fmla="*/ 12125179 w 12192001"/>
              <a:gd name="connsiteY8-964" fmla="*/ 624690 h 2344739"/>
              <a:gd name="connsiteX9-965" fmla="*/ 12122859 w 12192001"/>
              <a:gd name="connsiteY9-966" fmla="*/ 624794 h 2344739"/>
              <a:gd name="connsiteX10-967" fmla="*/ 12115706 w 12192001"/>
              <a:gd name="connsiteY10-968" fmla="*/ 628608 h 2344739"/>
              <a:gd name="connsiteX11-969" fmla="*/ 12098349 w 12192001"/>
              <a:gd name="connsiteY11-970" fmla="*/ 628139 h 2344739"/>
              <a:gd name="connsiteX12-971" fmla="*/ 12085925 w 12192001"/>
              <a:gd name="connsiteY12-972" fmla="*/ 636341 h 2344739"/>
              <a:gd name="connsiteX13-973" fmla="*/ 12029925 w 12192001"/>
              <a:gd name="connsiteY13-974" fmla="*/ 680009 h 2344739"/>
              <a:gd name="connsiteX14-975" fmla="*/ 11994685 w 12192001"/>
              <a:gd name="connsiteY14-976" fmla="*/ 703458 h 2344739"/>
              <a:gd name="connsiteX15-977" fmla="*/ 11978569 w 12192001"/>
              <a:gd name="connsiteY15-978" fmla="*/ 708161 h 2344739"/>
              <a:gd name="connsiteX16-979" fmla="*/ 11957898 w 12192001"/>
              <a:gd name="connsiteY16-980" fmla="*/ 717558 h 2344739"/>
              <a:gd name="connsiteX17-981" fmla="*/ 11919306 w 12192001"/>
              <a:gd name="connsiteY17-982" fmla="*/ 730883 h 2344739"/>
              <a:gd name="connsiteX18-983" fmla="*/ 11902508 w 12192001"/>
              <a:gd name="connsiteY18-984" fmla="*/ 742426 h 2344739"/>
              <a:gd name="connsiteX19-985" fmla="*/ 11893900 w 12192001"/>
              <a:gd name="connsiteY19-986" fmla="*/ 744791 h 2344739"/>
              <a:gd name="connsiteX20-987" fmla="*/ 11890820 w 12192001"/>
              <a:gd name="connsiteY20-988" fmla="*/ 755729 h 2344739"/>
              <a:gd name="connsiteX21-989" fmla="*/ 11869628 w 12192001"/>
              <a:gd name="connsiteY21-990" fmla="*/ 777816 h 2344739"/>
              <a:gd name="connsiteX22-991" fmla="*/ 11812228 w 12192001"/>
              <a:gd name="connsiteY22-992" fmla="*/ 797659 h 2344739"/>
              <a:gd name="connsiteX23-993" fmla="*/ 11748619 w 12192001"/>
              <a:gd name="connsiteY23-994" fmla="*/ 872002 h 2344739"/>
              <a:gd name="connsiteX24-995" fmla="*/ 11595155 w 12192001"/>
              <a:gd name="connsiteY24-996" fmla="*/ 918898 h 2344739"/>
              <a:gd name="connsiteX25-997" fmla="*/ 11306392 w 12192001"/>
              <a:gd name="connsiteY25-998" fmla="*/ 1272239 h 2344739"/>
              <a:gd name="connsiteX26-999" fmla="*/ 11309326 w 12192001"/>
              <a:gd name="connsiteY26-1000" fmla="*/ 1274846 h 2344739"/>
              <a:gd name="connsiteX27-1001" fmla="*/ 11294224 w 12192001"/>
              <a:gd name="connsiteY27-1002" fmla="*/ 1283683 h 2344739"/>
              <a:gd name="connsiteX28-1003" fmla="*/ 11245526 w 12192001"/>
              <a:gd name="connsiteY28-1004" fmla="*/ 1274060 h 2344739"/>
              <a:gd name="connsiteX29-1005" fmla="*/ 11227161 w 12192001"/>
              <a:gd name="connsiteY29-1006" fmla="*/ 1276236 h 2344739"/>
              <a:gd name="connsiteX30-1007" fmla="*/ 11216939 w 12192001"/>
              <a:gd name="connsiteY30-1008" fmla="*/ 1275961 h 2344739"/>
              <a:gd name="connsiteX31-1009" fmla="*/ 11216036 w 12192001"/>
              <a:gd name="connsiteY31-1010" fmla="*/ 1275018 h 2344739"/>
              <a:gd name="connsiteX32-1011" fmla="*/ 11187737 w 12192001"/>
              <a:gd name="connsiteY32-1012" fmla="*/ 1292383 h 2344739"/>
              <a:gd name="connsiteX33-1013" fmla="*/ 11183353 w 12192001"/>
              <a:gd name="connsiteY33-1014" fmla="*/ 1292525 h 2344739"/>
              <a:gd name="connsiteX34-1015" fmla="*/ 11165706 w 12192001"/>
              <a:gd name="connsiteY34-1016" fmla="*/ 1306612 h 2344739"/>
              <a:gd name="connsiteX35-1017" fmla="*/ 11156163 w 12192001"/>
              <a:gd name="connsiteY35-1018" fmla="*/ 1312414 h 2344739"/>
              <a:gd name="connsiteX36-1019" fmla="*/ 11154348 w 12192001"/>
              <a:gd name="connsiteY36-1020" fmla="*/ 1317097 h 2344739"/>
              <a:gd name="connsiteX37-1021" fmla="*/ 11139813 w 12192001"/>
              <a:gd name="connsiteY37-1022" fmla="*/ 1324115 h 2344739"/>
              <a:gd name="connsiteX38-1023" fmla="*/ 11137813 w 12192001"/>
              <a:gd name="connsiteY38-1024" fmla="*/ 1323772 h 2344739"/>
              <a:gd name="connsiteX39-1025" fmla="*/ 11127060 w 12192001"/>
              <a:gd name="connsiteY39-1026" fmla="*/ 1333832 h 2344739"/>
              <a:gd name="connsiteX40-1027" fmla="*/ 11119543 w 12192001"/>
              <a:gd name="connsiteY40-1028" fmla="*/ 1347424 h 2344739"/>
              <a:gd name="connsiteX41-1029" fmla="*/ 10893535 w 12192001"/>
              <a:gd name="connsiteY41-1030" fmla="*/ 1473399 h 2344739"/>
              <a:gd name="connsiteX42-1031" fmla="*/ 10772152 w 12192001"/>
              <a:gd name="connsiteY42-1032" fmla="*/ 1523191 h 2344739"/>
              <a:gd name="connsiteX43-1033" fmla="*/ 10626520 w 12192001"/>
              <a:gd name="connsiteY43-1034" fmla="*/ 1559229 h 2344739"/>
              <a:gd name="connsiteX44-1035" fmla="*/ 10580747 w 12192001"/>
              <a:gd name="connsiteY44-1036" fmla="*/ 1568689 h 2344739"/>
              <a:gd name="connsiteX45-1037" fmla="*/ 10546642 w 12192001"/>
              <a:gd name="connsiteY45-1038" fmla="*/ 1598423 h 2344739"/>
              <a:gd name="connsiteX46-1039" fmla="*/ 10528495 w 12192001"/>
              <a:gd name="connsiteY46-1040" fmla="*/ 1596907 h 2344739"/>
              <a:gd name="connsiteX47-1041" fmla="*/ 10525298 w 12192001"/>
              <a:gd name="connsiteY47-1042" fmla="*/ 1596411 h 2344739"/>
              <a:gd name="connsiteX48-1043" fmla="*/ 10513981 w 12192001"/>
              <a:gd name="connsiteY48-1044" fmla="*/ 1599537 h 2344739"/>
              <a:gd name="connsiteX49-1045" fmla="*/ 10490587 w 12192001"/>
              <a:gd name="connsiteY49-1046" fmla="*/ 1594156 h 2344739"/>
              <a:gd name="connsiteX50-1047" fmla="*/ 10470270 w 12192001"/>
              <a:gd name="connsiteY50-1048" fmla="*/ 1601693 h 2344739"/>
              <a:gd name="connsiteX51-1049" fmla="*/ 10375894 w 12192001"/>
              <a:gd name="connsiteY51-1050" fmla="*/ 1644598 h 2344739"/>
              <a:gd name="connsiteX52-1051" fmla="*/ 10318190 w 12192001"/>
              <a:gd name="connsiteY52-1052" fmla="*/ 1666221 h 2344739"/>
              <a:gd name="connsiteX53-1053" fmla="*/ 10294319 w 12192001"/>
              <a:gd name="connsiteY53-1054" fmla="*/ 1668079 h 2344739"/>
              <a:gd name="connsiteX54-1055" fmla="*/ 10262295 w 12192001"/>
              <a:gd name="connsiteY54-1056" fmla="*/ 1674948 h 2344739"/>
              <a:gd name="connsiteX55-1057" fmla="*/ 10204270 w 12192001"/>
              <a:gd name="connsiteY55-1058" fmla="*/ 1682149 h 2344739"/>
              <a:gd name="connsiteX56-1059" fmla="*/ 10176611 w 12192001"/>
              <a:gd name="connsiteY56-1060" fmla="*/ 1692943 h 2344739"/>
              <a:gd name="connsiteX57-1061" fmla="*/ 10163922 w 12192001"/>
              <a:gd name="connsiteY57-1062" fmla="*/ 1693739 h 2344739"/>
              <a:gd name="connsiteX58-1063" fmla="*/ 10155160 w 12192001"/>
              <a:gd name="connsiteY58-1064" fmla="*/ 1707487 h 2344739"/>
              <a:gd name="connsiteX59-1065" fmla="*/ 10117119 w 12192001"/>
              <a:gd name="connsiteY59-1066" fmla="*/ 1731142 h 2344739"/>
              <a:gd name="connsiteX60-1067" fmla="*/ 10100445 w 12192001"/>
              <a:gd name="connsiteY60-1068" fmla="*/ 1742432 h 2344739"/>
              <a:gd name="connsiteX61-1069" fmla="*/ 10082169 w 12192001"/>
              <a:gd name="connsiteY61-1070" fmla="*/ 1743296 h 2344739"/>
              <a:gd name="connsiteX62-1071" fmla="*/ 10039240 w 12192001"/>
              <a:gd name="connsiteY62-1072" fmla="*/ 1741632 h 2344739"/>
              <a:gd name="connsiteX63-1073" fmla="*/ 9960019 w 12192001"/>
              <a:gd name="connsiteY63-1074" fmla="*/ 1757147 h 2344739"/>
              <a:gd name="connsiteX64-1075" fmla="*/ 9847792 w 12192001"/>
              <a:gd name="connsiteY64-1076" fmla="*/ 1763915 h 2344739"/>
              <a:gd name="connsiteX65-1077" fmla="*/ 9728309 w 12192001"/>
              <a:gd name="connsiteY65-1078" fmla="*/ 1784122 h 2344739"/>
              <a:gd name="connsiteX66-1079" fmla="*/ 9584507 w 12192001"/>
              <a:gd name="connsiteY66-1080" fmla="*/ 1795542 h 2344739"/>
              <a:gd name="connsiteX67-1081" fmla="*/ 9343052 w 12192001"/>
              <a:gd name="connsiteY67-1082" fmla="*/ 1841244 h 2344739"/>
              <a:gd name="connsiteX68-1083" fmla="*/ 9231370 w 12192001"/>
              <a:gd name="connsiteY68-1084" fmla="*/ 1893149 h 2344739"/>
              <a:gd name="connsiteX69-1085" fmla="*/ 9194810 w 12192001"/>
              <a:gd name="connsiteY69-1086" fmla="*/ 1903228 h 2344739"/>
              <a:gd name="connsiteX70-1087" fmla="*/ 9189246 w 12192001"/>
              <a:gd name="connsiteY70-1088" fmla="*/ 1912467 h 2344739"/>
              <a:gd name="connsiteX71-1089" fmla="*/ 9151232 w 12192001"/>
              <a:gd name="connsiteY71-1090" fmla="*/ 1923669 h 2344739"/>
              <a:gd name="connsiteX72-1091" fmla="*/ 9150210 w 12192001"/>
              <a:gd name="connsiteY72-1092" fmla="*/ 1922604 h 2344739"/>
              <a:gd name="connsiteX73-1093" fmla="*/ 9137318 w 12192001"/>
              <a:gd name="connsiteY73-1094" fmla="*/ 1920435 h 2344739"/>
              <a:gd name="connsiteX74-1095" fmla="*/ 9113812 w 12192001"/>
              <a:gd name="connsiteY74-1096" fmla="*/ 1919069 h 2344739"/>
              <a:gd name="connsiteX75-1097" fmla="*/ 9053453 w 12192001"/>
              <a:gd name="connsiteY75-1098" fmla="*/ 1910755 h 2344739"/>
              <a:gd name="connsiteX76-1099" fmla="*/ 9005486 w 12192001"/>
              <a:gd name="connsiteY76-1100" fmla="*/ 1914040 h 2344739"/>
              <a:gd name="connsiteX77-1101" fmla="*/ 9005201 w 12192001"/>
              <a:gd name="connsiteY77-1102" fmla="*/ 1913800 h 2344739"/>
              <a:gd name="connsiteX78-1103" fmla="*/ 8996232 w 12192001"/>
              <a:gd name="connsiteY78-1104" fmla="*/ 1915011 h 2344739"/>
              <a:gd name="connsiteX79-1105" fmla="*/ 8990394 w 12192001"/>
              <a:gd name="connsiteY79-1106" fmla="*/ 1917072 h 2344739"/>
              <a:gd name="connsiteX80-1107" fmla="*/ 8974337 w 12192001"/>
              <a:gd name="connsiteY80-1108" fmla="*/ 1920298 h 2344739"/>
              <a:gd name="connsiteX81-1109" fmla="*/ 8968011 w 12192001"/>
              <a:gd name="connsiteY81-1110" fmla="*/ 1919598 h 2344739"/>
              <a:gd name="connsiteX82-1111" fmla="*/ 8963048 w 12192001"/>
              <a:gd name="connsiteY82-1112" fmla="*/ 1917373 h 2344739"/>
              <a:gd name="connsiteX83-1113" fmla="*/ 8928988 w 12192001"/>
              <a:gd name="connsiteY83-1114" fmla="*/ 1914185 h 2344739"/>
              <a:gd name="connsiteX84-1115" fmla="*/ 8752444 w 12192001"/>
              <a:gd name="connsiteY84-1116" fmla="*/ 1933417 h 2344739"/>
              <a:gd name="connsiteX85-1117" fmla="*/ 8707847 w 12192001"/>
              <a:gd name="connsiteY85-1118" fmla="*/ 1935518 h 2344739"/>
              <a:gd name="connsiteX86-1119" fmla="*/ 8596071 w 12192001"/>
              <a:gd name="connsiteY86-1120" fmla="*/ 1944090 h 2344739"/>
              <a:gd name="connsiteX87-1121" fmla="*/ 8525230 w 12192001"/>
              <a:gd name="connsiteY87-1122" fmla="*/ 1929248 h 2344739"/>
              <a:gd name="connsiteX88-1123" fmla="*/ 8510983 w 12192001"/>
              <a:gd name="connsiteY88-1124" fmla="*/ 1935163 h 2344739"/>
              <a:gd name="connsiteX89-1125" fmla="*/ 8506167 w 12192001"/>
              <a:gd name="connsiteY89-1126" fmla="*/ 1938164 h 2344739"/>
              <a:gd name="connsiteX90-1127" fmla="*/ 8497968 w 12192001"/>
              <a:gd name="connsiteY90-1128" fmla="*/ 1940902 h 2344739"/>
              <a:gd name="connsiteX91-1129" fmla="*/ 8497594 w 12192001"/>
              <a:gd name="connsiteY91-1130" fmla="*/ 1940723 h 2344739"/>
              <a:gd name="connsiteX92-1131" fmla="*/ 8490249 w 12192001"/>
              <a:gd name="connsiteY92-1132" fmla="*/ 1943773 h 2344739"/>
              <a:gd name="connsiteX93-1133" fmla="*/ 8367182 w 12192001"/>
              <a:gd name="connsiteY93-1134" fmla="*/ 1957815 h 2344739"/>
              <a:gd name="connsiteX94-1135" fmla="*/ 8353799 w 12192001"/>
              <a:gd name="connsiteY94-1136" fmla="*/ 1958009 h 2344739"/>
              <a:gd name="connsiteX95-1137" fmla="*/ 8352373 w 12192001"/>
              <a:gd name="connsiteY95-1138" fmla="*/ 1957169 h 2344739"/>
              <a:gd name="connsiteX96-1139" fmla="*/ 8320104 w 12192001"/>
              <a:gd name="connsiteY96-1140" fmla="*/ 1974587 h 2344739"/>
              <a:gd name="connsiteX97-1141" fmla="*/ 8314433 w 12192001"/>
              <a:gd name="connsiteY97-1142" fmla="*/ 1974913 h 2344739"/>
              <a:gd name="connsiteX98-1143" fmla="*/ 8295174 w 12192001"/>
              <a:gd name="connsiteY98-1144" fmla="*/ 1988808 h 2344739"/>
              <a:gd name="connsiteX99-1145" fmla="*/ 8284276 w 12192001"/>
              <a:gd name="connsiteY99-1146" fmla="*/ 1994631 h 2344739"/>
              <a:gd name="connsiteX100-1147" fmla="*/ 8283150 w 12192001"/>
              <a:gd name="connsiteY100-1148" fmla="*/ 1999074 h 2344739"/>
              <a:gd name="connsiteX101-1149" fmla="*/ 8266076 w 12192001"/>
              <a:gd name="connsiteY101-1150" fmla="*/ 2006249 h 2344739"/>
              <a:gd name="connsiteX102-1151" fmla="*/ 8263377 w 12192001"/>
              <a:gd name="connsiteY102-1152" fmla="*/ 2006019 h 2344739"/>
              <a:gd name="connsiteX103-1153" fmla="*/ 8252033 w 12192001"/>
              <a:gd name="connsiteY103-1154" fmla="*/ 2015862 h 2344739"/>
              <a:gd name="connsiteX104-1155" fmla="*/ 8245834 w 12192001"/>
              <a:gd name="connsiteY104-1156" fmla="*/ 2028854 h 2344739"/>
              <a:gd name="connsiteX105-1157" fmla="*/ 8090272 w 12192001"/>
              <a:gd name="connsiteY105-1158" fmla="*/ 2075015 h 2344739"/>
              <a:gd name="connsiteX106-1159" fmla="*/ 7905407 w 12192001"/>
              <a:gd name="connsiteY106-1160" fmla="*/ 2116988 h 2344739"/>
              <a:gd name="connsiteX107-1161" fmla="*/ 7718745 w 12192001"/>
              <a:gd name="connsiteY107-1162" fmla="*/ 2142703 h 2344739"/>
              <a:gd name="connsiteX108-1163" fmla="*/ 7614347 w 12192001"/>
              <a:gd name="connsiteY108-1164" fmla="*/ 2139232 h 2344739"/>
              <a:gd name="connsiteX109-1165" fmla="*/ 7527543 w 12192001"/>
              <a:gd name="connsiteY109-1166" fmla="*/ 2145060 h 2344739"/>
              <a:gd name="connsiteX110-1167" fmla="*/ 7519571 w 12192001"/>
              <a:gd name="connsiteY110-1168" fmla="*/ 2147613 h 2344739"/>
              <a:gd name="connsiteX111-1169" fmla="*/ 7507411 w 12192001"/>
              <a:gd name="connsiteY111-1170" fmla="*/ 2148948 h 2344739"/>
              <a:gd name="connsiteX112-1171" fmla="*/ 7507040 w 12192001"/>
              <a:gd name="connsiteY112-1172" fmla="*/ 2148621 h 2344739"/>
              <a:gd name="connsiteX113-1173" fmla="*/ 7495795 w 12192001"/>
              <a:gd name="connsiteY113-1174" fmla="*/ 2150573 h 2344739"/>
              <a:gd name="connsiteX114-1175" fmla="*/ 7405391 w 12192001"/>
              <a:gd name="connsiteY114-1176" fmla="*/ 2142468 h 2344739"/>
              <a:gd name="connsiteX115-1177" fmla="*/ 7312180 w 12192001"/>
              <a:gd name="connsiteY115-1178" fmla="*/ 2132873 h 2344739"/>
              <a:gd name="connsiteX116-1179" fmla="*/ 7310853 w 12192001"/>
              <a:gd name="connsiteY116-1180" fmla="*/ 2131431 h 2344739"/>
              <a:gd name="connsiteX117-1181" fmla="*/ 7218559 w 12192001"/>
              <a:gd name="connsiteY117-1182" fmla="*/ 2156680 h 2344739"/>
              <a:gd name="connsiteX118-1183" fmla="*/ 7201101 w 12192001"/>
              <a:gd name="connsiteY118-1184" fmla="*/ 2161230 h 2344739"/>
              <a:gd name="connsiteX119-1185" fmla="*/ 7197004 w 12192001"/>
              <a:gd name="connsiteY119-1186" fmla="*/ 2166588 h 2344739"/>
              <a:gd name="connsiteX120-1187" fmla="*/ 7170808 w 12192001"/>
              <a:gd name="connsiteY120-1188" fmla="*/ 2171236 h 2344739"/>
              <a:gd name="connsiteX121-1189" fmla="*/ 7096988 w 12192001"/>
              <a:gd name="connsiteY121-1190" fmla="*/ 2183464 h 2344739"/>
              <a:gd name="connsiteX122-1191" fmla="*/ 7018496 w 12192001"/>
              <a:gd name="connsiteY122-1192" fmla="*/ 2183090 h 2344739"/>
              <a:gd name="connsiteX123-1193" fmla="*/ 6904146 w 12192001"/>
              <a:gd name="connsiteY123-1194" fmla="*/ 2212596 h 2344739"/>
              <a:gd name="connsiteX124-1195" fmla="*/ 6708222 w 12192001"/>
              <a:gd name="connsiteY124-1196" fmla="*/ 2240551 h 2344739"/>
              <a:gd name="connsiteX125-1197" fmla="*/ 6549454 w 12192001"/>
              <a:gd name="connsiteY125-1198" fmla="*/ 2269327 h 2344739"/>
              <a:gd name="connsiteX126-1199" fmla="*/ 6317560 w 12192001"/>
              <a:gd name="connsiteY126-1200" fmla="*/ 2316127 h 2344739"/>
              <a:gd name="connsiteX127-1201" fmla="*/ 6168674 w 12192001"/>
              <a:gd name="connsiteY127-1202" fmla="*/ 2318214 h 2344739"/>
              <a:gd name="connsiteX128-1203" fmla="*/ 6073848 w 12192001"/>
              <a:gd name="connsiteY128-1204" fmla="*/ 2338676 h 2344739"/>
              <a:gd name="connsiteX129-1205" fmla="*/ 6068529 w 12192001"/>
              <a:gd name="connsiteY129-1206" fmla="*/ 2337139 h 2344739"/>
              <a:gd name="connsiteX130-1207" fmla="*/ 6048638 w 12192001"/>
              <a:gd name="connsiteY130-1208" fmla="*/ 2337822 h 2344739"/>
              <a:gd name="connsiteX131-1209" fmla="*/ 6041285 w 12192001"/>
              <a:gd name="connsiteY131-1210" fmla="*/ 2329473 h 2344739"/>
              <a:gd name="connsiteX132-1211" fmla="*/ 6010090 w 12192001"/>
              <a:gd name="connsiteY132-1212" fmla="*/ 2324380 h 2344739"/>
              <a:gd name="connsiteX133-1213" fmla="*/ 5957375 w 12192001"/>
              <a:gd name="connsiteY133-1214" fmla="*/ 2328024 h 2344739"/>
              <a:gd name="connsiteX134-1215" fmla="*/ 5758919 w 12192001"/>
              <a:gd name="connsiteY134-1216" fmla="*/ 2343716 h 2344739"/>
              <a:gd name="connsiteX135-1217" fmla="*/ 5626960 w 12192001"/>
              <a:gd name="connsiteY135-1218" fmla="*/ 2344739 h 2344739"/>
              <a:gd name="connsiteX136-1219" fmla="*/ 5470906 w 12192001"/>
              <a:gd name="connsiteY136-1220" fmla="*/ 2330719 h 2344739"/>
              <a:gd name="connsiteX137-1221" fmla="*/ 5432761 w 12192001"/>
              <a:gd name="connsiteY137-1222" fmla="*/ 2319466 h 2344739"/>
              <a:gd name="connsiteX138-1223" fmla="*/ 5381669 w 12192001"/>
              <a:gd name="connsiteY138-1224" fmla="*/ 2301764 h 2344739"/>
              <a:gd name="connsiteX139-1225" fmla="*/ 5261764 w 12192001"/>
              <a:gd name="connsiteY139-1226" fmla="*/ 2281347 h 2344739"/>
              <a:gd name="connsiteX140-1227" fmla="*/ 5222961 w 12192001"/>
              <a:gd name="connsiteY140-1228" fmla="*/ 2270223 h 2344739"/>
              <a:gd name="connsiteX141-1229" fmla="*/ 5174660 w 12192001"/>
              <a:gd name="connsiteY141-1230" fmla="*/ 2267233 h 2344739"/>
              <a:gd name="connsiteX142-1231" fmla="*/ 5156554 w 12192001"/>
              <a:gd name="connsiteY142-1232" fmla="*/ 2260010 h 2344739"/>
              <a:gd name="connsiteX143-1233" fmla="*/ 5142599 w 12192001"/>
              <a:gd name="connsiteY143-1234" fmla="*/ 2256610 h 2344739"/>
              <a:gd name="connsiteX144-1235" fmla="*/ 5139596 w 12192001"/>
              <a:gd name="connsiteY144-1236" fmla="*/ 2254509 h 2344739"/>
              <a:gd name="connsiteX145-1237" fmla="*/ 5121659 w 12192001"/>
              <a:gd name="connsiteY145-1238" fmla="*/ 2243656 h 2344739"/>
              <a:gd name="connsiteX146-1239" fmla="*/ 5065790 w 12192001"/>
              <a:gd name="connsiteY146-1240" fmla="*/ 2250227 h 2344739"/>
              <a:gd name="connsiteX147-1241" fmla="*/ 5011514 w 12192001"/>
              <a:gd name="connsiteY147-1242" fmla="*/ 2233846 h 2344739"/>
              <a:gd name="connsiteX148-1243" fmla="*/ 4840441 w 12192001"/>
              <a:gd name="connsiteY148-1244" fmla="*/ 2209829 h 2344739"/>
              <a:gd name="connsiteX149-1245" fmla="*/ 4762447 w 12192001"/>
              <a:gd name="connsiteY149-1246" fmla="*/ 2182061 h 2344739"/>
              <a:gd name="connsiteX150-1247" fmla="*/ 4723186 w 12192001"/>
              <a:gd name="connsiteY150-1248" fmla="*/ 2173047 h 2344739"/>
              <a:gd name="connsiteX151-1249" fmla="*/ 4721176 w 12192001"/>
              <a:gd name="connsiteY151-1250" fmla="*/ 2172298 h 2344739"/>
              <a:gd name="connsiteX152-1251" fmla="*/ 4722111 w 12192001"/>
              <a:gd name="connsiteY152-1252" fmla="*/ 2172087 h 2344739"/>
              <a:gd name="connsiteX153-1253" fmla="*/ 4717202 w 12192001"/>
              <a:gd name="connsiteY153-1254" fmla="*/ 2170817 h 2344739"/>
              <a:gd name="connsiteX154-1255" fmla="*/ 4721176 w 12192001"/>
              <a:gd name="connsiteY154-1256" fmla="*/ 2172298 h 2344739"/>
              <a:gd name="connsiteX155-1257" fmla="*/ 4715526 w 12192001"/>
              <a:gd name="connsiteY155-1258" fmla="*/ 2173573 h 2344739"/>
              <a:gd name="connsiteX156-1259" fmla="*/ 4515814 w 12192001"/>
              <a:gd name="connsiteY156-1260" fmla="*/ 2163671 h 2344739"/>
              <a:gd name="connsiteX157-1261" fmla="*/ 4428543 w 12192001"/>
              <a:gd name="connsiteY157-1262" fmla="*/ 2153020 h 2344739"/>
              <a:gd name="connsiteX158-1263" fmla="*/ 4362875 w 12192001"/>
              <a:gd name="connsiteY158-1264" fmla="*/ 2151674 h 2344739"/>
              <a:gd name="connsiteX159-1265" fmla="*/ 4316966 w 12192001"/>
              <a:gd name="connsiteY159-1266" fmla="*/ 2158289 h 2344739"/>
              <a:gd name="connsiteX160-1267" fmla="*/ 4315110 w 12192001"/>
              <a:gd name="connsiteY160-1268" fmla="*/ 2156948 h 2344739"/>
              <a:gd name="connsiteX161-1269" fmla="*/ 4295144 w 12192001"/>
              <a:gd name="connsiteY161-1270" fmla="*/ 2155069 h 2344739"/>
              <a:gd name="connsiteX162-1271" fmla="*/ 4290064 w 12192001"/>
              <a:gd name="connsiteY162-1272" fmla="*/ 2157986 h 2344739"/>
              <a:gd name="connsiteX163-1273" fmla="*/ 4276142 w 12192001"/>
              <a:gd name="connsiteY163-1274" fmla="*/ 2157740 h 2344739"/>
              <a:gd name="connsiteX164-1275" fmla="*/ 4248117 w 12192001"/>
              <a:gd name="connsiteY164-1276" fmla="*/ 2160064 h 2344739"/>
              <a:gd name="connsiteX165-1277" fmla="*/ 4202051 w 12192001"/>
              <a:gd name="connsiteY165-1278" fmla="*/ 2157269 h 2344739"/>
              <a:gd name="connsiteX166-1279" fmla="*/ 4201745 w 12192001"/>
              <a:gd name="connsiteY166-1280" fmla="*/ 2156010 h 2344739"/>
              <a:gd name="connsiteX167-1281" fmla="*/ 4191248 w 12192001"/>
              <a:gd name="connsiteY167-1282" fmla="*/ 2150376 h 2344739"/>
              <a:gd name="connsiteX168-1283" fmla="*/ 4142745 w 12192001"/>
              <a:gd name="connsiteY168-1284" fmla="*/ 2134511 h 2344739"/>
              <a:gd name="connsiteX169-1285" fmla="*/ 4083097 w 12192001"/>
              <a:gd name="connsiteY169-1286" fmla="*/ 2107978 h 2344739"/>
              <a:gd name="connsiteX170-1287" fmla="*/ 4074546 w 12192001"/>
              <a:gd name="connsiteY170-1288" fmla="*/ 2107143 h 2344739"/>
              <a:gd name="connsiteX171-1289" fmla="*/ 4074427 w 12192001"/>
              <a:gd name="connsiteY171-1290" fmla="*/ 2106844 h 2344739"/>
              <a:gd name="connsiteX172-1291" fmla="*/ 4065510 w 12192001"/>
              <a:gd name="connsiteY172-1292" fmla="*/ 2105400 h 2344739"/>
              <a:gd name="connsiteX173-1293" fmla="*/ 4058954 w 12192001"/>
              <a:gd name="connsiteY173-1294" fmla="*/ 2105618 h 2344739"/>
              <a:gd name="connsiteX174-1295" fmla="*/ 4042364 w 12192001"/>
              <a:gd name="connsiteY174-1296" fmla="*/ 2103997 h 2344739"/>
              <a:gd name="connsiteX175-1297" fmla="*/ 4036997 w 12192001"/>
              <a:gd name="connsiteY175-1298" fmla="*/ 2101563 h 2344739"/>
              <a:gd name="connsiteX176-1299" fmla="*/ 4035363 w 12192001"/>
              <a:gd name="connsiteY176-1300" fmla="*/ 2097896 h 2344739"/>
              <a:gd name="connsiteX177-1301" fmla="*/ 4033778 w 12192001"/>
              <a:gd name="connsiteY177-1302" fmla="*/ 2098131 h 2344739"/>
              <a:gd name="connsiteX178-1303" fmla="*/ 4004538 w 12192001"/>
              <a:gd name="connsiteY178-1304" fmla="*/ 2085563 h 2344739"/>
              <a:gd name="connsiteX179-1305" fmla="*/ 3936846 w 12192001"/>
              <a:gd name="connsiteY179-1306" fmla="*/ 2068106 h 2344739"/>
              <a:gd name="connsiteX180-1307" fmla="*/ 3897275 w 12192001"/>
              <a:gd name="connsiteY180-1308" fmla="*/ 2062451 h 2344739"/>
              <a:gd name="connsiteX181-1309" fmla="*/ 3789760 w 12192001"/>
              <a:gd name="connsiteY181-1310" fmla="*/ 2042213 h 2344739"/>
              <a:gd name="connsiteX182-1311" fmla="*/ 3682513 w 12192001"/>
              <a:gd name="connsiteY182-1312" fmla="*/ 2018290 h 2344739"/>
              <a:gd name="connsiteX183-1313" fmla="*/ 3610035 w 12192001"/>
              <a:gd name="connsiteY183-1314" fmla="*/ 1986019 h 2344739"/>
              <a:gd name="connsiteX184-1315" fmla="*/ 3603855 w 12192001"/>
              <a:gd name="connsiteY184-1316" fmla="*/ 1987381 h 2344739"/>
              <a:gd name="connsiteX185-1317" fmla="*/ 3594736 w 12192001"/>
              <a:gd name="connsiteY185-1318" fmla="*/ 1987545 h 2344739"/>
              <a:gd name="connsiteX186-1319" fmla="*/ 3594501 w 12192001"/>
              <a:gd name="connsiteY186-1320" fmla="*/ 1987276 h 2344739"/>
              <a:gd name="connsiteX187-1321" fmla="*/ 3585978 w 12192001"/>
              <a:gd name="connsiteY187-1322" fmla="*/ 1987966 h 2344739"/>
              <a:gd name="connsiteX188-1323" fmla="*/ 3536135 w 12192001"/>
              <a:gd name="connsiteY188-1324" fmla="*/ 1978267 h 2344739"/>
              <a:gd name="connsiteX189-1325" fmla="*/ 3473223 w 12192001"/>
              <a:gd name="connsiteY189-1326" fmla="*/ 1974606 h 2344739"/>
              <a:gd name="connsiteX190-1327" fmla="*/ 3400728 w 12192001"/>
              <a:gd name="connsiteY190-1328" fmla="*/ 1962558 h 2344739"/>
              <a:gd name="connsiteX191-1329" fmla="*/ 3363888 w 12192001"/>
              <a:gd name="connsiteY191-1330" fmla="*/ 1979510 h 2344739"/>
              <a:gd name="connsiteX192-1331" fmla="*/ 3344026 w 12192001"/>
              <a:gd name="connsiteY192-1332" fmla="*/ 1981192 h 2344739"/>
              <a:gd name="connsiteX193-1333" fmla="*/ 3341698 w 12192001"/>
              <a:gd name="connsiteY193-1334" fmla="*/ 1980217 h 2344739"/>
              <a:gd name="connsiteX194-1335" fmla="*/ 3262356 w 12192001"/>
              <a:gd name="connsiteY194-1336" fmla="*/ 1986094 h 2344739"/>
              <a:gd name="connsiteX195-1337" fmla="*/ 3142556 w 12192001"/>
              <a:gd name="connsiteY195-1338" fmla="*/ 1993869 h 2344739"/>
              <a:gd name="connsiteX196-1339" fmla="*/ 3030291 w 12192001"/>
              <a:gd name="connsiteY196-1340" fmla="*/ 1996512 h 2344739"/>
              <a:gd name="connsiteX197-1341" fmla="*/ 2781569 w 12192001"/>
              <a:gd name="connsiteY197-1342" fmla="*/ 2018333 h 2344739"/>
              <a:gd name="connsiteX198-1343" fmla="*/ 2646527 w 12192001"/>
              <a:gd name="connsiteY198-1344" fmla="*/ 2028869 h 2344739"/>
              <a:gd name="connsiteX199-1345" fmla="*/ 2568028 w 12192001"/>
              <a:gd name="connsiteY199-1346" fmla="*/ 2002628 h 2344739"/>
              <a:gd name="connsiteX200-1347" fmla="*/ 2443255 w 12192001"/>
              <a:gd name="connsiteY200-1348" fmla="*/ 2016529 h 2344739"/>
              <a:gd name="connsiteX201-1349" fmla="*/ 2315112 w 12192001"/>
              <a:gd name="connsiteY201-1350" fmla="*/ 2024996 h 2344739"/>
              <a:gd name="connsiteX202-1351" fmla="*/ 2208578 w 12192001"/>
              <a:gd name="connsiteY202-1352" fmla="*/ 2019763 h 2344739"/>
              <a:gd name="connsiteX203-1353" fmla="*/ 2094665 w 12192001"/>
              <a:gd name="connsiteY203-1354" fmla="*/ 2003052 h 2344739"/>
              <a:gd name="connsiteX204-1355" fmla="*/ 1997356 w 12192001"/>
              <a:gd name="connsiteY204-1356" fmla="*/ 1995032 h 2344739"/>
              <a:gd name="connsiteX205-1357" fmla="*/ 1928172 w 12192001"/>
              <a:gd name="connsiteY205-1358" fmla="*/ 2016977 h 2344739"/>
              <a:gd name="connsiteX206-1359" fmla="*/ 1921650 w 12192001"/>
              <a:gd name="connsiteY206-1360" fmla="*/ 2012146 h 2344739"/>
              <a:gd name="connsiteX207-1361" fmla="*/ 1873080 w 12192001"/>
              <a:gd name="connsiteY207-1362" fmla="*/ 2013741 h 2344739"/>
              <a:gd name="connsiteX208-1363" fmla="*/ 1786655 w 12192001"/>
              <a:gd name="connsiteY208-1364" fmla="*/ 2041363 h 2344739"/>
              <a:gd name="connsiteX209-1365" fmla="*/ 1738204 w 12192001"/>
              <a:gd name="connsiteY209-1366" fmla="*/ 2036312 h 2344739"/>
              <a:gd name="connsiteX210-1367" fmla="*/ 1675071 w 12192001"/>
              <a:gd name="connsiteY210-1368" fmla="*/ 2019963 h 2344739"/>
              <a:gd name="connsiteX211-1369" fmla="*/ 1608669 w 12192001"/>
              <a:gd name="connsiteY211-1370" fmla="*/ 2013066 h 2344739"/>
              <a:gd name="connsiteX212-1371" fmla="*/ 1496110 w 12192001"/>
              <a:gd name="connsiteY212-1372" fmla="*/ 1987476 h 2344739"/>
              <a:gd name="connsiteX213-1373" fmla="*/ 1149979 w 12192001"/>
              <a:gd name="connsiteY213-1374" fmla="*/ 1938041 h 2344739"/>
              <a:gd name="connsiteX214-1375" fmla="*/ 858269 w 12192001"/>
              <a:gd name="connsiteY214-1376" fmla="*/ 1928608 h 2344739"/>
              <a:gd name="connsiteX215-1377" fmla="*/ 837540 w 12192001"/>
              <a:gd name="connsiteY215-1378" fmla="*/ 1929821 h 2344739"/>
              <a:gd name="connsiteX216-1379" fmla="*/ 816809 w 12192001"/>
              <a:gd name="connsiteY216-1380" fmla="*/ 1927857 h 2344739"/>
              <a:gd name="connsiteX217-1381" fmla="*/ 811506 w 12192001"/>
              <a:gd name="connsiteY217-1382" fmla="*/ 1930751 h 2344739"/>
              <a:gd name="connsiteX218-1383" fmla="*/ 797041 w 12192001"/>
              <a:gd name="connsiteY218-1384" fmla="*/ 1930446 h 2344739"/>
              <a:gd name="connsiteX219-1385" fmla="*/ 767901 w 12192001"/>
              <a:gd name="connsiteY219-1386" fmla="*/ 1932653 h 2344739"/>
              <a:gd name="connsiteX220-1387" fmla="*/ 763053 w 12192001"/>
              <a:gd name="connsiteY220-1388" fmla="*/ 1930432 h 2344739"/>
              <a:gd name="connsiteX221-1389" fmla="*/ 720047 w 12192001"/>
              <a:gd name="connsiteY221-1390" fmla="*/ 1929661 h 2344739"/>
              <a:gd name="connsiteX222-1391" fmla="*/ 719742 w 12192001"/>
              <a:gd name="connsiteY222-1392" fmla="*/ 1928399 h 2344739"/>
              <a:gd name="connsiteX223-1393" fmla="*/ 708875 w 12192001"/>
              <a:gd name="connsiteY223-1394" fmla="*/ 1922722 h 2344739"/>
              <a:gd name="connsiteX224-1395" fmla="*/ 596792 w 12192001"/>
              <a:gd name="connsiteY224-1396" fmla="*/ 1879864 h 2344739"/>
              <a:gd name="connsiteX225-1397" fmla="*/ 578535 w 12192001"/>
              <a:gd name="connsiteY225-1398" fmla="*/ 1877212 h 2344739"/>
              <a:gd name="connsiteX226-1399" fmla="*/ 571717 w 12192001"/>
              <a:gd name="connsiteY226-1400" fmla="*/ 1877401 h 2344739"/>
              <a:gd name="connsiteX227-1401" fmla="*/ 445099 w 12192001"/>
              <a:gd name="connsiteY227-1402" fmla="*/ 1839371 h 2344739"/>
              <a:gd name="connsiteX228-1403" fmla="*/ 404015 w 12192001"/>
              <a:gd name="connsiteY228-1404" fmla="*/ 1833548 h 2344739"/>
              <a:gd name="connsiteX229-1405" fmla="*/ 292435 w 12192001"/>
              <a:gd name="connsiteY229-1406" fmla="*/ 1812852 h 2344739"/>
              <a:gd name="connsiteX230-1407" fmla="*/ 118381 w 12192001"/>
              <a:gd name="connsiteY230-1408" fmla="*/ 1761047 h 2344739"/>
              <a:gd name="connsiteX231-1409" fmla="*/ 15526 w 12192001"/>
              <a:gd name="connsiteY231-1410" fmla="*/ 1758191 h 2344739"/>
              <a:gd name="connsiteX232-1411" fmla="*/ 2 w 12192001"/>
              <a:gd name="connsiteY232-1412" fmla="*/ 1752722 h 2344739"/>
              <a:gd name="connsiteX233-1413" fmla="*/ 1 w 12192001"/>
              <a:gd name="connsiteY233-1414" fmla="*/ 762497 h 2344739"/>
              <a:gd name="connsiteX234-1415" fmla="*/ 0 w 12192001"/>
              <a:gd name="connsiteY234-1416" fmla="*/ 762497 h 2344739"/>
              <a:gd name="connsiteX235-1417" fmla="*/ 0 w 12192001"/>
              <a:gd name="connsiteY235-1418" fmla="*/ 222213 h 2344739"/>
              <a:gd name="connsiteX236-1419" fmla="*/ 0 w 12192001"/>
              <a:gd name="connsiteY236-1420" fmla="*/ 0 h 2344739"/>
              <a:gd name="connsiteX0-1421" fmla="*/ 0 w 12192001"/>
              <a:gd name="connsiteY0-1422" fmla="*/ 0 h 2344739"/>
              <a:gd name="connsiteX1-1423" fmla="*/ 12192000 w 12192001"/>
              <a:gd name="connsiteY1-1424" fmla="*/ 0 h 2344739"/>
              <a:gd name="connsiteX2-1425" fmla="*/ 12192000 w 12192001"/>
              <a:gd name="connsiteY2-1426" fmla="*/ 222213 h 2344739"/>
              <a:gd name="connsiteX3-1427" fmla="*/ 12192000 w 12192001"/>
              <a:gd name="connsiteY3-1428" fmla="*/ 389190 h 2344739"/>
              <a:gd name="connsiteX4-1429" fmla="*/ 12192001 w 12192001"/>
              <a:gd name="connsiteY4-1430" fmla="*/ 579739 h 2344739"/>
              <a:gd name="connsiteX5-1431" fmla="*/ 12184838 w 12192001"/>
              <a:gd name="connsiteY5-1432" fmla="*/ 584189 h 2344739"/>
              <a:gd name="connsiteX6-1433" fmla="*/ 12155215 w 12192001"/>
              <a:gd name="connsiteY6-1434" fmla="*/ 597366 h 2344739"/>
              <a:gd name="connsiteX7-1435" fmla="*/ 12138067 w 12192001"/>
              <a:gd name="connsiteY7-1436" fmla="*/ 623179 h 2344739"/>
              <a:gd name="connsiteX8-1437" fmla="*/ 12125179 w 12192001"/>
              <a:gd name="connsiteY8-1438" fmla="*/ 624690 h 2344739"/>
              <a:gd name="connsiteX9-1439" fmla="*/ 12122859 w 12192001"/>
              <a:gd name="connsiteY9-1440" fmla="*/ 624794 h 2344739"/>
              <a:gd name="connsiteX10-1441" fmla="*/ 12115706 w 12192001"/>
              <a:gd name="connsiteY10-1442" fmla="*/ 628608 h 2344739"/>
              <a:gd name="connsiteX11-1443" fmla="*/ 12098349 w 12192001"/>
              <a:gd name="connsiteY11-1444" fmla="*/ 628139 h 2344739"/>
              <a:gd name="connsiteX12-1445" fmla="*/ 12085925 w 12192001"/>
              <a:gd name="connsiteY12-1446" fmla="*/ 636341 h 2344739"/>
              <a:gd name="connsiteX13-1447" fmla="*/ 12029925 w 12192001"/>
              <a:gd name="connsiteY13-1448" fmla="*/ 680009 h 2344739"/>
              <a:gd name="connsiteX14-1449" fmla="*/ 11994685 w 12192001"/>
              <a:gd name="connsiteY14-1450" fmla="*/ 703458 h 2344739"/>
              <a:gd name="connsiteX15-1451" fmla="*/ 11978569 w 12192001"/>
              <a:gd name="connsiteY15-1452" fmla="*/ 708161 h 2344739"/>
              <a:gd name="connsiteX16-1453" fmla="*/ 11957898 w 12192001"/>
              <a:gd name="connsiteY16-1454" fmla="*/ 717558 h 2344739"/>
              <a:gd name="connsiteX17-1455" fmla="*/ 11919306 w 12192001"/>
              <a:gd name="connsiteY17-1456" fmla="*/ 730883 h 2344739"/>
              <a:gd name="connsiteX18-1457" fmla="*/ 11902508 w 12192001"/>
              <a:gd name="connsiteY18-1458" fmla="*/ 742426 h 2344739"/>
              <a:gd name="connsiteX19-1459" fmla="*/ 11893900 w 12192001"/>
              <a:gd name="connsiteY19-1460" fmla="*/ 744791 h 2344739"/>
              <a:gd name="connsiteX20-1461" fmla="*/ 11890820 w 12192001"/>
              <a:gd name="connsiteY20-1462" fmla="*/ 755729 h 2344739"/>
              <a:gd name="connsiteX21-1463" fmla="*/ 11869628 w 12192001"/>
              <a:gd name="connsiteY21-1464" fmla="*/ 777816 h 2344739"/>
              <a:gd name="connsiteX22-1465" fmla="*/ 11812228 w 12192001"/>
              <a:gd name="connsiteY22-1466" fmla="*/ 797659 h 2344739"/>
              <a:gd name="connsiteX23-1467" fmla="*/ 11748619 w 12192001"/>
              <a:gd name="connsiteY23-1468" fmla="*/ 872002 h 2344739"/>
              <a:gd name="connsiteX24-1469" fmla="*/ 11595155 w 12192001"/>
              <a:gd name="connsiteY24-1470" fmla="*/ 918898 h 2344739"/>
              <a:gd name="connsiteX25-1471" fmla="*/ 11306392 w 12192001"/>
              <a:gd name="connsiteY25-1472" fmla="*/ 1272239 h 2344739"/>
              <a:gd name="connsiteX26-1473" fmla="*/ 11309326 w 12192001"/>
              <a:gd name="connsiteY26-1474" fmla="*/ 1274846 h 2344739"/>
              <a:gd name="connsiteX27-1475" fmla="*/ 11245526 w 12192001"/>
              <a:gd name="connsiteY27-1476" fmla="*/ 1274060 h 2344739"/>
              <a:gd name="connsiteX28-1477" fmla="*/ 11227161 w 12192001"/>
              <a:gd name="connsiteY28-1478" fmla="*/ 1276236 h 2344739"/>
              <a:gd name="connsiteX29-1479" fmla="*/ 11216939 w 12192001"/>
              <a:gd name="connsiteY29-1480" fmla="*/ 1275961 h 2344739"/>
              <a:gd name="connsiteX30-1481" fmla="*/ 11216036 w 12192001"/>
              <a:gd name="connsiteY30-1482" fmla="*/ 1275018 h 2344739"/>
              <a:gd name="connsiteX31-1483" fmla="*/ 11187737 w 12192001"/>
              <a:gd name="connsiteY31-1484" fmla="*/ 1292383 h 2344739"/>
              <a:gd name="connsiteX32-1485" fmla="*/ 11183353 w 12192001"/>
              <a:gd name="connsiteY32-1486" fmla="*/ 1292525 h 2344739"/>
              <a:gd name="connsiteX33-1487" fmla="*/ 11165706 w 12192001"/>
              <a:gd name="connsiteY33-1488" fmla="*/ 1306612 h 2344739"/>
              <a:gd name="connsiteX34-1489" fmla="*/ 11156163 w 12192001"/>
              <a:gd name="connsiteY34-1490" fmla="*/ 1312414 h 2344739"/>
              <a:gd name="connsiteX35-1491" fmla="*/ 11154348 w 12192001"/>
              <a:gd name="connsiteY35-1492" fmla="*/ 1317097 h 2344739"/>
              <a:gd name="connsiteX36-1493" fmla="*/ 11139813 w 12192001"/>
              <a:gd name="connsiteY36-1494" fmla="*/ 1324115 h 2344739"/>
              <a:gd name="connsiteX37-1495" fmla="*/ 11137813 w 12192001"/>
              <a:gd name="connsiteY37-1496" fmla="*/ 1323772 h 2344739"/>
              <a:gd name="connsiteX38-1497" fmla="*/ 11127060 w 12192001"/>
              <a:gd name="connsiteY38-1498" fmla="*/ 1333832 h 2344739"/>
              <a:gd name="connsiteX39-1499" fmla="*/ 11119543 w 12192001"/>
              <a:gd name="connsiteY39-1500" fmla="*/ 1347424 h 2344739"/>
              <a:gd name="connsiteX40-1501" fmla="*/ 10893535 w 12192001"/>
              <a:gd name="connsiteY40-1502" fmla="*/ 1473399 h 2344739"/>
              <a:gd name="connsiteX41-1503" fmla="*/ 10772152 w 12192001"/>
              <a:gd name="connsiteY41-1504" fmla="*/ 1523191 h 2344739"/>
              <a:gd name="connsiteX42-1505" fmla="*/ 10626520 w 12192001"/>
              <a:gd name="connsiteY42-1506" fmla="*/ 1559229 h 2344739"/>
              <a:gd name="connsiteX43-1507" fmla="*/ 10580747 w 12192001"/>
              <a:gd name="connsiteY43-1508" fmla="*/ 1568689 h 2344739"/>
              <a:gd name="connsiteX44-1509" fmla="*/ 10546642 w 12192001"/>
              <a:gd name="connsiteY44-1510" fmla="*/ 1598423 h 2344739"/>
              <a:gd name="connsiteX45-1511" fmla="*/ 10528495 w 12192001"/>
              <a:gd name="connsiteY45-1512" fmla="*/ 1596907 h 2344739"/>
              <a:gd name="connsiteX46-1513" fmla="*/ 10525298 w 12192001"/>
              <a:gd name="connsiteY46-1514" fmla="*/ 1596411 h 2344739"/>
              <a:gd name="connsiteX47-1515" fmla="*/ 10513981 w 12192001"/>
              <a:gd name="connsiteY47-1516" fmla="*/ 1599537 h 2344739"/>
              <a:gd name="connsiteX48-1517" fmla="*/ 10490587 w 12192001"/>
              <a:gd name="connsiteY48-1518" fmla="*/ 1594156 h 2344739"/>
              <a:gd name="connsiteX49-1519" fmla="*/ 10470270 w 12192001"/>
              <a:gd name="connsiteY49-1520" fmla="*/ 1601693 h 2344739"/>
              <a:gd name="connsiteX50-1521" fmla="*/ 10375894 w 12192001"/>
              <a:gd name="connsiteY50-1522" fmla="*/ 1644598 h 2344739"/>
              <a:gd name="connsiteX51-1523" fmla="*/ 10318190 w 12192001"/>
              <a:gd name="connsiteY51-1524" fmla="*/ 1666221 h 2344739"/>
              <a:gd name="connsiteX52-1525" fmla="*/ 10294319 w 12192001"/>
              <a:gd name="connsiteY52-1526" fmla="*/ 1668079 h 2344739"/>
              <a:gd name="connsiteX53-1527" fmla="*/ 10262295 w 12192001"/>
              <a:gd name="connsiteY53-1528" fmla="*/ 1674948 h 2344739"/>
              <a:gd name="connsiteX54-1529" fmla="*/ 10204270 w 12192001"/>
              <a:gd name="connsiteY54-1530" fmla="*/ 1682149 h 2344739"/>
              <a:gd name="connsiteX55-1531" fmla="*/ 10176611 w 12192001"/>
              <a:gd name="connsiteY55-1532" fmla="*/ 1692943 h 2344739"/>
              <a:gd name="connsiteX56-1533" fmla="*/ 10163922 w 12192001"/>
              <a:gd name="connsiteY56-1534" fmla="*/ 1693739 h 2344739"/>
              <a:gd name="connsiteX57-1535" fmla="*/ 10155160 w 12192001"/>
              <a:gd name="connsiteY57-1536" fmla="*/ 1707487 h 2344739"/>
              <a:gd name="connsiteX58-1537" fmla="*/ 10117119 w 12192001"/>
              <a:gd name="connsiteY58-1538" fmla="*/ 1731142 h 2344739"/>
              <a:gd name="connsiteX59-1539" fmla="*/ 10100445 w 12192001"/>
              <a:gd name="connsiteY59-1540" fmla="*/ 1742432 h 2344739"/>
              <a:gd name="connsiteX60-1541" fmla="*/ 10082169 w 12192001"/>
              <a:gd name="connsiteY60-1542" fmla="*/ 1743296 h 2344739"/>
              <a:gd name="connsiteX61-1543" fmla="*/ 10039240 w 12192001"/>
              <a:gd name="connsiteY61-1544" fmla="*/ 1741632 h 2344739"/>
              <a:gd name="connsiteX62-1545" fmla="*/ 9960019 w 12192001"/>
              <a:gd name="connsiteY62-1546" fmla="*/ 1757147 h 2344739"/>
              <a:gd name="connsiteX63-1547" fmla="*/ 9847792 w 12192001"/>
              <a:gd name="connsiteY63-1548" fmla="*/ 1763915 h 2344739"/>
              <a:gd name="connsiteX64-1549" fmla="*/ 9728309 w 12192001"/>
              <a:gd name="connsiteY64-1550" fmla="*/ 1784122 h 2344739"/>
              <a:gd name="connsiteX65-1551" fmla="*/ 9584507 w 12192001"/>
              <a:gd name="connsiteY65-1552" fmla="*/ 1795542 h 2344739"/>
              <a:gd name="connsiteX66-1553" fmla="*/ 9343052 w 12192001"/>
              <a:gd name="connsiteY66-1554" fmla="*/ 1841244 h 2344739"/>
              <a:gd name="connsiteX67-1555" fmla="*/ 9231370 w 12192001"/>
              <a:gd name="connsiteY67-1556" fmla="*/ 1893149 h 2344739"/>
              <a:gd name="connsiteX68-1557" fmla="*/ 9194810 w 12192001"/>
              <a:gd name="connsiteY68-1558" fmla="*/ 1903228 h 2344739"/>
              <a:gd name="connsiteX69-1559" fmla="*/ 9189246 w 12192001"/>
              <a:gd name="connsiteY69-1560" fmla="*/ 1912467 h 2344739"/>
              <a:gd name="connsiteX70-1561" fmla="*/ 9151232 w 12192001"/>
              <a:gd name="connsiteY70-1562" fmla="*/ 1923669 h 2344739"/>
              <a:gd name="connsiteX71-1563" fmla="*/ 9150210 w 12192001"/>
              <a:gd name="connsiteY71-1564" fmla="*/ 1922604 h 2344739"/>
              <a:gd name="connsiteX72-1565" fmla="*/ 9137318 w 12192001"/>
              <a:gd name="connsiteY72-1566" fmla="*/ 1920435 h 2344739"/>
              <a:gd name="connsiteX73-1567" fmla="*/ 9113812 w 12192001"/>
              <a:gd name="connsiteY73-1568" fmla="*/ 1919069 h 2344739"/>
              <a:gd name="connsiteX74-1569" fmla="*/ 9053453 w 12192001"/>
              <a:gd name="connsiteY74-1570" fmla="*/ 1910755 h 2344739"/>
              <a:gd name="connsiteX75-1571" fmla="*/ 9005486 w 12192001"/>
              <a:gd name="connsiteY75-1572" fmla="*/ 1914040 h 2344739"/>
              <a:gd name="connsiteX76-1573" fmla="*/ 9005201 w 12192001"/>
              <a:gd name="connsiteY76-1574" fmla="*/ 1913800 h 2344739"/>
              <a:gd name="connsiteX77-1575" fmla="*/ 8996232 w 12192001"/>
              <a:gd name="connsiteY77-1576" fmla="*/ 1915011 h 2344739"/>
              <a:gd name="connsiteX78-1577" fmla="*/ 8990394 w 12192001"/>
              <a:gd name="connsiteY78-1578" fmla="*/ 1917072 h 2344739"/>
              <a:gd name="connsiteX79-1579" fmla="*/ 8974337 w 12192001"/>
              <a:gd name="connsiteY79-1580" fmla="*/ 1920298 h 2344739"/>
              <a:gd name="connsiteX80-1581" fmla="*/ 8968011 w 12192001"/>
              <a:gd name="connsiteY80-1582" fmla="*/ 1919598 h 2344739"/>
              <a:gd name="connsiteX81-1583" fmla="*/ 8963048 w 12192001"/>
              <a:gd name="connsiteY81-1584" fmla="*/ 1917373 h 2344739"/>
              <a:gd name="connsiteX82-1585" fmla="*/ 8928988 w 12192001"/>
              <a:gd name="connsiteY82-1586" fmla="*/ 1914185 h 2344739"/>
              <a:gd name="connsiteX83-1587" fmla="*/ 8752444 w 12192001"/>
              <a:gd name="connsiteY83-1588" fmla="*/ 1933417 h 2344739"/>
              <a:gd name="connsiteX84-1589" fmla="*/ 8707847 w 12192001"/>
              <a:gd name="connsiteY84-1590" fmla="*/ 1935518 h 2344739"/>
              <a:gd name="connsiteX85-1591" fmla="*/ 8596071 w 12192001"/>
              <a:gd name="connsiteY85-1592" fmla="*/ 1944090 h 2344739"/>
              <a:gd name="connsiteX86-1593" fmla="*/ 8525230 w 12192001"/>
              <a:gd name="connsiteY86-1594" fmla="*/ 1929248 h 2344739"/>
              <a:gd name="connsiteX87-1595" fmla="*/ 8510983 w 12192001"/>
              <a:gd name="connsiteY87-1596" fmla="*/ 1935163 h 2344739"/>
              <a:gd name="connsiteX88-1597" fmla="*/ 8506167 w 12192001"/>
              <a:gd name="connsiteY88-1598" fmla="*/ 1938164 h 2344739"/>
              <a:gd name="connsiteX89-1599" fmla="*/ 8497968 w 12192001"/>
              <a:gd name="connsiteY89-1600" fmla="*/ 1940902 h 2344739"/>
              <a:gd name="connsiteX90-1601" fmla="*/ 8497594 w 12192001"/>
              <a:gd name="connsiteY90-1602" fmla="*/ 1940723 h 2344739"/>
              <a:gd name="connsiteX91-1603" fmla="*/ 8490249 w 12192001"/>
              <a:gd name="connsiteY91-1604" fmla="*/ 1943773 h 2344739"/>
              <a:gd name="connsiteX92-1605" fmla="*/ 8367182 w 12192001"/>
              <a:gd name="connsiteY92-1606" fmla="*/ 1957815 h 2344739"/>
              <a:gd name="connsiteX93-1607" fmla="*/ 8353799 w 12192001"/>
              <a:gd name="connsiteY93-1608" fmla="*/ 1958009 h 2344739"/>
              <a:gd name="connsiteX94-1609" fmla="*/ 8352373 w 12192001"/>
              <a:gd name="connsiteY94-1610" fmla="*/ 1957169 h 2344739"/>
              <a:gd name="connsiteX95-1611" fmla="*/ 8320104 w 12192001"/>
              <a:gd name="connsiteY95-1612" fmla="*/ 1974587 h 2344739"/>
              <a:gd name="connsiteX96-1613" fmla="*/ 8314433 w 12192001"/>
              <a:gd name="connsiteY96-1614" fmla="*/ 1974913 h 2344739"/>
              <a:gd name="connsiteX97-1615" fmla="*/ 8295174 w 12192001"/>
              <a:gd name="connsiteY97-1616" fmla="*/ 1988808 h 2344739"/>
              <a:gd name="connsiteX98-1617" fmla="*/ 8284276 w 12192001"/>
              <a:gd name="connsiteY98-1618" fmla="*/ 1994631 h 2344739"/>
              <a:gd name="connsiteX99-1619" fmla="*/ 8283150 w 12192001"/>
              <a:gd name="connsiteY99-1620" fmla="*/ 1999074 h 2344739"/>
              <a:gd name="connsiteX100-1621" fmla="*/ 8266076 w 12192001"/>
              <a:gd name="connsiteY100-1622" fmla="*/ 2006249 h 2344739"/>
              <a:gd name="connsiteX101-1623" fmla="*/ 8263377 w 12192001"/>
              <a:gd name="connsiteY101-1624" fmla="*/ 2006019 h 2344739"/>
              <a:gd name="connsiteX102-1625" fmla="*/ 8252033 w 12192001"/>
              <a:gd name="connsiteY102-1626" fmla="*/ 2015862 h 2344739"/>
              <a:gd name="connsiteX103-1627" fmla="*/ 8245834 w 12192001"/>
              <a:gd name="connsiteY103-1628" fmla="*/ 2028854 h 2344739"/>
              <a:gd name="connsiteX104-1629" fmla="*/ 8090272 w 12192001"/>
              <a:gd name="connsiteY104-1630" fmla="*/ 2075015 h 2344739"/>
              <a:gd name="connsiteX105-1631" fmla="*/ 7905407 w 12192001"/>
              <a:gd name="connsiteY105-1632" fmla="*/ 2116988 h 2344739"/>
              <a:gd name="connsiteX106-1633" fmla="*/ 7718745 w 12192001"/>
              <a:gd name="connsiteY106-1634" fmla="*/ 2142703 h 2344739"/>
              <a:gd name="connsiteX107-1635" fmla="*/ 7614347 w 12192001"/>
              <a:gd name="connsiteY107-1636" fmla="*/ 2139232 h 2344739"/>
              <a:gd name="connsiteX108-1637" fmla="*/ 7527543 w 12192001"/>
              <a:gd name="connsiteY108-1638" fmla="*/ 2145060 h 2344739"/>
              <a:gd name="connsiteX109-1639" fmla="*/ 7519571 w 12192001"/>
              <a:gd name="connsiteY109-1640" fmla="*/ 2147613 h 2344739"/>
              <a:gd name="connsiteX110-1641" fmla="*/ 7507411 w 12192001"/>
              <a:gd name="connsiteY110-1642" fmla="*/ 2148948 h 2344739"/>
              <a:gd name="connsiteX111-1643" fmla="*/ 7507040 w 12192001"/>
              <a:gd name="connsiteY111-1644" fmla="*/ 2148621 h 2344739"/>
              <a:gd name="connsiteX112-1645" fmla="*/ 7495795 w 12192001"/>
              <a:gd name="connsiteY112-1646" fmla="*/ 2150573 h 2344739"/>
              <a:gd name="connsiteX113-1647" fmla="*/ 7405391 w 12192001"/>
              <a:gd name="connsiteY113-1648" fmla="*/ 2142468 h 2344739"/>
              <a:gd name="connsiteX114-1649" fmla="*/ 7312180 w 12192001"/>
              <a:gd name="connsiteY114-1650" fmla="*/ 2132873 h 2344739"/>
              <a:gd name="connsiteX115-1651" fmla="*/ 7310853 w 12192001"/>
              <a:gd name="connsiteY115-1652" fmla="*/ 2131431 h 2344739"/>
              <a:gd name="connsiteX116-1653" fmla="*/ 7218559 w 12192001"/>
              <a:gd name="connsiteY116-1654" fmla="*/ 2156680 h 2344739"/>
              <a:gd name="connsiteX117-1655" fmla="*/ 7201101 w 12192001"/>
              <a:gd name="connsiteY117-1656" fmla="*/ 2161230 h 2344739"/>
              <a:gd name="connsiteX118-1657" fmla="*/ 7197004 w 12192001"/>
              <a:gd name="connsiteY118-1658" fmla="*/ 2166588 h 2344739"/>
              <a:gd name="connsiteX119-1659" fmla="*/ 7170808 w 12192001"/>
              <a:gd name="connsiteY119-1660" fmla="*/ 2171236 h 2344739"/>
              <a:gd name="connsiteX120-1661" fmla="*/ 7096988 w 12192001"/>
              <a:gd name="connsiteY120-1662" fmla="*/ 2183464 h 2344739"/>
              <a:gd name="connsiteX121-1663" fmla="*/ 7018496 w 12192001"/>
              <a:gd name="connsiteY121-1664" fmla="*/ 2183090 h 2344739"/>
              <a:gd name="connsiteX122-1665" fmla="*/ 6904146 w 12192001"/>
              <a:gd name="connsiteY122-1666" fmla="*/ 2212596 h 2344739"/>
              <a:gd name="connsiteX123-1667" fmla="*/ 6708222 w 12192001"/>
              <a:gd name="connsiteY123-1668" fmla="*/ 2240551 h 2344739"/>
              <a:gd name="connsiteX124-1669" fmla="*/ 6549454 w 12192001"/>
              <a:gd name="connsiteY124-1670" fmla="*/ 2269327 h 2344739"/>
              <a:gd name="connsiteX125-1671" fmla="*/ 6317560 w 12192001"/>
              <a:gd name="connsiteY125-1672" fmla="*/ 2316127 h 2344739"/>
              <a:gd name="connsiteX126-1673" fmla="*/ 6168674 w 12192001"/>
              <a:gd name="connsiteY126-1674" fmla="*/ 2318214 h 2344739"/>
              <a:gd name="connsiteX127-1675" fmla="*/ 6073848 w 12192001"/>
              <a:gd name="connsiteY127-1676" fmla="*/ 2338676 h 2344739"/>
              <a:gd name="connsiteX128-1677" fmla="*/ 6068529 w 12192001"/>
              <a:gd name="connsiteY128-1678" fmla="*/ 2337139 h 2344739"/>
              <a:gd name="connsiteX129-1679" fmla="*/ 6048638 w 12192001"/>
              <a:gd name="connsiteY129-1680" fmla="*/ 2337822 h 2344739"/>
              <a:gd name="connsiteX130-1681" fmla="*/ 6041285 w 12192001"/>
              <a:gd name="connsiteY130-1682" fmla="*/ 2329473 h 2344739"/>
              <a:gd name="connsiteX131-1683" fmla="*/ 6010090 w 12192001"/>
              <a:gd name="connsiteY131-1684" fmla="*/ 2324380 h 2344739"/>
              <a:gd name="connsiteX132-1685" fmla="*/ 5957375 w 12192001"/>
              <a:gd name="connsiteY132-1686" fmla="*/ 2328024 h 2344739"/>
              <a:gd name="connsiteX133-1687" fmla="*/ 5758919 w 12192001"/>
              <a:gd name="connsiteY133-1688" fmla="*/ 2343716 h 2344739"/>
              <a:gd name="connsiteX134-1689" fmla="*/ 5626960 w 12192001"/>
              <a:gd name="connsiteY134-1690" fmla="*/ 2344739 h 2344739"/>
              <a:gd name="connsiteX135-1691" fmla="*/ 5470906 w 12192001"/>
              <a:gd name="connsiteY135-1692" fmla="*/ 2330719 h 2344739"/>
              <a:gd name="connsiteX136-1693" fmla="*/ 5432761 w 12192001"/>
              <a:gd name="connsiteY136-1694" fmla="*/ 2319466 h 2344739"/>
              <a:gd name="connsiteX137-1695" fmla="*/ 5381669 w 12192001"/>
              <a:gd name="connsiteY137-1696" fmla="*/ 2301764 h 2344739"/>
              <a:gd name="connsiteX138-1697" fmla="*/ 5261764 w 12192001"/>
              <a:gd name="connsiteY138-1698" fmla="*/ 2281347 h 2344739"/>
              <a:gd name="connsiteX139-1699" fmla="*/ 5222961 w 12192001"/>
              <a:gd name="connsiteY139-1700" fmla="*/ 2270223 h 2344739"/>
              <a:gd name="connsiteX140-1701" fmla="*/ 5174660 w 12192001"/>
              <a:gd name="connsiteY140-1702" fmla="*/ 2267233 h 2344739"/>
              <a:gd name="connsiteX141-1703" fmla="*/ 5156554 w 12192001"/>
              <a:gd name="connsiteY141-1704" fmla="*/ 2260010 h 2344739"/>
              <a:gd name="connsiteX142-1705" fmla="*/ 5142599 w 12192001"/>
              <a:gd name="connsiteY142-1706" fmla="*/ 2256610 h 2344739"/>
              <a:gd name="connsiteX143-1707" fmla="*/ 5139596 w 12192001"/>
              <a:gd name="connsiteY143-1708" fmla="*/ 2254509 h 2344739"/>
              <a:gd name="connsiteX144-1709" fmla="*/ 5121659 w 12192001"/>
              <a:gd name="connsiteY144-1710" fmla="*/ 2243656 h 2344739"/>
              <a:gd name="connsiteX145-1711" fmla="*/ 5065790 w 12192001"/>
              <a:gd name="connsiteY145-1712" fmla="*/ 2250227 h 2344739"/>
              <a:gd name="connsiteX146-1713" fmla="*/ 5011514 w 12192001"/>
              <a:gd name="connsiteY146-1714" fmla="*/ 2233846 h 2344739"/>
              <a:gd name="connsiteX147-1715" fmla="*/ 4840441 w 12192001"/>
              <a:gd name="connsiteY147-1716" fmla="*/ 2209829 h 2344739"/>
              <a:gd name="connsiteX148-1717" fmla="*/ 4762447 w 12192001"/>
              <a:gd name="connsiteY148-1718" fmla="*/ 2182061 h 2344739"/>
              <a:gd name="connsiteX149-1719" fmla="*/ 4723186 w 12192001"/>
              <a:gd name="connsiteY149-1720" fmla="*/ 2173047 h 2344739"/>
              <a:gd name="connsiteX150-1721" fmla="*/ 4721176 w 12192001"/>
              <a:gd name="connsiteY150-1722" fmla="*/ 2172298 h 2344739"/>
              <a:gd name="connsiteX151-1723" fmla="*/ 4722111 w 12192001"/>
              <a:gd name="connsiteY151-1724" fmla="*/ 2172087 h 2344739"/>
              <a:gd name="connsiteX152-1725" fmla="*/ 4717202 w 12192001"/>
              <a:gd name="connsiteY152-1726" fmla="*/ 2170817 h 2344739"/>
              <a:gd name="connsiteX153-1727" fmla="*/ 4721176 w 12192001"/>
              <a:gd name="connsiteY153-1728" fmla="*/ 2172298 h 2344739"/>
              <a:gd name="connsiteX154-1729" fmla="*/ 4715526 w 12192001"/>
              <a:gd name="connsiteY154-1730" fmla="*/ 2173573 h 2344739"/>
              <a:gd name="connsiteX155-1731" fmla="*/ 4515814 w 12192001"/>
              <a:gd name="connsiteY155-1732" fmla="*/ 2163671 h 2344739"/>
              <a:gd name="connsiteX156-1733" fmla="*/ 4428543 w 12192001"/>
              <a:gd name="connsiteY156-1734" fmla="*/ 2153020 h 2344739"/>
              <a:gd name="connsiteX157-1735" fmla="*/ 4362875 w 12192001"/>
              <a:gd name="connsiteY157-1736" fmla="*/ 2151674 h 2344739"/>
              <a:gd name="connsiteX158-1737" fmla="*/ 4316966 w 12192001"/>
              <a:gd name="connsiteY158-1738" fmla="*/ 2158289 h 2344739"/>
              <a:gd name="connsiteX159-1739" fmla="*/ 4315110 w 12192001"/>
              <a:gd name="connsiteY159-1740" fmla="*/ 2156948 h 2344739"/>
              <a:gd name="connsiteX160-1741" fmla="*/ 4295144 w 12192001"/>
              <a:gd name="connsiteY160-1742" fmla="*/ 2155069 h 2344739"/>
              <a:gd name="connsiteX161-1743" fmla="*/ 4290064 w 12192001"/>
              <a:gd name="connsiteY161-1744" fmla="*/ 2157986 h 2344739"/>
              <a:gd name="connsiteX162-1745" fmla="*/ 4276142 w 12192001"/>
              <a:gd name="connsiteY162-1746" fmla="*/ 2157740 h 2344739"/>
              <a:gd name="connsiteX163-1747" fmla="*/ 4248117 w 12192001"/>
              <a:gd name="connsiteY163-1748" fmla="*/ 2160064 h 2344739"/>
              <a:gd name="connsiteX164-1749" fmla="*/ 4202051 w 12192001"/>
              <a:gd name="connsiteY164-1750" fmla="*/ 2157269 h 2344739"/>
              <a:gd name="connsiteX165-1751" fmla="*/ 4201745 w 12192001"/>
              <a:gd name="connsiteY165-1752" fmla="*/ 2156010 h 2344739"/>
              <a:gd name="connsiteX166-1753" fmla="*/ 4191248 w 12192001"/>
              <a:gd name="connsiteY166-1754" fmla="*/ 2150376 h 2344739"/>
              <a:gd name="connsiteX167-1755" fmla="*/ 4142745 w 12192001"/>
              <a:gd name="connsiteY167-1756" fmla="*/ 2134511 h 2344739"/>
              <a:gd name="connsiteX168-1757" fmla="*/ 4083097 w 12192001"/>
              <a:gd name="connsiteY168-1758" fmla="*/ 2107978 h 2344739"/>
              <a:gd name="connsiteX169-1759" fmla="*/ 4074546 w 12192001"/>
              <a:gd name="connsiteY169-1760" fmla="*/ 2107143 h 2344739"/>
              <a:gd name="connsiteX170-1761" fmla="*/ 4074427 w 12192001"/>
              <a:gd name="connsiteY170-1762" fmla="*/ 2106844 h 2344739"/>
              <a:gd name="connsiteX171-1763" fmla="*/ 4065510 w 12192001"/>
              <a:gd name="connsiteY171-1764" fmla="*/ 2105400 h 2344739"/>
              <a:gd name="connsiteX172-1765" fmla="*/ 4058954 w 12192001"/>
              <a:gd name="connsiteY172-1766" fmla="*/ 2105618 h 2344739"/>
              <a:gd name="connsiteX173-1767" fmla="*/ 4042364 w 12192001"/>
              <a:gd name="connsiteY173-1768" fmla="*/ 2103997 h 2344739"/>
              <a:gd name="connsiteX174-1769" fmla="*/ 4036997 w 12192001"/>
              <a:gd name="connsiteY174-1770" fmla="*/ 2101563 h 2344739"/>
              <a:gd name="connsiteX175-1771" fmla="*/ 4035363 w 12192001"/>
              <a:gd name="connsiteY175-1772" fmla="*/ 2097896 h 2344739"/>
              <a:gd name="connsiteX176-1773" fmla="*/ 4033778 w 12192001"/>
              <a:gd name="connsiteY176-1774" fmla="*/ 2098131 h 2344739"/>
              <a:gd name="connsiteX177-1775" fmla="*/ 4004538 w 12192001"/>
              <a:gd name="connsiteY177-1776" fmla="*/ 2085563 h 2344739"/>
              <a:gd name="connsiteX178-1777" fmla="*/ 3936846 w 12192001"/>
              <a:gd name="connsiteY178-1778" fmla="*/ 2068106 h 2344739"/>
              <a:gd name="connsiteX179-1779" fmla="*/ 3897275 w 12192001"/>
              <a:gd name="connsiteY179-1780" fmla="*/ 2062451 h 2344739"/>
              <a:gd name="connsiteX180-1781" fmla="*/ 3789760 w 12192001"/>
              <a:gd name="connsiteY180-1782" fmla="*/ 2042213 h 2344739"/>
              <a:gd name="connsiteX181-1783" fmla="*/ 3682513 w 12192001"/>
              <a:gd name="connsiteY181-1784" fmla="*/ 2018290 h 2344739"/>
              <a:gd name="connsiteX182-1785" fmla="*/ 3610035 w 12192001"/>
              <a:gd name="connsiteY182-1786" fmla="*/ 1986019 h 2344739"/>
              <a:gd name="connsiteX183-1787" fmla="*/ 3603855 w 12192001"/>
              <a:gd name="connsiteY183-1788" fmla="*/ 1987381 h 2344739"/>
              <a:gd name="connsiteX184-1789" fmla="*/ 3594736 w 12192001"/>
              <a:gd name="connsiteY184-1790" fmla="*/ 1987545 h 2344739"/>
              <a:gd name="connsiteX185-1791" fmla="*/ 3594501 w 12192001"/>
              <a:gd name="connsiteY185-1792" fmla="*/ 1987276 h 2344739"/>
              <a:gd name="connsiteX186-1793" fmla="*/ 3585978 w 12192001"/>
              <a:gd name="connsiteY186-1794" fmla="*/ 1987966 h 2344739"/>
              <a:gd name="connsiteX187-1795" fmla="*/ 3536135 w 12192001"/>
              <a:gd name="connsiteY187-1796" fmla="*/ 1978267 h 2344739"/>
              <a:gd name="connsiteX188-1797" fmla="*/ 3473223 w 12192001"/>
              <a:gd name="connsiteY188-1798" fmla="*/ 1974606 h 2344739"/>
              <a:gd name="connsiteX189-1799" fmla="*/ 3400728 w 12192001"/>
              <a:gd name="connsiteY189-1800" fmla="*/ 1962558 h 2344739"/>
              <a:gd name="connsiteX190-1801" fmla="*/ 3363888 w 12192001"/>
              <a:gd name="connsiteY190-1802" fmla="*/ 1979510 h 2344739"/>
              <a:gd name="connsiteX191-1803" fmla="*/ 3344026 w 12192001"/>
              <a:gd name="connsiteY191-1804" fmla="*/ 1981192 h 2344739"/>
              <a:gd name="connsiteX192-1805" fmla="*/ 3341698 w 12192001"/>
              <a:gd name="connsiteY192-1806" fmla="*/ 1980217 h 2344739"/>
              <a:gd name="connsiteX193-1807" fmla="*/ 3262356 w 12192001"/>
              <a:gd name="connsiteY193-1808" fmla="*/ 1986094 h 2344739"/>
              <a:gd name="connsiteX194-1809" fmla="*/ 3142556 w 12192001"/>
              <a:gd name="connsiteY194-1810" fmla="*/ 1993869 h 2344739"/>
              <a:gd name="connsiteX195-1811" fmla="*/ 3030291 w 12192001"/>
              <a:gd name="connsiteY195-1812" fmla="*/ 1996512 h 2344739"/>
              <a:gd name="connsiteX196-1813" fmla="*/ 2781569 w 12192001"/>
              <a:gd name="connsiteY196-1814" fmla="*/ 2018333 h 2344739"/>
              <a:gd name="connsiteX197-1815" fmla="*/ 2646527 w 12192001"/>
              <a:gd name="connsiteY197-1816" fmla="*/ 2028869 h 2344739"/>
              <a:gd name="connsiteX198-1817" fmla="*/ 2568028 w 12192001"/>
              <a:gd name="connsiteY198-1818" fmla="*/ 2002628 h 2344739"/>
              <a:gd name="connsiteX199-1819" fmla="*/ 2443255 w 12192001"/>
              <a:gd name="connsiteY199-1820" fmla="*/ 2016529 h 2344739"/>
              <a:gd name="connsiteX200-1821" fmla="*/ 2315112 w 12192001"/>
              <a:gd name="connsiteY200-1822" fmla="*/ 2024996 h 2344739"/>
              <a:gd name="connsiteX201-1823" fmla="*/ 2208578 w 12192001"/>
              <a:gd name="connsiteY201-1824" fmla="*/ 2019763 h 2344739"/>
              <a:gd name="connsiteX202-1825" fmla="*/ 2094665 w 12192001"/>
              <a:gd name="connsiteY202-1826" fmla="*/ 2003052 h 2344739"/>
              <a:gd name="connsiteX203-1827" fmla="*/ 1997356 w 12192001"/>
              <a:gd name="connsiteY203-1828" fmla="*/ 1995032 h 2344739"/>
              <a:gd name="connsiteX204-1829" fmla="*/ 1928172 w 12192001"/>
              <a:gd name="connsiteY204-1830" fmla="*/ 2016977 h 2344739"/>
              <a:gd name="connsiteX205-1831" fmla="*/ 1921650 w 12192001"/>
              <a:gd name="connsiteY205-1832" fmla="*/ 2012146 h 2344739"/>
              <a:gd name="connsiteX206-1833" fmla="*/ 1873080 w 12192001"/>
              <a:gd name="connsiteY206-1834" fmla="*/ 2013741 h 2344739"/>
              <a:gd name="connsiteX207-1835" fmla="*/ 1786655 w 12192001"/>
              <a:gd name="connsiteY207-1836" fmla="*/ 2041363 h 2344739"/>
              <a:gd name="connsiteX208-1837" fmla="*/ 1738204 w 12192001"/>
              <a:gd name="connsiteY208-1838" fmla="*/ 2036312 h 2344739"/>
              <a:gd name="connsiteX209-1839" fmla="*/ 1675071 w 12192001"/>
              <a:gd name="connsiteY209-1840" fmla="*/ 2019963 h 2344739"/>
              <a:gd name="connsiteX210-1841" fmla="*/ 1608669 w 12192001"/>
              <a:gd name="connsiteY210-1842" fmla="*/ 2013066 h 2344739"/>
              <a:gd name="connsiteX211-1843" fmla="*/ 1496110 w 12192001"/>
              <a:gd name="connsiteY211-1844" fmla="*/ 1987476 h 2344739"/>
              <a:gd name="connsiteX212-1845" fmla="*/ 1149979 w 12192001"/>
              <a:gd name="connsiteY212-1846" fmla="*/ 1938041 h 2344739"/>
              <a:gd name="connsiteX213-1847" fmla="*/ 858269 w 12192001"/>
              <a:gd name="connsiteY213-1848" fmla="*/ 1928608 h 2344739"/>
              <a:gd name="connsiteX214-1849" fmla="*/ 837540 w 12192001"/>
              <a:gd name="connsiteY214-1850" fmla="*/ 1929821 h 2344739"/>
              <a:gd name="connsiteX215-1851" fmla="*/ 816809 w 12192001"/>
              <a:gd name="connsiteY215-1852" fmla="*/ 1927857 h 2344739"/>
              <a:gd name="connsiteX216-1853" fmla="*/ 811506 w 12192001"/>
              <a:gd name="connsiteY216-1854" fmla="*/ 1930751 h 2344739"/>
              <a:gd name="connsiteX217-1855" fmla="*/ 797041 w 12192001"/>
              <a:gd name="connsiteY217-1856" fmla="*/ 1930446 h 2344739"/>
              <a:gd name="connsiteX218-1857" fmla="*/ 767901 w 12192001"/>
              <a:gd name="connsiteY218-1858" fmla="*/ 1932653 h 2344739"/>
              <a:gd name="connsiteX219-1859" fmla="*/ 763053 w 12192001"/>
              <a:gd name="connsiteY219-1860" fmla="*/ 1930432 h 2344739"/>
              <a:gd name="connsiteX220-1861" fmla="*/ 720047 w 12192001"/>
              <a:gd name="connsiteY220-1862" fmla="*/ 1929661 h 2344739"/>
              <a:gd name="connsiteX221-1863" fmla="*/ 719742 w 12192001"/>
              <a:gd name="connsiteY221-1864" fmla="*/ 1928399 h 2344739"/>
              <a:gd name="connsiteX222-1865" fmla="*/ 708875 w 12192001"/>
              <a:gd name="connsiteY222-1866" fmla="*/ 1922722 h 2344739"/>
              <a:gd name="connsiteX223-1867" fmla="*/ 596792 w 12192001"/>
              <a:gd name="connsiteY223-1868" fmla="*/ 1879864 h 2344739"/>
              <a:gd name="connsiteX224-1869" fmla="*/ 578535 w 12192001"/>
              <a:gd name="connsiteY224-1870" fmla="*/ 1877212 h 2344739"/>
              <a:gd name="connsiteX225-1871" fmla="*/ 571717 w 12192001"/>
              <a:gd name="connsiteY225-1872" fmla="*/ 1877401 h 2344739"/>
              <a:gd name="connsiteX226-1873" fmla="*/ 445099 w 12192001"/>
              <a:gd name="connsiteY226-1874" fmla="*/ 1839371 h 2344739"/>
              <a:gd name="connsiteX227-1875" fmla="*/ 404015 w 12192001"/>
              <a:gd name="connsiteY227-1876" fmla="*/ 1833548 h 2344739"/>
              <a:gd name="connsiteX228-1877" fmla="*/ 292435 w 12192001"/>
              <a:gd name="connsiteY228-1878" fmla="*/ 1812852 h 2344739"/>
              <a:gd name="connsiteX229-1879" fmla="*/ 118381 w 12192001"/>
              <a:gd name="connsiteY229-1880" fmla="*/ 1761047 h 2344739"/>
              <a:gd name="connsiteX230-1881" fmla="*/ 15526 w 12192001"/>
              <a:gd name="connsiteY230-1882" fmla="*/ 1758191 h 2344739"/>
              <a:gd name="connsiteX231-1883" fmla="*/ 2 w 12192001"/>
              <a:gd name="connsiteY231-1884" fmla="*/ 1752722 h 2344739"/>
              <a:gd name="connsiteX232-1885" fmla="*/ 1 w 12192001"/>
              <a:gd name="connsiteY232-1886" fmla="*/ 762497 h 2344739"/>
              <a:gd name="connsiteX233-1887" fmla="*/ 0 w 12192001"/>
              <a:gd name="connsiteY233-1888" fmla="*/ 762497 h 2344739"/>
              <a:gd name="connsiteX234-1889" fmla="*/ 0 w 12192001"/>
              <a:gd name="connsiteY234-1890" fmla="*/ 222213 h 2344739"/>
              <a:gd name="connsiteX235-1891" fmla="*/ 0 w 12192001"/>
              <a:gd name="connsiteY235-1892" fmla="*/ 0 h 2344739"/>
              <a:gd name="connsiteX0-1893" fmla="*/ 0 w 12192001"/>
              <a:gd name="connsiteY0-1894" fmla="*/ 0 h 2344739"/>
              <a:gd name="connsiteX1-1895" fmla="*/ 12192000 w 12192001"/>
              <a:gd name="connsiteY1-1896" fmla="*/ 0 h 2344739"/>
              <a:gd name="connsiteX2-1897" fmla="*/ 12192000 w 12192001"/>
              <a:gd name="connsiteY2-1898" fmla="*/ 222213 h 2344739"/>
              <a:gd name="connsiteX3-1899" fmla="*/ 12192000 w 12192001"/>
              <a:gd name="connsiteY3-1900" fmla="*/ 389190 h 2344739"/>
              <a:gd name="connsiteX4-1901" fmla="*/ 12192001 w 12192001"/>
              <a:gd name="connsiteY4-1902" fmla="*/ 579739 h 2344739"/>
              <a:gd name="connsiteX5-1903" fmla="*/ 12184838 w 12192001"/>
              <a:gd name="connsiteY5-1904" fmla="*/ 584189 h 2344739"/>
              <a:gd name="connsiteX6-1905" fmla="*/ 12155215 w 12192001"/>
              <a:gd name="connsiteY6-1906" fmla="*/ 597366 h 2344739"/>
              <a:gd name="connsiteX7-1907" fmla="*/ 12138067 w 12192001"/>
              <a:gd name="connsiteY7-1908" fmla="*/ 623179 h 2344739"/>
              <a:gd name="connsiteX8-1909" fmla="*/ 12125179 w 12192001"/>
              <a:gd name="connsiteY8-1910" fmla="*/ 624690 h 2344739"/>
              <a:gd name="connsiteX9-1911" fmla="*/ 12122859 w 12192001"/>
              <a:gd name="connsiteY9-1912" fmla="*/ 624794 h 2344739"/>
              <a:gd name="connsiteX10-1913" fmla="*/ 12115706 w 12192001"/>
              <a:gd name="connsiteY10-1914" fmla="*/ 628608 h 2344739"/>
              <a:gd name="connsiteX11-1915" fmla="*/ 12098349 w 12192001"/>
              <a:gd name="connsiteY11-1916" fmla="*/ 628139 h 2344739"/>
              <a:gd name="connsiteX12-1917" fmla="*/ 12085925 w 12192001"/>
              <a:gd name="connsiteY12-1918" fmla="*/ 636341 h 2344739"/>
              <a:gd name="connsiteX13-1919" fmla="*/ 12029925 w 12192001"/>
              <a:gd name="connsiteY13-1920" fmla="*/ 680009 h 2344739"/>
              <a:gd name="connsiteX14-1921" fmla="*/ 11994685 w 12192001"/>
              <a:gd name="connsiteY14-1922" fmla="*/ 703458 h 2344739"/>
              <a:gd name="connsiteX15-1923" fmla="*/ 11978569 w 12192001"/>
              <a:gd name="connsiteY15-1924" fmla="*/ 708161 h 2344739"/>
              <a:gd name="connsiteX16-1925" fmla="*/ 11957898 w 12192001"/>
              <a:gd name="connsiteY16-1926" fmla="*/ 717558 h 2344739"/>
              <a:gd name="connsiteX17-1927" fmla="*/ 11919306 w 12192001"/>
              <a:gd name="connsiteY17-1928" fmla="*/ 730883 h 2344739"/>
              <a:gd name="connsiteX18-1929" fmla="*/ 11902508 w 12192001"/>
              <a:gd name="connsiteY18-1930" fmla="*/ 742426 h 2344739"/>
              <a:gd name="connsiteX19-1931" fmla="*/ 11893900 w 12192001"/>
              <a:gd name="connsiteY19-1932" fmla="*/ 744791 h 2344739"/>
              <a:gd name="connsiteX20-1933" fmla="*/ 11890820 w 12192001"/>
              <a:gd name="connsiteY20-1934" fmla="*/ 755729 h 2344739"/>
              <a:gd name="connsiteX21-1935" fmla="*/ 11869628 w 12192001"/>
              <a:gd name="connsiteY21-1936" fmla="*/ 777816 h 2344739"/>
              <a:gd name="connsiteX22-1937" fmla="*/ 11812228 w 12192001"/>
              <a:gd name="connsiteY22-1938" fmla="*/ 797659 h 2344739"/>
              <a:gd name="connsiteX23-1939" fmla="*/ 11748619 w 12192001"/>
              <a:gd name="connsiteY23-1940" fmla="*/ 872002 h 2344739"/>
              <a:gd name="connsiteX24-1941" fmla="*/ 11595155 w 12192001"/>
              <a:gd name="connsiteY24-1942" fmla="*/ 918898 h 2344739"/>
              <a:gd name="connsiteX25-1943" fmla="*/ 11306392 w 12192001"/>
              <a:gd name="connsiteY25-1944" fmla="*/ 1272239 h 2344739"/>
              <a:gd name="connsiteX26-1945" fmla="*/ 11415912 w 12192001"/>
              <a:gd name="connsiteY26-1946" fmla="*/ 1173869 h 2344739"/>
              <a:gd name="connsiteX27-1947" fmla="*/ 11245526 w 12192001"/>
              <a:gd name="connsiteY27-1948" fmla="*/ 1274060 h 2344739"/>
              <a:gd name="connsiteX28-1949" fmla="*/ 11227161 w 12192001"/>
              <a:gd name="connsiteY28-1950" fmla="*/ 1276236 h 2344739"/>
              <a:gd name="connsiteX29-1951" fmla="*/ 11216939 w 12192001"/>
              <a:gd name="connsiteY29-1952" fmla="*/ 1275961 h 2344739"/>
              <a:gd name="connsiteX30-1953" fmla="*/ 11216036 w 12192001"/>
              <a:gd name="connsiteY30-1954" fmla="*/ 1275018 h 2344739"/>
              <a:gd name="connsiteX31-1955" fmla="*/ 11187737 w 12192001"/>
              <a:gd name="connsiteY31-1956" fmla="*/ 1292383 h 2344739"/>
              <a:gd name="connsiteX32-1957" fmla="*/ 11183353 w 12192001"/>
              <a:gd name="connsiteY32-1958" fmla="*/ 1292525 h 2344739"/>
              <a:gd name="connsiteX33-1959" fmla="*/ 11165706 w 12192001"/>
              <a:gd name="connsiteY33-1960" fmla="*/ 1306612 h 2344739"/>
              <a:gd name="connsiteX34-1961" fmla="*/ 11156163 w 12192001"/>
              <a:gd name="connsiteY34-1962" fmla="*/ 1312414 h 2344739"/>
              <a:gd name="connsiteX35-1963" fmla="*/ 11154348 w 12192001"/>
              <a:gd name="connsiteY35-1964" fmla="*/ 1317097 h 2344739"/>
              <a:gd name="connsiteX36-1965" fmla="*/ 11139813 w 12192001"/>
              <a:gd name="connsiteY36-1966" fmla="*/ 1324115 h 2344739"/>
              <a:gd name="connsiteX37-1967" fmla="*/ 11137813 w 12192001"/>
              <a:gd name="connsiteY37-1968" fmla="*/ 1323772 h 2344739"/>
              <a:gd name="connsiteX38-1969" fmla="*/ 11127060 w 12192001"/>
              <a:gd name="connsiteY38-1970" fmla="*/ 1333832 h 2344739"/>
              <a:gd name="connsiteX39-1971" fmla="*/ 11119543 w 12192001"/>
              <a:gd name="connsiteY39-1972" fmla="*/ 1347424 h 2344739"/>
              <a:gd name="connsiteX40-1973" fmla="*/ 10893535 w 12192001"/>
              <a:gd name="connsiteY40-1974" fmla="*/ 1473399 h 2344739"/>
              <a:gd name="connsiteX41-1975" fmla="*/ 10772152 w 12192001"/>
              <a:gd name="connsiteY41-1976" fmla="*/ 1523191 h 2344739"/>
              <a:gd name="connsiteX42-1977" fmla="*/ 10626520 w 12192001"/>
              <a:gd name="connsiteY42-1978" fmla="*/ 1559229 h 2344739"/>
              <a:gd name="connsiteX43-1979" fmla="*/ 10580747 w 12192001"/>
              <a:gd name="connsiteY43-1980" fmla="*/ 1568689 h 2344739"/>
              <a:gd name="connsiteX44-1981" fmla="*/ 10546642 w 12192001"/>
              <a:gd name="connsiteY44-1982" fmla="*/ 1598423 h 2344739"/>
              <a:gd name="connsiteX45-1983" fmla="*/ 10528495 w 12192001"/>
              <a:gd name="connsiteY45-1984" fmla="*/ 1596907 h 2344739"/>
              <a:gd name="connsiteX46-1985" fmla="*/ 10525298 w 12192001"/>
              <a:gd name="connsiteY46-1986" fmla="*/ 1596411 h 2344739"/>
              <a:gd name="connsiteX47-1987" fmla="*/ 10513981 w 12192001"/>
              <a:gd name="connsiteY47-1988" fmla="*/ 1599537 h 2344739"/>
              <a:gd name="connsiteX48-1989" fmla="*/ 10490587 w 12192001"/>
              <a:gd name="connsiteY48-1990" fmla="*/ 1594156 h 2344739"/>
              <a:gd name="connsiteX49-1991" fmla="*/ 10470270 w 12192001"/>
              <a:gd name="connsiteY49-1992" fmla="*/ 1601693 h 2344739"/>
              <a:gd name="connsiteX50-1993" fmla="*/ 10375894 w 12192001"/>
              <a:gd name="connsiteY50-1994" fmla="*/ 1644598 h 2344739"/>
              <a:gd name="connsiteX51-1995" fmla="*/ 10318190 w 12192001"/>
              <a:gd name="connsiteY51-1996" fmla="*/ 1666221 h 2344739"/>
              <a:gd name="connsiteX52-1997" fmla="*/ 10294319 w 12192001"/>
              <a:gd name="connsiteY52-1998" fmla="*/ 1668079 h 2344739"/>
              <a:gd name="connsiteX53-1999" fmla="*/ 10262295 w 12192001"/>
              <a:gd name="connsiteY53-2000" fmla="*/ 1674948 h 2344739"/>
              <a:gd name="connsiteX54-2001" fmla="*/ 10204270 w 12192001"/>
              <a:gd name="connsiteY54-2002" fmla="*/ 1682149 h 2344739"/>
              <a:gd name="connsiteX55-2003" fmla="*/ 10176611 w 12192001"/>
              <a:gd name="connsiteY55-2004" fmla="*/ 1692943 h 2344739"/>
              <a:gd name="connsiteX56-2005" fmla="*/ 10163922 w 12192001"/>
              <a:gd name="connsiteY56-2006" fmla="*/ 1693739 h 2344739"/>
              <a:gd name="connsiteX57-2007" fmla="*/ 10155160 w 12192001"/>
              <a:gd name="connsiteY57-2008" fmla="*/ 1707487 h 2344739"/>
              <a:gd name="connsiteX58-2009" fmla="*/ 10117119 w 12192001"/>
              <a:gd name="connsiteY58-2010" fmla="*/ 1731142 h 2344739"/>
              <a:gd name="connsiteX59-2011" fmla="*/ 10100445 w 12192001"/>
              <a:gd name="connsiteY59-2012" fmla="*/ 1742432 h 2344739"/>
              <a:gd name="connsiteX60-2013" fmla="*/ 10082169 w 12192001"/>
              <a:gd name="connsiteY60-2014" fmla="*/ 1743296 h 2344739"/>
              <a:gd name="connsiteX61-2015" fmla="*/ 10039240 w 12192001"/>
              <a:gd name="connsiteY61-2016" fmla="*/ 1741632 h 2344739"/>
              <a:gd name="connsiteX62-2017" fmla="*/ 9960019 w 12192001"/>
              <a:gd name="connsiteY62-2018" fmla="*/ 1757147 h 2344739"/>
              <a:gd name="connsiteX63-2019" fmla="*/ 9847792 w 12192001"/>
              <a:gd name="connsiteY63-2020" fmla="*/ 1763915 h 2344739"/>
              <a:gd name="connsiteX64-2021" fmla="*/ 9728309 w 12192001"/>
              <a:gd name="connsiteY64-2022" fmla="*/ 1784122 h 2344739"/>
              <a:gd name="connsiteX65-2023" fmla="*/ 9584507 w 12192001"/>
              <a:gd name="connsiteY65-2024" fmla="*/ 1795542 h 2344739"/>
              <a:gd name="connsiteX66-2025" fmla="*/ 9343052 w 12192001"/>
              <a:gd name="connsiteY66-2026" fmla="*/ 1841244 h 2344739"/>
              <a:gd name="connsiteX67-2027" fmla="*/ 9231370 w 12192001"/>
              <a:gd name="connsiteY67-2028" fmla="*/ 1893149 h 2344739"/>
              <a:gd name="connsiteX68-2029" fmla="*/ 9194810 w 12192001"/>
              <a:gd name="connsiteY68-2030" fmla="*/ 1903228 h 2344739"/>
              <a:gd name="connsiteX69-2031" fmla="*/ 9189246 w 12192001"/>
              <a:gd name="connsiteY69-2032" fmla="*/ 1912467 h 2344739"/>
              <a:gd name="connsiteX70-2033" fmla="*/ 9151232 w 12192001"/>
              <a:gd name="connsiteY70-2034" fmla="*/ 1923669 h 2344739"/>
              <a:gd name="connsiteX71-2035" fmla="*/ 9150210 w 12192001"/>
              <a:gd name="connsiteY71-2036" fmla="*/ 1922604 h 2344739"/>
              <a:gd name="connsiteX72-2037" fmla="*/ 9137318 w 12192001"/>
              <a:gd name="connsiteY72-2038" fmla="*/ 1920435 h 2344739"/>
              <a:gd name="connsiteX73-2039" fmla="*/ 9113812 w 12192001"/>
              <a:gd name="connsiteY73-2040" fmla="*/ 1919069 h 2344739"/>
              <a:gd name="connsiteX74-2041" fmla="*/ 9053453 w 12192001"/>
              <a:gd name="connsiteY74-2042" fmla="*/ 1910755 h 2344739"/>
              <a:gd name="connsiteX75-2043" fmla="*/ 9005486 w 12192001"/>
              <a:gd name="connsiteY75-2044" fmla="*/ 1914040 h 2344739"/>
              <a:gd name="connsiteX76-2045" fmla="*/ 9005201 w 12192001"/>
              <a:gd name="connsiteY76-2046" fmla="*/ 1913800 h 2344739"/>
              <a:gd name="connsiteX77-2047" fmla="*/ 8996232 w 12192001"/>
              <a:gd name="connsiteY77-2048" fmla="*/ 1915011 h 2344739"/>
              <a:gd name="connsiteX78-2049" fmla="*/ 8990394 w 12192001"/>
              <a:gd name="connsiteY78-2050" fmla="*/ 1917072 h 2344739"/>
              <a:gd name="connsiteX79-2051" fmla="*/ 8974337 w 12192001"/>
              <a:gd name="connsiteY79-2052" fmla="*/ 1920298 h 2344739"/>
              <a:gd name="connsiteX80-2053" fmla="*/ 8968011 w 12192001"/>
              <a:gd name="connsiteY80-2054" fmla="*/ 1919598 h 2344739"/>
              <a:gd name="connsiteX81-2055" fmla="*/ 8963048 w 12192001"/>
              <a:gd name="connsiteY81-2056" fmla="*/ 1917373 h 2344739"/>
              <a:gd name="connsiteX82-2057" fmla="*/ 8928988 w 12192001"/>
              <a:gd name="connsiteY82-2058" fmla="*/ 1914185 h 2344739"/>
              <a:gd name="connsiteX83-2059" fmla="*/ 8752444 w 12192001"/>
              <a:gd name="connsiteY83-2060" fmla="*/ 1933417 h 2344739"/>
              <a:gd name="connsiteX84-2061" fmla="*/ 8707847 w 12192001"/>
              <a:gd name="connsiteY84-2062" fmla="*/ 1935518 h 2344739"/>
              <a:gd name="connsiteX85-2063" fmla="*/ 8596071 w 12192001"/>
              <a:gd name="connsiteY85-2064" fmla="*/ 1944090 h 2344739"/>
              <a:gd name="connsiteX86-2065" fmla="*/ 8525230 w 12192001"/>
              <a:gd name="connsiteY86-2066" fmla="*/ 1929248 h 2344739"/>
              <a:gd name="connsiteX87-2067" fmla="*/ 8510983 w 12192001"/>
              <a:gd name="connsiteY87-2068" fmla="*/ 1935163 h 2344739"/>
              <a:gd name="connsiteX88-2069" fmla="*/ 8506167 w 12192001"/>
              <a:gd name="connsiteY88-2070" fmla="*/ 1938164 h 2344739"/>
              <a:gd name="connsiteX89-2071" fmla="*/ 8497968 w 12192001"/>
              <a:gd name="connsiteY89-2072" fmla="*/ 1940902 h 2344739"/>
              <a:gd name="connsiteX90-2073" fmla="*/ 8497594 w 12192001"/>
              <a:gd name="connsiteY90-2074" fmla="*/ 1940723 h 2344739"/>
              <a:gd name="connsiteX91-2075" fmla="*/ 8490249 w 12192001"/>
              <a:gd name="connsiteY91-2076" fmla="*/ 1943773 h 2344739"/>
              <a:gd name="connsiteX92-2077" fmla="*/ 8367182 w 12192001"/>
              <a:gd name="connsiteY92-2078" fmla="*/ 1957815 h 2344739"/>
              <a:gd name="connsiteX93-2079" fmla="*/ 8353799 w 12192001"/>
              <a:gd name="connsiteY93-2080" fmla="*/ 1958009 h 2344739"/>
              <a:gd name="connsiteX94-2081" fmla="*/ 8352373 w 12192001"/>
              <a:gd name="connsiteY94-2082" fmla="*/ 1957169 h 2344739"/>
              <a:gd name="connsiteX95-2083" fmla="*/ 8320104 w 12192001"/>
              <a:gd name="connsiteY95-2084" fmla="*/ 1974587 h 2344739"/>
              <a:gd name="connsiteX96-2085" fmla="*/ 8314433 w 12192001"/>
              <a:gd name="connsiteY96-2086" fmla="*/ 1974913 h 2344739"/>
              <a:gd name="connsiteX97-2087" fmla="*/ 8295174 w 12192001"/>
              <a:gd name="connsiteY97-2088" fmla="*/ 1988808 h 2344739"/>
              <a:gd name="connsiteX98-2089" fmla="*/ 8284276 w 12192001"/>
              <a:gd name="connsiteY98-2090" fmla="*/ 1994631 h 2344739"/>
              <a:gd name="connsiteX99-2091" fmla="*/ 8283150 w 12192001"/>
              <a:gd name="connsiteY99-2092" fmla="*/ 1999074 h 2344739"/>
              <a:gd name="connsiteX100-2093" fmla="*/ 8266076 w 12192001"/>
              <a:gd name="connsiteY100-2094" fmla="*/ 2006249 h 2344739"/>
              <a:gd name="connsiteX101-2095" fmla="*/ 8263377 w 12192001"/>
              <a:gd name="connsiteY101-2096" fmla="*/ 2006019 h 2344739"/>
              <a:gd name="connsiteX102-2097" fmla="*/ 8252033 w 12192001"/>
              <a:gd name="connsiteY102-2098" fmla="*/ 2015862 h 2344739"/>
              <a:gd name="connsiteX103-2099" fmla="*/ 8245834 w 12192001"/>
              <a:gd name="connsiteY103-2100" fmla="*/ 2028854 h 2344739"/>
              <a:gd name="connsiteX104-2101" fmla="*/ 8090272 w 12192001"/>
              <a:gd name="connsiteY104-2102" fmla="*/ 2075015 h 2344739"/>
              <a:gd name="connsiteX105-2103" fmla="*/ 7905407 w 12192001"/>
              <a:gd name="connsiteY105-2104" fmla="*/ 2116988 h 2344739"/>
              <a:gd name="connsiteX106-2105" fmla="*/ 7718745 w 12192001"/>
              <a:gd name="connsiteY106-2106" fmla="*/ 2142703 h 2344739"/>
              <a:gd name="connsiteX107-2107" fmla="*/ 7614347 w 12192001"/>
              <a:gd name="connsiteY107-2108" fmla="*/ 2139232 h 2344739"/>
              <a:gd name="connsiteX108-2109" fmla="*/ 7527543 w 12192001"/>
              <a:gd name="connsiteY108-2110" fmla="*/ 2145060 h 2344739"/>
              <a:gd name="connsiteX109-2111" fmla="*/ 7519571 w 12192001"/>
              <a:gd name="connsiteY109-2112" fmla="*/ 2147613 h 2344739"/>
              <a:gd name="connsiteX110-2113" fmla="*/ 7507411 w 12192001"/>
              <a:gd name="connsiteY110-2114" fmla="*/ 2148948 h 2344739"/>
              <a:gd name="connsiteX111-2115" fmla="*/ 7507040 w 12192001"/>
              <a:gd name="connsiteY111-2116" fmla="*/ 2148621 h 2344739"/>
              <a:gd name="connsiteX112-2117" fmla="*/ 7495795 w 12192001"/>
              <a:gd name="connsiteY112-2118" fmla="*/ 2150573 h 2344739"/>
              <a:gd name="connsiteX113-2119" fmla="*/ 7405391 w 12192001"/>
              <a:gd name="connsiteY113-2120" fmla="*/ 2142468 h 2344739"/>
              <a:gd name="connsiteX114-2121" fmla="*/ 7312180 w 12192001"/>
              <a:gd name="connsiteY114-2122" fmla="*/ 2132873 h 2344739"/>
              <a:gd name="connsiteX115-2123" fmla="*/ 7310853 w 12192001"/>
              <a:gd name="connsiteY115-2124" fmla="*/ 2131431 h 2344739"/>
              <a:gd name="connsiteX116-2125" fmla="*/ 7218559 w 12192001"/>
              <a:gd name="connsiteY116-2126" fmla="*/ 2156680 h 2344739"/>
              <a:gd name="connsiteX117-2127" fmla="*/ 7201101 w 12192001"/>
              <a:gd name="connsiteY117-2128" fmla="*/ 2161230 h 2344739"/>
              <a:gd name="connsiteX118-2129" fmla="*/ 7197004 w 12192001"/>
              <a:gd name="connsiteY118-2130" fmla="*/ 2166588 h 2344739"/>
              <a:gd name="connsiteX119-2131" fmla="*/ 7170808 w 12192001"/>
              <a:gd name="connsiteY119-2132" fmla="*/ 2171236 h 2344739"/>
              <a:gd name="connsiteX120-2133" fmla="*/ 7096988 w 12192001"/>
              <a:gd name="connsiteY120-2134" fmla="*/ 2183464 h 2344739"/>
              <a:gd name="connsiteX121-2135" fmla="*/ 7018496 w 12192001"/>
              <a:gd name="connsiteY121-2136" fmla="*/ 2183090 h 2344739"/>
              <a:gd name="connsiteX122-2137" fmla="*/ 6904146 w 12192001"/>
              <a:gd name="connsiteY122-2138" fmla="*/ 2212596 h 2344739"/>
              <a:gd name="connsiteX123-2139" fmla="*/ 6708222 w 12192001"/>
              <a:gd name="connsiteY123-2140" fmla="*/ 2240551 h 2344739"/>
              <a:gd name="connsiteX124-2141" fmla="*/ 6549454 w 12192001"/>
              <a:gd name="connsiteY124-2142" fmla="*/ 2269327 h 2344739"/>
              <a:gd name="connsiteX125-2143" fmla="*/ 6317560 w 12192001"/>
              <a:gd name="connsiteY125-2144" fmla="*/ 2316127 h 2344739"/>
              <a:gd name="connsiteX126-2145" fmla="*/ 6168674 w 12192001"/>
              <a:gd name="connsiteY126-2146" fmla="*/ 2318214 h 2344739"/>
              <a:gd name="connsiteX127-2147" fmla="*/ 6073848 w 12192001"/>
              <a:gd name="connsiteY127-2148" fmla="*/ 2338676 h 2344739"/>
              <a:gd name="connsiteX128-2149" fmla="*/ 6068529 w 12192001"/>
              <a:gd name="connsiteY128-2150" fmla="*/ 2337139 h 2344739"/>
              <a:gd name="connsiteX129-2151" fmla="*/ 6048638 w 12192001"/>
              <a:gd name="connsiteY129-2152" fmla="*/ 2337822 h 2344739"/>
              <a:gd name="connsiteX130-2153" fmla="*/ 6041285 w 12192001"/>
              <a:gd name="connsiteY130-2154" fmla="*/ 2329473 h 2344739"/>
              <a:gd name="connsiteX131-2155" fmla="*/ 6010090 w 12192001"/>
              <a:gd name="connsiteY131-2156" fmla="*/ 2324380 h 2344739"/>
              <a:gd name="connsiteX132-2157" fmla="*/ 5957375 w 12192001"/>
              <a:gd name="connsiteY132-2158" fmla="*/ 2328024 h 2344739"/>
              <a:gd name="connsiteX133-2159" fmla="*/ 5758919 w 12192001"/>
              <a:gd name="connsiteY133-2160" fmla="*/ 2343716 h 2344739"/>
              <a:gd name="connsiteX134-2161" fmla="*/ 5626960 w 12192001"/>
              <a:gd name="connsiteY134-2162" fmla="*/ 2344739 h 2344739"/>
              <a:gd name="connsiteX135-2163" fmla="*/ 5470906 w 12192001"/>
              <a:gd name="connsiteY135-2164" fmla="*/ 2330719 h 2344739"/>
              <a:gd name="connsiteX136-2165" fmla="*/ 5432761 w 12192001"/>
              <a:gd name="connsiteY136-2166" fmla="*/ 2319466 h 2344739"/>
              <a:gd name="connsiteX137-2167" fmla="*/ 5381669 w 12192001"/>
              <a:gd name="connsiteY137-2168" fmla="*/ 2301764 h 2344739"/>
              <a:gd name="connsiteX138-2169" fmla="*/ 5261764 w 12192001"/>
              <a:gd name="connsiteY138-2170" fmla="*/ 2281347 h 2344739"/>
              <a:gd name="connsiteX139-2171" fmla="*/ 5222961 w 12192001"/>
              <a:gd name="connsiteY139-2172" fmla="*/ 2270223 h 2344739"/>
              <a:gd name="connsiteX140-2173" fmla="*/ 5174660 w 12192001"/>
              <a:gd name="connsiteY140-2174" fmla="*/ 2267233 h 2344739"/>
              <a:gd name="connsiteX141-2175" fmla="*/ 5156554 w 12192001"/>
              <a:gd name="connsiteY141-2176" fmla="*/ 2260010 h 2344739"/>
              <a:gd name="connsiteX142-2177" fmla="*/ 5142599 w 12192001"/>
              <a:gd name="connsiteY142-2178" fmla="*/ 2256610 h 2344739"/>
              <a:gd name="connsiteX143-2179" fmla="*/ 5139596 w 12192001"/>
              <a:gd name="connsiteY143-2180" fmla="*/ 2254509 h 2344739"/>
              <a:gd name="connsiteX144-2181" fmla="*/ 5121659 w 12192001"/>
              <a:gd name="connsiteY144-2182" fmla="*/ 2243656 h 2344739"/>
              <a:gd name="connsiteX145-2183" fmla="*/ 5065790 w 12192001"/>
              <a:gd name="connsiteY145-2184" fmla="*/ 2250227 h 2344739"/>
              <a:gd name="connsiteX146-2185" fmla="*/ 5011514 w 12192001"/>
              <a:gd name="connsiteY146-2186" fmla="*/ 2233846 h 2344739"/>
              <a:gd name="connsiteX147-2187" fmla="*/ 4840441 w 12192001"/>
              <a:gd name="connsiteY147-2188" fmla="*/ 2209829 h 2344739"/>
              <a:gd name="connsiteX148-2189" fmla="*/ 4762447 w 12192001"/>
              <a:gd name="connsiteY148-2190" fmla="*/ 2182061 h 2344739"/>
              <a:gd name="connsiteX149-2191" fmla="*/ 4723186 w 12192001"/>
              <a:gd name="connsiteY149-2192" fmla="*/ 2173047 h 2344739"/>
              <a:gd name="connsiteX150-2193" fmla="*/ 4721176 w 12192001"/>
              <a:gd name="connsiteY150-2194" fmla="*/ 2172298 h 2344739"/>
              <a:gd name="connsiteX151-2195" fmla="*/ 4722111 w 12192001"/>
              <a:gd name="connsiteY151-2196" fmla="*/ 2172087 h 2344739"/>
              <a:gd name="connsiteX152-2197" fmla="*/ 4717202 w 12192001"/>
              <a:gd name="connsiteY152-2198" fmla="*/ 2170817 h 2344739"/>
              <a:gd name="connsiteX153-2199" fmla="*/ 4721176 w 12192001"/>
              <a:gd name="connsiteY153-2200" fmla="*/ 2172298 h 2344739"/>
              <a:gd name="connsiteX154-2201" fmla="*/ 4715526 w 12192001"/>
              <a:gd name="connsiteY154-2202" fmla="*/ 2173573 h 2344739"/>
              <a:gd name="connsiteX155-2203" fmla="*/ 4515814 w 12192001"/>
              <a:gd name="connsiteY155-2204" fmla="*/ 2163671 h 2344739"/>
              <a:gd name="connsiteX156-2205" fmla="*/ 4428543 w 12192001"/>
              <a:gd name="connsiteY156-2206" fmla="*/ 2153020 h 2344739"/>
              <a:gd name="connsiteX157-2207" fmla="*/ 4362875 w 12192001"/>
              <a:gd name="connsiteY157-2208" fmla="*/ 2151674 h 2344739"/>
              <a:gd name="connsiteX158-2209" fmla="*/ 4316966 w 12192001"/>
              <a:gd name="connsiteY158-2210" fmla="*/ 2158289 h 2344739"/>
              <a:gd name="connsiteX159-2211" fmla="*/ 4315110 w 12192001"/>
              <a:gd name="connsiteY159-2212" fmla="*/ 2156948 h 2344739"/>
              <a:gd name="connsiteX160-2213" fmla="*/ 4295144 w 12192001"/>
              <a:gd name="connsiteY160-2214" fmla="*/ 2155069 h 2344739"/>
              <a:gd name="connsiteX161-2215" fmla="*/ 4290064 w 12192001"/>
              <a:gd name="connsiteY161-2216" fmla="*/ 2157986 h 2344739"/>
              <a:gd name="connsiteX162-2217" fmla="*/ 4276142 w 12192001"/>
              <a:gd name="connsiteY162-2218" fmla="*/ 2157740 h 2344739"/>
              <a:gd name="connsiteX163-2219" fmla="*/ 4248117 w 12192001"/>
              <a:gd name="connsiteY163-2220" fmla="*/ 2160064 h 2344739"/>
              <a:gd name="connsiteX164-2221" fmla="*/ 4202051 w 12192001"/>
              <a:gd name="connsiteY164-2222" fmla="*/ 2157269 h 2344739"/>
              <a:gd name="connsiteX165-2223" fmla="*/ 4201745 w 12192001"/>
              <a:gd name="connsiteY165-2224" fmla="*/ 2156010 h 2344739"/>
              <a:gd name="connsiteX166-2225" fmla="*/ 4191248 w 12192001"/>
              <a:gd name="connsiteY166-2226" fmla="*/ 2150376 h 2344739"/>
              <a:gd name="connsiteX167-2227" fmla="*/ 4142745 w 12192001"/>
              <a:gd name="connsiteY167-2228" fmla="*/ 2134511 h 2344739"/>
              <a:gd name="connsiteX168-2229" fmla="*/ 4083097 w 12192001"/>
              <a:gd name="connsiteY168-2230" fmla="*/ 2107978 h 2344739"/>
              <a:gd name="connsiteX169-2231" fmla="*/ 4074546 w 12192001"/>
              <a:gd name="connsiteY169-2232" fmla="*/ 2107143 h 2344739"/>
              <a:gd name="connsiteX170-2233" fmla="*/ 4074427 w 12192001"/>
              <a:gd name="connsiteY170-2234" fmla="*/ 2106844 h 2344739"/>
              <a:gd name="connsiteX171-2235" fmla="*/ 4065510 w 12192001"/>
              <a:gd name="connsiteY171-2236" fmla="*/ 2105400 h 2344739"/>
              <a:gd name="connsiteX172-2237" fmla="*/ 4058954 w 12192001"/>
              <a:gd name="connsiteY172-2238" fmla="*/ 2105618 h 2344739"/>
              <a:gd name="connsiteX173-2239" fmla="*/ 4042364 w 12192001"/>
              <a:gd name="connsiteY173-2240" fmla="*/ 2103997 h 2344739"/>
              <a:gd name="connsiteX174-2241" fmla="*/ 4036997 w 12192001"/>
              <a:gd name="connsiteY174-2242" fmla="*/ 2101563 h 2344739"/>
              <a:gd name="connsiteX175-2243" fmla="*/ 4035363 w 12192001"/>
              <a:gd name="connsiteY175-2244" fmla="*/ 2097896 h 2344739"/>
              <a:gd name="connsiteX176-2245" fmla="*/ 4033778 w 12192001"/>
              <a:gd name="connsiteY176-2246" fmla="*/ 2098131 h 2344739"/>
              <a:gd name="connsiteX177-2247" fmla="*/ 4004538 w 12192001"/>
              <a:gd name="connsiteY177-2248" fmla="*/ 2085563 h 2344739"/>
              <a:gd name="connsiteX178-2249" fmla="*/ 3936846 w 12192001"/>
              <a:gd name="connsiteY178-2250" fmla="*/ 2068106 h 2344739"/>
              <a:gd name="connsiteX179-2251" fmla="*/ 3897275 w 12192001"/>
              <a:gd name="connsiteY179-2252" fmla="*/ 2062451 h 2344739"/>
              <a:gd name="connsiteX180-2253" fmla="*/ 3789760 w 12192001"/>
              <a:gd name="connsiteY180-2254" fmla="*/ 2042213 h 2344739"/>
              <a:gd name="connsiteX181-2255" fmla="*/ 3682513 w 12192001"/>
              <a:gd name="connsiteY181-2256" fmla="*/ 2018290 h 2344739"/>
              <a:gd name="connsiteX182-2257" fmla="*/ 3610035 w 12192001"/>
              <a:gd name="connsiteY182-2258" fmla="*/ 1986019 h 2344739"/>
              <a:gd name="connsiteX183-2259" fmla="*/ 3603855 w 12192001"/>
              <a:gd name="connsiteY183-2260" fmla="*/ 1987381 h 2344739"/>
              <a:gd name="connsiteX184-2261" fmla="*/ 3594736 w 12192001"/>
              <a:gd name="connsiteY184-2262" fmla="*/ 1987545 h 2344739"/>
              <a:gd name="connsiteX185-2263" fmla="*/ 3594501 w 12192001"/>
              <a:gd name="connsiteY185-2264" fmla="*/ 1987276 h 2344739"/>
              <a:gd name="connsiteX186-2265" fmla="*/ 3585978 w 12192001"/>
              <a:gd name="connsiteY186-2266" fmla="*/ 1987966 h 2344739"/>
              <a:gd name="connsiteX187-2267" fmla="*/ 3536135 w 12192001"/>
              <a:gd name="connsiteY187-2268" fmla="*/ 1978267 h 2344739"/>
              <a:gd name="connsiteX188-2269" fmla="*/ 3473223 w 12192001"/>
              <a:gd name="connsiteY188-2270" fmla="*/ 1974606 h 2344739"/>
              <a:gd name="connsiteX189-2271" fmla="*/ 3400728 w 12192001"/>
              <a:gd name="connsiteY189-2272" fmla="*/ 1962558 h 2344739"/>
              <a:gd name="connsiteX190-2273" fmla="*/ 3363888 w 12192001"/>
              <a:gd name="connsiteY190-2274" fmla="*/ 1979510 h 2344739"/>
              <a:gd name="connsiteX191-2275" fmla="*/ 3344026 w 12192001"/>
              <a:gd name="connsiteY191-2276" fmla="*/ 1981192 h 2344739"/>
              <a:gd name="connsiteX192-2277" fmla="*/ 3341698 w 12192001"/>
              <a:gd name="connsiteY192-2278" fmla="*/ 1980217 h 2344739"/>
              <a:gd name="connsiteX193-2279" fmla="*/ 3262356 w 12192001"/>
              <a:gd name="connsiteY193-2280" fmla="*/ 1986094 h 2344739"/>
              <a:gd name="connsiteX194-2281" fmla="*/ 3142556 w 12192001"/>
              <a:gd name="connsiteY194-2282" fmla="*/ 1993869 h 2344739"/>
              <a:gd name="connsiteX195-2283" fmla="*/ 3030291 w 12192001"/>
              <a:gd name="connsiteY195-2284" fmla="*/ 1996512 h 2344739"/>
              <a:gd name="connsiteX196-2285" fmla="*/ 2781569 w 12192001"/>
              <a:gd name="connsiteY196-2286" fmla="*/ 2018333 h 2344739"/>
              <a:gd name="connsiteX197-2287" fmla="*/ 2646527 w 12192001"/>
              <a:gd name="connsiteY197-2288" fmla="*/ 2028869 h 2344739"/>
              <a:gd name="connsiteX198-2289" fmla="*/ 2568028 w 12192001"/>
              <a:gd name="connsiteY198-2290" fmla="*/ 2002628 h 2344739"/>
              <a:gd name="connsiteX199-2291" fmla="*/ 2443255 w 12192001"/>
              <a:gd name="connsiteY199-2292" fmla="*/ 2016529 h 2344739"/>
              <a:gd name="connsiteX200-2293" fmla="*/ 2315112 w 12192001"/>
              <a:gd name="connsiteY200-2294" fmla="*/ 2024996 h 2344739"/>
              <a:gd name="connsiteX201-2295" fmla="*/ 2208578 w 12192001"/>
              <a:gd name="connsiteY201-2296" fmla="*/ 2019763 h 2344739"/>
              <a:gd name="connsiteX202-2297" fmla="*/ 2094665 w 12192001"/>
              <a:gd name="connsiteY202-2298" fmla="*/ 2003052 h 2344739"/>
              <a:gd name="connsiteX203-2299" fmla="*/ 1997356 w 12192001"/>
              <a:gd name="connsiteY203-2300" fmla="*/ 1995032 h 2344739"/>
              <a:gd name="connsiteX204-2301" fmla="*/ 1928172 w 12192001"/>
              <a:gd name="connsiteY204-2302" fmla="*/ 2016977 h 2344739"/>
              <a:gd name="connsiteX205-2303" fmla="*/ 1921650 w 12192001"/>
              <a:gd name="connsiteY205-2304" fmla="*/ 2012146 h 2344739"/>
              <a:gd name="connsiteX206-2305" fmla="*/ 1873080 w 12192001"/>
              <a:gd name="connsiteY206-2306" fmla="*/ 2013741 h 2344739"/>
              <a:gd name="connsiteX207-2307" fmla="*/ 1786655 w 12192001"/>
              <a:gd name="connsiteY207-2308" fmla="*/ 2041363 h 2344739"/>
              <a:gd name="connsiteX208-2309" fmla="*/ 1738204 w 12192001"/>
              <a:gd name="connsiteY208-2310" fmla="*/ 2036312 h 2344739"/>
              <a:gd name="connsiteX209-2311" fmla="*/ 1675071 w 12192001"/>
              <a:gd name="connsiteY209-2312" fmla="*/ 2019963 h 2344739"/>
              <a:gd name="connsiteX210-2313" fmla="*/ 1608669 w 12192001"/>
              <a:gd name="connsiteY210-2314" fmla="*/ 2013066 h 2344739"/>
              <a:gd name="connsiteX211-2315" fmla="*/ 1496110 w 12192001"/>
              <a:gd name="connsiteY211-2316" fmla="*/ 1987476 h 2344739"/>
              <a:gd name="connsiteX212-2317" fmla="*/ 1149979 w 12192001"/>
              <a:gd name="connsiteY212-2318" fmla="*/ 1938041 h 2344739"/>
              <a:gd name="connsiteX213-2319" fmla="*/ 858269 w 12192001"/>
              <a:gd name="connsiteY213-2320" fmla="*/ 1928608 h 2344739"/>
              <a:gd name="connsiteX214-2321" fmla="*/ 837540 w 12192001"/>
              <a:gd name="connsiteY214-2322" fmla="*/ 1929821 h 2344739"/>
              <a:gd name="connsiteX215-2323" fmla="*/ 816809 w 12192001"/>
              <a:gd name="connsiteY215-2324" fmla="*/ 1927857 h 2344739"/>
              <a:gd name="connsiteX216-2325" fmla="*/ 811506 w 12192001"/>
              <a:gd name="connsiteY216-2326" fmla="*/ 1930751 h 2344739"/>
              <a:gd name="connsiteX217-2327" fmla="*/ 797041 w 12192001"/>
              <a:gd name="connsiteY217-2328" fmla="*/ 1930446 h 2344739"/>
              <a:gd name="connsiteX218-2329" fmla="*/ 767901 w 12192001"/>
              <a:gd name="connsiteY218-2330" fmla="*/ 1932653 h 2344739"/>
              <a:gd name="connsiteX219-2331" fmla="*/ 763053 w 12192001"/>
              <a:gd name="connsiteY219-2332" fmla="*/ 1930432 h 2344739"/>
              <a:gd name="connsiteX220-2333" fmla="*/ 720047 w 12192001"/>
              <a:gd name="connsiteY220-2334" fmla="*/ 1929661 h 2344739"/>
              <a:gd name="connsiteX221-2335" fmla="*/ 719742 w 12192001"/>
              <a:gd name="connsiteY221-2336" fmla="*/ 1928399 h 2344739"/>
              <a:gd name="connsiteX222-2337" fmla="*/ 708875 w 12192001"/>
              <a:gd name="connsiteY222-2338" fmla="*/ 1922722 h 2344739"/>
              <a:gd name="connsiteX223-2339" fmla="*/ 596792 w 12192001"/>
              <a:gd name="connsiteY223-2340" fmla="*/ 1879864 h 2344739"/>
              <a:gd name="connsiteX224-2341" fmla="*/ 578535 w 12192001"/>
              <a:gd name="connsiteY224-2342" fmla="*/ 1877212 h 2344739"/>
              <a:gd name="connsiteX225-2343" fmla="*/ 571717 w 12192001"/>
              <a:gd name="connsiteY225-2344" fmla="*/ 1877401 h 2344739"/>
              <a:gd name="connsiteX226-2345" fmla="*/ 445099 w 12192001"/>
              <a:gd name="connsiteY226-2346" fmla="*/ 1839371 h 2344739"/>
              <a:gd name="connsiteX227-2347" fmla="*/ 404015 w 12192001"/>
              <a:gd name="connsiteY227-2348" fmla="*/ 1833548 h 2344739"/>
              <a:gd name="connsiteX228-2349" fmla="*/ 292435 w 12192001"/>
              <a:gd name="connsiteY228-2350" fmla="*/ 1812852 h 2344739"/>
              <a:gd name="connsiteX229-2351" fmla="*/ 118381 w 12192001"/>
              <a:gd name="connsiteY229-2352" fmla="*/ 1761047 h 2344739"/>
              <a:gd name="connsiteX230-2353" fmla="*/ 15526 w 12192001"/>
              <a:gd name="connsiteY230-2354" fmla="*/ 1758191 h 2344739"/>
              <a:gd name="connsiteX231-2355" fmla="*/ 2 w 12192001"/>
              <a:gd name="connsiteY231-2356" fmla="*/ 1752722 h 2344739"/>
              <a:gd name="connsiteX232-2357" fmla="*/ 1 w 12192001"/>
              <a:gd name="connsiteY232-2358" fmla="*/ 762497 h 2344739"/>
              <a:gd name="connsiteX233-2359" fmla="*/ 0 w 12192001"/>
              <a:gd name="connsiteY233-2360" fmla="*/ 762497 h 2344739"/>
              <a:gd name="connsiteX234-2361" fmla="*/ 0 w 12192001"/>
              <a:gd name="connsiteY234-2362" fmla="*/ 222213 h 2344739"/>
              <a:gd name="connsiteX235-2363" fmla="*/ 0 w 12192001"/>
              <a:gd name="connsiteY235-2364" fmla="*/ 0 h 2344739"/>
              <a:gd name="connsiteX0-2365" fmla="*/ 0 w 12192001"/>
              <a:gd name="connsiteY0-2366" fmla="*/ 0 h 2344739"/>
              <a:gd name="connsiteX1-2367" fmla="*/ 12192000 w 12192001"/>
              <a:gd name="connsiteY1-2368" fmla="*/ 0 h 2344739"/>
              <a:gd name="connsiteX2-2369" fmla="*/ 12192000 w 12192001"/>
              <a:gd name="connsiteY2-2370" fmla="*/ 222213 h 2344739"/>
              <a:gd name="connsiteX3-2371" fmla="*/ 12192000 w 12192001"/>
              <a:gd name="connsiteY3-2372" fmla="*/ 389190 h 2344739"/>
              <a:gd name="connsiteX4-2373" fmla="*/ 12192001 w 12192001"/>
              <a:gd name="connsiteY4-2374" fmla="*/ 579739 h 2344739"/>
              <a:gd name="connsiteX5-2375" fmla="*/ 12184838 w 12192001"/>
              <a:gd name="connsiteY5-2376" fmla="*/ 584189 h 2344739"/>
              <a:gd name="connsiteX6-2377" fmla="*/ 12155215 w 12192001"/>
              <a:gd name="connsiteY6-2378" fmla="*/ 597366 h 2344739"/>
              <a:gd name="connsiteX7-2379" fmla="*/ 12138067 w 12192001"/>
              <a:gd name="connsiteY7-2380" fmla="*/ 623179 h 2344739"/>
              <a:gd name="connsiteX8-2381" fmla="*/ 12125179 w 12192001"/>
              <a:gd name="connsiteY8-2382" fmla="*/ 624690 h 2344739"/>
              <a:gd name="connsiteX9-2383" fmla="*/ 12122859 w 12192001"/>
              <a:gd name="connsiteY9-2384" fmla="*/ 624794 h 2344739"/>
              <a:gd name="connsiteX10-2385" fmla="*/ 12115706 w 12192001"/>
              <a:gd name="connsiteY10-2386" fmla="*/ 628608 h 2344739"/>
              <a:gd name="connsiteX11-2387" fmla="*/ 12098349 w 12192001"/>
              <a:gd name="connsiteY11-2388" fmla="*/ 628139 h 2344739"/>
              <a:gd name="connsiteX12-2389" fmla="*/ 12085925 w 12192001"/>
              <a:gd name="connsiteY12-2390" fmla="*/ 636341 h 2344739"/>
              <a:gd name="connsiteX13-2391" fmla="*/ 12029925 w 12192001"/>
              <a:gd name="connsiteY13-2392" fmla="*/ 680009 h 2344739"/>
              <a:gd name="connsiteX14-2393" fmla="*/ 11994685 w 12192001"/>
              <a:gd name="connsiteY14-2394" fmla="*/ 703458 h 2344739"/>
              <a:gd name="connsiteX15-2395" fmla="*/ 11978569 w 12192001"/>
              <a:gd name="connsiteY15-2396" fmla="*/ 708161 h 2344739"/>
              <a:gd name="connsiteX16-2397" fmla="*/ 11957898 w 12192001"/>
              <a:gd name="connsiteY16-2398" fmla="*/ 717558 h 2344739"/>
              <a:gd name="connsiteX17-2399" fmla="*/ 11919306 w 12192001"/>
              <a:gd name="connsiteY17-2400" fmla="*/ 730883 h 2344739"/>
              <a:gd name="connsiteX18-2401" fmla="*/ 11902508 w 12192001"/>
              <a:gd name="connsiteY18-2402" fmla="*/ 742426 h 2344739"/>
              <a:gd name="connsiteX19-2403" fmla="*/ 11893900 w 12192001"/>
              <a:gd name="connsiteY19-2404" fmla="*/ 744791 h 2344739"/>
              <a:gd name="connsiteX20-2405" fmla="*/ 11890820 w 12192001"/>
              <a:gd name="connsiteY20-2406" fmla="*/ 755729 h 2344739"/>
              <a:gd name="connsiteX21-2407" fmla="*/ 11869628 w 12192001"/>
              <a:gd name="connsiteY21-2408" fmla="*/ 777816 h 2344739"/>
              <a:gd name="connsiteX22-2409" fmla="*/ 11812228 w 12192001"/>
              <a:gd name="connsiteY22-2410" fmla="*/ 797659 h 2344739"/>
              <a:gd name="connsiteX23-2411" fmla="*/ 11748619 w 12192001"/>
              <a:gd name="connsiteY23-2412" fmla="*/ 872002 h 2344739"/>
              <a:gd name="connsiteX24-2413" fmla="*/ 11595155 w 12192001"/>
              <a:gd name="connsiteY24-2414" fmla="*/ 918898 h 2344739"/>
              <a:gd name="connsiteX25-2415" fmla="*/ 11306392 w 12192001"/>
              <a:gd name="connsiteY25-2416" fmla="*/ 1272239 h 2344739"/>
              <a:gd name="connsiteX26-2417" fmla="*/ 11415912 w 12192001"/>
              <a:gd name="connsiteY26-2418" fmla="*/ 1173869 h 2344739"/>
              <a:gd name="connsiteX27-2419" fmla="*/ 11245526 w 12192001"/>
              <a:gd name="connsiteY27-2420" fmla="*/ 1274060 h 2344739"/>
              <a:gd name="connsiteX28-2421" fmla="*/ 11227161 w 12192001"/>
              <a:gd name="connsiteY28-2422" fmla="*/ 1276236 h 2344739"/>
              <a:gd name="connsiteX29-2423" fmla="*/ 11216939 w 12192001"/>
              <a:gd name="connsiteY29-2424" fmla="*/ 1275961 h 2344739"/>
              <a:gd name="connsiteX30-2425" fmla="*/ 11216036 w 12192001"/>
              <a:gd name="connsiteY30-2426" fmla="*/ 1275018 h 2344739"/>
              <a:gd name="connsiteX31-2427" fmla="*/ 11187737 w 12192001"/>
              <a:gd name="connsiteY31-2428" fmla="*/ 1292383 h 2344739"/>
              <a:gd name="connsiteX32-2429" fmla="*/ 11183353 w 12192001"/>
              <a:gd name="connsiteY32-2430" fmla="*/ 1292525 h 2344739"/>
              <a:gd name="connsiteX33-2431" fmla="*/ 11165706 w 12192001"/>
              <a:gd name="connsiteY33-2432" fmla="*/ 1306612 h 2344739"/>
              <a:gd name="connsiteX34-2433" fmla="*/ 11156163 w 12192001"/>
              <a:gd name="connsiteY34-2434" fmla="*/ 1312414 h 2344739"/>
              <a:gd name="connsiteX35-2435" fmla="*/ 11154348 w 12192001"/>
              <a:gd name="connsiteY35-2436" fmla="*/ 1317097 h 2344739"/>
              <a:gd name="connsiteX36-2437" fmla="*/ 11139813 w 12192001"/>
              <a:gd name="connsiteY36-2438" fmla="*/ 1324115 h 2344739"/>
              <a:gd name="connsiteX37-2439" fmla="*/ 11137813 w 12192001"/>
              <a:gd name="connsiteY37-2440" fmla="*/ 1323772 h 2344739"/>
              <a:gd name="connsiteX38-2441" fmla="*/ 11127060 w 12192001"/>
              <a:gd name="connsiteY38-2442" fmla="*/ 1333832 h 2344739"/>
              <a:gd name="connsiteX39-2443" fmla="*/ 11119543 w 12192001"/>
              <a:gd name="connsiteY39-2444" fmla="*/ 1347424 h 2344739"/>
              <a:gd name="connsiteX40-2445" fmla="*/ 10893535 w 12192001"/>
              <a:gd name="connsiteY40-2446" fmla="*/ 1473399 h 2344739"/>
              <a:gd name="connsiteX41-2447" fmla="*/ 10772152 w 12192001"/>
              <a:gd name="connsiteY41-2448" fmla="*/ 1523191 h 2344739"/>
              <a:gd name="connsiteX42-2449" fmla="*/ 10626520 w 12192001"/>
              <a:gd name="connsiteY42-2450" fmla="*/ 1559229 h 2344739"/>
              <a:gd name="connsiteX43-2451" fmla="*/ 10580747 w 12192001"/>
              <a:gd name="connsiteY43-2452" fmla="*/ 1568689 h 2344739"/>
              <a:gd name="connsiteX44-2453" fmla="*/ 10546642 w 12192001"/>
              <a:gd name="connsiteY44-2454" fmla="*/ 1598423 h 2344739"/>
              <a:gd name="connsiteX45-2455" fmla="*/ 10528495 w 12192001"/>
              <a:gd name="connsiteY45-2456" fmla="*/ 1596907 h 2344739"/>
              <a:gd name="connsiteX46-2457" fmla="*/ 10525298 w 12192001"/>
              <a:gd name="connsiteY46-2458" fmla="*/ 1596411 h 2344739"/>
              <a:gd name="connsiteX47-2459" fmla="*/ 10513981 w 12192001"/>
              <a:gd name="connsiteY47-2460" fmla="*/ 1599537 h 2344739"/>
              <a:gd name="connsiteX48-2461" fmla="*/ 10490587 w 12192001"/>
              <a:gd name="connsiteY48-2462" fmla="*/ 1594156 h 2344739"/>
              <a:gd name="connsiteX49-2463" fmla="*/ 10470270 w 12192001"/>
              <a:gd name="connsiteY49-2464" fmla="*/ 1601693 h 2344739"/>
              <a:gd name="connsiteX50-2465" fmla="*/ 10375894 w 12192001"/>
              <a:gd name="connsiteY50-2466" fmla="*/ 1644598 h 2344739"/>
              <a:gd name="connsiteX51-2467" fmla="*/ 10318190 w 12192001"/>
              <a:gd name="connsiteY51-2468" fmla="*/ 1666221 h 2344739"/>
              <a:gd name="connsiteX52-2469" fmla="*/ 10294319 w 12192001"/>
              <a:gd name="connsiteY52-2470" fmla="*/ 1668079 h 2344739"/>
              <a:gd name="connsiteX53-2471" fmla="*/ 10262295 w 12192001"/>
              <a:gd name="connsiteY53-2472" fmla="*/ 1674948 h 2344739"/>
              <a:gd name="connsiteX54-2473" fmla="*/ 10204270 w 12192001"/>
              <a:gd name="connsiteY54-2474" fmla="*/ 1682149 h 2344739"/>
              <a:gd name="connsiteX55-2475" fmla="*/ 10176611 w 12192001"/>
              <a:gd name="connsiteY55-2476" fmla="*/ 1692943 h 2344739"/>
              <a:gd name="connsiteX56-2477" fmla="*/ 10163922 w 12192001"/>
              <a:gd name="connsiteY56-2478" fmla="*/ 1693739 h 2344739"/>
              <a:gd name="connsiteX57-2479" fmla="*/ 10155160 w 12192001"/>
              <a:gd name="connsiteY57-2480" fmla="*/ 1707487 h 2344739"/>
              <a:gd name="connsiteX58-2481" fmla="*/ 10117119 w 12192001"/>
              <a:gd name="connsiteY58-2482" fmla="*/ 1731142 h 2344739"/>
              <a:gd name="connsiteX59-2483" fmla="*/ 10100445 w 12192001"/>
              <a:gd name="connsiteY59-2484" fmla="*/ 1742432 h 2344739"/>
              <a:gd name="connsiteX60-2485" fmla="*/ 10082169 w 12192001"/>
              <a:gd name="connsiteY60-2486" fmla="*/ 1743296 h 2344739"/>
              <a:gd name="connsiteX61-2487" fmla="*/ 10039240 w 12192001"/>
              <a:gd name="connsiteY61-2488" fmla="*/ 1741632 h 2344739"/>
              <a:gd name="connsiteX62-2489" fmla="*/ 9960019 w 12192001"/>
              <a:gd name="connsiteY62-2490" fmla="*/ 1757147 h 2344739"/>
              <a:gd name="connsiteX63-2491" fmla="*/ 9847792 w 12192001"/>
              <a:gd name="connsiteY63-2492" fmla="*/ 1763915 h 2344739"/>
              <a:gd name="connsiteX64-2493" fmla="*/ 9728309 w 12192001"/>
              <a:gd name="connsiteY64-2494" fmla="*/ 1784122 h 2344739"/>
              <a:gd name="connsiteX65-2495" fmla="*/ 9584507 w 12192001"/>
              <a:gd name="connsiteY65-2496" fmla="*/ 1795542 h 2344739"/>
              <a:gd name="connsiteX66-2497" fmla="*/ 9343052 w 12192001"/>
              <a:gd name="connsiteY66-2498" fmla="*/ 1841244 h 2344739"/>
              <a:gd name="connsiteX67-2499" fmla="*/ 9231370 w 12192001"/>
              <a:gd name="connsiteY67-2500" fmla="*/ 1893149 h 2344739"/>
              <a:gd name="connsiteX68-2501" fmla="*/ 9194810 w 12192001"/>
              <a:gd name="connsiteY68-2502" fmla="*/ 1903228 h 2344739"/>
              <a:gd name="connsiteX69-2503" fmla="*/ 9189246 w 12192001"/>
              <a:gd name="connsiteY69-2504" fmla="*/ 1912467 h 2344739"/>
              <a:gd name="connsiteX70-2505" fmla="*/ 9151232 w 12192001"/>
              <a:gd name="connsiteY70-2506" fmla="*/ 1923669 h 2344739"/>
              <a:gd name="connsiteX71-2507" fmla="*/ 9150210 w 12192001"/>
              <a:gd name="connsiteY71-2508" fmla="*/ 1922604 h 2344739"/>
              <a:gd name="connsiteX72-2509" fmla="*/ 9137318 w 12192001"/>
              <a:gd name="connsiteY72-2510" fmla="*/ 1920435 h 2344739"/>
              <a:gd name="connsiteX73-2511" fmla="*/ 9113812 w 12192001"/>
              <a:gd name="connsiteY73-2512" fmla="*/ 1919069 h 2344739"/>
              <a:gd name="connsiteX74-2513" fmla="*/ 9053453 w 12192001"/>
              <a:gd name="connsiteY74-2514" fmla="*/ 1910755 h 2344739"/>
              <a:gd name="connsiteX75-2515" fmla="*/ 9005486 w 12192001"/>
              <a:gd name="connsiteY75-2516" fmla="*/ 1914040 h 2344739"/>
              <a:gd name="connsiteX76-2517" fmla="*/ 9005201 w 12192001"/>
              <a:gd name="connsiteY76-2518" fmla="*/ 1913800 h 2344739"/>
              <a:gd name="connsiteX77-2519" fmla="*/ 8996232 w 12192001"/>
              <a:gd name="connsiteY77-2520" fmla="*/ 1915011 h 2344739"/>
              <a:gd name="connsiteX78-2521" fmla="*/ 8990394 w 12192001"/>
              <a:gd name="connsiteY78-2522" fmla="*/ 1917072 h 2344739"/>
              <a:gd name="connsiteX79-2523" fmla="*/ 8974337 w 12192001"/>
              <a:gd name="connsiteY79-2524" fmla="*/ 1920298 h 2344739"/>
              <a:gd name="connsiteX80-2525" fmla="*/ 8968011 w 12192001"/>
              <a:gd name="connsiteY80-2526" fmla="*/ 1919598 h 2344739"/>
              <a:gd name="connsiteX81-2527" fmla="*/ 8963048 w 12192001"/>
              <a:gd name="connsiteY81-2528" fmla="*/ 1917373 h 2344739"/>
              <a:gd name="connsiteX82-2529" fmla="*/ 8928988 w 12192001"/>
              <a:gd name="connsiteY82-2530" fmla="*/ 1914185 h 2344739"/>
              <a:gd name="connsiteX83-2531" fmla="*/ 8752444 w 12192001"/>
              <a:gd name="connsiteY83-2532" fmla="*/ 1933417 h 2344739"/>
              <a:gd name="connsiteX84-2533" fmla="*/ 8707847 w 12192001"/>
              <a:gd name="connsiteY84-2534" fmla="*/ 1935518 h 2344739"/>
              <a:gd name="connsiteX85-2535" fmla="*/ 8596071 w 12192001"/>
              <a:gd name="connsiteY85-2536" fmla="*/ 1944090 h 2344739"/>
              <a:gd name="connsiteX86-2537" fmla="*/ 8525230 w 12192001"/>
              <a:gd name="connsiteY86-2538" fmla="*/ 1929248 h 2344739"/>
              <a:gd name="connsiteX87-2539" fmla="*/ 8510983 w 12192001"/>
              <a:gd name="connsiteY87-2540" fmla="*/ 1935163 h 2344739"/>
              <a:gd name="connsiteX88-2541" fmla="*/ 8506167 w 12192001"/>
              <a:gd name="connsiteY88-2542" fmla="*/ 1938164 h 2344739"/>
              <a:gd name="connsiteX89-2543" fmla="*/ 8497968 w 12192001"/>
              <a:gd name="connsiteY89-2544" fmla="*/ 1940902 h 2344739"/>
              <a:gd name="connsiteX90-2545" fmla="*/ 8497594 w 12192001"/>
              <a:gd name="connsiteY90-2546" fmla="*/ 1940723 h 2344739"/>
              <a:gd name="connsiteX91-2547" fmla="*/ 8490249 w 12192001"/>
              <a:gd name="connsiteY91-2548" fmla="*/ 1943773 h 2344739"/>
              <a:gd name="connsiteX92-2549" fmla="*/ 8367182 w 12192001"/>
              <a:gd name="connsiteY92-2550" fmla="*/ 1957815 h 2344739"/>
              <a:gd name="connsiteX93-2551" fmla="*/ 8353799 w 12192001"/>
              <a:gd name="connsiteY93-2552" fmla="*/ 1958009 h 2344739"/>
              <a:gd name="connsiteX94-2553" fmla="*/ 8352373 w 12192001"/>
              <a:gd name="connsiteY94-2554" fmla="*/ 1957169 h 2344739"/>
              <a:gd name="connsiteX95-2555" fmla="*/ 8320104 w 12192001"/>
              <a:gd name="connsiteY95-2556" fmla="*/ 1974587 h 2344739"/>
              <a:gd name="connsiteX96-2557" fmla="*/ 8314433 w 12192001"/>
              <a:gd name="connsiteY96-2558" fmla="*/ 1974913 h 2344739"/>
              <a:gd name="connsiteX97-2559" fmla="*/ 8295174 w 12192001"/>
              <a:gd name="connsiteY97-2560" fmla="*/ 1988808 h 2344739"/>
              <a:gd name="connsiteX98-2561" fmla="*/ 8284276 w 12192001"/>
              <a:gd name="connsiteY98-2562" fmla="*/ 1994631 h 2344739"/>
              <a:gd name="connsiteX99-2563" fmla="*/ 8283150 w 12192001"/>
              <a:gd name="connsiteY99-2564" fmla="*/ 1999074 h 2344739"/>
              <a:gd name="connsiteX100-2565" fmla="*/ 8266076 w 12192001"/>
              <a:gd name="connsiteY100-2566" fmla="*/ 2006249 h 2344739"/>
              <a:gd name="connsiteX101-2567" fmla="*/ 8263377 w 12192001"/>
              <a:gd name="connsiteY101-2568" fmla="*/ 2006019 h 2344739"/>
              <a:gd name="connsiteX102-2569" fmla="*/ 8252033 w 12192001"/>
              <a:gd name="connsiteY102-2570" fmla="*/ 2015862 h 2344739"/>
              <a:gd name="connsiteX103-2571" fmla="*/ 8245834 w 12192001"/>
              <a:gd name="connsiteY103-2572" fmla="*/ 2028854 h 2344739"/>
              <a:gd name="connsiteX104-2573" fmla="*/ 8090272 w 12192001"/>
              <a:gd name="connsiteY104-2574" fmla="*/ 2075015 h 2344739"/>
              <a:gd name="connsiteX105-2575" fmla="*/ 7905407 w 12192001"/>
              <a:gd name="connsiteY105-2576" fmla="*/ 2116988 h 2344739"/>
              <a:gd name="connsiteX106-2577" fmla="*/ 7718745 w 12192001"/>
              <a:gd name="connsiteY106-2578" fmla="*/ 2142703 h 2344739"/>
              <a:gd name="connsiteX107-2579" fmla="*/ 7614347 w 12192001"/>
              <a:gd name="connsiteY107-2580" fmla="*/ 2139232 h 2344739"/>
              <a:gd name="connsiteX108-2581" fmla="*/ 7527543 w 12192001"/>
              <a:gd name="connsiteY108-2582" fmla="*/ 2145060 h 2344739"/>
              <a:gd name="connsiteX109-2583" fmla="*/ 7519571 w 12192001"/>
              <a:gd name="connsiteY109-2584" fmla="*/ 2147613 h 2344739"/>
              <a:gd name="connsiteX110-2585" fmla="*/ 7507411 w 12192001"/>
              <a:gd name="connsiteY110-2586" fmla="*/ 2148948 h 2344739"/>
              <a:gd name="connsiteX111-2587" fmla="*/ 7507040 w 12192001"/>
              <a:gd name="connsiteY111-2588" fmla="*/ 2148621 h 2344739"/>
              <a:gd name="connsiteX112-2589" fmla="*/ 7495795 w 12192001"/>
              <a:gd name="connsiteY112-2590" fmla="*/ 2150573 h 2344739"/>
              <a:gd name="connsiteX113-2591" fmla="*/ 7405391 w 12192001"/>
              <a:gd name="connsiteY113-2592" fmla="*/ 2142468 h 2344739"/>
              <a:gd name="connsiteX114-2593" fmla="*/ 7312180 w 12192001"/>
              <a:gd name="connsiteY114-2594" fmla="*/ 2132873 h 2344739"/>
              <a:gd name="connsiteX115-2595" fmla="*/ 7310853 w 12192001"/>
              <a:gd name="connsiteY115-2596" fmla="*/ 2131431 h 2344739"/>
              <a:gd name="connsiteX116-2597" fmla="*/ 7218559 w 12192001"/>
              <a:gd name="connsiteY116-2598" fmla="*/ 2156680 h 2344739"/>
              <a:gd name="connsiteX117-2599" fmla="*/ 7201101 w 12192001"/>
              <a:gd name="connsiteY117-2600" fmla="*/ 2161230 h 2344739"/>
              <a:gd name="connsiteX118-2601" fmla="*/ 7197004 w 12192001"/>
              <a:gd name="connsiteY118-2602" fmla="*/ 2166588 h 2344739"/>
              <a:gd name="connsiteX119-2603" fmla="*/ 7170808 w 12192001"/>
              <a:gd name="connsiteY119-2604" fmla="*/ 2171236 h 2344739"/>
              <a:gd name="connsiteX120-2605" fmla="*/ 7096988 w 12192001"/>
              <a:gd name="connsiteY120-2606" fmla="*/ 2183464 h 2344739"/>
              <a:gd name="connsiteX121-2607" fmla="*/ 7018496 w 12192001"/>
              <a:gd name="connsiteY121-2608" fmla="*/ 2183090 h 2344739"/>
              <a:gd name="connsiteX122-2609" fmla="*/ 6904146 w 12192001"/>
              <a:gd name="connsiteY122-2610" fmla="*/ 2212596 h 2344739"/>
              <a:gd name="connsiteX123-2611" fmla="*/ 6708222 w 12192001"/>
              <a:gd name="connsiteY123-2612" fmla="*/ 2240551 h 2344739"/>
              <a:gd name="connsiteX124-2613" fmla="*/ 6549454 w 12192001"/>
              <a:gd name="connsiteY124-2614" fmla="*/ 2269327 h 2344739"/>
              <a:gd name="connsiteX125-2615" fmla="*/ 6317560 w 12192001"/>
              <a:gd name="connsiteY125-2616" fmla="*/ 2316127 h 2344739"/>
              <a:gd name="connsiteX126-2617" fmla="*/ 6168674 w 12192001"/>
              <a:gd name="connsiteY126-2618" fmla="*/ 2318214 h 2344739"/>
              <a:gd name="connsiteX127-2619" fmla="*/ 6073848 w 12192001"/>
              <a:gd name="connsiteY127-2620" fmla="*/ 2338676 h 2344739"/>
              <a:gd name="connsiteX128-2621" fmla="*/ 6068529 w 12192001"/>
              <a:gd name="connsiteY128-2622" fmla="*/ 2337139 h 2344739"/>
              <a:gd name="connsiteX129-2623" fmla="*/ 6048638 w 12192001"/>
              <a:gd name="connsiteY129-2624" fmla="*/ 2337822 h 2344739"/>
              <a:gd name="connsiteX130-2625" fmla="*/ 6041285 w 12192001"/>
              <a:gd name="connsiteY130-2626" fmla="*/ 2329473 h 2344739"/>
              <a:gd name="connsiteX131-2627" fmla="*/ 6010090 w 12192001"/>
              <a:gd name="connsiteY131-2628" fmla="*/ 2324380 h 2344739"/>
              <a:gd name="connsiteX132-2629" fmla="*/ 5957375 w 12192001"/>
              <a:gd name="connsiteY132-2630" fmla="*/ 2328024 h 2344739"/>
              <a:gd name="connsiteX133-2631" fmla="*/ 5758919 w 12192001"/>
              <a:gd name="connsiteY133-2632" fmla="*/ 2343716 h 2344739"/>
              <a:gd name="connsiteX134-2633" fmla="*/ 5626960 w 12192001"/>
              <a:gd name="connsiteY134-2634" fmla="*/ 2344739 h 2344739"/>
              <a:gd name="connsiteX135-2635" fmla="*/ 5470906 w 12192001"/>
              <a:gd name="connsiteY135-2636" fmla="*/ 2330719 h 2344739"/>
              <a:gd name="connsiteX136-2637" fmla="*/ 5432761 w 12192001"/>
              <a:gd name="connsiteY136-2638" fmla="*/ 2319466 h 2344739"/>
              <a:gd name="connsiteX137-2639" fmla="*/ 5381669 w 12192001"/>
              <a:gd name="connsiteY137-2640" fmla="*/ 2301764 h 2344739"/>
              <a:gd name="connsiteX138-2641" fmla="*/ 5261764 w 12192001"/>
              <a:gd name="connsiteY138-2642" fmla="*/ 2281347 h 2344739"/>
              <a:gd name="connsiteX139-2643" fmla="*/ 5222961 w 12192001"/>
              <a:gd name="connsiteY139-2644" fmla="*/ 2270223 h 2344739"/>
              <a:gd name="connsiteX140-2645" fmla="*/ 5174660 w 12192001"/>
              <a:gd name="connsiteY140-2646" fmla="*/ 2267233 h 2344739"/>
              <a:gd name="connsiteX141-2647" fmla="*/ 5156554 w 12192001"/>
              <a:gd name="connsiteY141-2648" fmla="*/ 2260010 h 2344739"/>
              <a:gd name="connsiteX142-2649" fmla="*/ 5142599 w 12192001"/>
              <a:gd name="connsiteY142-2650" fmla="*/ 2256610 h 2344739"/>
              <a:gd name="connsiteX143-2651" fmla="*/ 5139596 w 12192001"/>
              <a:gd name="connsiteY143-2652" fmla="*/ 2254509 h 2344739"/>
              <a:gd name="connsiteX144-2653" fmla="*/ 5121659 w 12192001"/>
              <a:gd name="connsiteY144-2654" fmla="*/ 2243656 h 2344739"/>
              <a:gd name="connsiteX145-2655" fmla="*/ 5065790 w 12192001"/>
              <a:gd name="connsiteY145-2656" fmla="*/ 2250227 h 2344739"/>
              <a:gd name="connsiteX146-2657" fmla="*/ 5011514 w 12192001"/>
              <a:gd name="connsiteY146-2658" fmla="*/ 2233846 h 2344739"/>
              <a:gd name="connsiteX147-2659" fmla="*/ 4840441 w 12192001"/>
              <a:gd name="connsiteY147-2660" fmla="*/ 2209829 h 2344739"/>
              <a:gd name="connsiteX148-2661" fmla="*/ 4762447 w 12192001"/>
              <a:gd name="connsiteY148-2662" fmla="*/ 2182061 h 2344739"/>
              <a:gd name="connsiteX149-2663" fmla="*/ 4723186 w 12192001"/>
              <a:gd name="connsiteY149-2664" fmla="*/ 2173047 h 2344739"/>
              <a:gd name="connsiteX150-2665" fmla="*/ 4721176 w 12192001"/>
              <a:gd name="connsiteY150-2666" fmla="*/ 2172298 h 2344739"/>
              <a:gd name="connsiteX151-2667" fmla="*/ 4722111 w 12192001"/>
              <a:gd name="connsiteY151-2668" fmla="*/ 2172087 h 2344739"/>
              <a:gd name="connsiteX152-2669" fmla="*/ 4717202 w 12192001"/>
              <a:gd name="connsiteY152-2670" fmla="*/ 2170817 h 2344739"/>
              <a:gd name="connsiteX153-2671" fmla="*/ 4721176 w 12192001"/>
              <a:gd name="connsiteY153-2672" fmla="*/ 2172298 h 2344739"/>
              <a:gd name="connsiteX154-2673" fmla="*/ 4715526 w 12192001"/>
              <a:gd name="connsiteY154-2674" fmla="*/ 2173573 h 2344739"/>
              <a:gd name="connsiteX155-2675" fmla="*/ 4515814 w 12192001"/>
              <a:gd name="connsiteY155-2676" fmla="*/ 2163671 h 2344739"/>
              <a:gd name="connsiteX156-2677" fmla="*/ 4428543 w 12192001"/>
              <a:gd name="connsiteY156-2678" fmla="*/ 2153020 h 2344739"/>
              <a:gd name="connsiteX157-2679" fmla="*/ 4362875 w 12192001"/>
              <a:gd name="connsiteY157-2680" fmla="*/ 2151674 h 2344739"/>
              <a:gd name="connsiteX158-2681" fmla="*/ 4316966 w 12192001"/>
              <a:gd name="connsiteY158-2682" fmla="*/ 2158289 h 2344739"/>
              <a:gd name="connsiteX159-2683" fmla="*/ 4315110 w 12192001"/>
              <a:gd name="connsiteY159-2684" fmla="*/ 2156948 h 2344739"/>
              <a:gd name="connsiteX160-2685" fmla="*/ 4295144 w 12192001"/>
              <a:gd name="connsiteY160-2686" fmla="*/ 2155069 h 2344739"/>
              <a:gd name="connsiteX161-2687" fmla="*/ 4290064 w 12192001"/>
              <a:gd name="connsiteY161-2688" fmla="*/ 2157986 h 2344739"/>
              <a:gd name="connsiteX162-2689" fmla="*/ 4276142 w 12192001"/>
              <a:gd name="connsiteY162-2690" fmla="*/ 2157740 h 2344739"/>
              <a:gd name="connsiteX163-2691" fmla="*/ 4248117 w 12192001"/>
              <a:gd name="connsiteY163-2692" fmla="*/ 2160064 h 2344739"/>
              <a:gd name="connsiteX164-2693" fmla="*/ 4202051 w 12192001"/>
              <a:gd name="connsiteY164-2694" fmla="*/ 2157269 h 2344739"/>
              <a:gd name="connsiteX165-2695" fmla="*/ 4201745 w 12192001"/>
              <a:gd name="connsiteY165-2696" fmla="*/ 2156010 h 2344739"/>
              <a:gd name="connsiteX166-2697" fmla="*/ 4191248 w 12192001"/>
              <a:gd name="connsiteY166-2698" fmla="*/ 2150376 h 2344739"/>
              <a:gd name="connsiteX167-2699" fmla="*/ 4142745 w 12192001"/>
              <a:gd name="connsiteY167-2700" fmla="*/ 2134511 h 2344739"/>
              <a:gd name="connsiteX168-2701" fmla="*/ 4083097 w 12192001"/>
              <a:gd name="connsiteY168-2702" fmla="*/ 2107978 h 2344739"/>
              <a:gd name="connsiteX169-2703" fmla="*/ 4074546 w 12192001"/>
              <a:gd name="connsiteY169-2704" fmla="*/ 2107143 h 2344739"/>
              <a:gd name="connsiteX170-2705" fmla="*/ 4074427 w 12192001"/>
              <a:gd name="connsiteY170-2706" fmla="*/ 2106844 h 2344739"/>
              <a:gd name="connsiteX171-2707" fmla="*/ 4065510 w 12192001"/>
              <a:gd name="connsiteY171-2708" fmla="*/ 2105400 h 2344739"/>
              <a:gd name="connsiteX172-2709" fmla="*/ 4058954 w 12192001"/>
              <a:gd name="connsiteY172-2710" fmla="*/ 2105618 h 2344739"/>
              <a:gd name="connsiteX173-2711" fmla="*/ 4042364 w 12192001"/>
              <a:gd name="connsiteY173-2712" fmla="*/ 2103997 h 2344739"/>
              <a:gd name="connsiteX174-2713" fmla="*/ 4036997 w 12192001"/>
              <a:gd name="connsiteY174-2714" fmla="*/ 2101563 h 2344739"/>
              <a:gd name="connsiteX175-2715" fmla="*/ 4035363 w 12192001"/>
              <a:gd name="connsiteY175-2716" fmla="*/ 2097896 h 2344739"/>
              <a:gd name="connsiteX176-2717" fmla="*/ 4033778 w 12192001"/>
              <a:gd name="connsiteY176-2718" fmla="*/ 2098131 h 2344739"/>
              <a:gd name="connsiteX177-2719" fmla="*/ 4004538 w 12192001"/>
              <a:gd name="connsiteY177-2720" fmla="*/ 2085563 h 2344739"/>
              <a:gd name="connsiteX178-2721" fmla="*/ 3936846 w 12192001"/>
              <a:gd name="connsiteY178-2722" fmla="*/ 2068106 h 2344739"/>
              <a:gd name="connsiteX179-2723" fmla="*/ 3897275 w 12192001"/>
              <a:gd name="connsiteY179-2724" fmla="*/ 2062451 h 2344739"/>
              <a:gd name="connsiteX180-2725" fmla="*/ 3789760 w 12192001"/>
              <a:gd name="connsiteY180-2726" fmla="*/ 2042213 h 2344739"/>
              <a:gd name="connsiteX181-2727" fmla="*/ 3682513 w 12192001"/>
              <a:gd name="connsiteY181-2728" fmla="*/ 2018290 h 2344739"/>
              <a:gd name="connsiteX182-2729" fmla="*/ 3610035 w 12192001"/>
              <a:gd name="connsiteY182-2730" fmla="*/ 1986019 h 2344739"/>
              <a:gd name="connsiteX183-2731" fmla="*/ 3603855 w 12192001"/>
              <a:gd name="connsiteY183-2732" fmla="*/ 1987381 h 2344739"/>
              <a:gd name="connsiteX184-2733" fmla="*/ 3594736 w 12192001"/>
              <a:gd name="connsiteY184-2734" fmla="*/ 1987545 h 2344739"/>
              <a:gd name="connsiteX185-2735" fmla="*/ 3594501 w 12192001"/>
              <a:gd name="connsiteY185-2736" fmla="*/ 1987276 h 2344739"/>
              <a:gd name="connsiteX186-2737" fmla="*/ 3585978 w 12192001"/>
              <a:gd name="connsiteY186-2738" fmla="*/ 1987966 h 2344739"/>
              <a:gd name="connsiteX187-2739" fmla="*/ 3536135 w 12192001"/>
              <a:gd name="connsiteY187-2740" fmla="*/ 1978267 h 2344739"/>
              <a:gd name="connsiteX188-2741" fmla="*/ 3473223 w 12192001"/>
              <a:gd name="connsiteY188-2742" fmla="*/ 1974606 h 2344739"/>
              <a:gd name="connsiteX189-2743" fmla="*/ 3400728 w 12192001"/>
              <a:gd name="connsiteY189-2744" fmla="*/ 1962558 h 2344739"/>
              <a:gd name="connsiteX190-2745" fmla="*/ 3363888 w 12192001"/>
              <a:gd name="connsiteY190-2746" fmla="*/ 1979510 h 2344739"/>
              <a:gd name="connsiteX191-2747" fmla="*/ 3344026 w 12192001"/>
              <a:gd name="connsiteY191-2748" fmla="*/ 1981192 h 2344739"/>
              <a:gd name="connsiteX192-2749" fmla="*/ 3341698 w 12192001"/>
              <a:gd name="connsiteY192-2750" fmla="*/ 1980217 h 2344739"/>
              <a:gd name="connsiteX193-2751" fmla="*/ 3262356 w 12192001"/>
              <a:gd name="connsiteY193-2752" fmla="*/ 1986094 h 2344739"/>
              <a:gd name="connsiteX194-2753" fmla="*/ 3142556 w 12192001"/>
              <a:gd name="connsiteY194-2754" fmla="*/ 1993869 h 2344739"/>
              <a:gd name="connsiteX195-2755" fmla="*/ 3030291 w 12192001"/>
              <a:gd name="connsiteY195-2756" fmla="*/ 1996512 h 2344739"/>
              <a:gd name="connsiteX196-2757" fmla="*/ 2781569 w 12192001"/>
              <a:gd name="connsiteY196-2758" fmla="*/ 2018333 h 2344739"/>
              <a:gd name="connsiteX197-2759" fmla="*/ 2646527 w 12192001"/>
              <a:gd name="connsiteY197-2760" fmla="*/ 2028869 h 2344739"/>
              <a:gd name="connsiteX198-2761" fmla="*/ 2568028 w 12192001"/>
              <a:gd name="connsiteY198-2762" fmla="*/ 2002628 h 2344739"/>
              <a:gd name="connsiteX199-2763" fmla="*/ 2443255 w 12192001"/>
              <a:gd name="connsiteY199-2764" fmla="*/ 2016529 h 2344739"/>
              <a:gd name="connsiteX200-2765" fmla="*/ 2315112 w 12192001"/>
              <a:gd name="connsiteY200-2766" fmla="*/ 2024996 h 2344739"/>
              <a:gd name="connsiteX201-2767" fmla="*/ 2208578 w 12192001"/>
              <a:gd name="connsiteY201-2768" fmla="*/ 2019763 h 2344739"/>
              <a:gd name="connsiteX202-2769" fmla="*/ 2094665 w 12192001"/>
              <a:gd name="connsiteY202-2770" fmla="*/ 2003052 h 2344739"/>
              <a:gd name="connsiteX203-2771" fmla="*/ 1997356 w 12192001"/>
              <a:gd name="connsiteY203-2772" fmla="*/ 1995032 h 2344739"/>
              <a:gd name="connsiteX204-2773" fmla="*/ 1928172 w 12192001"/>
              <a:gd name="connsiteY204-2774" fmla="*/ 2016977 h 2344739"/>
              <a:gd name="connsiteX205-2775" fmla="*/ 1921650 w 12192001"/>
              <a:gd name="connsiteY205-2776" fmla="*/ 2012146 h 2344739"/>
              <a:gd name="connsiteX206-2777" fmla="*/ 1873080 w 12192001"/>
              <a:gd name="connsiteY206-2778" fmla="*/ 2013741 h 2344739"/>
              <a:gd name="connsiteX207-2779" fmla="*/ 1786655 w 12192001"/>
              <a:gd name="connsiteY207-2780" fmla="*/ 2041363 h 2344739"/>
              <a:gd name="connsiteX208-2781" fmla="*/ 1738204 w 12192001"/>
              <a:gd name="connsiteY208-2782" fmla="*/ 2036312 h 2344739"/>
              <a:gd name="connsiteX209-2783" fmla="*/ 1675071 w 12192001"/>
              <a:gd name="connsiteY209-2784" fmla="*/ 2019963 h 2344739"/>
              <a:gd name="connsiteX210-2785" fmla="*/ 1608669 w 12192001"/>
              <a:gd name="connsiteY210-2786" fmla="*/ 2013066 h 2344739"/>
              <a:gd name="connsiteX211-2787" fmla="*/ 1496110 w 12192001"/>
              <a:gd name="connsiteY211-2788" fmla="*/ 1987476 h 2344739"/>
              <a:gd name="connsiteX212-2789" fmla="*/ 1149979 w 12192001"/>
              <a:gd name="connsiteY212-2790" fmla="*/ 1938041 h 2344739"/>
              <a:gd name="connsiteX213-2791" fmla="*/ 858269 w 12192001"/>
              <a:gd name="connsiteY213-2792" fmla="*/ 1928608 h 2344739"/>
              <a:gd name="connsiteX214-2793" fmla="*/ 837540 w 12192001"/>
              <a:gd name="connsiteY214-2794" fmla="*/ 1929821 h 2344739"/>
              <a:gd name="connsiteX215-2795" fmla="*/ 816809 w 12192001"/>
              <a:gd name="connsiteY215-2796" fmla="*/ 1927857 h 2344739"/>
              <a:gd name="connsiteX216-2797" fmla="*/ 811506 w 12192001"/>
              <a:gd name="connsiteY216-2798" fmla="*/ 1930751 h 2344739"/>
              <a:gd name="connsiteX217-2799" fmla="*/ 797041 w 12192001"/>
              <a:gd name="connsiteY217-2800" fmla="*/ 1930446 h 2344739"/>
              <a:gd name="connsiteX218-2801" fmla="*/ 767901 w 12192001"/>
              <a:gd name="connsiteY218-2802" fmla="*/ 1932653 h 2344739"/>
              <a:gd name="connsiteX219-2803" fmla="*/ 763053 w 12192001"/>
              <a:gd name="connsiteY219-2804" fmla="*/ 1930432 h 2344739"/>
              <a:gd name="connsiteX220-2805" fmla="*/ 720047 w 12192001"/>
              <a:gd name="connsiteY220-2806" fmla="*/ 1929661 h 2344739"/>
              <a:gd name="connsiteX221-2807" fmla="*/ 719742 w 12192001"/>
              <a:gd name="connsiteY221-2808" fmla="*/ 1928399 h 2344739"/>
              <a:gd name="connsiteX222-2809" fmla="*/ 708875 w 12192001"/>
              <a:gd name="connsiteY222-2810" fmla="*/ 1922722 h 2344739"/>
              <a:gd name="connsiteX223-2811" fmla="*/ 596792 w 12192001"/>
              <a:gd name="connsiteY223-2812" fmla="*/ 1879864 h 2344739"/>
              <a:gd name="connsiteX224-2813" fmla="*/ 578535 w 12192001"/>
              <a:gd name="connsiteY224-2814" fmla="*/ 1877212 h 2344739"/>
              <a:gd name="connsiteX225-2815" fmla="*/ 571717 w 12192001"/>
              <a:gd name="connsiteY225-2816" fmla="*/ 1877401 h 2344739"/>
              <a:gd name="connsiteX226-2817" fmla="*/ 445099 w 12192001"/>
              <a:gd name="connsiteY226-2818" fmla="*/ 1839371 h 2344739"/>
              <a:gd name="connsiteX227-2819" fmla="*/ 404015 w 12192001"/>
              <a:gd name="connsiteY227-2820" fmla="*/ 1833548 h 2344739"/>
              <a:gd name="connsiteX228-2821" fmla="*/ 292435 w 12192001"/>
              <a:gd name="connsiteY228-2822" fmla="*/ 1812852 h 2344739"/>
              <a:gd name="connsiteX229-2823" fmla="*/ 118381 w 12192001"/>
              <a:gd name="connsiteY229-2824" fmla="*/ 1761047 h 2344739"/>
              <a:gd name="connsiteX230-2825" fmla="*/ 15526 w 12192001"/>
              <a:gd name="connsiteY230-2826" fmla="*/ 1758191 h 2344739"/>
              <a:gd name="connsiteX231-2827" fmla="*/ 2 w 12192001"/>
              <a:gd name="connsiteY231-2828" fmla="*/ 1752722 h 2344739"/>
              <a:gd name="connsiteX232-2829" fmla="*/ 1 w 12192001"/>
              <a:gd name="connsiteY232-2830" fmla="*/ 762497 h 2344739"/>
              <a:gd name="connsiteX233-2831" fmla="*/ 0 w 12192001"/>
              <a:gd name="connsiteY233-2832" fmla="*/ 762497 h 2344739"/>
              <a:gd name="connsiteX234-2833" fmla="*/ 0 w 12192001"/>
              <a:gd name="connsiteY234-2834" fmla="*/ 222213 h 2344739"/>
              <a:gd name="connsiteX235-2835" fmla="*/ 0 w 12192001"/>
              <a:gd name="connsiteY235-2836" fmla="*/ 0 h 2344739"/>
              <a:gd name="connsiteX0-2837" fmla="*/ 0 w 12192001"/>
              <a:gd name="connsiteY0-2838" fmla="*/ 0 h 2344739"/>
              <a:gd name="connsiteX1-2839" fmla="*/ 12192000 w 12192001"/>
              <a:gd name="connsiteY1-2840" fmla="*/ 0 h 2344739"/>
              <a:gd name="connsiteX2-2841" fmla="*/ 12192000 w 12192001"/>
              <a:gd name="connsiteY2-2842" fmla="*/ 222213 h 2344739"/>
              <a:gd name="connsiteX3-2843" fmla="*/ 12192000 w 12192001"/>
              <a:gd name="connsiteY3-2844" fmla="*/ 389190 h 2344739"/>
              <a:gd name="connsiteX4-2845" fmla="*/ 12192001 w 12192001"/>
              <a:gd name="connsiteY4-2846" fmla="*/ 579739 h 2344739"/>
              <a:gd name="connsiteX5-2847" fmla="*/ 12184838 w 12192001"/>
              <a:gd name="connsiteY5-2848" fmla="*/ 584189 h 2344739"/>
              <a:gd name="connsiteX6-2849" fmla="*/ 12155215 w 12192001"/>
              <a:gd name="connsiteY6-2850" fmla="*/ 597366 h 2344739"/>
              <a:gd name="connsiteX7-2851" fmla="*/ 12138067 w 12192001"/>
              <a:gd name="connsiteY7-2852" fmla="*/ 623179 h 2344739"/>
              <a:gd name="connsiteX8-2853" fmla="*/ 12125179 w 12192001"/>
              <a:gd name="connsiteY8-2854" fmla="*/ 624690 h 2344739"/>
              <a:gd name="connsiteX9-2855" fmla="*/ 12122859 w 12192001"/>
              <a:gd name="connsiteY9-2856" fmla="*/ 624794 h 2344739"/>
              <a:gd name="connsiteX10-2857" fmla="*/ 12115706 w 12192001"/>
              <a:gd name="connsiteY10-2858" fmla="*/ 628608 h 2344739"/>
              <a:gd name="connsiteX11-2859" fmla="*/ 12098349 w 12192001"/>
              <a:gd name="connsiteY11-2860" fmla="*/ 628139 h 2344739"/>
              <a:gd name="connsiteX12-2861" fmla="*/ 12085925 w 12192001"/>
              <a:gd name="connsiteY12-2862" fmla="*/ 636341 h 2344739"/>
              <a:gd name="connsiteX13-2863" fmla="*/ 12029925 w 12192001"/>
              <a:gd name="connsiteY13-2864" fmla="*/ 680009 h 2344739"/>
              <a:gd name="connsiteX14-2865" fmla="*/ 11994685 w 12192001"/>
              <a:gd name="connsiteY14-2866" fmla="*/ 703458 h 2344739"/>
              <a:gd name="connsiteX15-2867" fmla="*/ 11978569 w 12192001"/>
              <a:gd name="connsiteY15-2868" fmla="*/ 708161 h 2344739"/>
              <a:gd name="connsiteX16-2869" fmla="*/ 11957898 w 12192001"/>
              <a:gd name="connsiteY16-2870" fmla="*/ 717558 h 2344739"/>
              <a:gd name="connsiteX17-2871" fmla="*/ 11919306 w 12192001"/>
              <a:gd name="connsiteY17-2872" fmla="*/ 730883 h 2344739"/>
              <a:gd name="connsiteX18-2873" fmla="*/ 11902508 w 12192001"/>
              <a:gd name="connsiteY18-2874" fmla="*/ 742426 h 2344739"/>
              <a:gd name="connsiteX19-2875" fmla="*/ 11893900 w 12192001"/>
              <a:gd name="connsiteY19-2876" fmla="*/ 744791 h 2344739"/>
              <a:gd name="connsiteX20-2877" fmla="*/ 11890820 w 12192001"/>
              <a:gd name="connsiteY20-2878" fmla="*/ 755729 h 2344739"/>
              <a:gd name="connsiteX21-2879" fmla="*/ 11869628 w 12192001"/>
              <a:gd name="connsiteY21-2880" fmla="*/ 777816 h 2344739"/>
              <a:gd name="connsiteX22-2881" fmla="*/ 11812228 w 12192001"/>
              <a:gd name="connsiteY22-2882" fmla="*/ 797659 h 2344739"/>
              <a:gd name="connsiteX23-2883" fmla="*/ 11748619 w 12192001"/>
              <a:gd name="connsiteY23-2884" fmla="*/ 872002 h 2344739"/>
              <a:gd name="connsiteX24-2885" fmla="*/ 11595155 w 12192001"/>
              <a:gd name="connsiteY24-2886" fmla="*/ 918898 h 2344739"/>
              <a:gd name="connsiteX25-2887" fmla="*/ 11306392 w 12192001"/>
              <a:gd name="connsiteY25-2888" fmla="*/ 1272239 h 2344739"/>
              <a:gd name="connsiteX26-2889" fmla="*/ 11415912 w 12192001"/>
              <a:gd name="connsiteY26-2890" fmla="*/ 1173869 h 2344739"/>
              <a:gd name="connsiteX27-2891" fmla="*/ 11245526 w 12192001"/>
              <a:gd name="connsiteY27-2892" fmla="*/ 1274060 h 2344739"/>
              <a:gd name="connsiteX28-2893" fmla="*/ 11227161 w 12192001"/>
              <a:gd name="connsiteY28-2894" fmla="*/ 1276236 h 2344739"/>
              <a:gd name="connsiteX29-2895" fmla="*/ 11216939 w 12192001"/>
              <a:gd name="connsiteY29-2896" fmla="*/ 1275961 h 2344739"/>
              <a:gd name="connsiteX30-2897" fmla="*/ 11216036 w 12192001"/>
              <a:gd name="connsiteY30-2898" fmla="*/ 1275018 h 2344739"/>
              <a:gd name="connsiteX31-2899" fmla="*/ 11187737 w 12192001"/>
              <a:gd name="connsiteY31-2900" fmla="*/ 1292383 h 2344739"/>
              <a:gd name="connsiteX32-2901" fmla="*/ 11183353 w 12192001"/>
              <a:gd name="connsiteY32-2902" fmla="*/ 1292525 h 2344739"/>
              <a:gd name="connsiteX33-2903" fmla="*/ 11165706 w 12192001"/>
              <a:gd name="connsiteY33-2904" fmla="*/ 1306612 h 2344739"/>
              <a:gd name="connsiteX34-2905" fmla="*/ 11156163 w 12192001"/>
              <a:gd name="connsiteY34-2906" fmla="*/ 1312414 h 2344739"/>
              <a:gd name="connsiteX35-2907" fmla="*/ 11154348 w 12192001"/>
              <a:gd name="connsiteY35-2908" fmla="*/ 1317097 h 2344739"/>
              <a:gd name="connsiteX36-2909" fmla="*/ 11139813 w 12192001"/>
              <a:gd name="connsiteY36-2910" fmla="*/ 1324115 h 2344739"/>
              <a:gd name="connsiteX37-2911" fmla="*/ 11137813 w 12192001"/>
              <a:gd name="connsiteY37-2912" fmla="*/ 1323772 h 2344739"/>
              <a:gd name="connsiteX38-2913" fmla="*/ 11127060 w 12192001"/>
              <a:gd name="connsiteY38-2914" fmla="*/ 1333832 h 2344739"/>
              <a:gd name="connsiteX39-2915" fmla="*/ 11119543 w 12192001"/>
              <a:gd name="connsiteY39-2916" fmla="*/ 1347424 h 2344739"/>
              <a:gd name="connsiteX40-2917" fmla="*/ 10893535 w 12192001"/>
              <a:gd name="connsiteY40-2918" fmla="*/ 1473399 h 2344739"/>
              <a:gd name="connsiteX41-2919" fmla="*/ 10772152 w 12192001"/>
              <a:gd name="connsiteY41-2920" fmla="*/ 1523191 h 2344739"/>
              <a:gd name="connsiteX42-2921" fmla="*/ 10626520 w 12192001"/>
              <a:gd name="connsiteY42-2922" fmla="*/ 1559229 h 2344739"/>
              <a:gd name="connsiteX43-2923" fmla="*/ 10580747 w 12192001"/>
              <a:gd name="connsiteY43-2924" fmla="*/ 1568689 h 2344739"/>
              <a:gd name="connsiteX44-2925" fmla="*/ 10546642 w 12192001"/>
              <a:gd name="connsiteY44-2926" fmla="*/ 1598423 h 2344739"/>
              <a:gd name="connsiteX45-2927" fmla="*/ 10528495 w 12192001"/>
              <a:gd name="connsiteY45-2928" fmla="*/ 1596907 h 2344739"/>
              <a:gd name="connsiteX46-2929" fmla="*/ 10525298 w 12192001"/>
              <a:gd name="connsiteY46-2930" fmla="*/ 1596411 h 2344739"/>
              <a:gd name="connsiteX47-2931" fmla="*/ 10513981 w 12192001"/>
              <a:gd name="connsiteY47-2932" fmla="*/ 1599537 h 2344739"/>
              <a:gd name="connsiteX48-2933" fmla="*/ 10490587 w 12192001"/>
              <a:gd name="connsiteY48-2934" fmla="*/ 1594156 h 2344739"/>
              <a:gd name="connsiteX49-2935" fmla="*/ 10470270 w 12192001"/>
              <a:gd name="connsiteY49-2936" fmla="*/ 1601693 h 2344739"/>
              <a:gd name="connsiteX50-2937" fmla="*/ 10375894 w 12192001"/>
              <a:gd name="connsiteY50-2938" fmla="*/ 1644598 h 2344739"/>
              <a:gd name="connsiteX51-2939" fmla="*/ 10318190 w 12192001"/>
              <a:gd name="connsiteY51-2940" fmla="*/ 1666221 h 2344739"/>
              <a:gd name="connsiteX52-2941" fmla="*/ 10294319 w 12192001"/>
              <a:gd name="connsiteY52-2942" fmla="*/ 1668079 h 2344739"/>
              <a:gd name="connsiteX53-2943" fmla="*/ 10262295 w 12192001"/>
              <a:gd name="connsiteY53-2944" fmla="*/ 1674948 h 2344739"/>
              <a:gd name="connsiteX54-2945" fmla="*/ 10204270 w 12192001"/>
              <a:gd name="connsiteY54-2946" fmla="*/ 1682149 h 2344739"/>
              <a:gd name="connsiteX55-2947" fmla="*/ 10176611 w 12192001"/>
              <a:gd name="connsiteY55-2948" fmla="*/ 1692943 h 2344739"/>
              <a:gd name="connsiteX56-2949" fmla="*/ 10163922 w 12192001"/>
              <a:gd name="connsiteY56-2950" fmla="*/ 1693739 h 2344739"/>
              <a:gd name="connsiteX57-2951" fmla="*/ 10155160 w 12192001"/>
              <a:gd name="connsiteY57-2952" fmla="*/ 1707487 h 2344739"/>
              <a:gd name="connsiteX58-2953" fmla="*/ 10117119 w 12192001"/>
              <a:gd name="connsiteY58-2954" fmla="*/ 1731142 h 2344739"/>
              <a:gd name="connsiteX59-2955" fmla="*/ 10100445 w 12192001"/>
              <a:gd name="connsiteY59-2956" fmla="*/ 1742432 h 2344739"/>
              <a:gd name="connsiteX60-2957" fmla="*/ 10082169 w 12192001"/>
              <a:gd name="connsiteY60-2958" fmla="*/ 1743296 h 2344739"/>
              <a:gd name="connsiteX61-2959" fmla="*/ 10039240 w 12192001"/>
              <a:gd name="connsiteY61-2960" fmla="*/ 1741632 h 2344739"/>
              <a:gd name="connsiteX62-2961" fmla="*/ 9960019 w 12192001"/>
              <a:gd name="connsiteY62-2962" fmla="*/ 1757147 h 2344739"/>
              <a:gd name="connsiteX63-2963" fmla="*/ 9847792 w 12192001"/>
              <a:gd name="connsiteY63-2964" fmla="*/ 1763915 h 2344739"/>
              <a:gd name="connsiteX64-2965" fmla="*/ 9728309 w 12192001"/>
              <a:gd name="connsiteY64-2966" fmla="*/ 1784122 h 2344739"/>
              <a:gd name="connsiteX65-2967" fmla="*/ 9584507 w 12192001"/>
              <a:gd name="connsiteY65-2968" fmla="*/ 1795542 h 2344739"/>
              <a:gd name="connsiteX66-2969" fmla="*/ 9343052 w 12192001"/>
              <a:gd name="connsiteY66-2970" fmla="*/ 1841244 h 2344739"/>
              <a:gd name="connsiteX67-2971" fmla="*/ 9231370 w 12192001"/>
              <a:gd name="connsiteY67-2972" fmla="*/ 1893149 h 2344739"/>
              <a:gd name="connsiteX68-2973" fmla="*/ 9194810 w 12192001"/>
              <a:gd name="connsiteY68-2974" fmla="*/ 1903228 h 2344739"/>
              <a:gd name="connsiteX69-2975" fmla="*/ 9189246 w 12192001"/>
              <a:gd name="connsiteY69-2976" fmla="*/ 1912467 h 2344739"/>
              <a:gd name="connsiteX70-2977" fmla="*/ 9151232 w 12192001"/>
              <a:gd name="connsiteY70-2978" fmla="*/ 1923669 h 2344739"/>
              <a:gd name="connsiteX71-2979" fmla="*/ 9150210 w 12192001"/>
              <a:gd name="connsiteY71-2980" fmla="*/ 1922604 h 2344739"/>
              <a:gd name="connsiteX72-2981" fmla="*/ 9137318 w 12192001"/>
              <a:gd name="connsiteY72-2982" fmla="*/ 1920435 h 2344739"/>
              <a:gd name="connsiteX73-2983" fmla="*/ 9113812 w 12192001"/>
              <a:gd name="connsiteY73-2984" fmla="*/ 1919069 h 2344739"/>
              <a:gd name="connsiteX74-2985" fmla="*/ 9053453 w 12192001"/>
              <a:gd name="connsiteY74-2986" fmla="*/ 1910755 h 2344739"/>
              <a:gd name="connsiteX75-2987" fmla="*/ 9005486 w 12192001"/>
              <a:gd name="connsiteY75-2988" fmla="*/ 1914040 h 2344739"/>
              <a:gd name="connsiteX76-2989" fmla="*/ 9005201 w 12192001"/>
              <a:gd name="connsiteY76-2990" fmla="*/ 1913800 h 2344739"/>
              <a:gd name="connsiteX77-2991" fmla="*/ 8996232 w 12192001"/>
              <a:gd name="connsiteY77-2992" fmla="*/ 1915011 h 2344739"/>
              <a:gd name="connsiteX78-2993" fmla="*/ 8990394 w 12192001"/>
              <a:gd name="connsiteY78-2994" fmla="*/ 1917072 h 2344739"/>
              <a:gd name="connsiteX79-2995" fmla="*/ 8974337 w 12192001"/>
              <a:gd name="connsiteY79-2996" fmla="*/ 1920298 h 2344739"/>
              <a:gd name="connsiteX80-2997" fmla="*/ 8968011 w 12192001"/>
              <a:gd name="connsiteY80-2998" fmla="*/ 1919598 h 2344739"/>
              <a:gd name="connsiteX81-2999" fmla="*/ 8963048 w 12192001"/>
              <a:gd name="connsiteY81-3000" fmla="*/ 1917373 h 2344739"/>
              <a:gd name="connsiteX82-3001" fmla="*/ 8928988 w 12192001"/>
              <a:gd name="connsiteY82-3002" fmla="*/ 1914185 h 2344739"/>
              <a:gd name="connsiteX83-3003" fmla="*/ 8752444 w 12192001"/>
              <a:gd name="connsiteY83-3004" fmla="*/ 1933417 h 2344739"/>
              <a:gd name="connsiteX84-3005" fmla="*/ 8707847 w 12192001"/>
              <a:gd name="connsiteY84-3006" fmla="*/ 1935518 h 2344739"/>
              <a:gd name="connsiteX85-3007" fmla="*/ 8596071 w 12192001"/>
              <a:gd name="connsiteY85-3008" fmla="*/ 1944090 h 2344739"/>
              <a:gd name="connsiteX86-3009" fmla="*/ 8525230 w 12192001"/>
              <a:gd name="connsiteY86-3010" fmla="*/ 1929248 h 2344739"/>
              <a:gd name="connsiteX87-3011" fmla="*/ 8510983 w 12192001"/>
              <a:gd name="connsiteY87-3012" fmla="*/ 1935163 h 2344739"/>
              <a:gd name="connsiteX88-3013" fmla="*/ 8506167 w 12192001"/>
              <a:gd name="connsiteY88-3014" fmla="*/ 1938164 h 2344739"/>
              <a:gd name="connsiteX89-3015" fmla="*/ 8497968 w 12192001"/>
              <a:gd name="connsiteY89-3016" fmla="*/ 1940902 h 2344739"/>
              <a:gd name="connsiteX90-3017" fmla="*/ 8497594 w 12192001"/>
              <a:gd name="connsiteY90-3018" fmla="*/ 1940723 h 2344739"/>
              <a:gd name="connsiteX91-3019" fmla="*/ 8490249 w 12192001"/>
              <a:gd name="connsiteY91-3020" fmla="*/ 1943773 h 2344739"/>
              <a:gd name="connsiteX92-3021" fmla="*/ 8367182 w 12192001"/>
              <a:gd name="connsiteY92-3022" fmla="*/ 1957815 h 2344739"/>
              <a:gd name="connsiteX93-3023" fmla="*/ 8353799 w 12192001"/>
              <a:gd name="connsiteY93-3024" fmla="*/ 1958009 h 2344739"/>
              <a:gd name="connsiteX94-3025" fmla="*/ 8352373 w 12192001"/>
              <a:gd name="connsiteY94-3026" fmla="*/ 1957169 h 2344739"/>
              <a:gd name="connsiteX95-3027" fmla="*/ 8320104 w 12192001"/>
              <a:gd name="connsiteY95-3028" fmla="*/ 1974587 h 2344739"/>
              <a:gd name="connsiteX96-3029" fmla="*/ 8314433 w 12192001"/>
              <a:gd name="connsiteY96-3030" fmla="*/ 1974913 h 2344739"/>
              <a:gd name="connsiteX97-3031" fmla="*/ 8295174 w 12192001"/>
              <a:gd name="connsiteY97-3032" fmla="*/ 1988808 h 2344739"/>
              <a:gd name="connsiteX98-3033" fmla="*/ 8284276 w 12192001"/>
              <a:gd name="connsiteY98-3034" fmla="*/ 1994631 h 2344739"/>
              <a:gd name="connsiteX99-3035" fmla="*/ 8283150 w 12192001"/>
              <a:gd name="connsiteY99-3036" fmla="*/ 1999074 h 2344739"/>
              <a:gd name="connsiteX100-3037" fmla="*/ 8266076 w 12192001"/>
              <a:gd name="connsiteY100-3038" fmla="*/ 2006249 h 2344739"/>
              <a:gd name="connsiteX101-3039" fmla="*/ 8263377 w 12192001"/>
              <a:gd name="connsiteY101-3040" fmla="*/ 2006019 h 2344739"/>
              <a:gd name="connsiteX102-3041" fmla="*/ 8252033 w 12192001"/>
              <a:gd name="connsiteY102-3042" fmla="*/ 2015862 h 2344739"/>
              <a:gd name="connsiteX103-3043" fmla="*/ 8245834 w 12192001"/>
              <a:gd name="connsiteY103-3044" fmla="*/ 2028854 h 2344739"/>
              <a:gd name="connsiteX104-3045" fmla="*/ 8090272 w 12192001"/>
              <a:gd name="connsiteY104-3046" fmla="*/ 2075015 h 2344739"/>
              <a:gd name="connsiteX105-3047" fmla="*/ 7905407 w 12192001"/>
              <a:gd name="connsiteY105-3048" fmla="*/ 2116988 h 2344739"/>
              <a:gd name="connsiteX106-3049" fmla="*/ 7718745 w 12192001"/>
              <a:gd name="connsiteY106-3050" fmla="*/ 2142703 h 2344739"/>
              <a:gd name="connsiteX107-3051" fmla="*/ 7614347 w 12192001"/>
              <a:gd name="connsiteY107-3052" fmla="*/ 2139232 h 2344739"/>
              <a:gd name="connsiteX108-3053" fmla="*/ 7527543 w 12192001"/>
              <a:gd name="connsiteY108-3054" fmla="*/ 2145060 h 2344739"/>
              <a:gd name="connsiteX109-3055" fmla="*/ 7519571 w 12192001"/>
              <a:gd name="connsiteY109-3056" fmla="*/ 2147613 h 2344739"/>
              <a:gd name="connsiteX110-3057" fmla="*/ 7507411 w 12192001"/>
              <a:gd name="connsiteY110-3058" fmla="*/ 2148948 h 2344739"/>
              <a:gd name="connsiteX111-3059" fmla="*/ 7507040 w 12192001"/>
              <a:gd name="connsiteY111-3060" fmla="*/ 2148621 h 2344739"/>
              <a:gd name="connsiteX112-3061" fmla="*/ 7495795 w 12192001"/>
              <a:gd name="connsiteY112-3062" fmla="*/ 2150573 h 2344739"/>
              <a:gd name="connsiteX113-3063" fmla="*/ 7405391 w 12192001"/>
              <a:gd name="connsiteY113-3064" fmla="*/ 2142468 h 2344739"/>
              <a:gd name="connsiteX114-3065" fmla="*/ 7312180 w 12192001"/>
              <a:gd name="connsiteY114-3066" fmla="*/ 2132873 h 2344739"/>
              <a:gd name="connsiteX115-3067" fmla="*/ 7310853 w 12192001"/>
              <a:gd name="connsiteY115-3068" fmla="*/ 2131431 h 2344739"/>
              <a:gd name="connsiteX116-3069" fmla="*/ 7218559 w 12192001"/>
              <a:gd name="connsiteY116-3070" fmla="*/ 2156680 h 2344739"/>
              <a:gd name="connsiteX117-3071" fmla="*/ 7201101 w 12192001"/>
              <a:gd name="connsiteY117-3072" fmla="*/ 2161230 h 2344739"/>
              <a:gd name="connsiteX118-3073" fmla="*/ 7197004 w 12192001"/>
              <a:gd name="connsiteY118-3074" fmla="*/ 2166588 h 2344739"/>
              <a:gd name="connsiteX119-3075" fmla="*/ 7170808 w 12192001"/>
              <a:gd name="connsiteY119-3076" fmla="*/ 2171236 h 2344739"/>
              <a:gd name="connsiteX120-3077" fmla="*/ 7096988 w 12192001"/>
              <a:gd name="connsiteY120-3078" fmla="*/ 2183464 h 2344739"/>
              <a:gd name="connsiteX121-3079" fmla="*/ 7018496 w 12192001"/>
              <a:gd name="connsiteY121-3080" fmla="*/ 2183090 h 2344739"/>
              <a:gd name="connsiteX122-3081" fmla="*/ 6904146 w 12192001"/>
              <a:gd name="connsiteY122-3082" fmla="*/ 2212596 h 2344739"/>
              <a:gd name="connsiteX123-3083" fmla="*/ 6708222 w 12192001"/>
              <a:gd name="connsiteY123-3084" fmla="*/ 2240551 h 2344739"/>
              <a:gd name="connsiteX124-3085" fmla="*/ 6549454 w 12192001"/>
              <a:gd name="connsiteY124-3086" fmla="*/ 2269327 h 2344739"/>
              <a:gd name="connsiteX125-3087" fmla="*/ 6317560 w 12192001"/>
              <a:gd name="connsiteY125-3088" fmla="*/ 2316127 h 2344739"/>
              <a:gd name="connsiteX126-3089" fmla="*/ 6168674 w 12192001"/>
              <a:gd name="connsiteY126-3090" fmla="*/ 2318214 h 2344739"/>
              <a:gd name="connsiteX127-3091" fmla="*/ 6073848 w 12192001"/>
              <a:gd name="connsiteY127-3092" fmla="*/ 2338676 h 2344739"/>
              <a:gd name="connsiteX128-3093" fmla="*/ 6068529 w 12192001"/>
              <a:gd name="connsiteY128-3094" fmla="*/ 2337139 h 2344739"/>
              <a:gd name="connsiteX129-3095" fmla="*/ 6048638 w 12192001"/>
              <a:gd name="connsiteY129-3096" fmla="*/ 2337822 h 2344739"/>
              <a:gd name="connsiteX130-3097" fmla="*/ 6041285 w 12192001"/>
              <a:gd name="connsiteY130-3098" fmla="*/ 2329473 h 2344739"/>
              <a:gd name="connsiteX131-3099" fmla="*/ 6010090 w 12192001"/>
              <a:gd name="connsiteY131-3100" fmla="*/ 2324380 h 2344739"/>
              <a:gd name="connsiteX132-3101" fmla="*/ 5957375 w 12192001"/>
              <a:gd name="connsiteY132-3102" fmla="*/ 2328024 h 2344739"/>
              <a:gd name="connsiteX133-3103" fmla="*/ 5758919 w 12192001"/>
              <a:gd name="connsiteY133-3104" fmla="*/ 2343716 h 2344739"/>
              <a:gd name="connsiteX134-3105" fmla="*/ 5626960 w 12192001"/>
              <a:gd name="connsiteY134-3106" fmla="*/ 2344739 h 2344739"/>
              <a:gd name="connsiteX135-3107" fmla="*/ 5470906 w 12192001"/>
              <a:gd name="connsiteY135-3108" fmla="*/ 2330719 h 2344739"/>
              <a:gd name="connsiteX136-3109" fmla="*/ 5432761 w 12192001"/>
              <a:gd name="connsiteY136-3110" fmla="*/ 2319466 h 2344739"/>
              <a:gd name="connsiteX137-3111" fmla="*/ 5381669 w 12192001"/>
              <a:gd name="connsiteY137-3112" fmla="*/ 2301764 h 2344739"/>
              <a:gd name="connsiteX138-3113" fmla="*/ 5261764 w 12192001"/>
              <a:gd name="connsiteY138-3114" fmla="*/ 2281347 h 2344739"/>
              <a:gd name="connsiteX139-3115" fmla="*/ 5222961 w 12192001"/>
              <a:gd name="connsiteY139-3116" fmla="*/ 2270223 h 2344739"/>
              <a:gd name="connsiteX140-3117" fmla="*/ 5174660 w 12192001"/>
              <a:gd name="connsiteY140-3118" fmla="*/ 2267233 h 2344739"/>
              <a:gd name="connsiteX141-3119" fmla="*/ 5156554 w 12192001"/>
              <a:gd name="connsiteY141-3120" fmla="*/ 2260010 h 2344739"/>
              <a:gd name="connsiteX142-3121" fmla="*/ 5142599 w 12192001"/>
              <a:gd name="connsiteY142-3122" fmla="*/ 2256610 h 2344739"/>
              <a:gd name="connsiteX143-3123" fmla="*/ 5139596 w 12192001"/>
              <a:gd name="connsiteY143-3124" fmla="*/ 2254509 h 2344739"/>
              <a:gd name="connsiteX144-3125" fmla="*/ 5121659 w 12192001"/>
              <a:gd name="connsiteY144-3126" fmla="*/ 2243656 h 2344739"/>
              <a:gd name="connsiteX145-3127" fmla="*/ 5065790 w 12192001"/>
              <a:gd name="connsiteY145-3128" fmla="*/ 2250227 h 2344739"/>
              <a:gd name="connsiteX146-3129" fmla="*/ 5011514 w 12192001"/>
              <a:gd name="connsiteY146-3130" fmla="*/ 2233846 h 2344739"/>
              <a:gd name="connsiteX147-3131" fmla="*/ 4840441 w 12192001"/>
              <a:gd name="connsiteY147-3132" fmla="*/ 2209829 h 2344739"/>
              <a:gd name="connsiteX148-3133" fmla="*/ 4762447 w 12192001"/>
              <a:gd name="connsiteY148-3134" fmla="*/ 2182061 h 2344739"/>
              <a:gd name="connsiteX149-3135" fmla="*/ 4723186 w 12192001"/>
              <a:gd name="connsiteY149-3136" fmla="*/ 2173047 h 2344739"/>
              <a:gd name="connsiteX150-3137" fmla="*/ 4721176 w 12192001"/>
              <a:gd name="connsiteY150-3138" fmla="*/ 2172298 h 2344739"/>
              <a:gd name="connsiteX151-3139" fmla="*/ 4722111 w 12192001"/>
              <a:gd name="connsiteY151-3140" fmla="*/ 2172087 h 2344739"/>
              <a:gd name="connsiteX152-3141" fmla="*/ 4717202 w 12192001"/>
              <a:gd name="connsiteY152-3142" fmla="*/ 2170817 h 2344739"/>
              <a:gd name="connsiteX153-3143" fmla="*/ 4721176 w 12192001"/>
              <a:gd name="connsiteY153-3144" fmla="*/ 2172298 h 2344739"/>
              <a:gd name="connsiteX154-3145" fmla="*/ 4715526 w 12192001"/>
              <a:gd name="connsiteY154-3146" fmla="*/ 2173573 h 2344739"/>
              <a:gd name="connsiteX155-3147" fmla="*/ 4515814 w 12192001"/>
              <a:gd name="connsiteY155-3148" fmla="*/ 2163671 h 2344739"/>
              <a:gd name="connsiteX156-3149" fmla="*/ 4428543 w 12192001"/>
              <a:gd name="connsiteY156-3150" fmla="*/ 2153020 h 2344739"/>
              <a:gd name="connsiteX157-3151" fmla="*/ 4362875 w 12192001"/>
              <a:gd name="connsiteY157-3152" fmla="*/ 2151674 h 2344739"/>
              <a:gd name="connsiteX158-3153" fmla="*/ 4316966 w 12192001"/>
              <a:gd name="connsiteY158-3154" fmla="*/ 2158289 h 2344739"/>
              <a:gd name="connsiteX159-3155" fmla="*/ 4315110 w 12192001"/>
              <a:gd name="connsiteY159-3156" fmla="*/ 2156948 h 2344739"/>
              <a:gd name="connsiteX160-3157" fmla="*/ 4295144 w 12192001"/>
              <a:gd name="connsiteY160-3158" fmla="*/ 2155069 h 2344739"/>
              <a:gd name="connsiteX161-3159" fmla="*/ 4290064 w 12192001"/>
              <a:gd name="connsiteY161-3160" fmla="*/ 2157986 h 2344739"/>
              <a:gd name="connsiteX162-3161" fmla="*/ 4276142 w 12192001"/>
              <a:gd name="connsiteY162-3162" fmla="*/ 2157740 h 2344739"/>
              <a:gd name="connsiteX163-3163" fmla="*/ 4248117 w 12192001"/>
              <a:gd name="connsiteY163-3164" fmla="*/ 2160064 h 2344739"/>
              <a:gd name="connsiteX164-3165" fmla="*/ 4202051 w 12192001"/>
              <a:gd name="connsiteY164-3166" fmla="*/ 2157269 h 2344739"/>
              <a:gd name="connsiteX165-3167" fmla="*/ 4201745 w 12192001"/>
              <a:gd name="connsiteY165-3168" fmla="*/ 2156010 h 2344739"/>
              <a:gd name="connsiteX166-3169" fmla="*/ 4191248 w 12192001"/>
              <a:gd name="connsiteY166-3170" fmla="*/ 2150376 h 2344739"/>
              <a:gd name="connsiteX167-3171" fmla="*/ 4142745 w 12192001"/>
              <a:gd name="connsiteY167-3172" fmla="*/ 2134511 h 2344739"/>
              <a:gd name="connsiteX168-3173" fmla="*/ 4083097 w 12192001"/>
              <a:gd name="connsiteY168-3174" fmla="*/ 2107978 h 2344739"/>
              <a:gd name="connsiteX169-3175" fmla="*/ 4074546 w 12192001"/>
              <a:gd name="connsiteY169-3176" fmla="*/ 2107143 h 2344739"/>
              <a:gd name="connsiteX170-3177" fmla="*/ 4074427 w 12192001"/>
              <a:gd name="connsiteY170-3178" fmla="*/ 2106844 h 2344739"/>
              <a:gd name="connsiteX171-3179" fmla="*/ 4065510 w 12192001"/>
              <a:gd name="connsiteY171-3180" fmla="*/ 2105400 h 2344739"/>
              <a:gd name="connsiteX172-3181" fmla="*/ 4058954 w 12192001"/>
              <a:gd name="connsiteY172-3182" fmla="*/ 2105618 h 2344739"/>
              <a:gd name="connsiteX173-3183" fmla="*/ 4042364 w 12192001"/>
              <a:gd name="connsiteY173-3184" fmla="*/ 2103997 h 2344739"/>
              <a:gd name="connsiteX174-3185" fmla="*/ 4036997 w 12192001"/>
              <a:gd name="connsiteY174-3186" fmla="*/ 2101563 h 2344739"/>
              <a:gd name="connsiteX175-3187" fmla="*/ 4035363 w 12192001"/>
              <a:gd name="connsiteY175-3188" fmla="*/ 2097896 h 2344739"/>
              <a:gd name="connsiteX176-3189" fmla="*/ 4033778 w 12192001"/>
              <a:gd name="connsiteY176-3190" fmla="*/ 2098131 h 2344739"/>
              <a:gd name="connsiteX177-3191" fmla="*/ 4004538 w 12192001"/>
              <a:gd name="connsiteY177-3192" fmla="*/ 2085563 h 2344739"/>
              <a:gd name="connsiteX178-3193" fmla="*/ 3936846 w 12192001"/>
              <a:gd name="connsiteY178-3194" fmla="*/ 2068106 h 2344739"/>
              <a:gd name="connsiteX179-3195" fmla="*/ 3897275 w 12192001"/>
              <a:gd name="connsiteY179-3196" fmla="*/ 2062451 h 2344739"/>
              <a:gd name="connsiteX180-3197" fmla="*/ 3789760 w 12192001"/>
              <a:gd name="connsiteY180-3198" fmla="*/ 2042213 h 2344739"/>
              <a:gd name="connsiteX181-3199" fmla="*/ 3682513 w 12192001"/>
              <a:gd name="connsiteY181-3200" fmla="*/ 2018290 h 2344739"/>
              <a:gd name="connsiteX182-3201" fmla="*/ 3610035 w 12192001"/>
              <a:gd name="connsiteY182-3202" fmla="*/ 1986019 h 2344739"/>
              <a:gd name="connsiteX183-3203" fmla="*/ 3603855 w 12192001"/>
              <a:gd name="connsiteY183-3204" fmla="*/ 1987381 h 2344739"/>
              <a:gd name="connsiteX184-3205" fmla="*/ 3594736 w 12192001"/>
              <a:gd name="connsiteY184-3206" fmla="*/ 1987545 h 2344739"/>
              <a:gd name="connsiteX185-3207" fmla="*/ 3594501 w 12192001"/>
              <a:gd name="connsiteY185-3208" fmla="*/ 1987276 h 2344739"/>
              <a:gd name="connsiteX186-3209" fmla="*/ 3585978 w 12192001"/>
              <a:gd name="connsiteY186-3210" fmla="*/ 1987966 h 2344739"/>
              <a:gd name="connsiteX187-3211" fmla="*/ 3536135 w 12192001"/>
              <a:gd name="connsiteY187-3212" fmla="*/ 1978267 h 2344739"/>
              <a:gd name="connsiteX188-3213" fmla="*/ 3473223 w 12192001"/>
              <a:gd name="connsiteY188-3214" fmla="*/ 1974606 h 2344739"/>
              <a:gd name="connsiteX189-3215" fmla="*/ 3400728 w 12192001"/>
              <a:gd name="connsiteY189-3216" fmla="*/ 1962558 h 2344739"/>
              <a:gd name="connsiteX190-3217" fmla="*/ 3363888 w 12192001"/>
              <a:gd name="connsiteY190-3218" fmla="*/ 1979510 h 2344739"/>
              <a:gd name="connsiteX191-3219" fmla="*/ 3344026 w 12192001"/>
              <a:gd name="connsiteY191-3220" fmla="*/ 1981192 h 2344739"/>
              <a:gd name="connsiteX192-3221" fmla="*/ 3341698 w 12192001"/>
              <a:gd name="connsiteY192-3222" fmla="*/ 1980217 h 2344739"/>
              <a:gd name="connsiteX193-3223" fmla="*/ 3262356 w 12192001"/>
              <a:gd name="connsiteY193-3224" fmla="*/ 1986094 h 2344739"/>
              <a:gd name="connsiteX194-3225" fmla="*/ 3142556 w 12192001"/>
              <a:gd name="connsiteY194-3226" fmla="*/ 1993869 h 2344739"/>
              <a:gd name="connsiteX195-3227" fmla="*/ 3030291 w 12192001"/>
              <a:gd name="connsiteY195-3228" fmla="*/ 1996512 h 2344739"/>
              <a:gd name="connsiteX196-3229" fmla="*/ 2781569 w 12192001"/>
              <a:gd name="connsiteY196-3230" fmla="*/ 2018333 h 2344739"/>
              <a:gd name="connsiteX197-3231" fmla="*/ 2646527 w 12192001"/>
              <a:gd name="connsiteY197-3232" fmla="*/ 2028869 h 2344739"/>
              <a:gd name="connsiteX198-3233" fmla="*/ 2568028 w 12192001"/>
              <a:gd name="connsiteY198-3234" fmla="*/ 2002628 h 2344739"/>
              <a:gd name="connsiteX199-3235" fmla="*/ 2443255 w 12192001"/>
              <a:gd name="connsiteY199-3236" fmla="*/ 2016529 h 2344739"/>
              <a:gd name="connsiteX200-3237" fmla="*/ 2315112 w 12192001"/>
              <a:gd name="connsiteY200-3238" fmla="*/ 2024996 h 2344739"/>
              <a:gd name="connsiteX201-3239" fmla="*/ 2208578 w 12192001"/>
              <a:gd name="connsiteY201-3240" fmla="*/ 2019763 h 2344739"/>
              <a:gd name="connsiteX202-3241" fmla="*/ 2094665 w 12192001"/>
              <a:gd name="connsiteY202-3242" fmla="*/ 2003052 h 2344739"/>
              <a:gd name="connsiteX203-3243" fmla="*/ 1997356 w 12192001"/>
              <a:gd name="connsiteY203-3244" fmla="*/ 1995032 h 2344739"/>
              <a:gd name="connsiteX204-3245" fmla="*/ 1928172 w 12192001"/>
              <a:gd name="connsiteY204-3246" fmla="*/ 2016977 h 2344739"/>
              <a:gd name="connsiteX205-3247" fmla="*/ 1921650 w 12192001"/>
              <a:gd name="connsiteY205-3248" fmla="*/ 2012146 h 2344739"/>
              <a:gd name="connsiteX206-3249" fmla="*/ 1873080 w 12192001"/>
              <a:gd name="connsiteY206-3250" fmla="*/ 2013741 h 2344739"/>
              <a:gd name="connsiteX207-3251" fmla="*/ 1786655 w 12192001"/>
              <a:gd name="connsiteY207-3252" fmla="*/ 2041363 h 2344739"/>
              <a:gd name="connsiteX208-3253" fmla="*/ 1738204 w 12192001"/>
              <a:gd name="connsiteY208-3254" fmla="*/ 2036312 h 2344739"/>
              <a:gd name="connsiteX209-3255" fmla="*/ 1675071 w 12192001"/>
              <a:gd name="connsiteY209-3256" fmla="*/ 2019963 h 2344739"/>
              <a:gd name="connsiteX210-3257" fmla="*/ 1608669 w 12192001"/>
              <a:gd name="connsiteY210-3258" fmla="*/ 2013066 h 2344739"/>
              <a:gd name="connsiteX211-3259" fmla="*/ 1496110 w 12192001"/>
              <a:gd name="connsiteY211-3260" fmla="*/ 1987476 h 2344739"/>
              <a:gd name="connsiteX212-3261" fmla="*/ 1149979 w 12192001"/>
              <a:gd name="connsiteY212-3262" fmla="*/ 1938041 h 2344739"/>
              <a:gd name="connsiteX213-3263" fmla="*/ 858269 w 12192001"/>
              <a:gd name="connsiteY213-3264" fmla="*/ 1928608 h 2344739"/>
              <a:gd name="connsiteX214-3265" fmla="*/ 837540 w 12192001"/>
              <a:gd name="connsiteY214-3266" fmla="*/ 1929821 h 2344739"/>
              <a:gd name="connsiteX215-3267" fmla="*/ 816809 w 12192001"/>
              <a:gd name="connsiteY215-3268" fmla="*/ 1927857 h 2344739"/>
              <a:gd name="connsiteX216-3269" fmla="*/ 811506 w 12192001"/>
              <a:gd name="connsiteY216-3270" fmla="*/ 1930751 h 2344739"/>
              <a:gd name="connsiteX217-3271" fmla="*/ 797041 w 12192001"/>
              <a:gd name="connsiteY217-3272" fmla="*/ 1930446 h 2344739"/>
              <a:gd name="connsiteX218-3273" fmla="*/ 767901 w 12192001"/>
              <a:gd name="connsiteY218-3274" fmla="*/ 1932653 h 2344739"/>
              <a:gd name="connsiteX219-3275" fmla="*/ 763053 w 12192001"/>
              <a:gd name="connsiteY219-3276" fmla="*/ 1930432 h 2344739"/>
              <a:gd name="connsiteX220-3277" fmla="*/ 720047 w 12192001"/>
              <a:gd name="connsiteY220-3278" fmla="*/ 1929661 h 2344739"/>
              <a:gd name="connsiteX221-3279" fmla="*/ 719742 w 12192001"/>
              <a:gd name="connsiteY221-3280" fmla="*/ 1928399 h 2344739"/>
              <a:gd name="connsiteX222-3281" fmla="*/ 708875 w 12192001"/>
              <a:gd name="connsiteY222-3282" fmla="*/ 1922722 h 2344739"/>
              <a:gd name="connsiteX223-3283" fmla="*/ 596792 w 12192001"/>
              <a:gd name="connsiteY223-3284" fmla="*/ 1879864 h 2344739"/>
              <a:gd name="connsiteX224-3285" fmla="*/ 578535 w 12192001"/>
              <a:gd name="connsiteY224-3286" fmla="*/ 1877212 h 2344739"/>
              <a:gd name="connsiteX225-3287" fmla="*/ 571717 w 12192001"/>
              <a:gd name="connsiteY225-3288" fmla="*/ 1877401 h 2344739"/>
              <a:gd name="connsiteX226-3289" fmla="*/ 445099 w 12192001"/>
              <a:gd name="connsiteY226-3290" fmla="*/ 1839371 h 2344739"/>
              <a:gd name="connsiteX227-3291" fmla="*/ 404015 w 12192001"/>
              <a:gd name="connsiteY227-3292" fmla="*/ 1833548 h 2344739"/>
              <a:gd name="connsiteX228-3293" fmla="*/ 292435 w 12192001"/>
              <a:gd name="connsiteY228-3294" fmla="*/ 1812852 h 2344739"/>
              <a:gd name="connsiteX229-3295" fmla="*/ 118381 w 12192001"/>
              <a:gd name="connsiteY229-3296" fmla="*/ 1761047 h 2344739"/>
              <a:gd name="connsiteX230-3297" fmla="*/ 15526 w 12192001"/>
              <a:gd name="connsiteY230-3298" fmla="*/ 1758191 h 2344739"/>
              <a:gd name="connsiteX231-3299" fmla="*/ 2 w 12192001"/>
              <a:gd name="connsiteY231-3300" fmla="*/ 1752722 h 2344739"/>
              <a:gd name="connsiteX232-3301" fmla="*/ 1 w 12192001"/>
              <a:gd name="connsiteY232-3302" fmla="*/ 762497 h 2344739"/>
              <a:gd name="connsiteX233-3303" fmla="*/ 0 w 12192001"/>
              <a:gd name="connsiteY233-3304" fmla="*/ 762497 h 2344739"/>
              <a:gd name="connsiteX234-3305" fmla="*/ 0 w 12192001"/>
              <a:gd name="connsiteY234-3306" fmla="*/ 222213 h 2344739"/>
              <a:gd name="connsiteX235-3307" fmla="*/ 0 w 12192001"/>
              <a:gd name="connsiteY235-3308" fmla="*/ 0 h 2344739"/>
              <a:gd name="connsiteX0-3309" fmla="*/ 0 w 12192001"/>
              <a:gd name="connsiteY0-3310" fmla="*/ 0 h 2344739"/>
              <a:gd name="connsiteX1-3311" fmla="*/ 12192000 w 12192001"/>
              <a:gd name="connsiteY1-3312" fmla="*/ 0 h 2344739"/>
              <a:gd name="connsiteX2-3313" fmla="*/ 12192000 w 12192001"/>
              <a:gd name="connsiteY2-3314" fmla="*/ 222213 h 2344739"/>
              <a:gd name="connsiteX3-3315" fmla="*/ 12192000 w 12192001"/>
              <a:gd name="connsiteY3-3316" fmla="*/ 389190 h 2344739"/>
              <a:gd name="connsiteX4-3317" fmla="*/ 12192001 w 12192001"/>
              <a:gd name="connsiteY4-3318" fmla="*/ 579739 h 2344739"/>
              <a:gd name="connsiteX5-3319" fmla="*/ 12184838 w 12192001"/>
              <a:gd name="connsiteY5-3320" fmla="*/ 584189 h 2344739"/>
              <a:gd name="connsiteX6-3321" fmla="*/ 12155215 w 12192001"/>
              <a:gd name="connsiteY6-3322" fmla="*/ 597366 h 2344739"/>
              <a:gd name="connsiteX7-3323" fmla="*/ 12138067 w 12192001"/>
              <a:gd name="connsiteY7-3324" fmla="*/ 623179 h 2344739"/>
              <a:gd name="connsiteX8-3325" fmla="*/ 12125179 w 12192001"/>
              <a:gd name="connsiteY8-3326" fmla="*/ 624690 h 2344739"/>
              <a:gd name="connsiteX9-3327" fmla="*/ 12122859 w 12192001"/>
              <a:gd name="connsiteY9-3328" fmla="*/ 624794 h 2344739"/>
              <a:gd name="connsiteX10-3329" fmla="*/ 12115706 w 12192001"/>
              <a:gd name="connsiteY10-3330" fmla="*/ 628608 h 2344739"/>
              <a:gd name="connsiteX11-3331" fmla="*/ 12098349 w 12192001"/>
              <a:gd name="connsiteY11-3332" fmla="*/ 628139 h 2344739"/>
              <a:gd name="connsiteX12-3333" fmla="*/ 12085925 w 12192001"/>
              <a:gd name="connsiteY12-3334" fmla="*/ 636341 h 2344739"/>
              <a:gd name="connsiteX13-3335" fmla="*/ 12029925 w 12192001"/>
              <a:gd name="connsiteY13-3336" fmla="*/ 680009 h 2344739"/>
              <a:gd name="connsiteX14-3337" fmla="*/ 11994685 w 12192001"/>
              <a:gd name="connsiteY14-3338" fmla="*/ 703458 h 2344739"/>
              <a:gd name="connsiteX15-3339" fmla="*/ 11978569 w 12192001"/>
              <a:gd name="connsiteY15-3340" fmla="*/ 708161 h 2344739"/>
              <a:gd name="connsiteX16-3341" fmla="*/ 11957898 w 12192001"/>
              <a:gd name="connsiteY16-3342" fmla="*/ 717558 h 2344739"/>
              <a:gd name="connsiteX17-3343" fmla="*/ 11919306 w 12192001"/>
              <a:gd name="connsiteY17-3344" fmla="*/ 730883 h 2344739"/>
              <a:gd name="connsiteX18-3345" fmla="*/ 11902508 w 12192001"/>
              <a:gd name="connsiteY18-3346" fmla="*/ 742426 h 2344739"/>
              <a:gd name="connsiteX19-3347" fmla="*/ 11893900 w 12192001"/>
              <a:gd name="connsiteY19-3348" fmla="*/ 744791 h 2344739"/>
              <a:gd name="connsiteX20-3349" fmla="*/ 11890820 w 12192001"/>
              <a:gd name="connsiteY20-3350" fmla="*/ 755729 h 2344739"/>
              <a:gd name="connsiteX21-3351" fmla="*/ 11869628 w 12192001"/>
              <a:gd name="connsiteY21-3352" fmla="*/ 777816 h 2344739"/>
              <a:gd name="connsiteX22-3353" fmla="*/ 11812228 w 12192001"/>
              <a:gd name="connsiteY22-3354" fmla="*/ 797659 h 2344739"/>
              <a:gd name="connsiteX23-3355" fmla="*/ 11748619 w 12192001"/>
              <a:gd name="connsiteY23-3356" fmla="*/ 872002 h 2344739"/>
              <a:gd name="connsiteX24-3357" fmla="*/ 11595155 w 12192001"/>
              <a:gd name="connsiteY24-3358" fmla="*/ 918898 h 2344739"/>
              <a:gd name="connsiteX25-3359" fmla="*/ 11306392 w 12192001"/>
              <a:gd name="connsiteY25-3360" fmla="*/ 1272239 h 2344739"/>
              <a:gd name="connsiteX26-3361" fmla="*/ 11522499 w 12192001"/>
              <a:gd name="connsiteY26-3362" fmla="*/ 1207528 h 2344739"/>
              <a:gd name="connsiteX27-3363" fmla="*/ 11245526 w 12192001"/>
              <a:gd name="connsiteY27-3364" fmla="*/ 1274060 h 2344739"/>
              <a:gd name="connsiteX28-3365" fmla="*/ 11227161 w 12192001"/>
              <a:gd name="connsiteY28-3366" fmla="*/ 1276236 h 2344739"/>
              <a:gd name="connsiteX29-3367" fmla="*/ 11216939 w 12192001"/>
              <a:gd name="connsiteY29-3368" fmla="*/ 1275961 h 2344739"/>
              <a:gd name="connsiteX30-3369" fmla="*/ 11216036 w 12192001"/>
              <a:gd name="connsiteY30-3370" fmla="*/ 1275018 h 2344739"/>
              <a:gd name="connsiteX31-3371" fmla="*/ 11187737 w 12192001"/>
              <a:gd name="connsiteY31-3372" fmla="*/ 1292383 h 2344739"/>
              <a:gd name="connsiteX32-3373" fmla="*/ 11183353 w 12192001"/>
              <a:gd name="connsiteY32-3374" fmla="*/ 1292525 h 2344739"/>
              <a:gd name="connsiteX33-3375" fmla="*/ 11165706 w 12192001"/>
              <a:gd name="connsiteY33-3376" fmla="*/ 1306612 h 2344739"/>
              <a:gd name="connsiteX34-3377" fmla="*/ 11156163 w 12192001"/>
              <a:gd name="connsiteY34-3378" fmla="*/ 1312414 h 2344739"/>
              <a:gd name="connsiteX35-3379" fmla="*/ 11154348 w 12192001"/>
              <a:gd name="connsiteY35-3380" fmla="*/ 1317097 h 2344739"/>
              <a:gd name="connsiteX36-3381" fmla="*/ 11139813 w 12192001"/>
              <a:gd name="connsiteY36-3382" fmla="*/ 1324115 h 2344739"/>
              <a:gd name="connsiteX37-3383" fmla="*/ 11137813 w 12192001"/>
              <a:gd name="connsiteY37-3384" fmla="*/ 1323772 h 2344739"/>
              <a:gd name="connsiteX38-3385" fmla="*/ 11127060 w 12192001"/>
              <a:gd name="connsiteY38-3386" fmla="*/ 1333832 h 2344739"/>
              <a:gd name="connsiteX39-3387" fmla="*/ 11119543 w 12192001"/>
              <a:gd name="connsiteY39-3388" fmla="*/ 1347424 h 2344739"/>
              <a:gd name="connsiteX40-3389" fmla="*/ 10893535 w 12192001"/>
              <a:gd name="connsiteY40-3390" fmla="*/ 1473399 h 2344739"/>
              <a:gd name="connsiteX41-3391" fmla="*/ 10772152 w 12192001"/>
              <a:gd name="connsiteY41-3392" fmla="*/ 1523191 h 2344739"/>
              <a:gd name="connsiteX42-3393" fmla="*/ 10626520 w 12192001"/>
              <a:gd name="connsiteY42-3394" fmla="*/ 1559229 h 2344739"/>
              <a:gd name="connsiteX43-3395" fmla="*/ 10580747 w 12192001"/>
              <a:gd name="connsiteY43-3396" fmla="*/ 1568689 h 2344739"/>
              <a:gd name="connsiteX44-3397" fmla="*/ 10546642 w 12192001"/>
              <a:gd name="connsiteY44-3398" fmla="*/ 1598423 h 2344739"/>
              <a:gd name="connsiteX45-3399" fmla="*/ 10528495 w 12192001"/>
              <a:gd name="connsiteY45-3400" fmla="*/ 1596907 h 2344739"/>
              <a:gd name="connsiteX46-3401" fmla="*/ 10525298 w 12192001"/>
              <a:gd name="connsiteY46-3402" fmla="*/ 1596411 h 2344739"/>
              <a:gd name="connsiteX47-3403" fmla="*/ 10513981 w 12192001"/>
              <a:gd name="connsiteY47-3404" fmla="*/ 1599537 h 2344739"/>
              <a:gd name="connsiteX48-3405" fmla="*/ 10490587 w 12192001"/>
              <a:gd name="connsiteY48-3406" fmla="*/ 1594156 h 2344739"/>
              <a:gd name="connsiteX49-3407" fmla="*/ 10470270 w 12192001"/>
              <a:gd name="connsiteY49-3408" fmla="*/ 1601693 h 2344739"/>
              <a:gd name="connsiteX50-3409" fmla="*/ 10375894 w 12192001"/>
              <a:gd name="connsiteY50-3410" fmla="*/ 1644598 h 2344739"/>
              <a:gd name="connsiteX51-3411" fmla="*/ 10318190 w 12192001"/>
              <a:gd name="connsiteY51-3412" fmla="*/ 1666221 h 2344739"/>
              <a:gd name="connsiteX52-3413" fmla="*/ 10294319 w 12192001"/>
              <a:gd name="connsiteY52-3414" fmla="*/ 1668079 h 2344739"/>
              <a:gd name="connsiteX53-3415" fmla="*/ 10262295 w 12192001"/>
              <a:gd name="connsiteY53-3416" fmla="*/ 1674948 h 2344739"/>
              <a:gd name="connsiteX54-3417" fmla="*/ 10204270 w 12192001"/>
              <a:gd name="connsiteY54-3418" fmla="*/ 1682149 h 2344739"/>
              <a:gd name="connsiteX55-3419" fmla="*/ 10176611 w 12192001"/>
              <a:gd name="connsiteY55-3420" fmla="*/ 1692943 h 2344739"/>
              <a:gd name="connsiteX56-3421" fmla="*/ 10163922 w 12192001"/>
              <a:gd name="connsiteY56-3422" fmla="*/ 1693739 h 2344739"/>
              <a:gd name="connsiteX57-3423" fmla="*/ 10155160 w 12192001"/>
              <a:gd name="connsiteY57-3424" fmla="*/ 1707487 h 2344739"/>
              <a:gd name="connsiteX58-3425" fmla="*/ 10117119 w 12192001"/>
              <a:gd name="connsiteY58-3426" fmla="*/ 1731142 h 2344739"/>
              <a:gd name="connsiteX59-3427" fmla="*/ 10100445 w 12192001"/>
              <a:gd name="connsiteY59-3428" fmla="*/ 1742432 h 2344739"/>
              <a:gd name="connsiteX60-3429" fmla="*/ 10082169 w 12192001"/>
              <a:gd name="connsiteY60-3430" fmla="*/ 1743296 h 2344739"/>
              <a:gd name="connsiteX61-3431" fmla="*/ 10039240 w 12192001"/>
              <a:gd name="connsiteY61-3432" fmla="*/ 1741632 h 2344739"/>
              <a:gd name="connsiteX62-3433" fmla="*/ 9960019 w 12192001"/>
              <a:gd name="connsiteY62-3434" fmla="*/ 1757147 h 2344739"/>
              <a:gd name="connsiteX63-3435" fmla="*/ 9847792 w 12192001"/>
              <a:gd name="connsiteY63-3436" fmla="*/ 1763915 h 2344739"/>
              <a:gd name="connsiteX64-3437" fmla="*/ 9728309 w 12192001"/>
              <a:gd name="connsiteY64-3438" fmla="*/ 1784122 h 2344739"/>
              <a:gd name="connsiteX65-3439" fmla="*/ 9584507 w 12192001"/>
              <a:gd name="connsiteY65-3440" fmla="*/ 1795542 h 2344739"/>
              <a:gd name="connsiteX66-3441" fmla="*/ 9343052 w 12192001"/>
              <a:gd name="connsiteY66-3442" fmla="*/ 1841244 h 2344739"/>
              <a:gd name="connsiteX67-3443" fmla="*/ 9231370 w 12192001"/>
              <a:gd name="connsiteY67-3444" fmla="*/ 1893149 h 2344739"/>
              <a:gd name="connsiteX68-3445" fmla="*/ 9194810 w 12192001"/>
              <a:gd name="connsiteY68-3446" fmla="*/ 1903228 h 2344739"/>
              <a:gd name="connsiteX69-3447" fmla="*/ 9189246 w 12192001"/>
              <a:gd name="connsiteY69-3448" fmla="*/ 1912467 h 2344739"/>
              <a:gd name="connsiteX70-3449" fmla="*/ 9151232 w 12192001"/>
              <a:gd name="connsiteY70-3450" fmla="*/ 1923669 h 2344739"/>
              <a:gd name="connsiteX71-3451" fmla="*/ 9150210 w 12192001"/>
              <a:gd name="connsiteY71-3452" fmla="*/ 1922604 h 2344739"/>
              <a:gd name="connsiteX72-3453" fmla="*/ 9137318 w 12192001"/>
              <a:gd name="connsiteY72-3454" fmla="*/ 1920435 h 2344739"/>
              <a:gd name="connsiteX73-3455" fmla="*/ 9113812 w 12192001"/>
              <a:gd name="connsiteY73-3456" fmla="*/ 1919069 h 2344739"/>
              <a:gd name="connsiteX74-3457" fmla="*/ 9053453 w 12192001"/>
              <a:gd name="connsiteY74-3458" fmla="*/ 1910755 h 2344739"/>
              <a:gd name="connsiteX75-3459" fmla="*/ 9005486 w 12192001"/>
              <a:gd name="connsiteY75-3460" fmla="*/ 1914040 h 2344739"/>
              <a:gd name="connsiteX76-3461" fmla="*/ 9005201 w 12192001"/>
              <a:gd name="connsiteY76-3462" fmla="*/ 1913800 h 2344739"/>
              <a:gd name="connsiteX77-3463" fmla="*/ 8996232 w 12192001"/>
              <a:gd name="connsiteY77-3464" fmla="*/ 1915011 h 2344739"/>
              <a:gd name="connsiteX78-3465" fmla="*/ 8990394 w 12192001"/>
              <a:gd name="connsiteY78-3466" fmla="*/ 1917072 h 2344739"/>
              <a:gd name="connsiteX79-3467" fmla="*/ 8974337 w 12192001"/>
              <a:gd name="connsiteY79-3468" fmla="*/ 1920298 h 2344739"/>
              <a:gd name="connsiteX80-3469" fmla="*/ 8968011 w 12192001"/>
              <a:gd name="connsiteY80-3470" fmla="*/ 1919598 h 2344739"/>
              <a:gd name="connsiteX81-3471" fmla="*/ 8963048 w 12192001"/>
              <a:gd name="connsiteY81-3472" fmla="*/ 1917373 h 2344739"/>
              <a:gd name="connsiteX82-3473" fmla="*/ 8928988 w 12192001"/>
              <a:gd name="connsiteY82-3474" fmla="*/ 1914185 h 2344739"/>
              <a:gd name="connsiteX83-3475" fmla="*/ 8752444 w 12192001"/>
              <a:gd name="connsiteY83-3476" fmla="*/ 1933417 h 2344739"/>
              <a:gd name="connsiteX84-3477" fmla="*/ 8707847 w 12192001"/>
              <a:gd name="connsiteY84-3478" fmla="*/ 1935518 h 2344739"/>
              <a:gd name="connsiteX85-3479" fmla="*/ 8596071 w 12192001"/>
              <a:gd name="connsiteY85-3480" fmla="*/ 1944090 h 2344739"/>
              <a:gd name="connsiteX86-3481" fmla="*/ 8525230 w 12192001"/>
              <a:gd name="connsiteY86-3482" fmla="*/ 1929248 h 2344739"/>
              <a:gd name="connsiteX87-3483" fmla="*/ 8510983 w 12192001"/>
              <a:gd name="connsiteY87-3484" fmla="*/ 1935163 h 2344739"/>
              <a:gd name="connsiteX88-3485" fmla="*/ 8506167 w 12192001"/>
              <a:gd name="connsiteY88-3486" fmla="*/ 1938164 h 2344739"/>
              <a:gd name="connsiteX89-3487" fmla="*/ 8497968 w 12192001"/>
              <a:gd name="connsiteY89-3488" fmla="*/ 1940902 h 2344739"/>
              <a:gd name="connsiteX90-3489" fmla="*/ 8497594 w 12192001"/>
              <a:gd name="connsiteY90-3490" fmla="*/ 1940723 h 2344739"/>
              <a:gd name="connsiteX91-3491" fmla="*/ 8490249 w 12192001"/>
              <a:gd name="connsiteY91-3492" fmla="*/ 1943773 h 2344739"/>
              <a:gd name="connsiteX92-3493" fmla="*/ 8367182 w 12192001"/>
              <a:gd name="connsiteY92-3494" fmla="*/ 1957815 h 2344739"/>
              <a:gd name="connsiteX93-3495" fmla="*/ 8353799 w 12192001"/>
              <a:gd name="connsiteY93-3496" fmla="*/ 1958009 h 2344739"/>
              <a:gd name="connsiteX94-3497" fmla="*/ 8352373 w 12192001"/>
              <a:gd name="connsiteY94-3498" fmla="*/ 1957169 h 2344739"/>
              <a:gd name="connsiteX95-3499" fmla="*/ 8320104 w 12192001"/>
              <a:gd name="connsiteY95-3500" fmla="*/ 1974587 h 2344739"/>
              <a:gd name="connsiteX96-3501" fmla="*/ 8314433 w 12192001"/>
              <a:gd name="connsiteY96-3502" fmla="*/ 1974913 h 2344739"/>
              <a:gd name="connsiteX97-3503" fmla="*/ 8295174 w 12192001"/>
              <a:gd name="connsiteY97-3504" fmla="*/ 1988808 h 2344739"/>
              <a:gd name="connsiteX98-3505" fmla="*/ 8284276 w 12192001"/>
              <a:gd name="connsiteY98-3506" fmla="*/ 1994631 h 2344739"/>
              <a:gd name="connsiteX99-3507" fmla="*/ 8283150 w 12192001"/>
              <a:gd name="connsiteY99-3508" fmla="*/ 1999074 h 2344739"/>
              <a:gd name="connsiteX100-3509" fmla="*/ 8266076 w 12192001"/>
              <a:gd name="connsiteY100-3510" fmla="*/ 2006249 h 2344739"/>
              <a:gd name="connsiteX101-3511" fmla="*/ 8263377 w 12192001"/>
              <a:gd name="connsiteY101-3512" fmla="*/ 2006019 h 2344739"/>
              <a:gd name="connsiteX102-3513" fmla="*/ 8252033 w 12192001"/>
              <a:gd name="connsiteY102-3514" fmla="*/ 2015862 h 2344739"/>
              <a:gd name="connsiteX103-3515" fmla="*/ 8245834 w 12192001"/>
              <a:gd name="connsiteY103-3516" fmla="*/ 2028854 h 2344739"/>
              <a:gd name="connsiteX104-3517" fmla="*/ 8090272 w 12192001"/>
              <a:gd name="connsiteY104-3518" fmla="*/ 2075015 h 2344739"/>
              <a:gd name="connsiteX105-3519" fmla="*/ 7905407 w 12192001"/>
              <a:gd name="connsiteY105-3520" fmla="*/ 2116988 h 2344739"/>
              <a:gd name="connsiteX106-3521" fmla="*/ 7718745 w 12192001"/>
              <a:gd name="connsiteY106-3522" fmla="*/ 2142703 h 2344739"/>
              <a:gd name="connsiteX107-3523" fmla="*/ 7614347 w 12192001"/>
              <a:gd name="connsiteY107-3524" fmla="*/ 2139232 h 2344739"/>
              <a:gd name="connsiteX108-3525" fmla="*/ 7527543 w 12192001"/>
              <a:gd name="connsiteY108-3526" fmla="*/ 2145060 h 2344739"/>
              <a:gd name="connsiteX109-3527" fmla="*/ 7519571 w 12192001"/>
              <a:gd name="connsiteY109-3528" fmla="*/ 2147613 h 2344739"/>
              <a:gd name="connsiteX110-3529" fmla="*/ 7507411 w 12192001"/>
              <a:gd name="connsiteY110-3530" fmla="*/ 2148948 h 2344739"/>
              <a:gd name="connsiteX111-3531" fmla="*/ 7507040 w 12192001"/>
              <a:gd name="connsiteY111-3532" fmla="*/ 2148621 h 2344739"/>
              <a:gd name="connsiteX112-3533" fmla="*/ 7495795 w 12192001"/>
              <a:gd name="connsiteY112-3534" fmla="*/ 2150573 h 2344739"/>
              <a:gd name="connsiteX113-3535" fmla="*/ 7405391 w 12192001"/>
              <a:gd name="connsiteY113-3536" fmla="*/ 2142468 h 2344739"/>
              <a:gd name="connsiteX114-3537" fmla="*/ 7312180 w 12192001"/>
              <a:gd name="connsiteY114-3538" fmla="*/ 2132873 h 2344739"/>
              <a:gd name="connsiteX115-3539" fmla="*/ 7310853 w 12192001"/>
              <a:gd name="connsiteY115-3540" fmla="*/ 2131431 h 2344739"/>
              <a:gd name="connsiteX116-3541" fmla="*/ 7218559 w 12192001"/>
              <a:gd name="connsiteY116-3542" fmla="*/ 2156680 h 2344739"/>
              <a:gd name="connsiteX117-3543" fmla="*/ 7201101 w 12192001"/>
              <a:gd name="connsiteY117-3544" fmla="*/ 2161230 h 2344739"/>
              <a:gd name="connsiteX118-3545" fmla="*/ 7197004 w 12192001"/>
              <a:gd name="connsiteY118-3546" fmla="*/ 2166588 h 2344739"/>
              <a:gd name="connsiteX119-3547" fmla="*/ 7170808 w 12192001"/>
              <a:gd name="connsiteY119-3548" fmla="*/ 2171236 h 2344739"/>
              <a:gd name="connsiteX120-3549" fmla="*/ 7096988 w 12192001"/>
              <a:gd name="connsiteY120-3550" fmla="*/ 2183464 h 2344739"/>
              <a:gd name="connsiteX121-3551" fmla="*/ 7018496 w 12192001"/>
              <a:gd name="connsiteY121-3552" fmla="*/ 2183090 h 2344739"/>
              <a:gd name="connsiteX122-3553" fmla="*/ 6904146 w 12192001"/>
              <a:gd name="connsiteY122-3554" fmla="*/ 2212596 h 2344739"/>
              <a:gd name="connsiteX123-3555" fmla="*/ 6708222 w 12192001"/>
              <a:gd name="connsiteY123-3556" fmla="*/ 2240551 h 2344739"/>
              <a:gd name="connsiteX124-3557" fmla="*/ 6549454 w 12192001"/>
              <a:gd name="connsiteY124-3558" fmla="*/ 2269327 h 2344739"/>
              <a:gd name="connsiteX125-3559" fmla="*/ 6317560 w 12192001"/>
              <a:gd name="connsiteY125-3560" fmla="*/ 2316127 h 2344739"/>
              <a:gd name="connsiteX126-3561" fmla="*/ 6168674 w 12192001"/>
              <a:gd name="connsiteY126-3562" fmla="*/ 2318214 h 2344739"/>
              <a:gd name="connsiteX127-3563" fmla="*/ 6073848 w 12192001"/>
              <a:gd name="connsiteY127-3564" fmla="*/ 2338676 h 2344739"/>
              <a:gd name="connsiteX128-3565" fmla="*/ 6068529 w 12192001"/>
              <a:gd name="connsiteY128-3566" fmla="*/ 2337139 h 2344739"/>
              <a:gd name="connsiteX129-3567" fmla="*/ 6048638 w 12192001"/>
              <a:gd name="connsiteY129-3568" fmla="*/ 2337822 h 2344739"/>
              <a:gd name="connsiteX130-3569" fmla="*/ 6041285 w 12192001"/>
              <a:gd name="connsiteY130-3570" fmla="*/ 2329473 h 2344739"/>
              <a:gd name="connsiteX131-3571" fmla="*/ 6010090 w 12192001"/>
              <a:gd name="connsiteY131-3572" fmla="*/ 2324380 h 2344739"/>
              <a:gd name="connsiteX132-3573" fmla="*/ 5957375 w 12192001"/>
              <a:gd name="connsiteY132-3574" fmla="*/ 2328024 h 2344739"/>
              <a:gd name="connsiteX133-3575" fmla="*/ 5758919 w 12192001"/>
              <a:gd name="connsiteY133-3576" fmla="*/ 2343716 h 2344739"/>
              <a:gd name="connsiteX134-3577" fmla="*/ 5626960 w 12192001"/>
              <a:gd name="connsiteY134-3578" fmla="*/ 2344739 h 2344739"/>
              <a:gd name="connsiteX135-3579" fmla="*/ 5470906 w 12192001"/>
              <a:gd name="connsiteY135-3580" fmla="*/ 2330719 h 2344739"/>
              <a:gd name="connsiteX136-3581" fmla="*/ 5432761 w 12192001"/>
              <a:gd name="connsiteY136-3582" fmla="*/ 2319466 h 2344739"/>
              <a:gd name="connsiteX137-3583" fmla="*/ 5381669 w 12192001"/>
              <a:gd name="connsiteY137-3584" fmla="*/ 2301764 h 2344739"/>
              <a:gd name="connsiteX138-3585" fmla="*/ 5261764 w 12192001"/>
              <a:gd name="connsiteY138-3586" fmla="*/ 2281347 h 2344739"/>
              <a:gd name="connsiteX139-3587" fmla="*/ 5222961 w 12192001"/>
              <a:gd name="connsiteY139-3588" fmla="*/ 2270223 h 2344739"/>
              <a:gd name="connsiteX140-3589" fmla="*/ 5174660 w 12192001"/>
              <a:gd name="connsiteY140-3590" fmla="*/ 2267233 h 2344739"/>
              <a:gd name="connsiteX141-3591" fmla="*/ 5156554 w 12192001"/>
              <a:gd name="connsiteY141-3592" fmla="*/ 2260010 h 2344739"/>
              <a:gd name="connsiteX142-3593" fmla="*/ 5142599 w 12192001"/>
              <a:gd name="connsiteY142-3594" fmla="*/ 2256610 h 2344739"/>
              <a:gd name="connsiteX143-3595" fmla="*/ 5139596 w 12192001"/>
              <a:gd name="connsiteY143-3596" fmla="*/ 2254509 h 2344739"/>
              <a:gd name="connsiteX144-3597" fmla="*/ 5121659 w 12192001"/>
              <a:gd name="connsiteY144-3598" fmla="*/ 2243656 h 2344739"/>
              <a:gd name="connsiteX145-3599" fmla="*/ 5065790 w 12192001"/>
              <a:gd name="connsiteY145-3600" fmla="*/ 2250227 h 2344739"/>
              <a:gd name="connsiteX146-3601" fmla="*/ 5011514 w 12192001"/>
              <a:gd name="connsiteY146-3602" fmla="*/ 2233846 h 2344739"/>
              <a:gd name="connsiteX147-3603" fmla="*/ 4840441 w 12192001"/>
              <a:gd name="connsiteY147-3604" fmla="*/ 2209829 h 2344739"/>
              <a:gd name="connsiteX148-3605" fmla="*/ 4762447 w 12192001"/>
              <a:gd name="connsiteY148-3606" fmla="*/ 2182061 h 2344739"/>
              <a:gd name="connsiteX149-3607" fmla="*/ 4723186 w 12192001"/>
              <a:gd name="connsiteY149-3608" fmla="*/ 2173047 h 2344739"/>
              <a:gd name="connsiteX150-3609" fmla="*/ 4721176 w 12192001"/>
              <a:gd name="connsiteY150-3610" fmla="*/ 2172298 h 2344739"/>
              <a:gd name="connsiteX151-3611" fmla="*/ 4722111 w 12192001"/>
              <a:gd name="connsiteY151-3612" fmla="*/ 2172087 h 2344739"/>
              <a:gd name="connsiteX152-3613" fmla="*/ 4717202 w 12192001"/>
              <a:gd name="connsiteY152-3614" fmla="*/ 2170817 h 2344739"/>
              <a:gd name="connsiteX153-3615" fmla="*/ 4721176 w 12192001"/>
              <a:gd name="connsiteY153-3616" fmla="*/ 2172298 h 2344739"/>
              <a:gd name="connsiteX154-3617" fmla="*/ 4715526 w 12192001"/>
              <a:gd name="connsiteY154-3618" fmla="*/ 2173573 h 2344739"/>
              <a:gd name="connsiteX155-3619" fmla="*/ 4515814 w 12192001"/>
              <a:gd name="connsiteY155-3620" fmla="*/ 2163671 h 2344739"/>
              <a:gd name="connsiteX156-3621" fmla="*/ 4428543 w 12192001"/>
              <a:gd name="connsiteY156-3622" fmla="*/ 2153020 h 2344739"/>
              <a:gd name="connsiteX157-3623" fmla="*/ 4362875 w 12192001"/>
              <a:gd name="connsiteY157-3624" fmla="*/ 2151674 h 2344739"/>
              <a:gd name="connsiteX158-3625" fmla="*/ 4316966 w 12192001"/>
              <a:gd name="connsiteY158-3626" fmla="*/ 2158289 h 2344739"/>
              <a:gd name="connsiteX159-3627" fmla="*/ 4315110 w 12192001"/>
              <a:gd name="connsiteY159-3628" fmla="*/ 2156948 h 2344739"/>
              <a:gd name="connsiteX160-3629" fmla="*/ 4295144 w 12192001"/>
              <a:gd name="connsiteY160-3630" fmla="*/ 2155069 h 2344739"/>
              <a:gd name="connsiteX161-3631" fmla="*/ 4290064 w 12192001"/>
              <a:gd name="connsiteY161-3632" fmla="*/ 2157986 h 2344739"/>
              <a:gd name="connsiteX162-3633" fmla="*/ 4276142 w 12192001"/>
              <a:gd name="connsiteY162-3634" fmla="*/ 2157740 h 2344739"/>
              <a:gd name="connsiteX163-3635" fmla="*/ 4248117 w 12192001"/>
              <a:gd name="connsiteY163-3636" fmla="*/ 2160064 h 2344739"/>
              <a:gd name="connsiteX164-3637" fmla="*/ 4202051 w 12192001"/>
              <a:gd name="connsiteY164-3638" fmla="*/ 2157269 h 2344739"/>
              <a:gd name="connsiteX165-3639" fmla="*/ 4201745 w 12192001"/>
              <a:gd name="connsiteY165-3640" fmla="*/ 2156010 h 2344739"/>
              <a:gd name="connsiteX166-3641" fmla="*/ 4191248 w 12192001"/>
              <a:gd name="connsiteY166-3642" fmla="*/ 2150376 h 2344739"/>
              <a:gd name="connsiteX167-3643" fmla="*/ 4142745 w 12192001"/>
              <a:gd name="connsiteY167-3644" fmla="*/ 2134511 h 2344739"/>
              <a:gd name="connsiteX168-3645" fmla="*/ 4083097 w 12192001"/>
              <a:gd name="connsiteY168-3646" fmla="*/ 2107978 h 2344739"/>
              <a:gd name="connsiteX169-3647" fmla="*/ 4074546 w 12192001"/>
              <a:gd name="connsiteY169-3648" fmla="*/ 2107143 h 2344739"/>
              <a:gd name="connsiteX170-3649" fmla="*/ 4074427 w 12192001"/>
              <a:gd name="connsiteY170-3650" fmla="*/ 2106844 h 2344739"/>
              <a:gd name="connsiteX171-3651" fmla="*/ 4065510 w 12192001"/>
              <a:gd name="connsiteY171-3652" fmla="*/ 2105400 h 2344739"/>
              <a:gd name="connsiteX172-3653" fmla="*/ 4058954 w 12192001"/>
              <a:gd name="connsiteY172-3654" fmla="*/ 2105618 h 2344739"/>
              <a:gd name="connsiteX173-3655" fmla="*/ 4042364 w 12192001"/>
              <a:gd name="connsiteY173-3656" fmla="*/ 2103997 h 2344739"/>
              <a:gd name="connsiteX174-3657" fmla="*/ 4036997 w 12192001"/>
              <a:gd name="connsiteY174-3658" fmla="*/ 2101563 h 2344739"/>
              <a:gd name="connsiteX175-3659" fmla="*/ 4035363 w 12192001"/>
              <a:gd name="connsiteY175-3660" fmla="*/ 2097896 h 2344739"/>
              <a:gd name="connsiteX176-3661" fmla="*/ 4033778 w 12192001"/>
              <a:gd name="connsiteY176-3662" fmla="*/ 2098131 h 2344739"/>
              <a:gd name="connsiteX177-3663" fmla="*/ 4004538 w 12192001"/>
              <a:gd name="connsiteY177-3664" fmla="*/ 2085563 h 2344739"/>
              <a:gd name="connsiteX178-3665" fmla="*/ 3936846 w 12192001"/>
              <a:gd name="connsiteY178-3666" fmla="*/ 2068106 h 2344739"/>
              <a:gd name="connsiteX179-3667" fmla="*/ 3897275 w 12192001"/>
              <a:gd name="connsiteY179-3668" fmla="*/ 2062451 h 2344739"/>
              <a:gd name="connsiteX180-3669" fmla="*/ 3789760 w 12192001"/>
              <a:gd name="connsiteY180-3670" fmla="*/ 2042213 h 2344739"/>
              <a:gd name="connsiteX181-3671" fmla="*/ 3682513 w 12192001"/>
              <a:gd name="connsiteY181-3672" fmla="*/ 2018290 h 2344739"/>
              <a:gd name="connsiteX182-3673" fmla="*/ 3610035 w 12192001"/>
              <a:gd name="connsiteY182-3674" fmla="*/ 1986019 h 2344739"/>
              <a:gd name="connsiteX183-3675" fmla="*/ 3603855 w 12192001"/>
              <a:gd name="connsiteY183-3676" fmla="*/ 1987381 h 2344739"/>
              <a:gd name="connsiteX184-3677" fmla="*/ 3594736 w 12192001"/>
              <a:gd name="connsiteY184-3678" fmla="*/ 1987545 h 2344739"/>
              <a:gd name="connsiteX185-3679" fmla="*/ 3594501 w 12192001"/>
              <a:gd name="connsiteY185-3680" fmla="*/ 1987276 h 2344739"/>
              <a:gd name="connsiteX186-3681" fmla="*/ 3585978 w 12192001"/>
              <a:gd name="connsiteY186-3682" fmla="*/ 1987966 h 2344739"/>
              <a:gd name="connsiteX187-3683" fmla="*/ 3536135 w 12192001"/>
              <a:gd name="connsiteY187-3684" fmla="*/ 1978267 h 2344739"/>
              <a:gd name="connsiteX188-3685" fmla="*/ 3473223 w 12192001"/>
              <a:gd name="connsiteY188-3686" fmla="*/ 1974606 h 2344739"/>
              <a:gd name="connsiteX189-3687" fmla="*/ 3400728 w 12192001"/>
              <a:gd name="connsiteY189-3688" fmla="*/ 1962558 h 2344739"/>
              <a:gd name="connsiteX190-3689" fmla="*/ 3363888 w 12192001"/>
              <a:gd name="connsiteY190-3690" fmla="*/ 1979510 h 2344739"/>
              <a:gd name="connsiteX191-3691" fmla="*/ 3344026 w 12192001"/>
              <a:gd name="connsiteY191-3692" fmla="*/ 1981192 h 2344739"/>
              <a:gd name="connsiteX192-3693" fmla="*/ 3341698 w 12192001"/>
              <a:gd name="connsiteY192-3694" fmla="*/ 1980217 h 2344739"/>
              <a:gd name="connsiteX193-3695" fmla="*/ 3262356 w 12192001"/>
              <a:gd name="connsiteY193-3696" fmla="*/ 1986094 h 2344739"/>
              <a:gd name="connsiteX194-3697" fmla="*/ 3142556 w 12192001"/>
              <a:gd name="connsiteY194-3698" fmla="*/ 1993869 h 2344739"/>
              <a:gd name="connsiteX195-3699" fmla="*/ 3030291 w 12192001"/>
              <a:gd name="connsiteY195-3700" fmla="*/ 1996512 h 2344739"/>
              <a:gd name="connsiteX196-3701" fmla="*/ 2781569 w 12192001"/>
              <a:gd name="connsiteY196-3702" fmla="*/ 2018333 h 2344739"/>
              <a:gd name="connsiteX197-3703" fmla="*/ 2646527 w 12192001"/>
              <a:gd name="connsiteY197-3704" fmla="*/ 2028869 h 2344739"/>
              <a:gd name="connsiteX198-3705" fmla="*/ 2568028 w 12192001"/>
              <a:gd name="connsiteY198-3706" fmla="*/ 2002628 h 2344739"/>
              <a:gd name="connsiteX199-3707" fmla="*/ 2443255 w 12192001"/>
              <a:gd name="connsiteY199-3708" fmla="*/ 2016529 h 2344739"/>
              <a:gd name="connsiteX200-3709" fmla="*/ 2315112 w 12192001"/>
              <a:gd name="connsiteY200-3710" fmla="*/ 2024996 h 2344739"/>
              <a:gd name="connsiteX201-3711" fmla="*/ 2208578 w 12192001"/>
              <a:gd name="connsiteY201-3712" fmla="*/ 2019763 h 2344739"/>
              <a:gd name="connsiteX202-3713" fmla="*/ 2094665 w 12192001"/>
              <a:gd name="connsiteY202-3714" fmla="*/ 2003052 h 2344739"/>
              <a:gd name="connsiteX203-3715" fmla="*/ 1997356 w 12192001"/>
              <a:gd name="connsiteY203-3716" fmla="*/ 1995032 h 2344739"/>
              <a:gd name="connsiteX204-3717" fmla="*/ 1928172 w 12192001"/>
              <a:gd name="connsiteY204-3718" fmla="*/ 2016977 h 2344739"/>
              <a:gd name="connsiteX205-3719" fmla="*/ 1921650 w 12192001"/>
              <a:gd name="connsiteY205-3720" fmla="*/ 2012146 h 2344739"/>
              <a:gd name="connsiteX206-3721" fmla="*/ 1873080 w 12192001"/>
              <a:gd name="connsiteY206-3722" fmla="*/ 2013741 h 2344739"/>
              <a:gd name="connsiteX207-3723" fmla="*/ 1786655 w 12192001"/>
              <a:gd name="connsiteY207-3724" fmla="*/ 2041363 h 2344739"/>
              <a:gd name="connsiteX208-3725" fmla="*/ 1738204 w 12192001"/>
              <a:gd name="connsiteY208-3726" fmla="*/ 2036312 h 2344739"/>
              <a:gd name="connsiteX209-3727" fmla="*/ 1675071 w 12192001"/>
              <a:gd name="connsiteY209-3728" fmla="*/ 2019963 h 2344739"/>
              <a:gd name="connsiteX210-3729" fmla="*/ 1608669 w 12192001"/>
              <a:gd name="connsiteY210-3730" fmla="*/ 2013066 h 2344739"/>
              <a:gd name="connsiteX211-3731" fmla="*/ 1496110 w 12192001"/>
              <a:gd name="connsiteY211-3732" fmla="*/ 1987476 h 2344739"/>
              <a:gd name="connsiteX212-3733" fmla="*/ 1149979 w 12192001"/>
              <a:gd name="connsiteY212-3734" fmla="*/ 1938041 h 2344739"/>
              <a:gd name="connsiteX213-3735" fmla="*/ 858269 w 12192001"/>
              <a:gd name="connsiteY213-3736" fmla="*/ 1928608 h 2344739"/>
              <a:gd name="connsiteX214-3737" fmla="*/ 837540 w 12192001"/>
              <a:gd name="connsiteY214-3738" fmla="*/ 1929821 h 2344739"/>
              <a:gd name="connsiteX215-3739" fmla="*/ 816809 w 12192001"/>
              <a:gd name="connsiteY215-3740" fmla="*/ 1927857 h 2344739"/>
              <a:gd name="connsiteX216-3741" fmla="*/ 811506 w 12192001"/>
              <a:gd name="connsiteY216-3742" fmla="*/ 1930751 h 2344739"/>
              <a:gd name="connsiteX217-3743" fmla="*/ 797041 w 12192001"/>
              <a:gd name="connsiteY217-3744" fmla="*/ 1930446 h 2344739"/>
              <a:gd name="connsiteX218-3745" fmla="*/ 767901 w 12192001"/>
              <a:gd name="connsiteY218-3746" fmla="*/ 1932653 h 2344739"/>
              <a:gd name="connsiteX219-3747" fmla="*/ 763053 w 12192001"/>
              <a:gd name="connsiteY219-3748" fmla="*/ 1930432 h 2344739"/>
              <a:gd name="connsiteX220-3749" fmla="*/ 720047 w 12192001"/>
              <a:gd name="connsiteY220-3750" fmla="*/ 1929661 h 2344739"/>
              <a:gd name="connsiteX221-3751" fmla="*/ 719742 w 12192001"/>
              <a:gd name="connsiteY221-3752" fmla="*/ 1928399 h 2344739"/>
              <a:gd name="connsiteX222-3753" fmla="*/ 708875 w 12192001"/>
              <a:gd name="connsiteY222-3754" fmla="*/ 1922722 h 2344739"/>
              <a:gd name="connsiteX223-3755" fmla="*/ 596792 w 12192001"/>
              <a:gd name="connsiteY223-3756" fmla="*/ 1879864 h 2344739"/>
              <a:gd name="connsiteX224-3757" fmla="*/ 578535 w 12192001"/>
              <a:gd name="connsiteY224-3758" fmla="*/ 1877212 h 2344739"/>
              <a:gd name="connsiteX225-3759" fmla="*/ 571717 w 12192001"/>
              <a:gd name="connsiteY225-3760" fmla="*/ 1877401 h 2344739"/>
              <a:gd name="connsiteX226-3761" fmla="*/ 445099 w 12192001"/>
              <a:gd name="connsiteY226-3762" fmla="*/ 1839371 h 2344739"/>
              <a:gd name="connsiteX227-3763" fmla="*/ 404015 w 12192001"/>
              <a:gd name="connsiteY227-3764" fmla="*/ 1833548 h 2344739"/>
              <a:gd name="connsiteX228-3765" fmla="*/ 292435 w 12192001"/>
              <a:gd name="connsiteY228-3766" fmla="*/ 1812852 h 2344739"/>
              <a:gd name="connsiteX229-3767" fmla="*/ 118381 w 12192001"/>
              <a:gd name="connsiteY229-3768" fmla="*/ 1761047 h 2344739"/>
              <a:gd name="connsiteX230-3769" fmla="*/ 15526 w 12192001"/>
              <a:gd name="connsiteY230-3770" fmla="*/ 1758191 h 2344739"/>
              <a:gd name="connsiteX231-3771" fmla="*/ 2 w 12192001"/>
              <a:gd name="connsiteY231-3772" fmla="*/ 1752722 h 2344739"/>
              <a:gd name="connsiteX232-3773" fmla="*/ 1 w 12192001"/>
              <a:gd name="connsiteY232-3774" fmla="*/ 762497 h 2344739"/>
              <a:gd name="connsiteX233-3775" fmla="*/ 0 w 12192001"/>
              <a:gd name="connsiteY233-3776" fmla="*/ 762497 h 2344739"/>
              <a:gd name="connsiteX234-3777" fmla="*/ 0 w 12192001"/>
              <a:gd name="connsiteY234-3778" fmla="*/ 222213 h 2344739"/>
              <a:gd name="connsiteX235-3779" fmla="*/ 0 w 12192001"/>
              <a:gd name="connsiteY235-3780" fmla="*/ 0 h 2344739"/>
              <a:gd name="connsiteX0-3781" fmla="*/ 0 w 12192001"/>
              <a:gd name="connsiteY0-3782" fmla="*/ 0 h 2344739"/>
              <a:gd name="connsiteX1-3783" fmla="*/ 12192000 w 12192001"/>
              <a:gd name="connsiteY1-3784" fmla="*/ 0 h 2344739"/>
              <a:gd name="connsiteX2-3785" fmla="*/ 12192000 w 12192001"/>
              <a:gd name="connsiteY2-3786" fmla="*/ 222213 h 2344739"/>
              <a:gd name="connsiteX3-3787" fmla="*/ 12192000 w 12192001"/>
              <a:gd name="connsiteY3-3788" fmla="*/ 389190 h 2344739"/>
              <a:gd name="connsiteX4-3789" fmla="*/ 12192001 w 12192001"/>
              <a:gd name="connsiteY4-3790" fmla="*/ 579739 h 2344739"/>
              <a:gd name="connsiteX5-3791" fmla="*/ 12184838 w 12192001"/>
              <a:gd name="connsiteY5-3792" fmla="*/ 584189 h 2344739"/>
              <a:gd name="connsiteX6-3793" fmla="*/ 12155215 w 12192001"/>
              <a:gd name="connsiteY6-3794" fmla="*/ 597366 h 2344739"/>
              <a:gd name="connsiteX7-3795" fmla="*/ 12138067 w 12192001"/>
              <a:gd name="connsiteY7-3796" fmla="*/ 623179 h 2344739"/>
              <a:gd name="connsiteX8-3797" fmla="*/ 12125179 w 12192001"/>
              <a:gd name="connsiteY8-3798" fmla="*/ 624690 h 2344739"/>
              <a:gd name="connsiteX9-3799" fmla="*/ 12122859 w 12192001"/>
              <a:gd name="connsiteY9-3800" fmla="*/ 624794 h 2344739"/>
              <a:gd name="connsiteX10-3801" fmla="*/ 12115706 w 12192001"/>
              <a:gd name="connsiteY10-3802" fmla="*/ 628608 h 2344739"/>
              <a:gd name="connsiteX11-3803" fmla="*/ 12098349 w 12192001"/>
              <a:gd name="connsiteY11-3804" fmla="*/ 628139 h 2344739"/>
              <a:gd name="connsiteX12-3805" fmla="*/ 12085925 w 12192001"/>
              <a:gd name="connsiteY12-3806" fmla="*/ 636341 h 2344739"/>
              <a:gd name="connsiteX13-3807" fmla="*/ 12029925 w 12192001"/>
              <a:gd name="connsiteY13-3808" fmla="*/ 680009 h 2344739"/>
              <a:gd name="connsiteX14-3809" fmla="*/ 11994685 w 12192001"/>
              <a:gd name="connsiteY14-3810" fmla="*/ 703458 h 2344739"/>
              <a:gd name="connsiteX15-3811" fmla="*/ 11978569 w 12192001"/>
              <a:gd name="connsiteY15-3812" fmla="*/ 708161 h 2344739"/>
              <a:gd name="connsiteX16-3813" fmla="*/ 11957898 w 12192001"/>
              <a:gd name="connsiteY16-3814" fmla="*/ 717558 h 2344739"/>
              <a:gd name="connsiteX17-3815" fmla="*/ 11919306 w 12192001"/>
              <a:gd name="connsiteY17-3816" fmla="*/ 730883 h 2344739"/>
              <a:gd name="connsiteX18-3817" fmla="*/ 11902508 w 12192001"/>
              <a:gd name="connsiteY18-3818" fmla="*/ 742426 h 2344739"/>
              <a:gd name="connsiteX19-3819" fmla="*/ 11893900 w 12192001"/>
              <a:gd name="connsiteY19-3820" fmla="*/ 744791 h 2344739"/>
              <a:gd name="connsiteX20-3821" fmla="*/ 11890820 w 12192001"/>
              <a:gd name="connsiteY20-3822" fmla="*/ 755729 h 2344739"/>
              <a:gd name="connsiteX21-3823" fmla="*/ 11869628 w 12192001"/>
              <a:gd name="connsiteY21-3824" fmla="*/ 777816 h 2344739"/>
              <a:gd name="connsiteX22-3825" fmla="*/ 11812228 w 12192001"/>
              <a:gd name="connsiteY22-3826" fmla="*/ 797659 h 2344739"/>
              <a:gd name="connsiteX23-3827" fmla="*/ 11748619 w 12192001"/>
              <a:gd name="connsiteY23-3828" fmla="*/ 872002 h 2344739"/>
              <a:gd name="connsiteX24-3829" fmla="*/ 11595155 w 12192001"/>
              <a:gd name="connsiteY24-3830" fmla="*/ 918898 h 2344739"/>
              <a:gd name="connsiteX25-3831" fmla="*/ 11522499 w 12192001"/>
              <a:gd name="connsiteY25-3832" fmla="*/ 1207528 h 2344739"/>
              <a:gd name="connsiteX26-3833" fmla="*/ 11245526 w 12192001"/>
              <a:gd name="connsiteY26-3834" fmla="*/ 1274060 h 2344739"/>
              <a:gd name="connsiteX27-3835" fmla="*/ 11227161 w 12192001"/>
              <a:gd name="connsiteY27-3836" fmla="*/ 1276236 h 2344739"/>
              <a:gd name="connsiteX28-3837" fmla="*/ 11216939 w 12192001"/>
              <a:gd name="connsiteY28-3838" fmla="*/ 1275961 h 2344739"/>
              <a:gd name="connsiteX29-3839" fmla="*/ 11216036 w 12192001"/>
              <a:gd name="connsiteY29-3840" fmla="*/ 1275018 h 2344739"/>
              <a:gd name="connsiteX30-3841" fmla="*/ 11187737 w 12192001"/>
              <a:gd name="connsiteY30-3842" fmla="*/ 1292383 h 2344739"/>
              <a:gd name="connsiteX31-3843" fmla="*/ 11183353 w 12192001"/>
              <a:gd name="connsiteY31-3844" fmla="*/ 1292525 h 2344739"/>
              <a:gd name="connsiteX32-3845" fmla="*/ 11165706 w 12192001"/>
              <a:gd name="connsiteY32-3846" fmla="*/ 1306612 h 2344739"/>
              <a:gd name="connsiteX33-3847" fmla="*/ 11156163 w 12192001"/>
              <a:gd name="connsiteY33-3848" fmla="*/ 1312414 h 2344739"/>
              <a:gd name="connsiteX34-3849" fmla="*/ 11154348 w 12192001"/>
              <a:gd name="connsiteY34-3850" fmla="*/ 1317097 h 2344739"/>
              <a:gd name="connsiteX35-3851" fmla="*/ 11139813 w 12192001"/>
              <a:gd name="connsiteY35-3852" fmla="*/ 1324115 h 2344739"/>
              <a:gd name="connsiteX36-3853" fmla="*/ 11137813 w 12192001"/>
              <a:gd name="connsiteY36-3854" fmla="*/ 1323772 h 2344739"/>
              <a:gd name="connsiteX37-3855" fmla="*/ 11127060 w 12192001"/>
              <a:gd name="connsiteY37-3856" fmla="*/ 1333832 h 2344739"/>
              <a:gd name="connsiteX38-3857" fmla="*/ 11119543 w 12192001"/>
              <a:gd name="connsiteY38-3858" fmla="*/ 1347424 h 2344739"/>
              <a:gd name="connsiteX39-3859" fmla="*/ 10893535 w 12192001"/>
              <a:gd name="connsiteY39-3860" fmla="*/ 1473399 h 2344739"/>
              <a:gd name="connsiteX40-3861" fmla="*/ 10772152 w 12192001"/>
              <a:gd name="connsiteY40-3862" fmla="*/ 1523191 h 2344739"/>
              <a:gd name="connsiteX41-3863" fmla="*/ 10626520 w 12192001"/>
              <a:gd name="connsiteY41-3864" fmla="*/ 1559229 h 2344739"/>
              <a:gd name="connsiteX42-3865" fmla="*/ 10580747 w 12192001"/>
              <a:gd name="connsiteY42-3866" fmla="*/ 1568689 h 2344739"/>
              <a:gd name="connsiteX43-3867" fmla="*/ 10546642 w 12192001"/>
              <a:gd name="connsiteY43-3868" fmla="*/ 1598423 h 2344739"/>
              <a:gd name="connsiteX44-3869" fmla="*/ 10528495 w 12192001"/>
              <a:gd name="connsiteY44-3870" fmla="*/ 1596907 h 2344739"/>
              <a:gd name="connsiteX45-3871" fmla="*/ 10525298 w 12192001"/>
              <a:gd name="connsiteY45-3872" fmla="*/ 1596411 h 2344739"/>
              <a:gd name="connsiteX46-3873" fmla="*/ 10513981 w 12192001"/>
              <a:gd name="connsiteY46-3874" fmla="*/ 1599537 h 2344739"/>
              <a:gd name="connsiteX47-3875" fmla="*/ 10490587 w 12192001"/>
              <a:gd name="connsiteY47-3876" fmla="*/ 1594156 h 2344739"/>
              <a:gd name="connsiteX48-3877" fmla="*/ 10470270 w 12192001"/>
              <a:gd name="connsiteY48-3878" fmla="*/ 1601693 h 2344739"/>
              <a:gd name="connsiteX49-3879" fmla="*/ 10375894 w 12192001"/>
              <a:gd name="connsiteY49-3880" fmla="*/ 1644598 h 2344739"/>
              <a:gd name="connsiteX50-3881" fmla="*/ 10318190 w 12192001"/>
              <a:gd name="connsiteY50-3882" fmla="*/ 1666221 h 2344739"/>
              <a:gd name="connsiteX51-3883" fmla="*/ 10294319 w 12192001"/>
              <a:gd name="connsiteY51-3884" fmla="*/ 1668079 h 2344739"/>
              <a:gd name="connsiteX52-3885" fmla="*/ 10262295 w 12192001"/>
              <a:gd name="connsiteY52-3886" fmla="*/ 1674948 h 2344739"/>
              <a:gd name="connsiteX53-3887" fmla="*/ 10204270 w 12192001"/>
              <a:gd name="connsiteY53-3888" fmla="*/ 1682149 h 2344739"/>
              <a:gd name="connsiteX54-3889" fmla="*/ 10176611 w 12192001"/>
              <a:gd name="connsiteY54-3890" fmla="*/ 1692943 h 2344739"/>
              <a:gd name="connsiteX55-3891" fmla="*/ 10163922 w 12192001"/>
              <a:gd name="connsiteY55-3892" fmla="*/ 1693739 h 2344739"/>
              <a:gd name="connsiteX56-3893" fmla="*/ 10155160 w 12192001"/>
              <a:gd name="connsiteY56-3894" fmla="*/ 1707487 h 2344739"/>
              <a:gd name="connsiteX57-3895" fmla="*/ 10117119 w 12192001"/>
              <a:gd name="connsiteY57-3896" fmla="*/ 1731142 h 2344739"/>
              <a:gd name="connsiteX58-3897" fmla="*/ 10100445 w 12192001"/>
              <a:gd name="connsiteY58-3898" fmla="*/ 1742432 h 2344739"/>
              <a:gd name="connsiteX59-3899" fmla="*/ 10082169 w 12192001"/>
              <a:gd name="connsiteY59-3900" fmla="*/ 1743296 h 2344739"/>
              <a:gd name="connsiteX60-3901" fmla="*/ 10039240 w 12192001"/>
              <a:gd name="connsiteY60-3902" fmla="*/ 1741632 h 2344739"/>
              <a:gd name="connsiteX61-3903" fmla="*/ 9960019 w 12192001"/>
              <a:gd name="connsiteY61-3904" fmla="*/ 1757147 h 2344739"/>
              <a:gd name="connsiteX62-3905" fmla="*/ 9847792 w 12192001"/>
              <a:gd name="connsiteY62-3906" fmla="*/ 1763915 h 2344739"/>
              <a:gd name="connsiteX63-3907" fmla="*/ 9728309 w 12192001"/>
              <a:gd name="connsiteY63-3908" fmla="*/ 1784122 h 2344739"/>
              <a:gd name="connsiteX64-3909" fmla="*/ 9584507 w 12192001"/>
              <a:gd name="connsiteY64-3910" fmla="*/ 1795542 h 2344739"/>
              <a:gd name="connsiteX65-3911" fmla="*/ 9343052 w 12192001"/>
              <a:gd name="connsiteY65-3912" fmla="*/ 1841244 h 2344739"/>
              <a:gd name="connsiteX66-3913" fmla="*/ 9231370 w 12192001"/>
              <a:gd name="connsiteY66-3914" fmla="*/ 1893149 h 2344739"/>
              <a:gd name="connsiteX67-3915" fmla="*/ 9194810 w 12192001"/>
              <a:gd name="connsiteY67-3916" fmla="*/ 1903228 h 2344739"/>
              <a:gd name="connsiteX68-3917" fmla="*/ 9189246 w 12192001"/>
              <a:gd name="connsiteY68-3918" fmla="*/ 1912467 h 2344739"/>
              <a:gd name="connsiteX69-3919" fmla="*/ 9151232 w 12192001"/>
              <a:gd name="connsiteY69-3920" fmla="*/ 1923669 h 2344739"/>
              <a:gd name="connsiteX70-3921" fmla="*/ 9150210 w 12192001"/>
              <a:gd name="connsiteY70-3922" fmla="*/ 1922604 h 2344739"/>
              <a:gd name="connsiteX71-3923" fmla="*/ 9137318 w 12192001"/>
              <a:gd name="connsiteY71-3924" fmla="*/ 1920435 h 2344739"/>
              <a:gd name="connsiteX72-3925" fmla="*/ 9113812 w 12192001"/>
              <a:gd name="connsiteY72-3926" fmla="*/ 1919069 h 2344739"/>
              <a:gd name="connsiteX73-3927" fmla="*/ 9053453 w 12192001"/>
              <a:gd name="connsiteY73-3928" fmla="*/ 1910755 h 2344739"/>
              <a:gd name="connsiteX74-3929" fmla="*/ 9005486 w 12192001"/>
              <a:gd name="connsiteY74-3930" fmla="*/ 1914040 h 2344739"/>
              <a:gd name="connsiteX75-3931" fmla="*/ 9005201 w 12192001"/>
              <a:gd name="connsiteY75-3932" fmla="*/ 1913800 h 2344739"/>
              <a:gd name="connsiteX76-3933" fmla="*/ 8996232 w 12192001"/>
              <a:gd name="connsiteY76-3934" fmla="*/ 1915011 h 2344739"/>
              <a:gd name="connsiteX77-3935" fmla="*/ 8990394 w 12192001"/>
              <a:gd name="connsiteY77-3936" fmla="*/ 1917072 h 2344739"/>
              <a:gd name="connsiteX78-3937" fmla="*/ 8974337 w 12192001"/>
              <a:gd name="connsiteY78-3938" fmla="*/ 1920298 h 2344739"/>
              <a:gd name="connsiteX79-3939" fmla="*/ 8968011 w 12192001"/>
              <a:gd name="connsiteY79-3940" fmla="*/ 1919598 h 2344739"/>
              <a:gd name="connsiteX80-3941" fmla="*/ 8963048 w 12192001"/>
              <a:gd name="connsiteY80-3942" fmla="*/ 1917373 h 2344739"/>
              <a:gd name="connsiteX81-3943" fmla="*/ 8928988 w 12192001"/>
              <a:gd name="connsiteY81-3944" fmla="*/ 1914185 h 2344739"/>
              <a:gd name="connsiteX82-3945" fmla="*/ 8752444 w 12192001"/>
              <a:gd name="connsiteY82-3946" fmla="*/ 1933417 h 2344739"/>
              <a:gd name="connsiteX83-3947" fmla="*/ 8707847 w 12192001"/>
              <a:gd name="connsiteY83-3948" fmla="*/ 1935518 h 2344739"/>
              <a:gd name="connsiteX84-3949" fmla="*/ 8596071 w 12192001"/>
              <a:gd name="connsiteY84-3950" fmla="*/ 1944090 h 2344739"/>
              <a:gd name="connsiteX85-3951" fmla="*/ 8525230 w 12192001"/>
              <a:gd name="connsiteY85-3952" fmla="*/ 1929248 h 2344739"/>
              <a:gd name="connsiteX86-3953" fmla="*/ 8510983 w 12192001"/>
              <a:gd name="connsiteY86-3954" fmla="*/ 1935163 h 2344739"/>
              <a:gd name="connsiteX87-3955" fmla="*/ 8506167 w 12192001"/>
              <a:gd name="connsiteY87-3956" fmla="*/ 1938164 h 2344739"/>
              <a:gd name="connsiteX88-3957" fmla="*/ 8497968 w 12192001"/>
              <a:gd name="connsiteY88-3958" fmla="*/ 1940902 h 2344739"/>
              <a:gd name="connsiteX89-3959" fmla="*/ 8497594 w 12192001"/>
              <a:gd name="connsiteY89-3960" fmla="*/ 1940723 h 2344739"/>
              <a:gd name="connsiteX90-3961" fmla="*/ 8490249 w 12192001"/>
              <a:gd name="connsiteY90-3962" fmla="*/ 1943773 h 2344739"/>
              <a:gd name="connsiteX91-3963" fmla="*/ 8367182 w 12192001"/>
              <a:gd name="connsiteY91-3964" fmla="*/ 1957815 h 2344739"/>
              <a:gd name="connsiteX92-3965" fmla="*/ 8353799 w 12192001"/>
              <a:gd name="connsiteY92-3966" fmla="*/ 1958009 h 2344739"/>
              <a:gd name="connsiteX93-3967" fmla="*/ 8352373 w 12192001"/>
              <a:gd name="connsiteY93-3968" fmla="*/ 1957169 h 2344739"/>
              <a:gd name="connsiteX94-3969" fmla="*/ 8320104 w 12192001"/>
              <a:gd name="connsiteY94-3970" fmla="*/ 1974587 h 2344739"/>
              <a:gd name="connsiteX95-3971" fmla="*/ 8314433 w 12192001"/>
              <a:gd name="connsiteY95-3972" fmla="*/ 1974913 h 2344739"/>
              <a:gd name="connsiteX96-3973" fmla="*/ 8295174 w 12192001"/>
              <a:gd name="connsiteY96-3974" fmla="*/ 1988808 h 2344739"/>
              <a:gd name="connsiteX97-3975" fmla="*/ 8284276 w 12192001"/>
              <a:gd name="connsiteY97-3976" fmla="*/ 1994631 h 2344739"/>
              <a:gd name="connsiteX98-3977" fmla="*/ 8283150 w 12192001"/>
              <a:gd name="connsiteY98-3978" fmla="*/ 1999074 h 2344739"/>
              <a:gd name="connsiteX99-3979" fmla="*/ 8266076 w 12192001"/>
              <a:gd name="connsiteY99-3980" fmla="*/ 2006249 h 2344739"/>
              <a:gd name="connsiteX100-3981" fmla="*/ 8263377 w 12192001"/>
              <a:gd name="connsiteY100-3982" fmla="*/ 2006019 h 2344739"/>
              <a:gd name="connsiteX101-3983" fmla="*/ 8252033 w 12192001"/>
              <a:gd name="connsiteY101-3984" fmla="*/ 2015862 h 2344739"/>
              <a:gd name="connsiteX102-3985" fmla="*/ 8245834 w 12192001"/>
              <a:gd name="connsiteY102-3986" fmla="*/ 2028854 h 2344739"/>
              <a:gd name="connsiteX103-3987" fmla="*/ 8090272 w 12192001"/>
              <a:gd name="connsiteY103-3988" fmla="*/ 2075015 h 2344739"/>
              <a:gd name="connsiteX104-3989" fmla="*/ 7905407 w 12192001"/>
              <a:gd name="connsiteY104-3990" fmla="*/ 2116988 h 2344739"/>
              <a:gd name="connsiteX105-3991" fmla="*/ 7718745 w 12192001"/>
              <a:gd name="connsiteY105-3992" fmla="*/ 2142703 h 2344739"/>
              <a:gd name="connsiteX106-3993" fmla="*/ 7614347 w 12192001"/>
              <a:gd name="connsiteY106-3994" fmla="*/ 2139232 h 2344739"/>
              <a:gd name="connsiteX107-3995" fmla="*/ 7527543 w 12192001"/>
              <a:gd name="connsiteY107-3996" fmla="*/ 2145060 h 2344739"/>
              <a:gd name="connsiteX108-3997" fmla="*/ 7519571 w 12192001"/>
              <a:gd name="connsiteY108-3998" fmla="*/ 2147613 h 2344739"/>
              <a:gd name="connsiteX109-3999" fmla="*/ 7507411 w 12192001"/>
              <a:gd name="connsiteY109-4000" fmla="*/ 2148948 h 2344739"/>
              <a:gd name="connsiteX110-4001" fmla="*/ 7507040 w 12192001"/>
              <a:gd name="connsiteY110-4002" fmla="*/ 2148621 h 2344739"/>
              <a:gd name="connsiteX111-4003" fmla="*/ 7495795 w 12192001"/>
              <a:gd name="connsiteY111-4004" fmla="*/ 2150573 h 2344739"/>
              <a:gd name="connsiteX112-4005" fmla="*/ 7405391 w 12192001"/>
              <a:gd name="connsiteY112-4006" fmla="*/ 2142468 h 2344739"/>
              <a:gd name="connsiteX113-4007" fmla="*/ 7312180 w 12192001"/>
              <a:gd name="connsiteY113-4008" fmla="*/ 2132873 h 2344739"/>
              <a:gd name="connsiteX114-4009" fmla="*/ 7310853 w 12192001"/>
              <a:gd name="connsiteY114-4010" fmla="*/ 2131431 h 2344739"/>
              <a:gd name="connsiteX115-4011" fmla="*/ 7218559 w 12192001"/>
              <a:gd name="connsiteY115-4012" fmla="*/ 2156680 h 2344739"/>
              <a:gd name="connsiteX116-4013" fmla="*/ 7201101 w 12192001"/>
              <a:gd name="connsiteY116-4014" fmla="*/ 2161230 h 2344739"/>
              <a:gd name="connsiteX117-4015" fmla="*/ 7197004 w 12192001"/>
              <a:gd name="connsiteY117-4016" fmla="*/ 2166588 h 2344739"/>
              <a:gd name="connsiteX118-4017" fmla="*/ 7170808 w 12192001"/>
              <a:gd name="connsiteY118-4018" fmla="*/ 2171236 h 2344739"/>
              <a:gd name="connsiteX119-4019" fmla="*/ 7096988 w 12192001"/>
              <a:gd name="connsiteY119-4020" fmla="*/ 2183464 h 2344739"/>
              <a:gd name="connsiteX120-4021" fmla="*/ 7018496 w 12192001"/>
              <a:gd name="connsiteY120-4022" fmla="*/ 2183090 h 2344739"/>
              <a:gd name="connsiteX121-4023" fmla="*/ 6904146 w 12192001"/>
              <a:gd name="connsiteY121-4024" fmla="*/ 2212596 h 2344739"/>
              <a:gd name="connsiteX122-4025" fmla="*/ 6708222 w 12192001"/>
              <a:gd name="connsiteY122-4026" fmla="*/ 2240551 h 2344739"/>
              <a:gd name="connsiteX123-4027" fmla="*/ 6549454 w 12192001"/>
              <a:gd name="connsiteY123-4028" fmla="*/ 2269327 h 2344739"/>
              <a:gd name="connsiteX124-4029" fmla="*/ 6317560 w 12192001"/>
              <a:gd name="connsiteY124-4030" fmla="*/ 2316127 h 2344739"/>
              <a:gd name="connsiteX125-4031" fmla="*/ 6168674 w 12192001"/>
              <a:gd name="connsiteY125-4032" fmla="*/ 2318214 h 2344739"/>
              <a:gd name="connsiteX126-4033" fmla="*/ 6073848 w 12192001"/>
              <a:gd name="connsiteY126-4034" fmla="*/ 2338676 h 2344739"/>
              <a:gd name="connsiteX127-4035" fmla="*/ 6068529 w 12192001"/>
              <a:gd name="connsiteY127-4036" fmla="*/ 2337139 h 2344739"/>
              <a:gd name="connsiteX128-4037" fmla="*/ 6048638 w 12192001"/>
              <a:gd name="connsiteY128-4038" fmla="*/ 2337822 h 2344739"/>
              <a:gd name="connsiteX129-4039" fmla="*/ 6041285 w 12192001"/>
              <a:gd name="connsiteY129-4040" fmla="*/ 2329473 h 2344739"/>
              <a:gd name="connsiteX130-4041" fmla="*/ 6010090 w 12192001"/>
              <a:gd name="connsiteY130-4042" fmla="*/ 2324380 h 2344739"/>
              <a:gd name="connsiteX131-4043" fmla="*/ 5957375 w 12192001"/>
              <a:gd name="connsiteY131-4044" fmla="*/ 2328024 h 2344739"/>
              <a:gd name="connsiteX132-4045" fmla="*/ 5758919 w 12192001"/>
              <a:gd name="connsiteY132-4046" fmla="*/ 2343716 h 2344739"/>
              <a:gd name="connsiteX133-4047" fmla="*/ 5626960 w 12192001"/>
              <a:gd name="connsiteY133-4048" fmla="*/ 2344739 h 2344739"/>
              <a:gd name="connsiteX134-4049" fmla="*/ 5470906 w 12192001"/>
              <a:gd name="connsiteY134-4050" fmla="*/ 2330719 h 2344739"/>
              <a:gd name="connsiteX135-4051" fmla="*/ 5432761 w 12192001"/>
              <a:gd name="connsiteY135-4052" fmla="*/ 2319466 h 2344739"/>
              <a:gd name="connsiteX136-4053" fmla="*/ 5381669 w 12192001"/>
              <a:gd name="connsiteY136-4054" fmla="*/ 2301764 h 2344739"/>
              <a:gd name="connsiteX137-4055" fmla="*/ 5261764 w 12192001"/>
              <a:gd name="connsiteY137-4056" fmla="*/ 2281347 h 2344739"/>
              <a:gd name="connsiteX138-4057" fmla="*/ 5222961 w 12192001"/>
              <a:gd name="connsiteY138-4058" fmla="*/ 2270223 h 2344739"/>
              <a:gd name="connsiteX139-4059" fmla="*/ 5174660 w 12192001"/>
              <a:gd name="connsiteY139-4060" fmla="*/ 2267233 h 2344739"/>
              <a:gd name="connsiteX140-4061" fmla="*/ 5156554 w 12192001"/>
              <a:gd name="connsiteY140-4062" fmla="*/ 2260010 h 2344739"/>
              <a:gd name="connsiteX141-4063" fmla="*/ 5142599 w 12192001"/>
              <a:gd name="connsiteY141-4064" fmla="*/ 2256610 h 2344739"/>
              <a:gd name="connsiteX142-4065" fmla="*/ 5139596 w 12192001"/>
              <a:gd name="connsiteY142-4066" fmla="*/ 2254509 h 2344739"/>
              <a:gd name="connsiteX143-4067" fmla="*/ 5121659 w 12192001"/>
              <a:gd name="connsiteY143-4068" fmla="*/ 2243656 h 2344739"/>
              <a:gd name="connsiteX144-4069" fmla="*/ 5065790 w 12192001"/>
              <a:gd name="connsiteY144-4070" fmla="*/ 2250227 h 2344739"/>
              <a:gd name="connsiteX145-4071" fmla="*/ 5011514 w 12192001"/>
              <a:gd name="connsiteY145-4072" fmla="*/ 2233846 h 2344739"/>
              <a:gd name="connsiteX146-4073" fmla="*/ 4840441 w 12192001"/>
              <a:gd name="connsiteY146-4074" fmla="*/ 2209829 h 2344739"/>
              <a:gd name="connsiteX147-4075" fmla="*/ 4762447 w 12192001"/>
              <a:gd name="connsiteY147-4076" fmla="*/ 2182061 h 2344739"/>
              <a:gd name="connsiteX148-4077" fmla="*/ 4723186 w 12192001"/>
              <a:gd name="connsiteY148-4078" fmla="*/ 2173047 h 2344739"/>
              <a:gd name="connsiteX149-4079" fmla="*/ 4721176 w 12192001"/>
              <a:gd name="connsiteY149-4080" fmla="*/ 2172298 h 2344739"/>
              <a:gd name="connsiteX150-4081" fmla="*/ 4722111 w 12192001"/>
              <a:gd name="connsiteY150-4082" fmla="*/ 2172087 h 2344739"/>
              <a:gd name="connsiteX151-4083" fmla="*/ 4717202 w 12192001"/>
              <a:gd name="connsiteY151-4084" fmla="*/ 2170817 h 2344739"/>
              <a:gd name="connsiteX152-4085" fmla="*/ 4721176 w 12192001"/>
              <a:gd name="connsiteY152-4086" fmla="*/ 2172298 h 2344739"/>
              <a:gd name="connsiteX153-4087" fmla="*/ 4715526 w 12192001"/>
              <a:gd name="connsiteY153-4088" fmla="*/ 2173573 h 2344739"/>
              <a:gd name="connsiteX154-4089" fmla="*/ 4515814 w 12192001"/>
              <a:gd name="connsiteY154-4090" fmla="*/ 2163671 h 2344739"/>
              <a:gd name="connsiteX155-4091" fmla="*/ 4428543 w 12192001"/>
              <a:gd name="connsiteY155-4092" fmla="*/ 2153020 h 2344739"/>
              <a:gd name="connsiteX156-4093" fmla="*/ 4362875 w 12192001"/>
              <a:gd name="connsiteY156-4094" fmla="*/ 2151674 h 2344739"/>
              <a:gd name="connsiteX157-4095" fmla="*/ 4316966 w 12192001"/>
              <a:gd name="connsiteY157-4096" fmla="*/ 2158289 h 2344739"/>
              <a:gd name="connsiteX158-4097" fmla="*/ 4315110 w 12192001"/>
              <a:gd name="connsiteY158-4098" fmla="*/ 2156948 h 2344739"/>
              <a:gd name="connsiteX159-4099" fmla="*/ 4295144 w 12192001"/>
              <a:gd name="connsiteY159-4100" fmla="*/ 2155069 h 2344739"/>
              <a:gd name="connsiteX160-4101" fmla="*/ 4290064 w 12192001"/>
              <a:gd name="connsiteY160-4102" fmla="*/ 2157986 h 2344739"/>
              <a:gd name="connsiteX161-4103" fmla="*/ 4276142 w 12192001"/>
              <a:gd name="connsiteY161-4104" fmla="*/ 2157740 h 2344739"/>
              <a:gd name="connsiteX162-4105" fmla="*/ 4248117 w 12192001"/>
              <a:gd name="connsiteY162-4106" fmla="*/ 2160064 h 2344739"/>
              <a:gd name="connsiteX163-4107" fmla="*/ 4202051 w 12192001"/>
              <a:gd name="connsiteY163-4108" fmla="*/ 2157269 h 2344739"/>
              <a:gd name="connsiteX164-4109" fmla="*/ 4201745 w 12192001"/>
              <a:gd name="connsiteY164-4110" fmla="*/ 2156010 h 2344739"/>
              <a:gd name="connsiteX165-4111" fmla="*/ 4191248 w 12192001"/>
              <a:gd name="connsiteY165-4112" fmla="*/ 2150376 h 2344739"/>
              <a:gd name="connsiteX166-4113" fmla="*/ 4142745 w 12192001"/>
              <a:gd name="connsiteY166-4114" fmla="*/ 2134511 h 2344739"/>
              <a:gd name="connsiteX167-4115" fmla="*/ 4083097 w 12192001"/>
              <a:gd name="connsiteY167-4116" fmla="*/ 2107978 h 2344739"/>
              <a:gd name="connsiteX168-4117" fmla="*/ 4074546 w 12192001"/>
              <a:gd name="connsiteY168-4118" fmla="*/ 2107143 h 2344739"/>
              <a:gd name="connsiteX169-4119" fmla="*/ 4074427 w 12192001"/>
              <a:gd name="connsiteY169-4120" fmla="*/ 2106844 h 2344739"/>
              <a:gd name="connsiteX170-4121" fmla="*/ 4065510 w 12192001"/>
              <a:gd name="connsiteY170-4122" fmla="*/ 2105400 h 2344739"/>
              <a:gd name="connsiteX171-4123" fmla="*/ 4058954 w 12192001"/>
              <a:gd name="connsiteY171-4124" fmla="*/ 2105618 h 2344739"/>
              <a:gd name="connsiteX172-4125" fmla="*/ 4042364 w 12192001"/>
              <a:gd name="connsiteY172-4126" fmla="*/ 2103997 h 2344739"/>
              <a:gd name="connsiteX173-4127" fmla="*/ 4036997 w 12192001"/>
              <a:gd name="connsiteY173-4128" fmla="*/ 2101563 h 2344739"/>
              <a:gd name="connsiteX174-4129" fmla="*/ 4035363 w 12192001"/>
              <a:gd name="connsiteY174-4130" fmla="*/ 2097896 h 2344739"/>
              <a:gd name="connsiteX175-4131" fmla="*/ 4033778 w 12192001"/>
              <a:gd name="connsiteY175-4132" fmla="*/ 2098131 h 2344739"/>
              <a:gd name="connsiteX176-4133" fmla="*/ 4004538 w 12192001"/>
              <a:gd name="connsiteY176-4134" fmla="*/ 2085563 h 2344739"/>
              <a:gd name="connsiteX177-4135" fmla="*/ 3936846 w 12192001"/>
              <a:gd name="connsiteY177-4136" fmla="*/ 2068106 h 2344739"/>
              <a:gd name="connsiteX178-4137" fmla="*/ 3897275 w 12192001"/>
              <a:gd name="connsiteY178-4138" fmla="*/ 2062451 h 2344739"/>
              <a:gd name="connsiteX179-4139" fmla="*/ 3789760 w 12192001"/>
              <a:gd name="connsiteY179-4140" fmla="*/ 2042213 h 2344739"/>
              <a:gd name="connsiteX180-4141" fmla="*/ 3682513 w 12192001"/>
              <a:gd name="connsiteY180-4142" fmla="*/ 2018290 h 2344739"/>
              <a:gd name="connsiteX181-4143" fmla="*/ 3610035 w 12192001"/>
              <a:gd name="connsiteY181-4144" fmla="*/ 1986019 h 2344739"/>
              <a:gd name="connsiteX182-4145" fmla="*/ 3603855 w 12192001"/>
              <a:gd name="connsiteY182-4146" fmla="*/ 1987381 h 2344739"/>
              <a:gd name="connsiteX183-4147" fmla="*/ 3594736 w 12192001"/>
              <a:gd name="connsiteY183-4148" fmla="*/ 1987545 h 2344739"/>
              <a:gd name="connsiteX184-4149" fmla="*/ 3594501 w 12192001"/>
              <a:gd name="connsiteY184-4150" fmla="*/ 1987276 h 2344739"/>
              <a:gd name="connsiteX185-4151" fmla="*/ 3585978 w 12192001"/>
              <a:gd name="connsiteY185-4152" fmla="*/ 1987966 h 2344739"/>
              <a:gd name="connsiteX186-4153" fmla="*/ 3536135 w 12192001"/>
              <a:gd name="connsiteY186-4154" fmla="*/ 1978267 h 2344739"/>
              <a:gd name="connsiteX187-4155" fmla="*/ 3473223 w 12192001"/>
              <a:gd name="connsiteY187-4156" fmla="*/ 1974606 h 2344739"/>
              <a:gd name="connsiteX188-4157" fmla="*/ 3400728 w 12192001"/>
              <a:gd name="connsiteY188-4158" fmla="*/ 1962558 h 2344739"/>
              <a:gd name="connsiteX189-4159" fmla="*/ 3363888 w 12192001"/>
              <a:gd name="connsiteY189-4160" fmla="*/ 1979510 h 2344739"/>
              <a:gd name="connsiteX190-4161" fmla="*/ 3344026 w 12192001"/>
              <a:gd name="connsiteY190-4162" fmla="*/ 1981192 h 2344739"/>
              <a:gd name="connsiteX191-4163" fmla="*/ 3341698 w 12192001"/>
              <a:gd name="connsiteY191-4164" fmla="*/ 1980217 h 2344739"/>
              <a:gd name="connsiteX192-4165" fmla="*/ 3262356 w 12192001"/>
              <a:gd name="connsiteY192-4166" fmla="*/ 1986094 h 2344739"/>
              <a:gd name="connsiteX193-4167" fmla="*/ 3142556 w 12192001"/>
              <a:gd name="connsiteY193-4168" fmla="*/ 1993869 h 2344739"/>
              <a:gd name="connsiteX194-4169" fmla="*/ 3030291 w 12192001"/>
              <a:gd name="connsiteY194-4170" fmla="*/ 1996512 h 2344739"/>
              <a:gd name="connsiteX195-4171" fmla="*/ 2781569 w 12192001"/>
              <a:gd name="connsiteY195-4172" fmla="*/ 2018333 h 2344739"/>
              <a:gd name="connsiteX196-4173" fmla="*/ 2646527 w 12192001"/>
              <a:gd name="connsiteY196-4174" fmla="*/ 2028869 h 2344739"/>
              <a:gd name="connsiteX197-4175" fmla="*/ 2568028 w 12192001"/>
              <a:gd name="connsiteY197-4176" fmla="*/ 2002628 h 2344739"/>
              <a:gd name="connsiteX198-4177" fmla="*/ 2443255 w 12192001"/>
              <a:gd name="connsiteY198-4178" fmla="*/ 2016529 h 2344739"/>
              <a:gd name="connsiteX199-4179" fmla="*/ 2315112 w 12192001"/>
              <a:gd name="connsiteY199-4180" fmla="*/ 2024996 h 2344739"/>
              <a:gd name="connsiteX200-4181" fmla="*/ 2208578 w 12192001"/>
              <a:gd name="connsiteY200-4182" fmla="*/ 2019763 h 2344739"/>
              <a:gd name="connsiteX201-4183" fmla="*/ 2094665 w 12192001"/>
              <a:gd name="connsiteY201-4184" fmla="*/ 2003052 h 2344739"/>
              <a:gd name="connsiteX202-4185" fmla="*/ 1997356 w 12192001"/>
              <a:gd name="connsiteY202-4186" fmla="*/ 1995032 h 2344739"/>
              <a:gd name="connsiteX203-4187" fmla="*/ 1928172 w 12192001"/>
              <a:gd name="connsiteY203-4188" fmla="*/ 2016977 h 2344739"/>
              <a:gd name="connsiteX204-4189" fmla="*/ 1921650 w 12192001"/>
              <a:gd name="connsiteY204-4190" fmla="*/ 2012146 h 2344739"/>
              <a:gd name="connsiteX205-4191" fmla="*/ 1873080 w 12192001"/>
              <a:gd name="connsiteY205-4192" fmla="*/ 2013741 h 2344739"/>
              <a:gd name="connsiteX206-4193" fmla="*/ 1786655 w 12192001"/>
              <a:gd name="connsiteY206-4194" fmla="*/ 2041363 h 2344739"/>
              <a:gd name="connsiteX207-4195" fmla="*/ 1738204 w 12192001"/>
              <a:gd name="connsiteY207-4196" fmla="*/ 2036312 h 2344739"/>
              <a:gd name="connsiteX208-4197" fmla="*/ 1675071 w 12192001"/>
              <a:gd name="connsiteY208-4198" fmla="*/ 2019963 h 2344739"/>
              <a:gd name="connsiteX209-4199" fmla="*/ 1608669 w 12192001"/>
              <a:gd name="connsiteY209-4200" fmla="*/ 2013066 h 2344739"/>
              <a:gd name="connsiteX210-4201" fmla="*/ 1496110 w 12192001"/>
              <a:gd name="connsiteY210-4202" fmla="*/ 1987476 h 2344739"/>
              <a:gd name="connsiteX211-4203" fmla="*/ 1149979 w 12192001"/>
              <a:gd name="connsiteY211-4204" fmla="*/ 1938041 h 2344739"/>
              <a:gd name="connsiteX212-4205" fmla="*/ 858269 w 12192001"/>
              <a:gd name="connsiteY212-4206" fmla="*/ 1928608 h 2344739"/>
              <a:gd name="connsiteX213-4207" fmla="*/ 837540 w 12192001"/>
              <a:gd name="connsiteY213-4208" fmla="*/ 1929821 h 2344739"/>
              <a:gd name="connsiteX214-4209" fmla="*/ 816809 w 12192001"/>
              <a:gd name="connsiteY214-4210" fmla="*/ 1927857 h 2344739"/>
              <a:gd name="connsiteX215-4211" fmla="*/ 811506 w 12192001"/>
              <a:gd name="connsiteY215-4212" fmla="*/ 1930751 h 2344739"/>
              <a:gd name="connsiteX216-4213" fmla="*/ 797041 w 12192001"/>
              <a:gd name="connsiteY216-4214" fmla="*/ 1930446 h 2344739"/>
              <a:gd name="connsiteX217-4215" fmla="*/ 767901 w 12192001"/>
              <a:gd name="connsiteY217-4216" fmla="*/ 1932653 h 2344739"/>
              <a:gd name="connsiteX218-4217" fmla="*/ 763053 w 12192001"/>
              <a:gd name="connsiteY218-4218" fmla="*/ 1930432 h 2344739"/>
              <a:gd name="connsiteX219-4219" fmla="*/ 720047 w 12192001"/>
              <a:gd name="connsiteY219-4220" fmla="*/ 1929661 h 2344739"/>
              <a:gd name="connsiteX220-4221" fmla="*/ 719742 w 12192001"/>
              <a:gd name="connsiteY220-4222" fmla="*/ 1928399 h 2344739"/>
              <a:gd name="connsiteX221-4223" fmla="*/ 708875 w 12192001"/>
              <a:gd name="connsiteY221-4224" fmla="*/ 1922722 h 2344739"/>
              <a:gd name="connsiteX222-4225" fmla="*/ 596792 w 12192001"/>
              <a:gd name="connsiteY222-4226" fmla="*/ 1879864 h 2344739"/>
              <a:gd name="connsiteX223-4227" fmla="*/ 578535 w 12192001"/>
              <a:gd name="connsiteY223-4228" fmla="*/ 1877212 h 2344739"/>
              <a:gd name="connsiteX224-4229" fmla="*/ 571717 w 12192001"/>
              <a:gd name="connsiteY224-4230" fmla="*/ 1877401 h 2344739"/>
              <a:gd name="connsiteX225-4231" fmla="*/ 445099 w 12192001"/>
              <a:gd name="connsiteY225-4232" fmla="*/ 1839371 h 2344739"/>
              <a:gd name="connsiteX226-4233" fmla="*/ 404015 w 12192001"/>
              <a:gd name="connsiteY226-4234" fmla="*/ 1833548 h 2344739"/>
              <a:gd name="connsiteX227-4235" fmla="*/ 292435 w 12192001"/>
              <a:gd name="connsiteY227-4236" fmla="*/ 1812852 h 2344739"/>
              <a:gd name="connsiteX228-4237" fmla="*/ 118381 w 12192001"/>
              <a:gd name="connsiteY228-4238" fmla="*/ 1761047 h 2344739"/>
              <a:gd name="connsiteX229-4239" fmla="*/ 15526 w 12192001"/>
              <a:gd name="connsiteY229-4240" fmla="*/ 1758191 h 2344739"/>
              <a:gd name="connsiteX230-4241" fmla="*/ 2 w 12192001"/>
              <a:gd name="connsiteY230-4242" fmla="*/ 1752722 h 2344739"/>
              <a:gd name="connsiteX231-4243" fmla="*/ 1 w 12192001"/>
              <a:gd name="connsiteY231-4244" fmla="*/ 762497 h 2344739"/>
              <a:gd name="connsiteX232-4245" fmla="*/ 0 w 12192001"/>
              <a:gd name="connsiteY232-4246" fmla="*/ 762497 h 2344739"/>
              <a:gd name="connsiteX233-4247" fmla="*/ 0 w 12192001"/>
              <a:gd name="connsiteY233-4248" fmla="*/ 222213 h 2344739"/>
              <a:gd name="connsiteX234-4249" fmla="*/ 0 w 12192001"/>
              <a:gd name="connsiteY234-4250" fmla="*/ 0 h 2344739"/>
              <a:gd name="connsiteX0-4251" fmla="*/ 0 w 12192001"/>
              <a:gd name="connsiteY0-4252" fmla="*/ 0 h 2344739"/>
              <a:gd name="connsiteX1-4253" fmla="*/ 12192000 w 12192001"/>
              <a:gd name="connsiteY1-4254" fmla="*/ 0 h 2344739"/>
              <a:gd name="connsiteX2-4255" fmla="*/ 12192000 w 12192001"/>
              <a:gd name="connsiteY2-4256" fmla="*/ 222213 h 2344739"/>
              <a:gd name="connsiteX3-4257" fmla="*/ 12192000 w 12192001"/>
              <a:gd name="connsiteY3-4258" fmla="*/ 389190 h 2344739"/>
              <a:gd name="connsiteX4-4259" fmla="*/ 12192001 w 12192001"/>
              <a:gd name="connsiteY4-4260" fmla="*/ 579739 h 2344739"/>
              <a:gd name="connsiteX5-4261" fmla="*/ 12184838 w 12192001"/>
              <a:gd name="connsiteY5-4262" fmla="*/ 584189 h 2344739"/>
              <a:gd name="connsiteX6-4263" fmla="*/ 12155215 w 12192001"/>
              <a:gd name="connsiteY6-4264" fmla="*/ 597366 h 2344739"/>
              <a:gd name="connsiteX7-4265" fmla="*/ 12138067 w 12192001"/>
              <a:gd name="connsiteY7-4266" fmla="*/ 623179 h 2344739"/>
              <a:gd name="connsiteX8-4267" fmla="*/ 12125179 w 12192001"/>
              <a:gd name="connsiteY8-4268" fmla="*/ 624690 h 2344739"/>
              <a:gd name="connsiteX9-4269" fmla="*/ 12122859 w 12192001"/>
              <a:gd name="connsiteY9-4270" fmla="*/ 624794 h 2344739"/>
              <a:gd name="connsiteX10-4271" fmla="*/ 12115706 w 12192001"/>
              <a:gd name="connsiteY10-4272" fmla="*/ 628608 h 2344739"/>
              <a:gd name="connsiteX11-4273" fmla="*/ 12098349 w 12192001"/>
              <a:gd name="connsiteY11-4274" fmla="*/ 628139 h 2344739"/>
              <a:gd name="connsiteX12-4275" fmla="*/ 12085925 w 12192001"/>
              <a:gd name="connsiteY12-4276" fmla="*/ 636341 h 2344739"/>
              <a:gd name="connsiteX13-4277" fmla="*/ 12029925 w 12192001"/>
              <a:gd name="connsiteY13-4278" fmla="*/ 680009 h 2344739"/>
              <a:gd name="connsiteX14-4279" fmla="*/ 11994685 w 12192001"/>
              <a:gd name="connsiteY14-4280" fmla="*/ 703458 h 2344739"/>
              <a:gd name="connsiteX15-4281" fmla="*/ 11978569 w 12192001"/>
              <a:gd name="connsiteY15-4282" fmla="*/ 708161 h 2344739"/>
              <a:gd name="connsiteX16-4283" fmla="*/ 11957898 w 12192001"/>
              <a:gd name="connsiteY16-4284" fmla="*/ 717558 h 2344739"/>
              <a:gd name="connsiteX17-4285" fmla="*/ 11919306 w 12192001"/>
              <a:gd name="connsiteY17-4286" fmla="*/ 730883 h 2344739"/>
              <a:gd name="connsiteX18-4287" fmla="*/ 11902508 w 12192001"/>
              <a:gd name="connsiteY18-4288" fmla="*/ 742426 h 2344739"/>
              <a:gd name="connsiteX19-4289" fmla="*/ 11893900 w 12192001"/>
              <a:gd name="connsiteY19-4290" fmla="*/ 744791 h 2344739"/>
              <a:gd name="connsiteX20-4291" fmla="*/ 11890820 w 12192001"/>
              <a:gd name="connsiteY20-4292" fmla="*/ 755729 h 2344739"/>
              <a:gd name="connsiteX21-4293" fmla="*/ 11869628 w 12192001"/>
              <a:gd name="connsiteY21-4294" fmla="*/ 777816 h 2344739"/>
              <a:gd name="connsiteX22-4295" fmla="*/ 11812228 w 12192001"/>
              <a:gd name="connsiteY22-4296" fmla="*/ 797659 h 2344739"/>
              <a:gd name="connsiteX23-4297" fmla="*/ 11748619 w 12192001"/>
              <a:gd name="connsiteY23-4298" fmla="*/ 872002 h 2344739"/>
              <a:gd name="connsiteX24-4299" fmla="*/ 11595155 w 12192001"/>
              <a:gd name="connsiteY24-4300" fmla="*/ 918898 h 2344739"/>
              <a:gd name="connsiteX25-4301" fmla="*/ 11522499 w 12192001"/>
              <a:gd name="connsiteY25-4302" fmla="*/ 1207528 h 2344739"/>
              <a:gd name="connsiteX26-4303" fmla="*/ 11245526 w 12192001"/>
              <a:gd name="connsiteY26-4304" fmla="*/ 1274060 h 2344739"/>
              <a:gd name="connsiteX27-4305" fmla="*/ 11227161 w 12192001"/>
              <a:gd name="connsiteY27-4306" fmla="*/ 1276236 h 2344739"/>
              <a:gd name="connsiteX28-4307" fmla="*/ 11216939 w 12192001"/>
              <a:gd name="connsiteY28-4308" fmla="*/ 1275961 h 2344739"/>
              <a:gd name="connsiteX29-4309" fmla="*/ 11216036 w 12192001"/>
              <a:gd name="connsiteY29-4310" fmla="*/ 1275018 h 2344739"/>
              <a:gd name="connsiteX30-4311" fmla="*/ 11187737 w 12192001"/>
              <a:gd name="connsiteY30-4312" fmla="*/ 1292383 h 2344739"/>
              <a:gd name="connsiteX31-4313" fmla="*/ 11183353 w 12192001"/>
              <a:gd name="connsiteY31-4314" fmla="*/ 1292525 h 2344739"/>
              <a:gd name="connsiteX32-4315" fmla="*/ 11165706 w 12192001"/>
              <a:gd name="connsiteY32-4316" fmla="*/ 1306612 h 2344739"/>
              <a:gd name="connsiteX33-4317" fmla="*/ 11156163 w 12192001"/>
              <a:gd name="connsiteY33-4318" fmla="*/ 1312414 h 2344739"/>
              <a:gd name="connsiteX34-4319" fmla="*/ 11154348 w 12192001"/>
              <a:gd name="connsiteY34-4320" fmla="*/ 1317097 h 2344739"/>
              <a:gd name="connsiteX35-4321" fmla="*/ 11139813 w 12192001"/>
              <a:gd name="connsiteY35-4322" fmla="*/ 1324115 h 2344739"/>
              <a:gd name="connsiteX36-4323" fmla="*/ 11137813 w 12192001"/>
              <a:gd name="connsiteY36-4324" fmla="*/ 1323772 h 2344739"/>
              <a:gd name="connsiteX37-4325" fmla="*/ 11127060 w 12192001"/>
              <a:gd name="connsiteY37-4326" fmla="*/ 1333832 h 2344739"/>
              <a:gd name="connsiteX38-4327" fmla="*/ 11119543 w 12192001"/>
              <a:gd name="connsiteY38-4328" fmla="*/ 1347424 h 2344739"/>
              <a:gd name="connsiteX39-4329" fmla="*/ 10893535 w 12192001"/>
              <a:gd name="connsiteY39-4330" fmla="*/ 1473399 h 2344739"/>
              <a:gd name="connsiteX40-4331" fmla="*/ 10772152 w 12192001"/>
              <a:gd name="connsiteY40-4332" fmla="*/ 1523191 h 2344739"/>
              <a:gd name="connsiteX41-4333" fmla="*/ 10626520 w 12192001"/>
              <a:gd name="connsiteY41-4334" fmla="*/ 1559229 h 2344739"/>
              <a:gd name="connsiteX42-4335" fmla="*/ 10580747 w 12192001"/>
              <a:gd name="connsiteY42-4336" fmla="*/ 1568689 h 2344739"/>
              <a:gd name="connsiteX43-4337" fmla="*/ 10546642 w 12192001"/>
              <a:gd name="connsiteY43-4338" fmla="*/ 1598423 h 2344739"/>
              <a:gd name="connsiteX44-4339" fmla="*/ 10528495 w 12192001"/>
              <a:gd name="connsiteY44-4340" fmla="*/ 1596907 h 2344739"/>
              <a:gd name="connsiteX45-4341" fmla="*/ 10525298 w 12192001"/>
              <a:gd name="connsiteY45-4342" fmla="*/ 1596411 h 2344739"/>
              <a:gd name="connsiteX46-4343" fmla="*/ 10513981 w 12192001"/>
              <a:gd name="connsiteY46-4344" fmla="*/ 1599537 h 2344739"/>
              <a:gd name="connsiteX47-4345" fmla="*/ 10490587 w 12192001"/>
              <a:gd name="connsiteY47-4346" fmla="*/ 1594156 h 2344739"/>
              <a:gd name="connsiteX48-4347" fmla="*/ 10470270 w 12192001"/>
              <a:gd name="connsiteY48-4348" fmla="*/ 1601693 h 2344739"/>
              <a:gd name="connsiteX49-4349" fmla="*/ 10375894 w 12192001"/>
              <a:gd name="connsiteY49-4350" fmla="*/ 1644598 h 2344739"/>
              <a:gd name="connsiteX50-4351" fmla="*/ 10318190 w 12192001"/>
              <a:gd name="connsiteY50-4352" fmla="*/ 1666221 h 2344739"/>
              <a:gd name="connsiteX51-4353" fmla="*/ 10294319 w 12192001"/>
              <a:gd name="connsiteY51-4354" fmla="*/ 1668079 h 2344739"/>
              <a:gd name="connsiteX52-4355" fmla="*/ 10262295 w 12192001"/>
              <a:gd name="connsiteY52-4356" fmla="*/ 1674948 h 2344739"/>
              <a:gd name="connsiteX53-4357" fmla="*/ 10204270 w 12192001"/>
              <a:gd name="connsiteY53-4358" fmla="*/ 1682149 h 2344739"/>
              <a:gd name="connsiteX54-4359" fmla="*/ 10176611 w 12192001"/>
              <a:gd name="connsiteY54-4360" fmla="*/ 1692943 h 2344739"/>
              <a:gd name="connsiteX55-4361" fmla="*/ 10163922 w 12192001"/>
              <a:gd name="connsiteY55-4362" fmla="*/ 1693739 h 2344739"/>
              <a:gd name="connsiteX56-4363" fmla="*/ 10155160 w 12192001"/>
              <a:gd name="connsiteY56-4364" fmla="*/ 1707487 h 2344739"/>
              <a:gd name="connsiteX57-4365" fmla="*/ 10117119 w 12192001"/>
              <a:gd name="connsiteY57-4366" fmla="*/ 1731142 h 2344739"/>
              <a:gd name="connsiteX58-4367" fmla="*/ 10100445 w 12192001"/>
              <a:gd name="connsiteY58-4368" fmla="*/ 1742432 h 2344739"/>
              <a:gd name="connsiteX59-4369" fmla="*/ 10082169 w 12192001"/>
              <a:gd name="connsiteY59-4370" fmla="*/ 1743296 h 2344739"/>
              <a:gd name="connsiteX60-4371" fmla="*/ 10039240 w 12192001"/>
              <a:gd name="connsiteY60-4372" fmla="*/ 1741632 h 2344739"/>
              <a:gd name="connsiteX61-4373" fmla="*/ 9960019 w 12192001"/>
              <a:gd name="connsiteY61-4374" fmla="*/ 1757147 h 2344739"/>
              <a:gd name="connsiteX62-4375" fmla="*/ 9847792 w 12192001"/>
              <a:gd name="connsiteY62-4376" fmla="*/ 1763915 h 2344739"/>
              <a:gd name="connsiteX63-4377" fmla="*/ 9728309 w 12192001"/>
              <a:gd name="connsiteY63-4378" fmla="*/ 1784122 h 2344739"/>
              <a:gd name="connsiteX64-4379" fmla="*/ 9584507 w 12192001"/>
              <a:gd name="connsiteY64-4380" fmla="*/ 1795542 h 2344739"/>
              <a:gd name="connsiteX65-4381" fmla="*/ 9343052 w 12192001"/>
              <a:gd name="connsiteY65-4382" fmla="*/ 1841244 h 2344739"/>
              <a:gd name="connsiteX66-4383" fmla="*/ 9231370 w 12192001"/>
              <a:gd name="connsiteY66-4384" fmla="*/ 1893149 h 2344739"/>
              <a:gd name="connsiteX67-4385" fmla="*/ 9194810 w 12192001"/>
              <a:gd name="connsiteY67-4386" fmla="*/ 1903228 h 2344739"/>
              <a:gd name="connsiteX68-4387" fmla="*/ 9189246 w 12192001"/>
              <a:gd name="connsiteY68-4388" fmla="*/ 1912467 h 2344739"/>
              <a:gd name="connsiteX69-4389" fmla="*/ 9151232 w 12192001"/>
              <a:gd name="connsiteY69-4390" fmla="*/ 1923669 h 2344739"/>
              <a:gd name="connsiteX70-4391" fmla="*/ 9150210 w 12192001"/>
              <a:gd name="connsiteY70-4392" fmla="*/ 1922604 h 2344739"/>
              <a:gd name="connsiteX71-4393" fmla="*/ 9137318 w 12192001"/>
              <a:gd name="connsiteY71-4394" fmla="*/ 1920435 h 2344739"/>
              <a:gd name="connsiteX72-4395" fmla="*/ 9113812 w 12192001"/>
              <a:gd name="connsiteY72-4396" fmla="*/ 1919069 h 2344739"/>
              <a:gd name="connsiteX73-4397" fmla="*/ 9053453 w 12192001"/>
              <a:gd name="connsiteY73-4398" fmla="*/ 1910755 h 2344739"/>
              <a:gd name="connsiteX74-4399" fmla="*/ 9005486 w 12192001"/>
              <a:gd name="connsiteY74-4400" fmla="*/ 1914040 h 2344739"/>
              <a:gd name="connsiteX75-4401" fmla="*/ 9005201 w 12192001"/>
              <a:gd name="connsiteY75-4402" fmla="*/ 1913800 h 2344739"/>
              <a:gd name="connsiteX76-4403" fmla="*/ 8996232 w 12192001"/>
              <a:gd name="connsiteY76-4404" fmla="*/ 1915011 h 2344739"/>
              <a:gd name="connsiteX77-4405" fmla="*/ 8990394 w 12192001"/>
              <a:gd name="connsiteY77-4406" fmla="*/ 1917072 h 2344739"/>
              <a:gd name="connsiteX78-4407" fmla="*/ 8974337 w 12192001"/>
              <a:gd name="connsiteY78-4408" fmla="*/ 1920298 h 2344739"/>
              <a:gd name="connsiteX79-4409" fmla="*/ 8968011 w 12192001"/>
              <a:gd name="connsiteY79-4410" fmla="*/ 1919598 h 2344739"/>
              <a:gd name="connsiteX80-4411" fmla="*/ 8963048 w 12192001"/>
              <a:gd name="connsiteY80-4412" fmla="*/ 1917373 h 2344739"/>
              <a:gd name="connsiteX81-4413" fmla="*/ 8928988 w 12192001"/>
              <a:gd name="connsiteY81-4414" fmla="*/ 1914185 h 2344739"/>
              <a:gd name="connsiteX82-4415" fmla="*/ 8752444 w 12192001"/>
              <a:gd name="connsiteY82-4416" fmla="*/ 1933417 h 2344739"/>
              <a:gd name="connsiteX83-4417" fmla="*/ 8707847 w 12192001"/>
              <a:gd name="connsiteY83-4418" fmla="*/ 1935518 h 2344739"/>
              <a:gd name="connsiteX84-4419" fmla="*/ 8596071 w 12192001"/>
              <a:gd name="connsiteY84-4420" fmla="*/ 1944090 h 2344739"/>
              <a:gd name="connsiteX85-4421" fmla="*/ 8525230 w 12192001"/>
              <a:gd name="connsiteY85-4422" fmla="*/ 1929248 h 2344739"/>
              <a:gd name="connsiteX86-4423" fmla="*/ 8510983 w 12192001"/>
              <a:gd name="connsiteY86-4424" fmla="*/ 1935163 h 2344739"/>
              <a:gd name="connsiteX87-4425" fmla="*/ 8506167 w 12192001"/>
              <a:gd name="connsiteY87-4426" fmla="*/ 1938164 h 2344739"/>
              <a:gd name="connsiteX88-4427" fmla="*/ 8497968 w 12192001"/>
              <a:gd name="connsiteY88-4428" fmla="*/ 1940902 h 2344739"/>
              <a:gd name="connsiteX89-4429" fmla="*/ 8497594 w 12192001"/>
              <a:gd name="connsiteY89-4430" fmla="*/ 1940723 h 2344739"/>
              <a:gd name="connsiteX90-4431" fmla="*/ 8490249 w 12192001"/>
              <a:gd name="connsiteY90-4432" fmla="*/ 1943773 h 2344739"/>
              <a:gd name="connsiteX91-4433" fmla="*/ 8367182 w 12192001"/>
              <a:gd name="connsiteY91-4434" fmla="*/ 1957815 h 2344739"/>
              <a:gd name="connsiteX92-4435" fmla="*/ 8353799 w 12192001"/>
              <a:gd name="connsiteY92-4436" fmla="*/ 1958009 h 2344739"/>
              <a:gd name="connsiteX93-4437" fmla="*/ 8352373 w 12192001"/>
              <a:gd name="connsiteY93-4438" fmla="*/ 1957169 h 2344739"/>
              <a:gd name="connsiteX94-4439" fmla="*/ 8320104 w 12192001"/>
              <a:gd name="connsiteY94-4440" fmla="*/ 1974587 h 2344739"/>
              <a:gd name="connsiteX95-4441" fmla="*/ 8314433 w 12192001"/>
              <a:gd name="connsiteY95-4442" fmla="*/ 1974913 h 2344739"/>
              <a:gd name="connsiteX96-4443" fmla="*/ 8295174 w 12192001"/>
              <a:gd name="connsiteY96-4444" fmla="*/ 1988808 h 2344739"/>
              <a:gd name="connsiteX97-4445" fmla="*/ 8284276 w 12192001"/>
              <a:gd name="connsiteY97-4446" fmla="*/ 1994631 h 2344739"/>
              <a:gd name="connsiteX98-4447" fmla="*/ 8283150 w 12192001"/>
              <a:gd name="connsiteY98-4448" fmla="*/ 1999074 h 2344739"/>
              <a:gd name="connsiteX99-4449" fmla="*/ 8266076 w 12192001"/>
              <a:gd name="connsiteY99-4450" fmla="*/ 2006249 h 2344739"/>
              <a:gd name="connsiteX100-4451" fmla="*/ 8263377 w 12192001"/>
              <a:gd name="connsiteY100-4452" fmla="*/ 2006019 h 2344739"/>
              <a:gd name="connsiteX101-4453" fmla="*/ 8252033 w 12192001"/>
              <a:gd name="connsiteY101-4454" fmla="*/ 2015862 h 2344739"/>
              <a:gd name="connsiteX102-4455" fmla="*/ 8245834 w 12192001"/>
              <a:gd name="connsiteY102-4456" fmla="*/ 2028854 h 2344739"/>
              <a:gd name="connsiteX103-4457" fmla="*/ 8090272 w 12192001"/>
              <a:gd name="connsiteY103-4458" fmla="*/ 2075015 h 2344739"/>
              <a:gd name="connsiteX104-4459" fmla="*/ 7905407 w 12192001"/>
              <a:gd name="connsiteY104-4460" fmla="*/ 2116988 h 2344739"/>
              <a:gd name="connsiteX105-4461" fmla="*/ 7718745 w 12192001"/>
              <a:gd name="connsiteY105-4462" fmla="*/ 2142703 h 2344739"/>
              <a:gd name="connsiteX106-4463" fmla="*/ 7614347 w 12192001"/>
              <a:gd name="connsiteY106-4464" fmla="*/ 2139232 h 2344739"/>
              <a:gd name="connsiteX107-4465" fmla="*/ 7527543 w 12192001"/>
              <a:gd name="connsiteY107-4466" fmla="*/ 2145060 h 2344739"/>
              <a:gd name="connsiteX108-4467" fmla="*/ 7519571 w 12192001"/>
              <a:gd name="connsiteY108-4468" fmla="*/ 2147613 h 2344739"/>
              <a:gd name="connsiteX109-4469" fmla="*/ 7507411 w 12192001"/>
              <a:gd name="connsiteY109-4470" fmla="*/ 2148948 h 2344739"/>
              <a:gd name="connsiteX110-4471" fmla="*/ 7507040 w 12192001"/>
              <a:gd name="connsiteY110-4472" fmla="*/ 2148621 h 2344739"/>
              <a:gd name="connsiteX111-4473" fmla="*/ 7495795 w 12192001"/>
              <a:gd name="connsiteY111-4474" fmla="*/ 2150573 h 2344739"/>
              <a:gd name="connsiteX112-4475" fmla="*/ 7405391 w 12192001"/>
              <a:gd name="connsiteY112-4476" fmla="*/ 2142468 h 2344739"/>
              <a:gd name="connsiteX113-4477" fmla="*/ 7312180 w 12192001"/>
              <a:gd name="connsiteY113-4478" fmla="*/ 2132873 h 2344739"/>
              <a:gd name="connsiteX114-4479" fmla="*/ 7310853 w 12192001"/>
              <a:gd name="connsiteY114-4480" fmla="*/ 2131431 h 2344739"/>
              <a:gd name="connsiteX115-4481" fmla="*/ 7218559 w 12192001"/>
              <a:gd name="connsiteY115-4482" fmla="*/ 2156680 h 2344739"/>
              <a:gd name="connsiteX116-4483" fmla="*/ 7201101 w 12192001"/>
              <a:gd name="connsiteY116-4484" fmla="*/ 2161230 h 2344739"/>
              <a:gd name="connsiteX117-4485" fmla="*/ 7197004 w 12192001"/>
              <a:gd name="connsiteY117-4486" fmla="*/ 2166588 h 2344739"/>
              <a:gd name="connsiteX118-4487" fmla="*/ 7170808 w 12192001"/>
              <a:gd name="connsiteY118-4488" fmla="*/ 2171236 h 2344739"/>
              <a:gd name="connsiteX119-4489" fmla="*/ 7096988 w 12192001"/>
              <a:gd name="connsiteY119-4490" fmla="*/ 2183464 h 2344739"/>
              <a:gd name="connsiteX120-4491" fmla="*/ 7018496 w 12192001"/>
              <a:gd name="connsiteY120-4492" fmla="*/ 2183090 h 2344739"/>
              <a:gd name="connsiteX121-4493" fmla="*/ 6904146 w 12192001"/>
              <a:gd name="connsiteY121-4494" fmla="*/ 2212596 h 2344739"/>
              <a:gd name="connsiteX122-4495" fmla="*/ 6708222 w 12192001"/>
              <a:gd name="connsiteY122-4496" fmla="*/ 2240551 h 2344739"/>
              <a:gd name="connsiteX123-4497" fmla="*/ 6549454 w 12192001"/>
              <a:gd name="connsiteY123-4498" fmla="*/ 2269327 h 2344739"/>
              <a:gd name="connsiteX124-4499" fmla="*/ 6317560 w 12192001"/>
              <a:gd name="connsiteY124-4500" fmla="*/ 2316127 h 2344739"/>
              <a:gd name="connsiteX125-4501" fmla="*/ 6168674 w 12192001"/>
              <a:gd name="connsiteY125-4502" fmla="*/ 2318214 h 2344739"/>
              <a:gd name="connsiteX126-4503" fmla="*/ 6073848 w 12192001"/>
              <a:gd name="connsiteY126-4504" fmla="*/ 2338676 h 2344739"/>
              <a:gd name="connsiteX127-4505" fmla="*/ 6068529 w 12192001"/>
              <a:gd name="connsiteY127-4506" fmla="*/ 2337139 h 2344739"/>
              <a:gd name="connsiteX128-4507" fmla="*/ 6048638 w 12192001"/>
              <a:gd name="connsiteY128-4508" fmla="*/ 2337822 h 2344739"/>
              <a:gd name="connsiteX129-4509" fmla="*/ 6041285 w 12192001"/>
              <a:gd name="connsiteY129-4510" fmla="*/ 2329473 h 2344739"/>
              <a:gd name="connsiteX130-4511" fmla="*/ 6010090 w 12192001"/>
              <a:gd name="connsiteY130-4512" fmla="*/ 2324380 h 2344739"/>
              <a:gd name="connsiteX131-4513" fmla="*/ 5957375 w 12192001"/>
              <a:gd name="connsiteY131-4514" fmla="*/ 2328024 h 2344739"/>
              <a:gd name="connsiteX132-4515" fmla="*/ 5758919 w 12192001"/>
              <a:gd name="connsiteY132-4516" fmla="*/ 2343716 h 2344739"/>
              <a:gd name="connsiteX133-4517" fmla="*/ 5626960 w 12192001"/>
              <a:gd name="connsiteY133-4518" fmla="*/ 2344739 h 2344739"/>
              <a:gd name="connsiteX134-4519" fmla="*/ 5470906 w 12192001"/>
              <a:gd name="connsiteY134-4520" fmla="*/ 2330719 h 2344739"/>
              <a:gd name="connsiteX135-4521" fmla="*/ 5432761 w 12192001"/>
              <a:gd name="connsiteY135-4522" fmla="*/ 2319466 h 2344739"/>
              <a:gd name="connsiteX136-4523" fmla="*/ 5381669 w 12192001"/>
              <a:gd name="connsiteY136-4524" fmla="*/ 2301764 h 2344739"/>
              <a:gd name="connsiteX137-4525" fmla="*/ 5261764 w 12192001"/>
              <a:gd name="connsiteY137-4526" fmla="*/ 2281347 h 2344739"/>
              <a:gd name="connsiteX138-4527" fmla="*/ 5222961 w 12192001"/>
              <a:gd name="connsiteY138-4528" fmla="*/ 2270223 h 2344739"/>
              <a:gd name="connsiteX139-4529" fmla="*/ 5174660 w 12192001"/>
              <a:gd name="connsiteY139-4530" fmla="*/ 2267233 h 2344739"/>
              <a:gd name="connsiteX140-4531" fmla="*/ 5156554 w 12192001"/>
              <a:gd name="connsiteY140-4532" fmla="*/ 2260010 h 2344739"/>
              <a:gd name="connsiteX141-4533" fmla="*/ 5142599 w 12192001"/>
              <a:gd name="connsiteY141-4534" fmla="*/ 2256610 h 2344739"/>
              <a:gd name="connsiteX142-4535" fmla="*/ 5139596 w 12192001"/>
              <a:gd name="connsiteY142-4536" fmla="*/ 2254509 h 2344739"/>
              <a:gd name="connsiteX143-4537" fmla="*/ 5121659 w 12192001"/>
              <a:gd name="connsiteY143-4538" fmla="*/ 2243656 h 2344739"/>
              <a:gd name="connsiteX144-4539" fmla="*/ 5065790 w 12192001"/>
              <a:gd name="connsiteY144-4540" fmla="*/ 2250227 h 2344739"/>
              <a:gd name="connsiteX145-4541" fmla="*/ 5011514 w 12192001"/>
              <a:gd name="connsiteY145-4542" fmla="*/ 2233846 h 2344739"/>
              <a:gd name="connsiteX146-4543" fmla="*/ 4840441 w 12192001"/>
              <a:gd name="connsiteY146-4544" fmla="*/ 2209829 h 2344739"/>
              <a:gd name="connsiteX147-4545" fmla="*/ 4762447 w 12192001"/>
              <a:gd name="connsiteY147-4546" fmla="*/ 2182061 h 2344739"/>
              <a:gd name="connsiteX148-4547" fmla="*/ 4723186 w 12192001"/>
              <a:gd name="connsiteY148-4548" fmla="*/ 2173047 h 2344739"/>
              <a:gd name="connsiteX149-4549" fmla="*/ 4721176 w 12192001"/>
              <a:gd name="connsiteY149-4550" fmla="*/ 2172298 h 2344739"/>
              <a:gd name="connsiteX150-4551" fmla="*/ 4722111 w 12192001"/>
              <a:gd name="connsiteY150-4552" fmla="*/ 2172087 h 2344739"/>
              <a:gd name="connsiteX151-4553" fmla="*/ 4717202 w 12192001"/>
              <a:gd name="connsiteY151-4554" fmla="*/ 2170817 h 2344739"/>
              <a:gd name="connsiteX152-4555" fmla="*/ 4721176 w 12192001"/>
              <a:gd name="connsiteY152-4556" fmla="*/ 2172298 h 2344739"/>
              <a:gd name="connsiteX153-4557" fmla="*/ 4715526 w 12192001"/>
              <a:gd name="connsiteY153-4558" fmla="*/ 2173573 h 2344739"/>
              <a:gd name="connsiteX154-4559" fmla="*/ 4515814 w 12192001"/>
              <a:gd name="connsiteY154-4560" fmla="*/ 2163671 h 2344739"/>
              <a:gd name="connsiteX155-4561" fmla="*/ 4428543 w 12192001"/>
              <a:gd name="connsiteY155-4562" fmla="*/ 2153020 h 2344739"/>
              <a:gd name="connsiteX156-4563" fmla="*/ 4362875 w 12192001"/>
              <a:gd name="connsiteY156-4564" fmla="*/ 2151674 h 2344739"/>
              <a:gd name="connsiteX157-4565" fmla="*/ 4316966 w 12192001"/>
              <a:gd name="connsiteY157-4566" fmla="*/ 2158289 h 2344739"/>
              <a:gd name="connsiteX158-4567" fmla="*/ 4315110 w 12192001"/>
              <a:gd name="connsiteY158-4568" fmla="*/ 2156948 h 2344739"/>
              <a:gd name="connsiteX159-4569" fmla="*/ 4295144 w 12192001"/>
              <a:gd name="connsiteY159-4570" fmla="*/ 2155069 h 2344739"/>
              <a:gd name="connsiteX160-4571" fmla="*/ 4290064 w 12192001"/>
              <a:gd name="connsiteY160-4572" fmla="*/ 2157986 h 2344739"/>
              <a:gd name="connsiteX161-4573" fmla="*/ 4276142 w 12192001"/>
              <a:gd name="connsiteY161-4574" fmla="*/ 2157740 h 2344739"/>
              <a:gd name="connsiteX162-4575" fmla="*/ 4248117 w 12192001"/>
              <a:gd name="connsiteY162-4576" fmla="*/ 2160064 h 2344739"/>
              <a:gd name="connsiteX163-4577" fmla="*/ 4202051 w 12192001"/>
              <a:gd name="connsiteY163-4578" fmla="*/ 2157269 h 2344739"/>
              <a:gd name="connsiteX164-4579" fmla="*/ 4201745 w 12192001"/>
              <a:gd name="connsiteY164-4580" fmla="*/ 2156010 h 2344739"/>
              <a:gd name="connsiteX165-4581" fmla="*/ 4191248 w 12192001"/>
              <a:gd name="connsiteY165-4582" fmla="*/ 2150376 h 2344739"/>
              <a:gd name="connsiteX166-4583" fmla="*/ 4142745 w 12192001"/>
              <a:gd name="connsiteY166-4584" fmla="*/ 2134511 h 2344739"/>
              <a:gd name="connsiteX167-4585" fmla="*/ 4083097 w 12192001"/>
              <a:gd name="connsiteY167-4586" fmla="*/ 2107978 h 2344739"/>
              <a:gd name="connsiteX168-4587" fmla="*/ 4074546 w 12192001"/>
              <a:gd name="connsiteY168-4588" fmla="*/ 2107143 h 2344739"/>
              <a:gd name="connsiteX169-4589" fmla="*/ 4074427 w 12192001"/>
              <a:gd name="connsiteY169-4590" fmla="*/ 2106844 h 2344739"/>
              <a:gd name="connsiteX170-4591" fmla="*/ 4065510 w 12192001"/>
              <a:gd name="connsiteY170-4592" fmla="*/ 2105400 h 2344739"/>
              <a:gd name="connsiteX171-4593" fmla="*/ 4058954 w 12192001"/>
              <a:gd name="connsiteY171-4594" fmla="*/ 2105618 h 2344739"/>
              <a:gd name="connsiteX172-4595" fmla="*/ 4042364 w 12192001"/>
              <a:gd name="connsiteY172-4596" fmla="*/ 2103997 h 2344739"/>
              <a:gd name="connsiteX173-4597" fmla="*/ 4036997 w 12192001"/>
              <a:gd name="connsiteY173-4598" fmla="*/ 2101563 h 2344739"/>
              <a:gd name="connsiteX174-4599" fmla="*/ 4035363 w 12192001"/>
              <a:gd name="connsiteY174-4600" fmla="*/ 2097896 h 2344739"/>
              <a:gd name="connsiteX175-4601" fmla="*/ 4033778 w 12192001"/>
              <a:gd name="connsiteY175-4602" fmla="*/ 2098131 h 2344739"/>
              <a:gd name="connsiteX176-4603" fmla="*/ 4004538 w 12192001"/>
              <a:gd name="connsiteY176-4604" fmla="*/ 2085563 h 2344739"/>
              <a:gd name="connsiteX177-4605" fmla="*/ 3936846 w 12192001"/>
              <a:gd name="connsiteY177-4606" fmla="*/ 2068106 h 2344739"/>
              <a:gd name="connsiteX178-4607" fmla="*/ 3897275 w 12192001"/>
              <a:gd name="connsiteY178-4608" fmla="*/ 2062451 h 2344739"/>
              <a:gd name="connsiteX179-4609" fmla="*/ 3789760 w 12192001"/>
              <a:gd name="connsiteY179-4610" fmla="*/ 2042213 h 2344739"/>
              <a:gd name="connsiteX180-4611" fmla="*/ 3682513 w 12192001"/>
              <a:gd name="connsiteY180-4612" fmla="*/ 2018290 h 2344739"/>
              <a:gd name="connsiteX181-4613" fmla="*/ 3610035 w 12192001"/>
              <a:gd name="connsiteY181-4614" fmla="*/ 1986019 h 2344739"/>
              <a:gd name="connsiteX182-4615" fmla="*/ 3603855 w 12192001"/>
              <a:gd name="connsiteY182-4616" fmla="*/ 1987381 h 2344739"/>
              <a:gd name="connsiteX183-4617" fmla="*/ 3594736 w 12192001"/>
              <a:gd name="connsiteY183-4618" fmla="*/ 1987545 h 2344739"/>
              <a:gd name="connsiteX184-4619" fmla="*/ 3594501 w 12192001"/>
              <a:gd name="connsiteY184-4620" fmla="*/ 1987276 h 2344739"/>
              <a:gd name="connsiteX185-4621" fmla="*/ 3585978 w 12192001"/>
              <a:gd name="connsiteY185-4622" fmla="*/ 1987966 h 2344739"/>
              <a:gd name="connsiteX186-4623" fmla="*/ 3536135 w 12192001"/>
              <a:gd name="connsiteY186-4624" fmla="*/ 1978267 h 2344739"/>
              <a:gd name="connsiteX187-4625" fmla="*/ 3473223 w 12192001"/>
              <a:gd name="connsiteY187-4626" fmla="*/ 1974606 h 2344739"/>
              <a:gd name="connsiteX188-4627" fmla="*/ 3400728 w 12192001"/>
              <a:gd name="connsiteY188-4628" fmla="*/ 1962558 h 2344739"/>
              <a:gd name="connsiteX189-4629" fmla="*/ 3363888 w 12192001"/>
              <a:gd name="connsiteY189-4630" fmla="*/ 1979510 h 2344739"/>
              <a:gd name="connsiteX190-4631" fmla="*/ 3344026 w 12192001"/>
              <a:gd name="connsiteY190-4632" fmla="*/ 1981192 h 2344739"/>
              <a:gd name="connsiteX191-4633" fmla="*/ 3341698 w 12192001"/>
              <a:gd name="connsiteY191-4634" fmla="*/ 1980217 h 2344739"/>
              <a:gd name="connsiteX192-4635" fmla="*/ 3262356 w 12192001"/>
              <a:gd name="connsiteY192-4636" fmla="*/ 1986094 h 2344739"/>
              <a:gd name="connsiteX193-4637" fmla="*/ 3142556 w 12192001"/>
              <a:gd name="connsiteY193-4638" fmla="*/ 1993869 h 2344739"/>
              <a:gd name="connsiteX194-4639" fmla="*/ 3030291 w 12192001"/>
              <a:gd name="connsiteY194-4640" fmla="*/ 1996512 h 2344739"/>
              <a:gd name="connsiteX195-4641" fmla="*/ 2781569 w 12192001"/>
              <a:gd name="connsiteY195-4642" fmla="*/ 2018333 h 2344739"/>
              <a:gd name="connsiteX196-4643" fmla="*/ 2646527 w 12192001"/>
              <a:gd name="connsiteY196-4644" fmla="*/ 2028869 h 2344739"/>
              <a:gd name="connsiteX197-4645" fmla="*/ 2568028 w 12192001"/>
              <a:gd name="connsiteY197-4646" fmla="*/ 2002628 h 2344739"/>
              <a:gd name="connsiteX198-4647" fmla="*/ 2443255 w 12192001"/>
              <a:gd name="connsiteY198-4648" fmla="*/ 2016529 h 2344739"/>
              <a:gd name="connsiteX199-4649" fmla="*/ 2315112 w 12192001"/>
              <a:gd name="connsiteY199-4650" fmla="*/ 2024996 h 2344739"/>
              <a:gd name="connsiteX200-4651" fmla="*/ 2208578 w 12192001"/>
              <a:gd name="connsiteY200-4652" fmla="*/ 2019763 h 2344739"/>
              <a:gd name="connsiteX201-4653" fmla="*/ 2094665 w 12192001"/>
              <a:gd name="connsiteY201-4654" fmla="*/ 2003052 h 2344739"/>
              <a:gd name="connsiteX202-4655" fmla="*/ 1997356 w 12192001"/>
              <a:gd name="connsiteY202-4656" fmla="*/ 1995032 h 2344739"/>
              <a:gd name="connsiteX203-4657" fmla="*/ 1928172 w 12192001"/>
              <a:gd name="connsiteY203-4658" fmla="*/ 2016977 h 2344739"/>
              <a:gd name="connsiteX204-4659" fmla="*/ 1921650 w 12192001"/>
              <a:gd name="connsiteY204-4660" fmla="*/ 2012146 h 2344739"/>
              <a:gd name="connsiteX205-4661" fmla="*/ 1873080 w 12192001"/>
              <a:gd name="connsiteY205-4662" fmla="*/ 2013741 h 2344739"/>
              <a:gd name="connsiteX206-4663" fmla="*/ 1786655 w 12192001"/>
              <a:gd name="connsiteY206-4664" fmla="*/ 2041363 h 2344739"/>
              <a:gd name="connsiteX207-4665" fmla="*/ 1738204 w 12192001"/>
              <a:gd name="connsiteY207-4666" fmla="*/ 2036312 h 2344739"/>
              <a:gd name="connsiteX208-4667" fmla="*/ 1675071 w 12192001"/>
              <a:gd name="connsiteY208-4668" fmla="*/ 2019963 h 2344739"/>
              <a:gd name="connsiteX209-4669" fmla="*/ 1608669 w 12192001"/>
              <a:gd name="connsiteY209-4670" fmla="*/ 2013066 h 2344739"/>
              <a:gd name="connsiteX210-4671" fmla="*/ 1496110 w 12192001"/>
              <a:gd name="connsiteY210-4672" fmla="*/ 1987476 h 2344739"/>
              <a:gd name="connsiteX211-4673" fmla="*/ 1149979 w 12192001"/>
              <a:gd name="connsiteY211-4674" fmla="*/ 1938041 h 2344739"/>
              <a:gd name="connsiteX212-4675" fmla="*/ 858269 w 12192001"/>
              <a:gd name="connsiteY212-4676" fmla="*/ 1928608 h 2344739"/>
              <a:gd name="connsiteX213-4677" fmla="*/ 837540 w 12192001"/>
              <a:gd name="connsiteY213-4678" fmla="*/ 1929821 h 2344739"/>
              <a:gd name="connsiteX214-4679" fmla="*/ 816809 w 12192001"/>
              <a:gd name="connsiteY214-4680" fmla="*/ 1927857 h 2344739"/>
              <a:gd name="connsiteX215-4681" fmla="*/ 811506 w 12192001"/>
              <a:gd name="connsiteY215-4682" fmla="*/ 1930751 h 2344739"/>
              <a:gd name="connsiteX216-4683" fmla="*/ 797041 w 12192001"/>
              <a:gd name="connsiteY216-4684" fmla="*/ 1930446 h 2344739"/>
              <a:gd name="connsiteX217-4685" fmla="*/ 767901 w 12192001"/>
              <a:gd name="connsiteY217-4686" fmla="*/ 1932653 h 2344739"/>
              <a:gd name="connsiteX218-4687" fmla="*/ 763053 w 12192001"/>
              <a:gd name="connsiteY218-4688" fmla="*/ 1930432 h 2344739"/>
              <a:gd name="connsiteX219-4689" fmla="*/ 720047 w 12192001"/>
              <a:gd name="connsiteY219-4690" fmla="*/ 1929661 h 2344739"/>
              <a:gd name="connsiteX220-4691" fmla="*/ 719742 w 12192001"/>
              <a:gd name="connsiteY220-4692" fmla="*/ 1928399 h 2344739"/>
              <a:gd name="connsiteX221-4693" fmla="*/ 708875 w 12192001"/>
              <a:gd name="connsiteY221-4694" fmla="*/ 1922722 h 2344739"/>
              <a:gd name="connsiteX222-4695" fmla="*/ 596792 w 12192001"/>
              <a:gd name="connsiteY222-4696" fmla="*/ 1879864 h 2344739"/>
              <a:gd name="connsiteX223-4697" fmla="*/ 578535 w 12192001"/>
              <a:gd name="connsiteY223-4698" fmla="*/ 1877212 h 2344739"/>
              <a:gd name="connsiteX224-4699" fmla="*/ 571717 w 12192001"/>
              <a:gd name="connsiteY224-4700" fmla="*/ 1877401 h 2344739"/>
              <a:gd name="connsiteX225-4701" fmla="*/ 445099 w 12192001"/>
              <a:gd name="connsiteY225-4702" fmla="*/ 1839371 h 2344739"/>
              <a:gd name="connsiteX226-4703" fmla="*/ 404015 w 12192001"/>
              <a:gd name="connsiteY226-4704" fmla="*/ 1833548 h 2344739"/>
              <a:gd name="connsiteX227-4705" fmla="*/ 292435 w 12192001"/>
              <a:gd name="connsiteY227-4706" fmla="*/ 1812852 h 2344739"/>
              <a:gd name="connsiteX228-4707" fmla="*/ 118381 w 12192001"/>
              <a:gd name="connsiteY228-4708" fmla="*/ 1761047 h 2344739"/>
              <a:gd name="connsiteX229-4709" fmla="*/ 15526 w 12192001"/>
              <a:gd name="connsiteY229-4710" fmla="*/ 1758191 h 2344739"/>
              <a:gd name="connsiteX230-4711" fmla="*/ 2 w 12192001"/>
              <a:gd name="connsiteY230-4712" fmla="*/ 1752722 h 2344739"/>
              <a:gd name="connsiteX231-4713" fmla="*/ 1 w 12192001"/>
              <a:gd name="connsiteY231-4714" fmla="*/ 762497 h 2344739"/>
              <a:gd name="connsiteX232-4715" fmla="*/ 0 w 12192001"/>
              <a:gd name="connsiteY232-4716" fmla="*/ 762497 h 2344739"/>
              <a:gd name="connsiteX233-4717" fmla="*/ 0 w 12192001"/>
              <a:gd name="connsiteY233-4718" fmla="*/ 222213 h 2344739"/>
              <a:gd name="connsiteX234-4719" fmla="*/ 0 w 12192001"/>
              <a:gd name="connsiteY234-4720" fmla="*/ 0 h 2344739"/>
              <a:gd name="connsiteX0-4721" fmla="*/ 0 w 12192001"/>
              <a:gd name="connsiteY0-4722" fmla="*/ 0 h 2344739"/>
              <a:gd name="connsiteX1-4723" fmla="*/ 12192000 w 12192001"/>
              <a:gd name="connsiteY1-4724" fmla="*/ 0 h 2344739"/>
              <a:gd name="connsiteX2-4725" fmla="*/ 12192000 w 12192001"/>
              <a:gd name="connsiteY2-4726" fmla="*/ 222213 h 2344739"/>
              <a:gd name="connsiteX3-4727" fmla="*/ 12192000 w 12192001"/>
              <a:gd name="connsiteY3-4728" fmla="*/ 389190 h 2344739"/>
              <a:gd name="connsiteX4-4729" fmla="*/ 12192001 w 12192001"/>
              <a:gd name="connsiteY4-4730" fmla="*/ 579739 h 2344739"/>
              <a:gd name="connsiteX5-4731" fmla="*/ 12184838 w 12192001"/>
              <a:gd name="connsiteY5-4732" fmla="*/ 584189 h 2344739"/>
              <a:gd name="connsiteX6-4733" fmla="*/ 12155215 w 12192001"/>
              <a:gd name="connsiteY6-4734" fmla="*/ 597366 h 2344739"/>
              <a:gd name="connsiteX7-4735" fmla="*/ 12138067 w 12192001"/>
              <a:gd name="connsiteY7-4736" fmla="*/ 623179 h 2344739"/>
              <a:gd name="connsiteX8-4737" fmla="*/ 12125179 w 12192001"/>
              <a:gd name="connsiteY8-4738" fmla="*/ 624690 h 2344739"/>
              <a:gd name="connsiteX9-4739" fmla="*/ 12122859 w 12192001"/>
              <a:gd name="connsiteY9-4740" fmla="*/ 624794 h 2344739"/>
              <a:gd name="connsiteX10-4741" fmla="*/ 12115706 w 12192001"/>
              <a:gd name="connsiteY10-4742" fmla="*/ 628608 h 2344739"/>
              <a:gd name="connsiteX11-4743" fmla="*/ 12098349 w 12192001"/>
              <a:gd name="connsiteY11-4744" fmla="*/ 628139 h 2344739"/>
              <a:gd name="connsiteX12-4745" fmla="*/ 12085925 w 12192001"/>
              <a:gd name="connsiteY12-4746" fmla="*/ 636341 h 2344739"/>
              <a:gd name="connsiteX13-4747" fmla="*/ 12029925 w 12192001"/>
              <a:gd name="connsiteY13-4748" fmla="*/ 680009 h 2344739"/>
              <a:gd name="connsiteX14-4749" fmla="*/ 11994685 w 12192001"/>
              <a:gd name="connsiteY14-4750" fmla="*/ 703458 h 2344739"/>
              <a:gd name="connsiteX15-4751" fmla="*/ 11978569 w 12192001"/>
              <a:gd name="connsiteY15-4752" fmla="*/ 708161 h 2344739"/>
              <a:gd name="connsiteX16-4753" fmla="*/ 11957898 w 12192001"/>
              <a:gd name="connsiteY16-4754" fmla="*/ 717558 h 2344739"/>
              <a:gd name="connsiteX17-4755" fmla="*/ 11919306 w 12192001"/>
              <a:gd name="connsiteY17-4756" fmla="*/ 730883 h 2344739"/>
              <a:gd name="connsiteX18-4757" fmla="*/ 11902508 w 12192001"/>
              <a:gd name="connsiteY18-4758" fmla="*/ 742426 h 2344739"/>
              <a:gd name="connsiteX19-4759" fmla="*/ 11893900 w 12192001"/>
              <a:gd name="connsiteY19-4760" fmla="*/ 744791 h 2344739"/>
              <a:gd name="connsiteX20-4761" fmla="*/ 11890820 w 12192001"/>
              <a:gd name="connsiteY20-4762" fmla="*/ 755729 h 2344739"/>
              <a:gd name="connsiteX21-4763" fmla="*/ 11869628 w 12192001"/>
              <a:gd name="connsiteY21-4764" fmla="*/ 777816 h 2344739"/>
              <a:gd name="connsiteX22-4765" fmla="*/ 11812228 w 12192001"/>
              <a:gd name="connsiteY22-4766" fmla="*/ 797659 h 2344739"/>
              <a:gd name="connsiteX23-4767" fmla="*/ 11748619 w 12192001"/>
              <a:gd name="connsiteY23-4768" fmla="*/ 872002 h 2344739"/>
              <a:gd name="connsiteX24-4769" fmla="*/ 11595155 w 12192001"/>
              <a:gd name="connsiteY24-4770" fmla="*/ 918898 h 2344739"/>
              <a:gd name="connsiteX25-4771" fmla="*/ 11522499 w 12192001"/>
              <a:gd name="connsiteY25-4772" fmla="*/ 1207528 h 2344739"/>
              <a:gd name="connsiteX26-4773" fmla="*/ 11245526 w 12192001"/>
              <a:gd name="connsiteY26-4774" fmla="*/ 1274060 h 2344739"/>
              <a:gd name="connsiteX27-4775" fmla="*/ 11227161 w 12192001"/>
              <a:gd name="connsiteY27-4776" fmla="*/ 1276236 h 2344739"/>
              <a:gd name="connsiteX28-4777" fmla="*/ 11216939 w 12192001"/>
              <a:gd name="connsiteY28-4778" fmla="*/ 1275961 h 2344739"/>
              <a:gd name="connsiteX29-4779" fmla="*/ 11216036 w 12192001"/>
              <a:gd name="connsiteY29-4780" fmla="*/ 1275018 h 2344739"/>
              <a:gd name="connsiteX30-4781" fmla="*/ 11187737 w 12192001"/>
              <a:gd name="connsiteY30-4782" fmla="*/ 1292383 h 2344739"/>
              <a:gd name="connsiteX31-4783" fmla="*/ 11183353 w 12192001"/>
              <a:gd name="connsiteY31-4784" fmla="*/ 1292525 h 2344739"/>
              <a:gd name="connsiteX32-4785" fmla="*/ 11165706 w 12192001"/>
              <a:gd name="connsiteY32-4786" fmla="*/ 1306612 h 2344739"/>
              <a:gd name="connsiteX33-4787" fmla="*/ 11156163 w 12192001"/>
              <a:gd name="connsiteY33-4788" fmla="*/ 1312414 h 2344739"/>
              <a:gd name="connsiteX34-4789" fmla="*/ 11154348 w 12192001"/>
              <a:gd name="connsiteY34-4790" fmla="*/ 1317097 h 2344739"/>
              <a:gd name="connsiteX35-4791" fmla="*/ 11139813 w 12192001"/>
              <a:gd name="connsiteY35-4792" fmla="*/ 1324115 h 2344739"/>
              <a:gd name="connsiteX36-4793" fmla="*/ 11137813 w 12192001"/>
              <a:gd name="connsiteY36-4794" fmla="*/ 1323772 h 2344739"/>
              <a:gd name="connsiteX37-4795" fmla="*/ 11127060 w 12192001"/>
              <a:gd name="connsiteY37-4796" fmla="*/ 1333832 h 2344739"/>
              <a:gd name="connsiteX38-4797" fmla="*/ 11119543 w 12192001"/>
              <a:gd name="connsiteY38-4798" fmla="*/ 1347424 h 2344739"/>
              <a:gd name="connsiteX39-4799" fmla="*/ 10893535 w 12192001"/>
              <a:gd name="connsiteY39-4800" fmla="*/ 1473399 h 2344739"/>
              <a:gd name="connsiteX40-4801" fmla="*/ 10772152 w 12192001"/>
              <a:gd name="connsiteY40-4802" fmla="*/ 1523191 h 2344739"/>
              <a:gd name="connsiteX41-4803" fmla="*/ 10626520 w 12192001"/>
              <a:gd name="connsiteY41-4804" fmla="*/ 1559229 h 2344739"/>
              <a:gd name="connsiteX42-4805" fmla="*/ 10580747 w 12192001"/>
              <a:gd name="connsiteY42-4806" fmla="*/ 1568689 h 2344739"/>
              <a:gd name="connsiteX43-4807" fmla="*/ 10546642 w 12192001"/>
              <a:gd name="connsiteY43-4808" fmla="*/ 1598423 h 2344739"/>
              <a:gd name="connsiteX44-4809" fmla="*/ 10528495 w 12192001"/>
              <a:gd name="connsiteY44-4810" fmla="*/ 1596907 h 2344739"/>
              <a:gd name="connsiteX45-4811" fmla="*/ 10525298 w 12192001"/>
              <a:gd name="connsiteY45-4812" fmla="*/ 1596411 h 2344739"/>
              <a:gd name="connsiteX46-4813" fmla="*/ 10513981 w 12192001"/>
              <a:gd name="connsiteY46-4814" fmla="*/ 1599537 h 2344739"/>
              <a:gd name="connsiteX47-4815" fmla="*/ 10490587 w 12192001"/>
              <a:gd name="connsiteY47-4816" fmla="*/ 1594156 h 2344739"/>
              <a:gd name="connsiteX48-4817" fmla="*/ 10470270 w 12192001"/>
              <a:gd name="connsiteY48-4818" fmla="*/ 1601693 h 2344739"/>
              <a:gd name="connsiteX49-4819" fmla="*/ 10375894 w 12192001"/>
              <a:gd name="connsiteY49-4820" fmla="*/ 1644598 h 2344739"/>
              <a:gd name="connsiteX50-4821" fmla="*/ 10318190 w 12192001"/>
              <a:gd name="connsiteY50-4822" fmla="*/ 1666221 h 2344739"/>
              <a:gd name="connsiteX51-4823" fmla="*/ 10294319 w 12192001"/>
              <a:gd name="connsiteY51-4824" fmla="*/ 1668079 h 2344739"/>
              <a:gd name="connsiteX52-4825" fmla="*/ 10262295 w 12192001"/>
              <a:gd name="connsiteY52-4826" fmla="*/ 1674948 h 2344739"/>
              <a:gd name="connsiteX53-4827" fmla="*/ 10204270 w 12192001"/>
              <a:gd name="connsiteY53-4828" fmla="*/ 1682149 h 2344739"/>
              <a:gd name="connsiteX54-4829" fmla="*/ 10176611 w 12192001"/>
              <a:gd name="connsiteY54-4830" fmla="*/ 1692943 h 2344739"/>
              <a:gd name="connsiteX55-4831" fmla="*/ 10163922 w 12192001"/>
              <a:gd name="connsiteY55-4832" fmla="*/ 1693739 h 2344739"/>
              <a:gd name="connsiteX56-4833" fmla="*/ 10155160 w 12192001"/>
              <a:gd name="connsiteY56-4834" fmla="*/ 1707487 h 2344739"/>
              <a:gd name="connsiteX57-4835" fmla="*/ 10117119 w 12192001"/>
              <a:gd name="connsiteY57-4836" fmla="*/ 1731142 h 2344739"/>
              <a:gd name="connsiteX58-4837" fmla="*/ 10100445 w 12192001"/>
              <a:gd name="connsiteY58-4838" fmla="*/ 1742432 h 2344739"/>
              <a:gd name="connsiteX59-4839" fmla="*/ 10082169 w 12192001"/>
              <a:gd name="connsiteY59-4840" fmla="*/ 1743296 h 2344739"/>
              <a:gd name="connsiteX60-4841" fmla="*/ 10039240 w 12192001"/>
              <a:gd name="connsiteY60-4842" fmla="*/ 1741632 h 2344739"/>
              <a:gd name="connsiteX61-4843" fmla="*/ 9960019 w 12192001"/>
              <a:gd name="connsiteY61-4844" fmla="*/ 1757147 h 2344739"/>
              <a:gd name="connsiteX62-4845" fmla="*/ 9847792 w 12192001"/>
              <a:gd name="connsiteY62-4846" fmla="*/ 1763915 h 2344739"/>
              <a:gd name="connsiteX63-4847" fmla="*/ 9728309 w 12192001"/>
              <a:gd name="connsiteY63-4848" fmla="*/ 1784122 h 2344739"/>
              <a:gd name="connsiteX64-4849" fmla="*/ 9584507 w 12192001"/>
              <a:gd name="connsiteY64-4850" fmla="*/ 1795542 h 2344739"/>
              <a:gd name="connsiteX65-4851" fmla="*/ 9343052 w 12192001"/>
              <a:gd name="connsiteY65-4852" fmla="*/ 1841244 h 2344739"/>
              <a:gd name="connsiteX66-4853" fmla="*/ 9231370 w 12192001"/>
              <a:gd name="connsiteY66-4854" fmla="*/ 1893149 h 2344739"/>
              <a:gd name="connsiteX67-4855" fmla="*/ 9194810 w 12192001"/>
              <a:gd name="connsiteY67-4856" fmla="*/ 1903228 h 2344739"/>
              <a:gd name="connsiteX68-4857" fmla="*/ 9189246 w 12192001"/>
              <a:gd name="connsiteY68-4858" fmla="*/ 1912467 h 2344739"/>
              <a:gd name="connsiteX69-4859" fmla="*/ 9151232 w 12192001"/>
              <a:gd name="connsiteY69-4860" fmla="*/ 1923669 h 2344739"/>
              <a:gd name="connsiteX70-4861" fmla="*/ 9150210 w 12192001"/>
              <a:gd name="connsiteY70-4862" fmla="*/ 1922604 h 2344739"/>
              <a:gd name="connsiteX71-4863" fmla="*/ 9137318 w 12192001"/>
              <a:gd name="connsiteY71-4864" fmla="*/ 1920435 h 2344739"/>
              <a:gd name="connsiteX72-4865" fmla="*/ 9113812 w 12192001"/>
              <a:gd name="connsiteY72-4866" fmla="*/ 1919069 h 2344739"/>
              <a:gd name="connsiteX73-4867" fmla="*/ 9053453 w 12192001"/>
              <a:gd name="connsiteY73-4868" fmla="*/ 1910755 h 2344739"/>
              <a:gd name="connsiteX74-4869" fmla="*/ 9005486 w 12192001"/>
              <a:gd name="connsiteY74-4870" fmla="*/ 1914040 h 2344739"/>
              <a:gd name="connsiteX75-4871" fmla="*/ 9005201 w 12192001"/>
              <a:gd name="connsiteY75-4872" fmla="*/ 1913800 h 2344739"/>
              <a:gd name="connsiteX76-4873" fmla="*/ 8996232 w 12192001"/>
              <a:gd name="connsiteY76-4874" fmla="*/ 1915011 h 2344739"/>
              <a:gd name="connsiteX77-4875" fmla="*/ 8990394 w 12192001"/>
              <a:gd name="connsiteY77-4876" fmla="*/ 1917072 h 2344739"/>
              <a:gd name="connsiteX78-4877" fmla="*/ 8974337 w 12192001"/>
              <a:gd name="connsiteY78-4878" fmla="*/ 1920298 h 2344739"/>
              <a:gd name="connsiteX79-4879" fmla="*/ 8968011 w 12192001"/>
              <a:gd name="connsiteY79-4880" fmla="*/ 1919598 h 2344739"/>
              <a:gd name="connsiteX80-4881" fmla="*/ 8963048 w 12192001"/>
              <a:gd name="connsiteY80-4882" fmla="*/ 1917373 h 2344739"/>
              <a:gd name="connsiteX81-4883" fmla="*/ 8928988 w 12192001"/>
              <a:gd name="connsiteY81-4884" fmla="*/ 1914185 h 2344739"/>
              <a:gd name="connsiteX82-4885" fmla="*/ 8752444 w 12192001"/>
              <a:gd name="connsiteY82-4886" fmla="*/ 1933417 h 2344739"/>
              <a:gd name="connsiteX83-4887" fmla="*/ 8707847 w 12192001"/>
              <a:gd name="connsiteY83-4888" fmla="*/ 1935518 h 2344739"/>
              <a:gd name="connsiteX84-4889" fmla="*/ 8596071 w 12192001"/>
              <a:gd name="connsiteY84-4890" fmla="*/ 1944090 h 2344739"/>
              <a:gd name="connsiteX85-4891" fmla="*/ 8525230 w 12192001"/>
              <a:gd name="connsiteY85-4892" fmla="*/ 1929248 h 2344739"/>
              <a:gd name="connsiteX86-4893" fmla="*/ 8510983 w 12192001"/>
              <a:gd name="connsiteY86-4894" fmla="*/ 1935163 h 2344739"/>
              <a:gd name="connsiteX87-4895" fmla="*/ 8506167 w 12192001"/>
              <a:gd name="connsiteY87-4896" fmla="*/ 1938164 h 2344739"/>
              <a:gd name="connsiteX88-4897" fmla="*/ 8497968 w 12192001"/>
              <a:gd name="connsiteY88-4898" fmla="*/ 1940902 h 2344739"/>
              <a:gd name="connsiteX89-4899" fmla="*/ 8497594 w 12192001"/>
              <a:gd name="connsiteY89-4900" fmla="*/ 1940723 h 2344739"/>
              <a:gd name="connsiteX90-4901" fmla="*/ 8490249 w 12192001"/>
              <a:gd name="connsiteY90-4902" fmla="*/ 1943773 h 2344739"/>
              <a:gd name="connsiteX91-4903" fmla="*/ 8367182 w 12192001"/>
              <a:gd name="connsiteY91-4904" fmla="*/ 1957815 h 2344739"/>
              <a:gd name="connsiteX92-4905" fmla="*/ 8353799 w 12192001"/>
              <a:gd name="connsiteY92-4906" fmla="*/ 1958009 h 2344739"/>
              <a:gd name="connsiteX93-4907" fmla="*/ 8352373 w 12192001"/>
              <a:gd name="connsiteY93-4908" fmla="*/ 1957169 h 2344739"/>
              <a:gd name="connsiteX94-4909" fmla="*/ 8320104 w 12192001"/>
              <a:gd name="connsiteY94-4910" fmla="*/ 1974587 h 2344739"/>
              <a:gd name="connsiteX95-4911" fmla="*/ 8314433 w 12192001"/>
              <a:gd name="connsiteY95-4912" fmla="*/ 1974913 h 2344739"/>
              <a:gd name="connsiteX96-4913" fmla="*/ 8295174 w 12192001"/>
              <a:gd name="connsiteY96-4914" fmla="*/ 1988808 h 2344739"/>
              <a:gd name="connsiteX97-4915" fmla="*/ 8284276 w 12192001"/>
              <a:gd name="connsiteY97-4916" fmla="*/ 1994631 h 2344739"/>
              <a:gd name="connsiteX98-4917" fmla="*/ 8283150 w 12192001"/>
              <a:gd name="connsiteY98-4918" fmla="*/ 1999074 h 2344739"/>
              <a:gd name="connsiteX99-4919" fmla="*/ 8266076 w 12192001"/>
              <a:gd name="connsiteY99-4920" fmla="*/ 2006249 h 2344739"/>
              <a:gd name="connsiteX100-4921" fmla="*/ 8263377 w 12192001"/>
              <a:gd name="connsiteY100-4922" fmla="*/ 2006019 h 2344739"/>
              <a:gd name="connsiteX101-4923" fmla="*/ 8252033 w 12192001"/>
              <a:gd name="connsiteY101-4924" fmla="*/ 2015862 h 2344739"/>
              <a:gd name="connsiteX102-4925" fmla="*/ 8245834 w 12192001"/>
              <a:gd name="connsiteY102-4926" fmla="*/ 2028854 h 2344739"/>
              <a:gd name="connsiteX103-4927" fmla="*/ 8090272 w 12192001"/>
              <a:gd name="connsiteY103-4928" fmla="*/ 2075015 h 2344739"/>
              <a:gd name="connsiteX104-4929" fmla="*/ 7905407 w 12192001"/>
              <a:gd name="connsiteY104-4930" fmla="*/ 2116988 h 2344739"/>
              <a:gd name="connsiteX105-4931" fmla="*/ 7718745 w 12192001"/>
              <a:gd name="connsiteY105-4932" fmla="*/ 2142703 h 2344739"/>
              <a:gd name="connsiteX106-4933" fmla="*/ 7614347 w 12192001"/>
              <a:gd name="connsiteY106-4934" fmla="*/ 2139232 h 2344739"/>
              <a:gd name="connsiteX107-4935" fmla="*/ 7527543 w 12192001"/>
              <a:gd name="connsiteY107-4936" fmla="*/ 2145060 h 2344739"/>
              <a:gd name="connsiteX108-4937" fmla="*/ 7519571 w 12192001"/>
              <a:gd name="connsiteY108-4938" fmla="*/ 2147613 h 2344739"/>
              <a:gd name="connsiteX109-4939" fmla="*/ 7507411 w 12192001"/>
              <a:gd name="connsiteY109-4940" fmla="*/ 2148948 h 2344739"/>
              <a:gd name="connsiteX110-4941" fmla="*/ 7507040 w 12192001"/>
              <a:gd name="connsiteY110-4942" fmla="*/ 2148621 h 2344739"/>
              <a:gd name="connsiteX111-4943" fmla="*/ 7495795 w 12192001"/>
              <a:gd name="connsiteY111-4944" fmla="*/ 2150573 h 2344739"/>
              <a:gd name="connsiteX112-4945" fmla="*/ 7405391 w 12192001"/>
              <a:gd name="connsiteY112-4946" fmla="*/ 2142468 h 2344739"/>
              <a:gd name="connsiteX113-4947" fmla="*/ 7312180 w 12192001"/>
              <a:gd name="connsiteY113-4948" fmla="*/ 2132873 h 2344739"/>
              <a:gd name="connsiteX114-4949" fmla="*/ 7310853 w 12192001"/>
              <a:gd name="connsiteY114-4950" fmla="*/ 2131431 h 2344739"/>
              <a:gd name="connsiteX115-4951" fmla="*/ 7218559 w 12192001"/>
              <a:gd name="connsiteY115-4952" fmla="*/ 2156680 h 2344739"/>
              <a:gd name="connsiteX116-4953" fmla="*/ 7201101 w 12192001"/>
              <a:gd name="connsiteY116-4954" fmla="*/ 2161230 h 2344739"/>
              <a:gd name="connsiteX117-4955" fmla="*/ 7197004 w 12192001"/>
              <a:gd name="connsiteY117-4956" fmla="*/ 2166588 h 2344739"/>
              <a:gd name="connsiteX118-4957" fmla="*/ 7170808 w 12192001"/>
              <a:gd name="connsiteY118-4958" fmla="*/ 2171236 h 2344739"/>
              <a:gd name="connsiteX119-4959" fmla="*/ 7096988 w 12192001"/>
              <a:gd name="connsiteY119-4960" fmla="*/ 2183464 h 2344739"/>
              <a:gd name="connsiteX120-4961" fmla="*/ 7018496 w 12192001"/>
              <a:gd name="connsiteY120-4962" fmla="*/ 2183090 h 2344739"/>
              <a:gd name="connsiteX121-4963" fmla="*/ 6904146 w 12192001"/>
              <a:gd name="connsiteY121-4964" fmla="*/ 2212596 h 2344739"/>
              <a:gd name="connsiteX122-4965" fmla="*/ 6708222 w 12192001"/>
              <a:gd name="connsiteY122-4966" fmla="*/ 2240551 h 2344739"/>
              <a:gd name="connsiteX123-4967" fmla="*/ 6549454 w 12192001"/>
              <a:gd name="connsiteY123-4968" fmla="*/ 2269327 h 2344739"/>
              <a:gd name="connsiteX124-4969" fmla="*/ 6317560 w 12192001"/>
              <a:gd name="connsiteY124-4970" fmla="*/ 2316127 h 2344739"/>
              <a:gd name="connsiteX125-4971" fmla="*/ 6168674 w 12192001"/>
              <a:gd name="connsiteY125-4972" fmla="*/ 2318214 h 2344739"/>
              <a:gd name="connsiteX126-4973" fmla="*/ 6073848 w 12192001"/>
              <a:gd name="connsiteY126-4974" fmla="*/ 2338676 h 2344739"/>
              <a:gd name="connsiteX127-4975" fmla="*/ 6068529 w 12192001"/>
              <a:gd name="connsiteY127-4976" fmla="*/ 2337139 h 2344739"/>
              <a:gd name="connsiteX128-4977" fmla="*/ 6048638 w 12192001"/>
              <a:gd name="connsiteY128-4978" fmla="*/ 2337822 h 2344739"/>
              <a:gd name="connsiteX129-4979" fmla="*/ 6041285 w 12192001"/>
              <a:gd name="connsiteY129-4980" fmla="*/ 2329473 h 2344739"/>
              <a:gd name="connsiteX130-4981" fmla="*/ 6010090 w 12192001"/>
              <a:gd name="connsiteY130-4982" fmla="*/ 2324380 h 2344739"/>
              <a:gd name="connsiteX131-4983" fmla="*/ 5957375 w 12192001"/>
              <a:gd name="connsiteY131-4984" fmla="*/ 2328024 h 2344739"/>
              <a:gd name="connsiteX132-4985" fmla="*/ 5758919 w 12192001"/>
              <a:gd name="connsiteY132-4986" fmla="*/ 2343716 h 2344739"/>
              <a:gd name="connsiteX133-4987" fmla="*/ 5626960 w 12192001"/>
              <a:gd name="connsiteY133-4988" fmla="*/ 2344739 h 2344739"/>
              <a:gd name="connsiteX134-4989" fmla="*/ 5470906 w 12192001"/>
              <a:gd name="connsiteY134-4990" fmla="*/ 2330719 h 2344739"/>
              <a:gd name="connsiteX135-4991" fmla="*/ 5432761 w 12192001"/>
              <a:gd name="connsiteY135-4992" fmla="*/ 2319466 h 2344739"/>
              <a:gd name="connsiteX136-4993" fmla="*/ 5381669 w 12192001"/>
              <a:gd name="connsiteY136-4994" fmla="*/ 2301764 h 2344739"/>
              <a:gd name="connsiteX137-4995" fmla="*/ 5261764 w 12192001"/>
              <a:gd name="connsiteY137-4996" fmla="*/ 2281347 h 2344739"/>
              <a:gd name="connsiteX138-4997" fmla="*/ 5222961 w 12192001"/>
              <a:gd name="connsiteY138-4998" fmla="*/ 2270223 h 2344739"/>
              <a:gd name="connsiteX139-4999" fmla="*/ 5174660 w 12192001"/>
              <a:gd name="connsiteY139-5000" fmla="*/ 2267233 h 2344739"/>
              <a:gd name="connsiteX140-5001" fmla="*/ 5156554 w 12192001"/>
              <a:gd name="connsiteY140-5002" fmla="*/ 2260010 h 2344739"/>
              <a:gd name="connsiteX141-5003" fmla="*/ 5142599 w 12192001"/>
              <a:gd name="connsiteY141-5004" fmla="*/ 2256610 h 2344739"/>
              <a:gd name="connsiteX142-5005" fmla="*/ 5139596 w 12192001"/>
              <a:gd name="connsiteY142-5006" fmla="*/ 2254509 h 2344739"/>
              <a:gd name="connsiteX143-5007" fmla="*/ 5121659 w 12192001"/>
              <a:gd name="connsiteY143-5008" fmla="*/ 2243656 h 2344739"/>
              <a:gd name="connsiteX144-5009" fmla="*/ 5065790 w 12192001"/>
              <a:gd name="connsiteY144-5010" fmla="*/ 2250227 h 2344739"/>
              <a:gd name="connsiteX145-5011" fmla="*/ 5011514 w 12192001"/>
              <a:gd name="connsiteY145-5012" fmla="*/ 2233846 h 2344739"/>
              <a:gd name="connsiteX146-5013" fmla="*/ 4840441 w 12192001"/>
              <a:gd name="connsiteY146-5014" fmla="*/ 2209829 h 2344739"/>
              <a:gd name="connsiteX147-5015" fmla="*/ 4762447 w 12192001"/>
              <a:gd name="connsiteY147-5016" fmla="*/ 2182061 h 2344739"/>
              <a:gd name="connsiteX148-5017" fmla="*/ 4723186 w 12192001"/>
              <a:gd name="connsiteY148-5018" fmla="*/ 2173047 h 2344739"/>
              <a:gd name="connsiteX149-5019" fmla="*/ 4721176 w 12192001"/>
              <a:gd name="connsiteY149-5020" fmla="*/ 2172298 h 2344739"/>
              <a:gd name="connsiteX150-5021" fmla="*/ 4722111 w 12192001"/>
              <a:gd name="connsiteY150-5022" fmla="*/ 2172087 h 2344739"/>
              <a:gd name="connsiteX151-5023" fmla="*/ 4717202 w 12192001"/>
              <a:gd name="connsiteY151-5024" fmla="*/ 2170817 h 2344739"/>
              <a:gd name="connsiteX152-5025" fmla="*/ 4721176 w 12192001"/>
              <a:gd name="connsiteY152-5026" fmla="*/ 2172298 h 2344739"/>
              <a:gd name="connsiteX153-5027" fmla="*/ 4715526 w 12192001"/>
              <a:gd name="connsiteY153-5028" fmla="*/ 2173573 h 2344739"/>
              <a:gd name="connsiteX154-5029" fmla="*/ 4515814 w 12192001"/>
              <a:gd name="connsiteY154-5030" fmla="*/ 2163671 h 2344739"/>
              <a:gd name="connsiteX155-5031" fmla="*/ 4428543 w 12192001"/>
              <a:gd name="connsiteY155-5032" fmla="*/ 2153020 h 2344739"/>
              <a:gd name="connsiteX156-5033" fmla="*/ 4362875 w 12192001"/>
              <a:gd name="connsiteY156-5034" fmla="*/ 2151674 h 2344739"/>
              <a:gd name="connsiteX157-5035" fmla="*/ 4316966 w 12192001"/>
              <a:gd name="connsiteY157-5036" fmla="*/ 2158289 h 2344739"/>
              <a:gd name="connsiteX158-5037" fmla="*/ 4315110 w 12192001"/>
              <a:gd name="connsiteY158-5038" fmla="*/ 2156948 h 2344739"/>
              <a:gd name="connsiteX159-5039" fmla="*/ 4295144 w 12192001"/>
              <a:gd name="connsiteY159-5040" fmla="*/ 2155069 h 2344739"/>
              <a:gd name="connsiteX160-5041" fmla="*/ 4290064 w 12192001"/>
              <a:gd name="connsiteY160-5042" fmla="*/ 2157986 h 2344739"/>
              <a:gd name="connsiteX161-5043" fmla="*/ 4276142 w 12192001"/>
              <a:gd name="connsiteY161-5044" fmla="*/ 2157740 h 2344739"/>
              <a:gd name="connsiteX162-5045" fmla="*/ 4248117 w 12192001"/>
              <a:gd name="connsiteY162-5046" fmla="*/ 2160064 h 2344739"/>
              <a:gd name="connsiteX163-5047" fmla="*/ 4202051 w 12192001"/>
              <a:gd name="connsiteY163-5048" fmla="*/ 2157269 h 2344739"/>
              <a:gd name="connsiteX164-5049" fmla="*/ 4201745 w 12192001"/>
              <a:gd name="connsiteY164-5050" fmla="*/ 2156010 h 2344739"/>
              <a:gd name="connsiteX165-5051" fmla="*/ 4191248 w 12192001"/>
              <a:gd name="connsiteY165-5052" fmla="*/ 2150376 h 2344739"/>
              <a:gd name="connsiteX166-5053" fmla="*/ 4142745 w 12192001"/>
              <a:gd name="connsiteY166-5054" fmla="*/ 2134511 h 2344739"/>
              <a:gd name="connsiteX167-5055" fmla="*/ 4083097 w 12192001"/>
              <a:gd name="connsiteY167-5056" fmla="*/ 2107978 h 2344739"/>
              <a:gd name="connsiteX168-5057" fmla="*/ 4074546 w 12192001"/>
              <a:gd name="connsiteY168-5058" fmla="*/ 2107143 h 2344739"/>
              <a:gd name="connsiteX169-5059" fmla="*/ 4074427 w 12192001"/>
              <a:gd name="connsiteY169-5060" fmla="*/ 2106844 h 2344739"/>
              <a:gd name="connsiteX170-5061" fmla="*/ 4065510 w 12192001"/>
              <a:gd name="connsiteY170-5062" fmla="*/ 2105400 h 2344739"/>
              <a:gd name="connsiteX171-5063" fmla="*/ 4058954 w 12192001"/>
              <a:gd name="connsiteY171-5064" fmla="*/ 2105618 h 2344739"/>
              <a:gd name="connsiteX172-5065" fmla="*/ 4042364 w 12192001"/>
              <a:gd name="connsiteY172-5066" fmla="*/ 2103997 h 2344739"/>
              <a:gd name="connsiteX173-5067" fmla="*/ 4036997 w 12192001"/>
              <a:gd name="connsiteY173-5068" fmla="*/ 2101563 h 2344739"/>
              <a:gd name="connsiteX174-5069" fmla="*/ 4035363 w 12192001"/>
              <a:gd name="connsiteY174-5070" fmla="*/ 2097896 h 2344739"/>
              <a:gd name="connsiteX175-5071" fmla="*/ 4033778 w 12192001"/>
              <a:gd name="connsiteY175-5072" fmla="*/ 2098131 h 2344739"/>
              <a:gd name="connsiteX176-5073" fmla="*/ 4004538 w 12192001"/>
              <a:gd name="connsiteY176-5074" fmla="*/ 2085563 h 2344739"/>
              <a:gd name="connsiteX177-5075" fmla="*/ 3936846 w 12192001"/>
              <a:gd name="connsiteY177-5076" fmla="*/ 2068106 h 2344739"/>
              <a:gd name="connsiteX178-5077" fmla="*/ 3897275 w 12192001"/>
              <a:gd name="connsiteY178-5078" fmla="*/ 2062451 h 2344739"/>
              <a:gd name="connsiteX179-5079" fmla="*/ 3789760 w 12192001"/>
              <a:gd name="connsiteY179-5080" fmla="*/ 2042213 h 2344739"/>
              <a:gd name="connsiteX180-5081" fmla="*/ 3682513 w 12192001"/>
              <a:gd name="connsiteY180-5082" fmla="*/ 2018290 h 2344739"/>
              <a:gd name="connsiteX181-5083" fmla="*/ 3610035 w 12192001"/>
              <a:gd name="connsiteY181-5084" fmla="*/ 1986019 h 2344739"/>
              <a:gd name="connsiteX182-5085" fmla="*/ 3603855 w 12192001"/>
              <a:gd name="connsiteY182-5086" fmla="*/ 1987381 h 2344739"/>
              <a:gd name="connsiteX183-5087" fmla="*/ 3594736 w 12192001"/>
              <a:gd name="connsiteY183-5088" fmla="*/ 1987545 h 2344739"/>
              <a:gd name="connsiteX184-5089" fmla="*/ 3594501 w 12192001"/>
              <a:gd name="connsiteY184-5090" fmla="*/ 1987276 h 2344739"/>
              <a:gd name="connsiteX185-5091" fmla="*/ 3585978 w 12192001"/>
              <a:gd name="connsiteY185-5092" fmla="*/ 1987966 h 2344739"/>
              <a:gd name="connsiteX186-5093" fmla="*/ 3536135 w 12192001"/>
              <a:gd name="connsiteY186-5094" fmla="*/ 1978267 h 2344739"/>
              <a:gd name="connsiteX187-5095" fmla="*/ 3473223 w 12192001"/>
              <a:gd name="connsiteY187-5096" fmla="*/ 1974606 h 2344739"/>
              <a:gd name="connsiteX188-5097" fmla="*/ 3400728 w 12192001"/>
              <a:gd name="connsiteY188-5098" fmla="*/ 1962558 h 2344739"/>
              <a:gd name="connsiteX189-5099" fmla="*/ 3363888 w 12192001"/>
              <a:gd name="connsiteY189-5100" fmla="*/ 1979510 h 2344739"/>
              <a:gd name="connsiteX190-5101" fmla="*/ 3344026 w 12192001"/>
              <a:gd name="connsiteY190-5102" fmla="*/ 1981192 h 2344739"/>
              <a:gd name="connsiteX191-5103" fmla="*/ 3341698 w 12192001"/>
              <a:gd name="connsiteY191-5104" fmla="*/ 1980217 h 2344739"/>
              <a:gd name="connsiteX192-5105" fmla="*/ 3262356 w 12192001"/>
              <a:gd name="connsiteY192-5106" fmla="*/ 1986094 h 2344739"/>
              <a:gd name="connsiteX193-5107" fmla="*/ 3142556 w 12192001"/>
              <a:gd name="connsiteY193-5108" fmla="*/ 1993869 h 2344739"/>
              <a:gd name="connsiteX194-5109" fmla="*/ 3030291 w 12192001"/>
              <a:gd name="connsiteY194-5110" fmla="*/ 1996512 h 2344739"/>
              <a:gd name="connsiteX195-5111" fmla="*/ 2781569 w 12192001"/>
              <a:gd name="connsiteY195-5112" fmla="*/ 2018333 h 2344739"/>
              <a:gd name="connsiteX196-5113" fmla="*/ 2646527 w 12192001"/>
              <a:gd name="connsiteY196-5114" fmla="*/ 2028869 h 2344739"/>
              <a:gd name="connsiteX197-5115" fmla="*/ 2568028 w 12192001"/>
              <a:gd name="connsiteY197-5116" fmla="*/ 2002628 h 2344739"/>
              <a:gd name="connsiteX198-5117" fmla="*/ 2443255 w 12192001"/>
              <a:gd name="connsiteY198-5118" fmla="*/ 2016529 h 2344739"/>
              <a:gd name="connsiteX199-5119" fmla="*/ 2315112 w 12192001"/>
              <a:gd name="connsiteY199-5120" fmla="*/ 2024996 h 2344739"/>
              <a:gd name="connsiteX200-5121" fmla="*/ 2208578 w 12192001"/>
              <a:gd name="connsiteY200-5122" fmla="*/ 2019763 h 2344739"/>
              <a:gd name="connsiteX201-5123" fmla="*/ 2094665 w 12192001"/>
              <a:gd name="connsiteY201-5124" fmla="*/ 2003052 h 2344739"/>
              <a:gd name="connsiteX202-5125" fmla="*/ 1997356 w 12192001"/>
              <a:gd name="connsiteY202-5126" fmla="*/ 1995032 h 2344739"/>
              <a:gd name="connsiteX203-5127" fmla="*/ 1928172 w 12192001"/>
              <a:gd name="connsiteY203-5128" fmla="*/ 2016977 h 2344739"/>
              <a:gd name="connsiteX204-5129" fmla="*/ 1921650 w 12192001"/>
              <a:gd name="connsiteY204-5130" fmla="*/ 2012146 h 2344739"/>
              <a:gd name="connsiteX205-5131" fmla="*/ 1873080 w 12192001"/>
              <a:gd name="connsiteY205-5132" fmla="*/ 2013741 h 2344739"/>
              <a:gd name="connsiteX206-5133" fmla="*/ 1786655 w 12192001"/>
              <a:gd name="connsiteY206-5134" fmla="*/ 2041363 h 2344739"/>
              <a:gd name="connsiteX207-5135" fmla="*/ 1738204 w 12192001"/>
              <a:gd name="connsiteY207-5136" fmla="*/ 2036312 h 2344739"/>
              <a:gd name="connsiteX208-5137" fmla="*/ 1675071 w 12192001"/>
              <a:gd name="connsiteY208-5138" fmla="*/ 2019963 h 2344739"/>
              <a:gd name="connsiteX209-5139" fmla="*/ 1608669 w 12192001"/>
              <a:gd name="connsiteY209-5140" fmla="*/ 2013066 h 2344739"/>
              <a:gd name="connsiteX210-5141" fmla="*/ 1496110 w 12192001"/>
              <a:gd name="connsiteY210-5142" fmla="*/ 1987476 h 2344739"/>
              <a:gd name="connsiteX211-5143" fmla="*/ 1149979 w 12192001"/>
              <a:gd name="connsiteY211-5144" fmla="*/ 1938041 h 2344739"/>
              <a:gd name="connsiteX212-5145" fmla="*/ 858269 w 12192001"/>
              <a:gd name="connsiteY212-5146" fmla="*/ 1928608 h 2344739"/>
              <a:gd name="connsiteX213-5147" fmla="*/ 837540 w 12192001"/>
              <a:gd name="connsiteY213-5148" fmla="*/ 1929821 h 2344739"/>
              <a:gd name="connsiteX214-5149" fmla="*/ 816809 w 12192001"/>
              <a:gd name="connsiteY214-5150" fmla="*/ 1927857 h 2344739"/>
              <a:gd name="connsiteX215-5151" fmla="*/ 811506 w 12192001"/>
              <a:gd name="connsiteY215-5152" fmla="*/ 1930751 h 2344739"/>
              <a:gd name="connsiteX216-5153" fmla="*/ 797041 w 12192001"/>
              <a:gd name="connsiteY216-5154" fmla="*/ 1930446 h 2344739"/>
              <a:gd name="connsiteX217-5155" fmla="*/ 767901 w 12192001"/>
              <a:gd name="connsiteY217-5156" fmla="*/ 1932653 h 2344739"/>
              <a:gd name="connsiteX218-5157" fmla="*/ 763053 w 12192001"/>
              <a:gd name="connsiteY218-5158" fmla="*/ 1930432 h 2344739"/>
              <a:gd name="connsiteX219-5159" fmla="*/ 720047 w 12192001"/>
              <a:gd name="connsiteY219-5160" fmla="*/ 1929661 h 2344739"/>
              <a:gd name="connsiteX220-5161" fmla="*/ 719742 w 12192001"/>
              <a:gd name="connsiteY220-5162" fmla="*/ 1928399 h 2344739"/>
              <a:gd name="connsiteX221-5163" fmla="*/ 708875 w 12192001"/>
              <a:gd name="connsiteY221-5164" fmla="*/ 1922722 h 2344739"/>
              <a:gd name="connsiteX222-5165" fmla="*/ 596792 w 12192001"/>
              <a:gd name="connsiteY222-5166" fmla="*/ 1879864 h 2344739"/>
              <a:gd name="connsiteX223-5167" fmla="*/ 578535 w 12192001"/>
              <a:gd name="connsiteY223-5168" fmla="*/ 1877212 h 2344739"/>
              <a:gd name="connsiteX224-5169" fmla="*/ 571717 w 12192001"/>
              <a:gd name="connsiteY224-5170" fmla="*/ 1877401 h 2344739"/>
              <a:gd name="connsiteX225-5171" fmla="*/ 445099 w 12192001"/>
              <a:gd name="connsiteY225-5172" fmla="*/ 1839371 h 2344739"/>
              <a:gd name="connsiteX226-5173" fmla="*/ 404015 w 12192001"/>
              <a:gd name="connsiteY226-5174" fmla="*/ 1833548 h 2344739"/>
              <a:gd name="connsiteX227-5175" fmla="*/ 292435 w 12192001"/>
              <a:gd name="connsiteY227-5176" fmla="*/ 1812852 h 2344739"/>
              <a:gd name="connsiteX228-5177" fmla="*/ 118381 w 12192001"/>
              <a:gd name="connsiteY228-5178" fmla="*/ 1761047 h 2344739"/>
              <a:gd name="connsiteX229-5179" fmla="*/ 15526 w 12192001"/>
              <a:gd name="connsiteY229-5180" fmla="*/ 1758191 h 2344739"/>
              <a:gd name="connsiteX230-5181" fmla="*/ 2 w 12192001"/>
              <a:gd name="connsiteY230-5182" fmla="*/ 1752722 h 2344739"/>
              <a:gd name="connsiteX231-5183" fmla="*/ 1 w 12192001"/>
              <a:gd name="connsiteY231-5184" fmla="*/ 762497 h 2344739"/>
              <a:gd name="connsiteX232-5185" fmla="*/ 0 w 12192001"/>
              <a:gd name="connsiteY232-5186" fmla="*/ 762497 h 2344739"/>
              <a:gd name="connsiteX233-5187" fmla="*/ 0 w 12192001"/>
              <a:gd name="connsiteY233-5188" fmla="*/ 222213 h 2344739"/>
              <a:gd name="connsiteX234-5189" fmla="*/ 0 w 12192001"/>
              <a:gd name="connsiteY234-5190" fmla="*/ 0 h 2344739"/>
              <a:gd name="connsiteX0-5191" fmla="*/ 0 w 12192001"/>
              <a:gd name="connsiteY0-5192" fmla="*/ 0 h 2344739"/>
              <a:gd name="connsiteX1-5193" fmla="*/ 12192000 w 12192001"/>
              <a:gd name="connsiteY1-5194" fmla="*/ 0 h 2344739"/>
              <a:gd name="connsiteX2-5195" fmla="*/ 12192000 w 12192001"/>
              <a:gd name="connsiteY2-5196" fmla="*/ 222213 h 2344739"/>
              <a:gd name="connsiteX3-5197" fmla="*/ 12192000 w 12192001"/>
              <a:gd name="connsiteY3-5198" fmla="*/ 389190 h 2344739"/>
              <a:gd name="connsiteX4-5199" fmla="*/ 12192001 w 12192001"/>
              <a:gd name="connsiteY4-5200" fmla="*/ 579739 h 2344739"/>
              <a:gd name="connsiteX5-5201" fmla="*/ 12184838 w 12192001"/>
              <a:gd name="connsiteY5-5202" fmla="*/ 584189 h 2344739"/>
              <a:gd name="connsiteX6-5203" fmla="*/ 12155215 w 12192001"/>
              <a:gd name="connsiteY6-5204" fmla="*/ 597366 h 2344739"/>
              <a:gd name="connsiteX7-5205" fmla="*/ 12138067 w 12192001"/>
              <a:gd name="connsiteY7-5206" fmla="*/ 623179 h 2344739"/>
              <a:gd name="connsiteX8-5207" fmla="*/ 12125179 w 12192001"/>
              <a:gd name="connsiteY8-5208" fmla="*/ 624690 h 2344739"/>
              <a:gd name="connsiteX9-5209" fmla="*/ 12122859 w 12192001"/>
              <a:gd name="connsiteY9-5210" fmla="*/ 624794 h 2344739"/>
              <a:gd name="connsiteX10-5211" fmla="*/ 12115706 w 12192001"/>
              <a:gd name="connsiteY10-5212" fmla="*/ 628608 h 2344739"/>
              <a:gd name="connsiteX11-5213" fmla="*/ 12098349 w 12192001"/>
              <a:gd name="connsiteY11-5214" fmla="*/ 628139 h 2344739"/>
              <a:gd name="connsiteX12-5215" fmla="*/ 12085925 w 12192001"/>
              <a:gd name="connsiteY12-5216" fmla="*/ 636341 h 2344739"/>
              <a:gd name="connsiteX13-5217" fmla="*/ 12029925 w 12192001"/>
              <a:gd name="connsiteY13-5218" fmla="*/ 680009 h 2344739"/>
              <a:gd name="connsiteX14-5219" fmla="*/ 11994685 w 12192001"/>
              <a:gd name="connsiteY14-5220" fmla="*/ 703458 h 2344739"/>
              <a:gd name="connsiteX15-5221" fmla="*/ 11978569 w 12192001"/>
              <a:gd name="connsiteY15-5222" fmla="*/ 708161 h 2344739"/>
              <a:gd name="connsiteX16-5223" fmla="*/ 11957898 w 12192001"/>
              <a:gd name="connsiteY16-5224" fmla="*/ 717558 h 2344739"/>
              <a:gd name="connsiteX17-5225" fmla="*/ 11919306 w 12192001"/>
              <a:gd name="connsiteY17-5226" fmla="*/ 730883 h 2344739"/>
              <a:gd name="connsiteX18-5227" fmla="*/ 11902508 w 12192001"/>
              <a:gd name="connsiteY18-5228" fmla="*/ 742426 h 2344739"/>
              <a:gd name="connsiteX19-5229" fmla="*/ 11893900 w 12192001"/>
              <a:gd name="connsiteY19-5230" fmla="*/ 744791 h 2344739"/>
              <a:gd name="connsiteX20-5231" fmla="*/ 11890820 w 12192001"/>
              <a:gd name="connsiteY20-5232" fmla="*/ 755729 h 2344739"/>
              <a:gd name="connsiteX21-5233" fmla="*/ 11869628 w 12192001"/>
              <a:gd name="connsiteY21-5234" fmla="*/ 777816 h 2344739"/>
              <a:gd name="connsiteX22-5235" fmla="*/ 11812228 w 12192001"/>
              <a:gd name="connsiteY22-5236" fmla="*/ 797659 h 2344739"/>
              <a:gd name="connsiteX23-5237" fmla="*/ 11748619 w 12192001"/>
              <a:gd name="connsiteY23-5238" fmla="*/ 872002 h 2344739"/>
              <a:gd name="connsiteX24-5239" fmla="*/ 11595155 w 12192001"/>
              <a:gd name="connsiteY24-5240" fmla="*/ 918898 h 2344739"/>
              <a:gd name="connsiteX25-5241" fmla="*/ 11522499 w 12192001"/>
              <a:gd name="connsiteY25-5242" fmla="*/ 999965 h 2344739"/>
              <a:gd name="connsiteX26-5243" fmla="*/ 11245526 w 12192001"/>
              <a:gd name="connsiteY26-5244" fmla="*/ 1274060 h 2344739"/>
              <a:gd name="connsiteX27-5245" fmla="*/ 11227161 w 12192001"/>
              <a:gd name="connsiteY27-5246" fmla="*/ 1276236 h 2344739"/>
              <a:gd name="connsiteX28-5247" fmla="*/ 11216939 w 12192001"/>
              <a:gd name="connsiteY28-5248" fmla="*/ 1275961 h 2344739"/>
              <a:gd name="connsiteX29-5249" fmla="*/ 11216036 w 12192001"/>
              <a:gd name="connsiteY29-5250" fmla="*/ 1275018 h 2344739"/>
              <a:gd name="connsiteX30-5251" fmla="*/ 11187737 w 12192001"/>
              <a:gd name="connsiteY30-5252" fmla="*/ 1292383 h 2344739"/>
              <a:gd name="connsiteX31-5253" fmla="*/ 11183353 w 12192001"/>
              <a:gd name="connsiteY31-5254" fmla="*/ 1292525 h 2344739"/>
              <a:gd name="connsiteX32-5255" fmla="*/ 11165706 w 12192001"/>
              <a:gd name="connsiteY32-5256" fmla="*/ 1306612 h 2344739"/>
              <a:gd name="connsiteX33-5257" fmla="*/ 11156163 w 12192001"/>
              <a:gd name="connsiteY33-5258" fmla="*/ 1312414 h 2344739"/>
              <a:gd name="connsiteX34-5259" fmla="*/ 11154348 w 12192001"/>
              <a:gd name="connsiteY34-5260" fmla="*/ 1317097 h 2344739"/>
              <a:gd name="connsiteX35-5261" fmla="*/ 11139813 w 12192001"/>
              <a:gd name="connsiteY35-5262" fmla="*/ 1324115 h 2344739"/>
              <a:gd name="connsiteX36-5263" fmla="*/ 11137813 w 12192001"/>
              <a:gd name="connsiteY36-5264" fmla="*/ 1323772 h 2344739"/>
              <a:gd name="connsiteX37-5265" fmla="*/ 11127060 w 12192001"/>
              <a:gd name="connsiteY37-5266" fmla="*/ 1333832 h 2344739"/>
              <a:gd name="connsiteX38-5267" fmla="*/ 11119543 w 12192001"/>
              <a:gd name="connsiteY38-5268" fmla="*/ 1347424 h 2344739"/>
              <a:gd name="connsiteX39-5269" fmla="*/ 10893535 w 12192001"/>
              <a:gd name="connsiteY39-5270" fmla="*/ 1473399 h 2344739"/>
              <a:gd name="connsiteX40-5271" fmla="*/ 10772152 w 12192001"/>
              <a:gd name="connsiteY40-5272" fmla="*/ 1523191 h 2344739"/>
              <a:gd name="connsiteX41-5273" fmla="*/ 10626520 w 12192001"/>
              <a:gd name="connsiteY41-5274" fmla="*/ 1559229 h 2344739"/>
              <a:gd name="connsiteX42-5275" fmla="*/ 10580747 w 12192001"/>
              <a:gd name="connsiteY42-5276" fmla="*/ 1568689 h 2344739"/>
              <a:gd name="connsiteX43-5277" fmla="*/ 10546642 w 12192001"/>
              <a:gd name="connsiteY43-5278" fmla="*/ 1598423 h 2344739"/>
              <a:gd name="connsiteX44-5279" fmla="*/ 10528495 w 12192001"/>
              <a:gd name="connsiteY44-5280" fmla="*/ 1596907 h 2344739"/>
              <a:gd name="connsiteX45-5281" fmla="*/ 10525298 w 12192001"/>
              <a:gd name="connsiteY45-5282" fmla="*/ 1596411 h 2344739"/>
              <a:gd name="connsiteX46-5283" fmla="*/ 10513981 w 12192001"/>
              <a:gd name="connsiteY46-5284" fmla="*/ 1599537 h 2344739"/>
              <a:gd name="connsiteX47-5285" fmla="*/ 10490587 w 12192001"/>
              <a:gd name="connsiteY47-5286" fmla="*/ 1594156 h 2344739"/>
              <a:gd name="connsiteX48-5287" fmla="*/ 10470270 w 12192001"/>
              <a:gd name="connsiteY48-5288" fmla="*/ 1601693 h 2344739"/>
              <a:gd name="connsiteX49-5289" fmla="*/ 10375894 w 12192001"/>
              <a:gd name="connsiteY49-5290" fmla="*/ 1644598 h 2344739"/>
              <a:gd name="connsiteX50-5291" fmla="*/ 10318190 w 12192001"/>
              <a:gd name="connsiteY50-5292" fmla="*/ 1666221 h 2344739"/>
              <a:gd name="connsiteX51-5293" fmla="*/ 10294319 w 12192001"/>
              <a:gd name="connsiteY51-5294" fmla="*/ 1668079 h 2344739"/>
              <a:gd name="connsiteX52-5295" fmla="*/ 10262295 w 12192001"/>
              <a:gd name="connsiteY52-5296" fmla="*/ 1674948 h 2344739"/>
              <a:gd name="connsiteX53-5297" fmla="*/ 10204270 w 12192001"/>
              <a:gd name="connsiteY53-5298" fmla="*/ 1682149 h 2344739"/>
              <a:gd name="connsiteX54-5299" fmla="*/ 10176611 w 12192001"/>
              <a:gd name="connsiteY54-5300" fmla="*/ 1692943 h 2344739"/>
              <a:gd name="connsiteX55-5301" fmla="*/ 10163922 w 12192001"/>
              <a:gd name="connsiteY55-5302" fmla="*/ 1693739 h 2344739"/>
              <a:gd name="connsiteX56-5303" fmla="*/ 10155160 w 12192001"/>
              <a:gd name="connsiteY56-5304" fmla="*/ 1707487 h 2344739"/>
              <a:gd name="connsiteX57-5305" fmla="*/ 10117119 w 12192001"/>
              <a:gd name="connsiteY57-5306" fmla="*/ 1731142 h 2344739"/>
              <a:gd name="connsiteX58-5307" fmla="*/ 10100445 w 12192001"/>
              <a:gd name="connsiteY58-5308" fmla="*/ 1742432 h 2344739"/>
              <a:gd name="connsiteX59-5309" fmla="*/ 10082169 w 12192001"/>
              <a:gd name="connsiteY59-5310" fmla="*/ 1743296 h 2344739"/>
              <a:gd name="connsiteX60-5311" fmla="*/ 10039240 w 12192001"/>
              <a:gd name="connsiteY60-5312" fmla="*/ 1741632 h 2344739"/>
              <a:gd name="connsiteX61-5313" fmla="*/ 9960019 w 12192001"/>
              <a:gd name="connsiteY61-5314" fmla="*/ 1757147 h 2344739"/>
              <a:gd name="connsiteX62-5315" fmla="*/ 9847792 w 12192001"/>
              <a:gd name="connsiteY62-5316" fmla="*/ 1763915 h 2344739"/>
              <a:gd name="connsiteX63-5317" fmla="*/ 9728309 w 12192001"/>
              <a:gd name="connsiteY63-5318" fmla="*/ 1784122 h 2344739"/>
              <a:gd name="connsiteX64-5319" fmla="*/ 9584507 w 12192001"/>
              <a:gd name="connsiteY64-5320" fmla="*/ 1795542 h 2344739"/>
              <a:gd name="connsiteX65-5321" fmla="*/ 9343052 w 12192001"/>
              <a:gd name="connsiteY65-5322" fmla="*/ 1841244 h 2344739"/>
              <a:gd name="connsiteX66-5323" fmla="*/ 9231370 w 12192001"/>
              <a:gd name="connsiteY66-5324" fmla="*/ 1893149 h 2344739"/>
              <a:gd name="connsiteX67-5325" fmla="*/ 9194810 w 12192001"/>
              <a:gd name="connsiteY67-5326" fmla="*/ 1903228 h 2344739"/>
              <a:gd name="connsiteX68-5327" fmla="*/ 9189246 w 12192001"/>
              <a:gd name="connsiteY68-5328" fmla="*/ 1912467 h 2344739"/>
              <a:gd name="connsiteX69-5329" fmla="*/ 9151232 w 12192001"/>
              <a:gd name="connsiteY69-5330" fmla="*/ 1923669 h 2344739"/>
              <a:gd name="connsiteX70-5331" fmla="*/ 9150210 w 12192001"/>
              <a:gd name="connsiteY70-5332" fmla="*/ 1922604 h 2344739"/>
              <a:gd name="connsiteX71-5333" fmla="*/ 9137318 w 12192001"/>
              <a:gd name="connsiteY71-5334" fmla="*/ 1920435 h 2344739"/>
              <a:gd name="connsiteX72-5335" fmla="*/ 9113812 w 12192001"/>
              <a:gd name="connsiteY72-5336" fmla="*/ 1919069 h 2344739"/>
              <a:gd name="connsiteX73-5337" fmla="*/ 9053453 w 12192001"/>
              <a:gd name="connsiteY73-5338" fmla="*/ 1910755 h 2344739"/>
              <a:gd name="connsiteX74-5339" fmla="*/ 9005486 w 12192001"/>
              <a:gd name="connsiteY74-5340" fmla="*/ 1914040 h 2344739"/>
              <a:gd name="connsiteX75-5341" fmla="*/ 9005201 w 12192001"/>
              <a:gd name="connsiteY75-5342" fmla="*/ 1913800 h 2344739"/>
              <a:gd name="connsiteX76-5343" fmla="*/ 8996232 w 12192001"/>
              <a:gd name="connsiteY76-5344" fmla="*/ 1915011 h 2344739"/>
              <a:gd name="connsiteX77-5345" fmla="*/ 8990394 w 12192001"/>
              <a:gd name="connsiteY77-5346" fmla="*/ 1917072 h 2344739"/>
              <a:gd name="connsiteX78-5347" fmla="*/ 8974337 w 12192001"/>
              <a:gd name="connsiteY78-5348" fmla="*/ 1920298 h 2344739"/>
              <a:gd name="connsiteX79-5349" fmla="*/ 8968011 w 12192001"/>
              <a:gd name="connsiteY79-5350" fmla="*/ 1919598 h 2344739"/>
              <a:gd name="connsiteX80-5351" fmla="*/ 8963048 w 12192001"/>
              <a:gd name="connsiteY80-5352" fmla="*/ 1917373 h 2344739"/>
              <a:gd name="connsiteX81-5353" fmla="*/ 8928988 w 12192001"/>
              <a:gd name="connsiteY81-5354" fmla="*/ 1914185 h 2344739"/>
              <a:gd name="connsiteX82-5355" fmla="*/ 8752444 w 12192001"/>
              <a:gd name="connsiteY82-5356" fmla="*/ 1933417 h 2344739"/>
              <a:gd name="connsiteX83-5357" fmla="*/ 8707847 w 12192001"/>
              <a:gd name="connsiteY83-5358" fmla="*/ 1935518 h 2344739"/>
              <a:gd name="connsiteX84-5359" fmla="*/ 8596071 w 12192001"/>
              <a:gd name="connsiteY84-5360" fmla="*/ 1944090 h 2344739"/>
              <a:gd name="connsiteX85-5361" fmla="*/ 8525230 w 12192001"/>
              <a:gd name="connsiteY85-5362" fmla="*/ 1929248 h 2344739"/>
              <a:gd name="connsiteX86-5363" fmla="*/ 8510983 w 12192001"/>
              <a:gd name="connsiteY86-5364" fmla="*/ 1935163 h 2344739"/>
              <a:gd name="connsiteX87-5365" fmla="*/ 8506167 w 12192001"/>
              <a:gd name="connsiteY87-5366" fmla="*/ 1938164 h 2344739"/>
              <a:gd name="connsiteX88-5367" fmla="*/ 8497968 w 12192001"/>
              <a:gd name="connsiteY88-5368" fmla="*/ 1940902 h 2344739"/>
              <a:gd name="connsiteX89-5369" fmla="*/ 8497594 w 12192001"/>
              <a:gd name="connsiteY89-5370" fmla="*/ 1940723 h 2344739"/>
              <a:gd name="connsiteX90-5371" fmla="*/ 8490249 w 12192001"/>
              <a:gd name="connsiteY90-5372" fmla="*/ 1943773 h 2344739"/>
              <a:gd name="connsiteX91-5373" fmla="*/ 8367182 w 12192001"/>
              <a:gd name="connsiteY91-5374" fmla="*/ 1957815 h 2344739"/>
              <a:gd name="connsiteX92-5375" fmla="*/ 8353799 w 12192001"/>
              <a:gd name="connsiteY92-5376" fmla="*/ 1958009 h 2344739"/>
              <a:gd name="connsiteX93-5377" fmla="*/ 8352373 w 12192001"/>
              <a:gd name="connsiteY93-5378" fmla="*/ 1957169 h 2344739"/>
              <a:gd name="connsiteX94-5379" fmla="*/ 8320104 w 12192001"/>
              <a:gd name="connsiteY94-5380" fmla="*/ 1974587 h 2344739"/>
              <a:gd name="connsiteX95-5381" fmla="*/ 8314433 w 12192001"/>
              <a:gd name="connsiteY95-5382" fmla="*/ 1974913 h 2344739"/>
              <a:gd name="connsiteX96-5383" fmla="*/ 8295174 w 12192001"/>
              <a:gd name="connsiteY96-5384" fmla="*/ 1988808 h 2344739"/>
              <a:gd name="connsiteX97-5385" fmla="*/ 8284276 w 12192001"/>
              <a:gd name="connsiteY97-5386" fmla="*/ 1994631 h 2344739"/>
              <a:gd name="connsiteX98-5387" fmla="*/ 8283150 w 12192001"/>
              <a:gd name="connsiteY98-5388" fmla="*/ 1999074 h 2344739"/>
              <a:gd name="connsiteX99-5389" fmla="*/ 8266076 w 12192001"/>
              <a:gd name="connsiteY99-5390" fmla="*/ 2006249 h 2344739"/>
              <a:gd name="connsiteX100-5391" fmla="*/ 8263377 w 12192001"/>
              <a:gd name="connsiteY100-5392" fmla="*/ 2006019 h 2344739"/>
              <a:gd name="connsiteX101-5393" fmla="*/ 8252033 w 12192001"/>
              <a:gd name="connsiteY101-5394" fmla="*/ 2015862 h 2344739"/>
              <a:gd name="connsiteX102-5395" fmla="*/ 8245834 w 12192001"/>
              <a:gd name="connsiteY102-5396" fmla="*/ 2028854 h 2344739"/>
              <a:gd name="connsiteX103-5397" fmla="*/ 8090272 w 12192001"/>
              <a:gd name="connsiteY103-5398" fmla="*/ 2075015 h 2344739"/>
              <a:gd name="connsiteX104-5399" fmla="*/ 7905407 w 12192001"/>
              <a:gd name="connsiteY104-5400" fmla="*/ 2116988 h 2344739"/>
              <a:gd name="connsiteX105-5401" fmla="*/ 7718745 w 12192001"/>
              <a:gd name="connsiteY105-5402" fmla="*/ 2142703 h 2344739"/>
              <a:gd name="connsiteX106-5403" fmla="*/ 7614347 w 12192001"/>
              <a:gd name="connsiteY106-5404" fmla="*/ 2139232 h 2344739"/>
              <a:gd name="connsiteX107-5405" fmla="*/ 7527543 w 12192001"/>
              <a:gd name="connsiteY107-5406" fmla="*/ 2145060 h 2344739"/>
              <a:gd name="connsiteX108-5407" fmla="*/ 7519571 w 12192001"/>
              <a:gd name="connsiteY108-5408" fmla="*/ 2147613 h 2344739"/>
              <a:gd name="connsiteX109-5409" fmla="*/ 7507411 w 12192001"/>
              <a:gd name="connsiteY109-5410" fmla="*/ 2148948 h 2344739"/>
              <a:gd name="connsiteX110-5411" fmla="*/ 7507040 w 12192001"/>
              <a:gd name="connsiteY110-5412" fmla="*/ 2148621 h 2344739"/>
              <a:gd name="connsiteX111-5413" fmla="*/ 7495795 w 12192001"/>
              <a:gd name="connsiteY111-5414" fmla="*/ 2150573 h 2344739"/>
              <a:gd name="connsiteX112-5415" fmla="*/ 7405391 w 12192001"/>
              <a:gd name="connsiteY112-5416" fmla="*/ 2142468 h 2344739"/>
              <a:gd name="connsiteX113-5417" fmla="*/ 7312180 w 12192001"/>
              <a:gd name="connsiteY113-5418" fmla="*/ 2132873 h 2344739"/>
              <a:gd name="connsiteX114-5419" fmla="*/ 7310853 w 12192001"/>
              <a:gd name="connsiteY114-5420" fmla="*/ 2131431 h 2344739"/>
              <a:gd name="connsiteX115-5421" fmla="*/ 7218559 w 12192001"/>
              <a:gd name="connsiteY115-5422" fmla="*/ 2156680 h 2344739"/>
              <a:gd name="connsiteX116-5423" fmla="*/ 7201101 w 12192001"/>
              <a:gd name="connsiteY116-5424" fmla="*/ 2161230 h 2344739"/>
              <a:gd name="connsiteX117-5425" fmla="*/ 7197004 w 12192001"/>
              <a:gd name="connsiteY117-5426" fmla="*/ 2166588 h 2344739"/>
              <a:gd name="connsiteX118-5427" fmla="*/ 7170808 w 12192001"/>
              <a:gd name="connsiteY118-5428" fmla="*/ 2171236 h 2344739"/>
              <a:gd name="connsiteX119-5429" fmla="*/ 7096988 w 12192001"/>
              <a:gd name="connsiteY119-5430" fmla="*/ 2183464 h 2344739"/>
              <a:gd name="connsiteX120-5431" fmla="*/ 7018496 w 12192001"/>
              <a:gd name="connsiteY120-5432" fmla="*/ 2183090 h 2344739"/>
              <a:gd name="connsiteX121-5433" fmla="*/ 6904146 w 12192001"/>
              <a:gd name="connsiteY121-5434" fmla="*/ 2212596 h 2344739"/>
              <a:gd name="connsiteX122-5435" fmla="*/ 6708222 w 12192001"/>
              <a:gd name="connsiteY122-5436" fmla="*/ 2240551 h 2344739"/>
              <a:gd name="connsiteX123-5437" fmla="*/ 6549454 w 12192001"/>
              <a:gd name="connsiteY123-5438" fmla="*/ 2269327 h 2344739"/>
              <a:gd name="connsiteX124-5439" fmla="*/ 6317560 w 12192001"/>
              <a:gd name="connsiteY124-5440" fmla="*/ 2316127 h 2344739"/>
              <a:gd name="connsiteX125-5441" fmla="*/ 6168674 w 12192001"/>
              <a:gd name="connsiteY125-5442" fmla="*/ 2318214 h 2344739"/>
              <a:gd name="connsiteX126-5443" fmla="*/ 6073848 w 12192001"/>
              <a:gd name="connsiteY126-5444" fmla="*/ 2338676 h 2344739"/>
              <a:gd name="connsiteX127-5445" fmla="*/ 6068529 w 12192001"/>
              <a:gd name="connsiteY127-5446" fmla="*/ 2337139 h 2344739"/>
              <a:gd name="connsiteX128-5447" fmla="*/ 6048638 w 12192001"/>
              <a:gd name="connsiteY128-5448" fmla="*/ 2337822 h 2344739"/>
              <a:gd name="connsiteX129-5449" fmla="*/ 6041285 w 12192001"/>
              <a:gd name="connsiteY129-5450" fmla="*/ 2329473 h 2344739"/>
              <a:gd name="connsiteX130-5451" fmla="*/ 6010090 w 12192001"/>
              <a:gd name="connsiteY130-5452" fmla="*/ 2324380 h 2344739"/>
              <a:gd name="connsiteX131-5453" fmla="*/ 5957375 w 12192001"/>
              <a:gd name="connsiteY131-5454" fmla="*/ 2328024 h 2344739"/>
              <a:gd name="connsiteX132-5455" fmla="*/ 5758919 w 12192001"/>
              <a:gd name="connsiteY132-5456" fmla="*/ 2343716 h 2344739"/>
              <a:gd name="connsiteX133-5457" fmla="*/ 5626960 w 12192001"/>
              <a:gd name="connsiteY133-5458" fmla="*/ 2344739 h 2344739"/>
              <a:gd name="connsiteX134-5459" fmla="*/ 5470906 w 12192001"/>
              <a:gd name="connsiteY134-5460" fmla="*/ 2330719 h 2344739"/>
              <a:gd name="connsiteX135-5461" fmla="*/ 5432761 w 12192001"/>
              <a:gd name="connsiteY135-5462" fmla="*/ 2319466 h 2344739"/>
              <a:gd name="connsiteX136-5463" fmla="*/ 5381669 w 12192001"/>
              <a:gd name="connsiteY136-5464" fmla="*/ 2301764 h 2344739"/>
              <a:gd name="connsiteX137-5465" fmla="*/ 5261764 w 12192001"/>
              <a:gd name="connsiteY137-5466" fmla="*/ 2281347 h 2344739"/>
              <a:gd name="connsiteX138-5467" fmla="*/ 5222961 w 12192001"/>
              <a:gd name="connsiteY138-5468" fmla="*/ 2270223 h 2344739"/>
              <a:gd name="connsiteX139-5469" fmla="*/ 5174660 w 12192001"/>
              <a:gd name="connsiteY139-5470" fmla="*/ 2267233 h 2344739"/>
              <a:gd name="connsiteX140-5471" fmla="*/ 5156554 w 12192001"/>
              <a:gd name="connsiteY140-5472" fmla="*/ 2260010 h 2344739"/>
              <a:gd name="connsiteX141-5473" fmla="*/ 5142599 w 12192001"/>
              <a:gd name="connsiteY141-5474" fmla="*/ 2256610 h 2344739"/>
              <a:gd name="connsiteX142-5475" fmla="*/ 5139596 w 12192001"/>
              <a:gd name="connsiteY142-5476" fmla="*/ 2254509 h 2344739"/>
              <a:gd name="connsiteX143-5477" fmla="*/ 5121659 w 12192001"/>
              <a:gd name="connsiteY143-5478" fmla="*/ 2243656 h 2344739"/>
              <a:gd name="connsiteX144-5479" fmla="*/ 5065790 w 12192001"/>
              <a:gd name="connsiteY144-5480" fmla="*/ 2250227 h 2344739"/>
              <a:gd name="connsiteX145-5481" fmla="*/ 5011514 w 12192001"/>
              <a:gd name="connsiteY145-5482" fmla="*/ 2233846 h 2344739"/>
              <a:gd name="connsiteX146-5483" fmla="*/ 4840441 w 12192001"/>
              <a:gd name="connsiteY146-5484" fmla="*/ 2209829 h 2344739"/>
              <a:gd name="connsiteX147-5485" fmla="*/ 4762447 w 12192001"/>
              <a:gd name="connsiteY147-5486" fmla="*/ 2182061 h 2344739"/>
              <a:gd name="connsiteX148-5487" fmla="*/ 4723186 w 12192001"/>
              <a:gd name="connsiteY148-5488" fmla="*/ 2173047 h 2344739"/>
              <a:gd name="connsiteX149-5489" fmla="*/ 4721176 w 12192001"/>
              <a:gd name="connsiteY149-5490" fmla="*/ 2172298 h 2344739"/>
              <a:gd name="connsiteX150-5491" fmla="*/ 4722111 w 12192001"/>
              <a:gd name="connsiteY150-5492" fmla="*/ 2172087 h 2344739"/>
              <a:gd name="connsiteX151-5493" fmla="*/ 4717202 w 12192001"/>
              <a:gd name="connsiteY151-5494" fmla="*/ 2170817 h 2344739"/>
              <a:gd name="connsiteX152-5495" fmla="*/ 4721176 w 12192001"/>
              <a:gd name="connsiteY152-5496" fmla="*/ 2172298 h 2344739"/>
              <a:gd name="connsiteX153-5497" fmla="*/ 4715526 w 12192001"/>
              <a:gd name="connsiteY153-5498" fmla="*/ 2173573 h 2344739"/>
              <a:gd name="connsiteX154-5499" fmla="*/ 4515814 w 12192001"/>
              <a:gd name="connsiteY154-5500" fmla="*/ 2163671 h 2344739"/>
              <a:gd name="connsiteX155-5501" fmla="*/ 4428543 w 12192001"/>
              <a:gd name="connsiteY155-5502" fmla="*/ 2153020 h 2344739"/>
              <a:gd name="connsiteX156-5503" fmla="*/ 4362875 w 12192001"/>
              <a:gd name="connsiteY156-5504" fmla="*/ 2151674 h 2344739"/>
              <a:gd name="connsiteX157-5505" fmla="*/ 4316966 w 12192001"/>
              <a:gd name="connsiteY157-5506" fmla="*/ 2158289 h 2344739"/>
              <a:gd name="connsiteX158-5507" fmla="*/ 4315110 w 12192001"/>
              <a:gd name="connsiteY158-5508" fmla="*/ 2156948 h 2344739"/>
              <a:gd name="connsiteX159-5509" fmla="*/ 4295144 w 12192001"/>
              <a:gd name="connsiteY159-5510" fmla="*/ 2155069 h 2344739"/>
              <a:gd name="connsiteX160-5511" fmla="*/ 4290064 w 12192001"/>
              <a:gd name="connsiteY160-5512" fmla="*/ 2157986 h 2344739"/>
              <a:gd name="connsiteX161-5513" fmla="*/ 4276142 w 12192001"/>
              <a:gd name="connsiteY161-5514" fmla="*/ 2157740 h 2344739"/>
              <a:gd name="connsiteX162-5515" fmla="*/ 4248117 w 12192001"/>
              <a:gd name="connsiteY162-5516" fmla="*/ 2160064 h 2344739"/>
              <a:gd name="connsiteX163-5517" fmla="*/ 4202051 w 12192001"/>
              <a:gd name="connsiteY163-5518" fmla="*/ 2157269 h 2344739"/>
              <a:gd name="connsiteX164-5519" fmla="*/ 4201745 w 12192001"/>
              <a:gd name="connsiteY164-5520" fmla="*/ 2156010 h 2344739"/>
              <a:gd name="connsiteX165-5521" fmla="*/ 4191248 w 12192001"/>
              <a:gd name="connsiteY165-5522" fmla="*/ 2150376 h 2344739"/>
              <a:gd name="connsiteX166-5523" fmla="*/ 4142745 w 12192001"/>
              <a:gd name="connsiteY166-5524" fmla="*/ 2134511 h 2344739"/>
              <a:gd name="connsiteX167-5525" fmla="*/ 4083097 w 12192001"/>
              <a:gd name="connsiteY167-5526" fmla="*/ 2107978 h 2344739"/>
              <a:gd name="connsiteX168-5527" fmla="*/ 4074546 w 12192001"/>
              <a:gd name="connsiteY168-5528" fmla="*/ 2107143 h 2344739"/>
              <a:gd name="connsiteX169-5529" fmla="*/ 4074427 w 12192001"/>
              <a:gd name="connsiteY169-5530" fmla="*/ 2106844 h 2344739"/>
              <a:gd name="connsiteX170-5531" fmla="*/ 4065510 w 12192001"/>
              <a:gd name="connsiteY170-5532" fmla="*/ 2105400 h 2344739"/>
              <a:gd name="connsiteX171-5533" fmla="*/ 4058954 w 12192001"/>
              <a:gd name="connsiteY171-5534" fmla="*/ 2105618 h 2344739"/>
              <a:gd name="connsiteX172-5535" fmla="*/ 4042364 w 12192001"/>
              <a:gd name="connsiteY172-5536" fmla="*/ 2103997 h 2344739"/>
              <a:gd name="connsiteX173-5537" fmla="*/ 4036997 w 12192001"/>
              <a:gd name="connsiteY173-5538" fmla="*/ 2101563 h 2344739"/>
              <a:gd name="connsiteX174-5539" fmla="*/ 4035363 w 12192001"/>
              <a:gd name="connsiteY174-5540" fmla="*/ 2097896 h 2344739"/>
              <a:gd name="connsiteX175-5541" fmla="*/ 4033778 w 12192001"/>
              <a:gd name="connsiteY175-5542" fmla="*/ 2098131 h 2344739"/>
              <a:gd name="connsiteX176-5543" fmla="*/ 4004538 w 12192001"/>
              <a:gd name="connsiteY176-5544" fmla="*/ 2085563 h 2344739"/>
              <a:gd name="connsiteX177-5545" fmla="*/ 3936846 w 12192001"/>
              <a:gd name="connsiteY177-5546" fmla="*/ 2068106 h 2344739"/>
              <a:gd name="connsiteX178-5547" fmla="*/ 3897275 w 12192001"/>
              <a:gd name="connsiteY178-5548" fmla="*/ 2062451 h 2344739"/>
              <a:gd name="connsiteX179-5549" fmla="*/ 3789760 w 12192001"/>
              <a:gd name="connsiteY179-5550" fmla="*/ 2042213 h 2344739"/>
              <a:gd name="connsiteX180-5551" fmla="*/ 3682513 w 12192001"/>
              <a:gd name="connsiteY180-5552" fmla="*/ 2018290 h 2344739"/>
              <a:gd name="connsiteX181-5553" fmla="*/ 3610035 w 12192001"/>
              <a:gd name="connsiteY181-5554" fmla="*/ 1986019 h 2344739"/>
              <a:gd name="connsiteX182-5555" fmla="*/ 3603855 w 12192001"/>
              <a:gd name="connsiteY182-5556" fmla="*/ 1987381 h 2344739"/>
              <a:gd name="connsiteX183-5557" fmla="*/ 3594736 w 12192001"/>
              <a:gd name="connsiteY183-5558" fmla="*/ 1987545 h 2344739"/>
              <a:gd name="connsiteX184-5559" fmla="*/ 3594501 w 12192001"/>
              <a:gd name="connsiteY184-5560" fmla="*/ 1987276 h 2344739"/>
              <a:gd name="connsiteX185-5561" fmla="*/ 3585978 w 12192001"/>
              <a:gd name="connsiteY185-5562" fmla="*/ 1987966 h 2344739"/>
              <a:gd name="connsiteX186-5563" fmla="*/ 3536135 w 12192001"/>
              <a:gd name="connsiteY186-5564" fmla="*/ 1978267 h 2344739"/>
              <a:gd name="connsiteX187-5565" fmla="*/ 3473223 w 12192001"/>
              <a:gd name="connsiteY187-5566" fmla="*/ 1974606 h 2344739"/>
              <a:gd name="connsiteX188-5567" fmla="*/ 3400728 w 12192001"/>
              <a:gd name="connsiteY188-5568" fmla="*/ 1962558 h 2344739"/>
              <a:gd name="connsiteX189-5569" fmla="*/ 3363888 w 12192001"/>
              <a:gd name="connsiteY189-5570" fmla="*/ 1979510 h 2344739"/>
              <a:gd name="connsiteX190-5571" fmla="*/ 3344026 w 12192001"/>
              <a:gd name="connsiteY190-5572" fmla="*/ 1981192 h 2344739"/>
              <a:gd name="connsiteX191-5573" fmla="*/ 3341698 w 12192001"/>
              <a:gd name="connsiteY191-5574" fmla="*/ 1980217 h 2344739"/>
              <a:gd name="connsiteX192-5575" fmla="*/ 3262356 w 12192001"/>
              <a:gd name="connsiteY192-5576" fmla="*/ 1986094 h 2344739"/>
              <a:gd name="connsiteX193-5577" fmla="*/ 3142556 w 12192001"/>
              <a:gd name="connsiteY193-5578" fmla="*/ 1993869 h 2344739"/>
              <a:gd name="connsiteX194-5579" fmla="*/ 3030291 w 12192001"/>
              <a:gd name="connsiteY194-5580" fmla="*/ 1996512 h 2344739"/>
              <a:gd name="connsiteX195-5581" fmla="*/ 2781569 w 12192001"/>
              <a:gd name="connsiteY195-5582" fmla="*/ 2018333 h 2344739"/>
              <a:gd name="connsiteX196-5583" fmla="*/ 2646527 w 12192001"/>
              <a:gd name="connsiteY196-5584" fmla="*/ 2028869 h 2344739"/>
              <a:gd name="connsiteX197-5585" fmla="*/ 2568028 w 12192001"/>
              <a:gd name="connsiteY197-5586" fmla="*/ 2002628 h 2344739"/>
              <a:gd name="connsiteX198-5587" fmla="*/ 2443255 w 12192001"/>
              <a:gd name="connsiteY198-5588" fmla="*/ 2016529 h 2344739"/>
              <a:gd name="connsiteX199-5589" fmla="*/ 2315112 w 12192001"/>
              <a:gd name="connsiteY199-5590" fmla="*/ 2024996 h 2344739"/>
              <a:gd name="connsiteX200-5591" fmla="*/ 2208578 w 12192001"/>
              <a:gd name="connsiteY200-5592" fmla="*/ 2019763 h 2344739"/>
              <a:gd name="connsiteX201-5593" fmla="*/ 2094665 w 12192001"/>
              <a:gd name="connsiteY201-5594" fmla="*/ 2003052 h 2344739"/>
              <a:gd name="connsiteX202-5595" fmla="*/ 1997356 w 12192001"/>
              <a:gd name="connsiteY202-5596" fmla="*/ 1995032 h 2344739"/>
              <a:gd name="connsiteX203-5597" fmla="*/ 1928172 w 12192001"/>
              <a:gd name="connsiteY203-5598" fmla="*/ 2016977 h 2344739"/>
              <a:gd name="connsiteX204-5599" fmla="*/ 1921650 w 12192001"/>
              <a:gd name="connsiteY204-5600" fmla="*/ 2012146 h 2344739"/>
              <a:gd name="connsiteX205-5601" fmla="*/ 1873080 w 12192001"/>
              <a:gd name="connsiteY205-5602" fmla="*/ 2013741 h 2344739"/>
              <a:gd name="connsiteX206-5603" fmla="*/ 1786655 w 12192001"/>
              <a:gd name="connsiteY206-5604" fmla="*/ 2041363 h 2344739"/>
              <a:gd name="connsiteX207-5605" fmla="*/ 1738204 w 12192001"/>
              <a:gd name="connsiteY207-5606" fmla="*/ 2036312 h 2344739"/>
              <a:gd name="connsiteX208-5607" fmla="*/ 1675071 w 12192001"/>
              <a:gd name="connsiteY208-5608" fmla="*/ 2019963 h 2344739"/>
              <a:gd name="connsiteX209-5609" fmla="*/ 1608669 w 12192001"/>
              <a:gd name="connsiteY209-5610" fmla="*/ 2013066 h 2344739"/>
              <a:gd name="connsiteX210-5611" fmla="*/ 1496110 w 12192001"/>
              <a:gd name="connsiteY210-5612" fmla="*/ 1987476 h 2344739"/>
              <a:gd name="connsiteX211-5613" fmla="*/ 1149979 w 12192001"/>
              <a:gd name="connsiteY211-5614" fmla="*/ 1938041 h 2344739"/>
              <a:gd name="connsiteX212-5615" fmla="*/ 858269 w 12192001"/>
              <a:gd name="connsiteY212-5616" fmla="*/ 1928608 h 2344739"/>
              <a:gd name="connsiteX213-5617" fmla="*/ 837540 w 12192001"/>
              <a:gd name="connsiteY213-5618" fmla="*/ 1929821 h 2344739"/>
              <a:gd name="connsiteX214-5619" fmla="*/ 816809 w 12192001"/>
              <a:gd name="connsiteY214-5620" fmla="*/ 1927857 h 2344739"/>
              <a:gd name="connsiteX215-5621" fmla="*/ 811506 w 12192001"/>
              <a:gd name="connsiteY215-5622" fmla="*/ 1930751 h 2344739"/>
              <a:gd name="connsiteX216-5623" fmla="*/ 797041 w 12192001"/>
              <a:gd name="connsiteY216-5624" fmla="*/ 1930446 h 2344739"/>
              <a:gd name="connsiteX217-5625" fmla="*/ 767901 w 12192001"/>
              <a:gd name="connsiteY217-5626" fmla="*/ 1932653 h 2344739"/>
              <a:gd name="connsiteX218-5627" fmla="*/ 763053 w 12192001"/>
              <a:gd name="connsiteY218-5628" fmla="*/ 1930432 h 2344739"/>
              <a:gd name="connsiteX219-5629" fmla="*/ 720047 w 12192001"/>
              <a:gd name="connsiteY219-5630" fmla="*/ 1929661 h 2344739"/>
              <a:gd name="connsiteX220-5631" fmla="*/ 719742 w 12192001"/>
              <a:gd name="connsiteY220-5632" fmla="*/ 1928399 h 2344739"/>
              <a:gd name="connsiteX221-5633" fmla="*/ 708875 w 12192001"/>
              <a:gd name="connsiteY221-5634" fmla="*/ 1922722 h 2344739"/>
              <a:gd name="connsiteX222-5635" fmla="*/ 596792 w 12192001"/>
              <a:gd name="connsiteY222-5636" fmla="*/ 1879864 h 2344739"/>
              <a:gd name="connsiteX223-5637" fmla="*/ 578535 w 12192001"/>
              <a:gd name="connsiteY223-5638" fmla="*/ 1877212 h 2344739"/>
              <a:gd name="connsiteX224-5639" fmla="*/ 571717 w 12192001"/>
              <a:gd name="connsiteY224-5640" fmla="*/ 1877401 h 2344739"/>
              <a:gd name="connsiteX225-5641" fmla="*/ 445099 w 12192001"/>
              <a:gd name="connsiteY225-5642" fmla="*/ 1839371 h 2344739"/>
              <a:gd name="connsiteX226-5643" fmla="*/ 404015 w 12192001"/>
              <a:gd name="connsiteY226-5644" fmla="*/ 1833548 h 2344739"/>
              <a:gd name="connsiteX227-5645" fmla="*/ 292435 w 12192001"/>
              <a:gd name="connsiteY227-5646" fmla="*/ 1812852 h 2344739"/>
              <a:gd name="connsiteX228-5647" fmla="*/ 118381 w 12192001"/>
              <a:gd name="connsiteY228-5648" fmla="*/ 1761047 h 2344739"/>
              <a:gd name="connsiteX229-5649" fmla="*/ 15526 w 12192001"/>
              <a:gd name="connsiteY229-5650" fmla="*/ 1758191 h 2344739"/>
              <a:gd name="connsiteX230-5651" fmla="*/ 2 w 12192001"/>
              <a:gd name="connsiteY230-5652" fmla="*/ 1752722 h 2344739"/>
              <a:gd name="connsiteX231-5653" fmla="*/ 1 w 12192001"/>
              <a:gd name="connsiteY231-5654" fmla="*/ 762497 h 2344739"/>
              <a:gd name="connsiteX232-5655" fmla="*/ 0 w 12192001"/>
              <a:gd name="connsiteY232-5656" fmla="*/ 762497 h 2344739"/>
              <a:gd name="connsiteX233-5657" fmla="*/ 0 w 12192001"/>
              <a:gd name="connsiteY233-5658" fmla="*/ 222213 h 2344739"/>
              <a:gd name="connsiteX234-5659" fmla="*/ 0 w 12192001"/>
              <a:gd name="connsiteY234-5660" fmla="*/ 0 h 2344739"/>
              <a:gd name="connsiteX0-5661" fmla="*/ 0 w 12192001"/>
              <a:gd name="connsiteY0-5662" fmla="*/ 0 h 2344739"/>
              <a:gd name="connsiteX1-5663" fmla="*/ 12192000 w 12192001"/>
              <a:gd name="connsiteY1-5664" fmla="*/ 0 h 2344739"/>
              <a:gd name="connsiteX2-5665" fmla="*/ 12192000 w 12192001"/>
              <a:gd name="connsiteY2-5666" fmla="*/ 222213 h 2344739"/>
              <a:gd name="connsiteX3-5667" fmla="*/ 12192000 w 12192001"/>
              <a:gd name="connsiteY3-5668" fmla="*/ 389190 h 2344739"/>
              <a:gd name="connsiteX4-5669" fmla="*/ 12192001 w 12192001"/>
              <a:gd name="connsiteY4-5670" fmla="*/ 579739 h 2344739"/>
              <a:gd name="connsiteX5-5671" fmla="*/ 12184838 w 12192001"/>
              <a:gd name="connsiteY5-5672" fmla="*/ 584189 h 2344739"/>
              <a:gd name="connsiteX6-5673" fmla="*/ 12155215 w 12192001"/>
              <a:gd name="connsiteY6-5674" fmla="*/ 597366 h 2344739"/>
              <a:gd name="connsiteX7-5675" fmla="*/ 12138067 w 12192001"/>
              <a:gd name="connsiteY7-5676" fmla="*/ 623179 h 2344739"/>
              <a:gd name="connsiteX8-5677" fmla="*/ 12125179 w 12192001"/>
              <a:gd name="connsiteY8-5678" fmla="*/ 624690 h 2344739"/>
              <a:gd name="connsiteX9-5679" fmla="*/ 12122859 w 12192001"/>
              <a:gd name="connsiteY9-5680" fmla="*/ 624794 h 2344739"/>
              <a:gd name="connsiteX10-5681" fmla="*/ 12115706 w 12192001"/>
              <a:gd name="connsiteY10-5682" fmla="*/ 628608 h 2344739"/>
              <a:gd name="connsiteX11-5683" fmla="*/ 12098349 w 12192001"/>
              <a:gd name="connsiteY11-5684" fmla="*/ 628139 h 2344739"/>
              <a:gd name="connsiteX12-5685" fmla="*/ 12085925 w 12192001"/>
              <a:gd name="connsiteY12-5686" fmla="*/ 636341 h 2344739"/>
              <a:gd name="connsiteX13-5687" fmla="*/ 12029925 w 12192001"/>
              <a:gd name="connsiteY13-5688" fmla="*/ 680009 h 2344739"/>
              <a:gd name="connsiteX14-5689" fmla="*/ 11994685 w 12192001"/>
              <a:gd name="connsiteY14-5690" fmla="*/ 703458 h 2344739"/>
              <a:gd name="connsiteX15-5691" fmla="*/ 11978569 w 12192001"/>
              <a:gd name="connsiteY15-5692" fmla="*/ 708161 h 2344739"/>
              <a:gd name="connsiteX16-5693" fmla="*/ 11957898 w 12192001"/>
              <a:gd name="connsiteY16-5694" fmla="*/ 717558 h 2344739"/>
              <a:gd name="connsiteX17-5695" fmla="*/ 11919306 w 12192001"/>
              <a:gd name="connsiteY17-5696" fmla="*/ 730883 h 2344739"/>
              <a:gd name="connsiteX18-5697" fmla="*/ 11902508 w 12192001"/>
              <a:gd name="connsiteY18-5698" fmla="*/ 742426 h 2344739"/>
              <a:gd name="connsiteX19-5699" fmla="*/ 11893900 w 12192001"/>
              <a:gd name="connsiteY19-5700" fmla="*/ 744791 h 2344739"/>
              <a:gd name="connsiteX20-5701" fmla="*/ 11890820 w 12192001"/>
              <a:gd name="connsiteY20-5702" fmla="*/ 755729 h 2344739"/>
              <a:gd name="connsiteX21-5703" fmla="*/ 11869628 w 12192001"/>
              <a:gd name="connsiteY21-5704" fmla="*/ 777816 h 2344739"/>
              <a:gd name="connsiteX22-5705" fmla="*/ 11812228 w 12192001"/>
              <a:gd name="connsiteY22-5706" fmla="*/ 797659 h 2344739"/>
              <a:gd name="connsiteX23-5707" fmla="*/ 11748619 w 12192001"/>
              <a:gd name="connsiteY23-5708" fmla="*/ 872002 h 2344739"/>
              <a:gd name="connsiteX24-5709" fmla="*/ 11589545 w 12192001"/>
              <a:gd name="connsiteY24-5710" fmla="*/ 963777 h 2344739"/>
              <a:gd name="connsiteX25-5711" fmla="*/ 11522499 w 12192001"/>
              <a:gd name="connsiteY25-5712" fmla="*/ 999965 h 2344739"/>
              <a:gd name="connsiteX26-5713" fmla="*/ 11245526 w 12192001"/>
              <a:gd name="connsiteY26-5714" fmla="*/ 1274060 h 2344739"/>
              <a:gd name="connsiteX27-5715" fmla="*/ 11227161 w 12192001"/>
              <a:gd name="connsiteY27-5716" fmla="*/ 1276236 h 2344739"/>
              <a:gd name="connsiteX28-5717" fmla="*/ 11216939 w 12192001"/>
              <a:gd name="connsiteY28-5718" fmla="*/ 1275961 h 2344739"/>
              <a:gd name="connsiteX29-5719" fmla="*/ 11216036 w 12192001"/>
              <a:gd name="connsiteY29-5720" fmla="*/ 1275018 h 2344739"/>
              <a:gd name="connsiteX30-5721" fmla="*/ 11187737 w 12192001"/>
              <a:gd name="connsiteY30-5722" fmla="*/ 1292383 h 2344739"/>
              <a:gd name="connsiteX31-5723" fmla="*/ 11183353 w 12192001"/>
              <a:gd name="connsiteY31-5724" fmla="*/ 1292525 h 2344739"/>
              <a:gd name="connsiteX32-5725" fmla="*/ 11165706 w 12192001"/>
              <a:gd name="connsiteY32-5726" fmla="*/ 1306612 h 2344739"/>
              <a:gd name="connsiteX33-5727" fmla="*/ 11156163 w 12192001"/>
              <a:gd name="connsiteY33-5728" fmla="*/ 1312414 h 2344739"/>
              <a:gd name="connsiteX34-5729" fmla="*/ 11154348 w 12192001"/>
              <a:gd name="connsiteY34-5730" fmla="*/ 1317097 h 2344739"/>
              <a:gd name="connsiteX35-5731" fmla="*/ 11139813 w 12192001"/>
              <a:gd name="connsiteY35-5732" fmla="*/ 1324115 h 2344739"/>
              <a:gd name="connsiteX36-5733" fmla="*/ 11137813 w 12192001"/>
              <a:gd name="connsiteY36-5734" fmla="*/ 1323772 h 2344739"/>
              <a:gd name="connsiteX37-5735" fmla="*/ 11127060 w 12192001"/>
              <a:gd name="connsiteY37-5736" fmla="*/ 1333832 h 2344739"/>
              <a:gd name="connsiteX38-5737" fmla="*/ 11119543 w 12192001"/>
              <a:gd name="connsiteY38-5738" fmla="*/ 1347424 h 2344739"/>
              <a:gd name="connsiteX39-5739" fmla="*/ 10893535 w 12192001"/>
              <a:gd name="connsiteY39-5740" fmla="*/ 1473399 h 2344739"/>
              <a:gd name="connsiteX40-5741" fmla="*/ 10772152 w 12192001"/>
              <a:gd name="connsiteY40-5742" fmla="*/ 1523191 h 2344739"/>
              <a:gd name="connsiteX41-5743" fmla="*/ 10626520 w 12192001"/>
              <a:gd name="connsiteY41-5744" fmla="*/ 1559229 h 2344739"/>
              <a:gd name="connsiteX42-5745" fmla="*/ 10580747 w 12192001"/>
              <a:gd name="connsiteY42-5746" fmla="*/ 1568689 h 2344739"/>
              <a:gd name="connsiteX43-5747" fmla="*/ 10546642 w 12192001"/>
              <a:gd name="connsiteY43-5748" fmla="*/ 1598423 h 2344739"/>
              <a:gd name="connsiteX44-5749" fmla="*/ 10528495 w 12192001"/>
              <a:gd name="connsiteY44-5750" fmla="*/ 1596907 h 2344739"/>
              <a:gd name="connsiteX45-5751" fmla="*/ 10525298 w 12192001"/>
              <a:gd name="connsiteY45-5752" fmla="*/ 1596411 h 2344739"/>
              <a:gd name="connsiteX46-5753" fmla="*/ 10513981 w 12192001"/>
              <a:gd name="connsiteY46-5754" fmla="*/ 1599537 h 2344739"/>
              <a:gd name="connsiteX47-5755" fmla="*/ 10490587 w 12192001"/>
              <a:gd name="connsiteY47-5756" fmla="*/ 1594156 h 2344739"/>
              <a:gd name="connsiteX48-5757" fmla="*/ 10470270 w 12192001"/>
              <a:gd name="connsiteY48-5758" fmla="*/ 1601693 h 2344739"/>
              <a:gd name="connsiteX49-5759" fmla="*/ 10375894 w 12192001"/>
              <a:gd name="connsiteY49-5760" fmla="*/ 1644598 h 2344739"/>
              <a:gd name="connsiteX50-5761" fmla="*/ 10318190 w 12192001"/>
              <a:gd name="connsiteY50-5762" fmla="*/ 1666221 h 2344739"/>
              <a:gd name="connsiteX51-5763" fmla="*/ 10294319 w 12192001"/>
              <a:gd name="connsiteY51-5764" fmla="*/ 1668079 h 2344739"/>
              <a:gd name="connsiteX52-5765" fmla="*/ 10262295 w 12192001"/>
              <a:gd name="connsiteY52-5766" fmla="*/ 1674948 h 2344739"/>
              <a:gd name="connsiteX53-5767" fmla="*/ 10204270 w 12192001"/>
              <a:gd name="connsiteY53-5768" fmla="*/ 1682149 h 2344739"/>
              <a:gd name="connsiteX54-5769" fmla="*/ 10176611 w 12192001"/>
              <a:gd name="connsiteY54-5770" fmla="*/ 1692943 h 2344739"/>
              <a:gd name="connsiteX55-5771" fmla="*/ 10163922 w 12192001"/>
              <a:gd name="connsiteY55-5772" fmla="*/ 1693739 h 2344739"/>
              <a:gd name="connsiteX56-5773" fmla="*/ 10155160 w 12192001"/>
              <a:gd name="connsiteY56-5774" fmla="*/ 1707487 h 2344739"/>
              <a:gd name="connsiteX57-5775" fmla="*/ 10117119 w 12192001"/>
              <a:gd name="connsiteY57-5776" fmla="*/ 1731142 h 2344739"/>
              <a:gd name="connsiteX58-5777" fmla="*/ 10100445 w 12192001"/>
              <a:gd name="connsiteY58-5778" fmla="*/ 1742432 h 2344739"/>
              <a:gd name="connsiteX59-5779" fmla="*/ 10082169 w 12192001"/>
              <a:gd name="connsiteY59-5780" fmla="*/ 1743296 h 2344739"/>
              <a:gd name="connsiteX60-5781" fmla="*/ 10039240 w 12192001"/>
              <a:gd name="connsiteY60-5782" fmla="*/ 1741632 h 2344739"/>
              <a:gd name="connsiteX61-5783" fmla="*/ 9960019 w 12192001"/>
              <a:gd name="connsiteY61-5784" fmla="*/ 1757147 h 2344739"/>
              <a:gd name="connsiteX62-5785" fmla="*/ 9847792 w 12192001"/>
              <a:gd name="connsiteY62-5786" fmla="*/ 1763915 h 2344739"/>
              <a:gd name="connsiteX63-5787" fmla="*/ 9728309 w 12192001"/>
              <a:gd name="connsiteY63-5788" fmla="*/ 1784122 h 2344739"/>
              <a:gd name="connsiteX64-5789" fmla="*/ 9584507 w 12192001"/>
              <a:gd name="connsiteY64-5790" fmla="*/ 1795542 h 2344739"/>
              <a:gd name="connsiteX65-5791" fmla="*/ 9343052 w 12192001"/>
              <a:gd name="connsiteY65-5792" fmla="*/ 1841244 h 2344739"/>
              <a:gd name="connsiteX66-5793" fmla="*/ 9231370 w 12192001"/>
              <a:gd name="connsiteY66-5794" fmla="*/ 1893149 h 2344739"/>
              <a:gd name="connsiteX67-5795" fmla="*/ 9194810 w 12192001"/>
              <a:gd name="connsiteY67-5796" fmla="*/ 1903228 h 2344739"/>
              <a:gd name="connsiteX68-5797" fmla="*/ 9189246 w 12192001"/>
              <a:gd name="connsiteY68-5798" fmla="*/ 1912467 h 2344739"/>
              <a:gd name="connsiteX69-5799" fmla="*/ 9151232 w 12192001"/>
              <a:gd name="connsiteY69-5800" fmla="*/ 1923669 h 2344739"/>
              <a:gd name="connsiteX70-5801" fmla="*/ 9150210 w 12192001"/>
              <a:gd name="connsiteY70-5802" fmla="*/ 1922604 h 2344739"/>
              <a:gd name="connsiteX71-5803" fmla="*/ 9137318 w 12192001"/>
              <a:gd name="connsiteY71-5804" fmla="*/ 1920435 h 2344739"/>
              <a:gd name="connsiteX72-5805" fmla="*/ 9113812 w 12192001"/>
              <a:gd name="connsiteY72-5806" fmla="*/ 1919069 h 2344739"/>
              <a:gd name="connsiteX73-5807" fmla="*/ 9053453 w 12192001"/>
              <a:gd name="connsiteY73-5808" fmla="*/ 1910755 h 2344739"/>
              <a:gd name="connsiteX74-5809" fmla="*/ 9005486 w 12192001"/>
              <a:gd name="connsiteY74-5810" fmla="*/ 1914040 h 2344739"/>
              <a:gd name="connsiteX75-5811" fmla="*/ 9005201 w 12192001"/>
              <a:gd name="connsiteY75-5812" fmla="*/ 1913800 h 2344739"/>
              <a:gd name="connsiteX76-5813" fmla="*/ 8996232 w 12192001"/>
              <a:gd name="connsiteY76-5814" fmla="*/ 1915011 h 2344739"/>
              <a:gd name="connsiteX77-5815" fmla="*/ 8990394 w 12192001"/>
              <a:gd name="connsiteY77-5816" fmla="*/ 1917072 h 2344739"/>
              <a:gd name="connsiteX78-5817" fmla="*/ 8974337 w 12192001"/>
              <a:gd name="connsiteY78-5818" fmla="*/ 1920298 h 2344739"/>
              <a:gd name="connsiteX79-5819" fmla="*/ 8968011 w 12192001"/>
              <a:gd name="connsiteY79-5820" fmla="*/ 1919598 h 2344739"/>
              <a:gd name="connsiteX80-5821" fmla="*/ 8963048 w 12192001"/>
              <a:gd name="connsiteY80-5822" fmla="*/ 1917373 h 2344739"/>
              <a:gd name="connsiteX81-5823" fmla="*/ 8928988 w 12192001"/>
              <a:gd name="connsiteY81-5824" fmla="*/ 1914185 h 2344739"/>
              <a:gd name="connsiteX82-5825" fmla="*/ 8752444 w 12192001"/>
              <a:gd name="connsiteY82-5826" fmla="*/ 1933417 h 2344739"/>
              <a:gd name="connsiteX83-5827" fmla="*/ 8707847 w 12192001"/>
              <a:gd name="connsiteY83-5828" fmla="*/ 1935518 h 2344739"/>
              <a:gd name="connsiteX84-5829" fmla="*/ 8596071 w 12192001"/>
              <a:gd name="connsiteY84-5830" fmla="*/ 1944090 h 2344739"/>
              <a:gd name="connsiteX85-5831" fmla="*/ 8525230 w 12192001"/>
              <a:gd name="connsiteY85-5832" fmla="*/ 1929248 h 2344739"/>
              <a:gd name="connsiteX86-5833" fmla="*/ 8510983 w 12192001"/>
              <a:gd name="connsiteY86-5834" fmla="*/ 1935163 h 2344739"/>
              <a:gd name="connsiteX87-5835" fmla="*/ 8506167 w 12192001"/>
              <a:gd name="connsiteY87-5836" fmla="*/ 1938164 h 2344739"/>
              <a:gd name="connsiteX88-5837" fmla="*/ 8497968 w 12192001"/>
              <a:gd name="connsiteY88-5838" fmla="*/ 1940902 h 2344739"/>
              <a:gd name="connsiteX89-5839" fmla="*/ 8497594 w 12192001"/>
              <a:gd name="connsiteY89-5840" fmla="*/ 1940723 h 2344739"/>
              <a:gd name="connsiteX90-5841" fmla="*/ 8490249 w 12192001"/>
              <a:gd name="connsiteY90-5842" fmla="*/ 1943773 h 2344739"/>
              <a:gd name="connsiteX91-5843" fmla="*/ 8367182 w 12192001"/>
              <a:gd name="connsiteY91-5844" fmla="*/ 1957815 h 2344739"/>
              <a:gd name="connsiteX92-5845" fmla="*/ 8353799 w 12192001"/>
              <a:gd name="connsiteY92-5846" fmla="*/ 1958009 h 2344739"/>
              <a:gd name="connsiteX93-5847" fmla="*/ 8352373 w 12192001"/>
              <a:gd name="connsiteY93-5848" fmla="*/ 1957169 h 2344739"/>
              <a:gd name="connsiteX94-5849" fmla="*/ 8320104 w 12192001"/>
              <a:gd name="connsiteY94-5850" fmla="*/ 1974587 h 2344739"/>
              <a:gd name="connsiteX95-5851" fmla="*/ 8314433 w 12192001"/>
              <a:gd name="connsiteY95-5852" fmla="*/ 1974913 h 2344739"/>
              <a:gd name="connsiteX96-5853" fmla="*/ 8295174 w 12192001"/>
              <a:gd name="connsiteY96-5854" fmla="*/ 1988808 h 2344739"/>
              <a:gd name="connsiteX97-5855" fmla="*/ 8284276 w 12192001"/>
              <a:gd name="connsiteY97-5856" fmla="*/ 1994631 h 2344739"/>
              <a:gd name="connsiteX98-5857" fmla="*/ 8283150 w 12192001"/>
              <a:gd name="connsiteY98-5858" fmla="*/ 1999074 h 2344739"/>
              <a:gd name="connsiteX99-5859" fmla="*/ 8266076 w 12192001"/>
              <a:gd name="connsiteY99-5860" fmla="*/ 2006249 h 2344739"/>
              <a:gd name="connsiteX100-5861" fmla="*/ 8263377 w 12192001"/>
              <a:gd name="connsiteY100-5862" fmla="*/ 2006019 h 2344739"/>
              <a:gd name="connsiteX101-5863" fmla="*/ 8252033 w 12192001"/>
              <a:gd name="connsiteY101-5864" fmla="*/ 2015862 h 2344739"/>
              <a:gd name="connsiteX102-5865" fmla="*/ 8245834 w 12192001"/>
              <a:gd name="connsiteY102-5866" fmla="*/ 2028854 h 2344739"/>
              <a:gd name="connsiteX103-5867" fmla="*/ 8090272 w 12192001"/>
              <a:gd name="connsiteY103-5868" fmla="*/ 2075015 h 2344739"/>
              <a:gd name="connsiteX104-5869" fmla="*/ 7905407 w 12192001"/>
              <a:gd name="connsiteY104-5870" fmla="*/ 2116988 h 2344739"/>
              <a:gd name="connsiteX105-5871" fmla="*/ 7718745 w 12192001"/>
              <a:gd name="connsiteY105-5872" fmla="*/ 2142703 h 2344739"/>
              <a:gd name="connsiteX106-5873" fmla="*/ 7614347 w 12192001"/>
              <a:gd name="connsiteY106-5874" fmla="*/ 2139232 h 2344739"/>
              <a:gd name="connsiteX107-5875" fmla="*/ 7527543 w 12192001"/>
              <a:gd name="connsiteY107-5876" fmla="*/ 2145060 h 2344739"/>
              <a:gd name="connsiteX108-5877" fmla="*/ 7519571 w 12192001"/>
              <a:gd name="connsiteY108-5878" fmla="*/ 2147613 h 2344739"/>
              <a:gd name="connsiteX109-5879" fmla="*/ 7507411 w 12192001"/>
              <a:gd name="connsiteY109-5880" fmla="*/ 2148948 h 2344739"/>
              <a:gd name="connsiteX110-5881" fmla="*/ 7507040 w 12192001"/>
              <a:gd name="connsiteY110-5882" fmla="*/ 2148621 h 2344739"/>
              <a:gd name="connsiteX111-5883" fmla="*/ 7495795 w 12192001"/>
              <a:gd name="connsiteY111-5884" fmla="*/ 2150573 h 2344739"/>
              <a:gd name="connsiteX112-5885" fmla="*/ 7405391 w 12192001"/>
              <a:gd name="connsiteY112-5886" fmla="*/ 2142468 h 2344739"/>
              <a:gd name="connsiteX113-5887" fmla="*/ 7312180 w 12192001"/>
              <a:gd name="connsiteY113-5888" fmla="*/ 2132873 h 2344739"/>
              <a:gd name="connsiteX114-5889" fmla="*/ 7310853 w 12192001"/>
              <a:gd name="connsiteY114-5890" fmla="*/ 2131431 h 2344739"/>
              <a:gd name="connsiteX115-5891" fmla="*/ 7218559 w 12192001"/>
              <a:gd name="connsiteY115-5892" fmla="*/ 2156680 h 2344739"/>
              <a:gd name="connsiteX116-5893" fmla="*/ 7201101 w 12192001"/>
              <a:gd name="connsiteY116-5894" fmla="*/ 2161230 h 2344739"/>
              <a:gd name="connsiteX117-5895" fmla="*/ 7197004 w 12192001"/>
              <a:gd name="connsiteY117-5896" fmla="*/ 2166588 h 2344739"/>
              <a:gd name="connsiteX118-5897" fmla="*/ 7170808 w 12192001"/>
              <a:gd name="connsiteY118-5898" fmla="*/ 2171236 h 2344739"/>
              <a:gd name="connsiteX119-5899" fmla="*/ 7096988 w 12192001"/>
              <a:gd name="connsiteY119-5900" fmla="*/ 2183464 h 2344739"/>
              <a:gd name="connsiteX120-5901" fmla="*/ 7018496 w 12192001"/>
              <a:gd name="connsiteY120-5902" fmla="*/ 2183090 h 2344739"/>
              <a:gd name="connsiteX121-5903" fmla="*/ 6904146 w 12192001"/>
              <a:gd name="connsiteY121-5904" fmla="*/ 2212596 h 2344739"/>
              <a:gd name="connsiteX122-5905" fmla="*/ 6708222 w 12192001"/>
              <a:gd name="connsiteY122-5906" fmla="*/ 2240551 h 2344739"/>
              <a:gd name="connsiteX123-5907" fmla="*/ 6549454 w 12192001"/>
              <a:gd name="connsiteY123-5908" fmla="*/ 2269327 h 2344739"/>
              <a:gd name="connsiteX124-5909" fmla="*/ 6317560 w 12192001"/>
              <a:gd name="connsiteY124-5910" fmla="*/ 2316127 h 2344739"/>
              <a:gd name="connsiteX125-5911" fmla="*/ 6168674 w 12192001"/>
              <a:gd name="connsiteY125-5912" fmla="*/ 2318214 h 2344739"/>
              <a:gd name="connsiteX126-5913" fmla="*/ 6073848 w 12192001"/>
              <a:gd name="connsiteY126-5914" fmla="*/ 2338676 h 2344739"/>
              <a:gd name="connsiteX127-5915" fmla="*/ 6068529 w 12192001"/>
              <a:gd name="connsiteY127-5916" fmla="*/ 2337139 h 2344739"/>
              <a:gd name="connsiteX128-5917" fmla="*/ 6048638 w 12192001"/>
              <a:gd name="connsiteY128-5918" fmla="*/ 2337822 h 2344739"/>
              <a:gd name="connsiteX129-5919" fmla="*/ 6041285 w 12192001"/>
              <a:gd name="connsiteY129-5920" fmla="*/ 2329473 h 2344739"/>
              <a:gd name="connsiteX130-5921" fmla="*/ 6010090 w 12192001"/>
              <a:gd name="connsiteY130-5922" fmla="*/ 2324380 h 2344739"/>
              <a:gd name="connsiteX131-5923" fmla="*/ 5957375 w 12192001"/>
              <a:gd name="connsiteY131-5924" fmla="*/ 2328024 h 2344739"/>
              <a:gd name="connsiteX132-5925" fmla="*/ 5758919 w 12192001"/>
              <a:gd name="connsiteY132-5926" fmla="*/ 2343716 h 2344739"/>
              <a:gd name="connsiteX133-5927" fmla="*/ 5626960 w 12192001"/>
              <a:gd name="connsiteY133-5928" fmla="*/ 2344739 h 2344739"/>
              <a:gd name="connsiteX134-5929" fmla="*/ 5470906 w 12192001"/>
              <a:gd name="connsiteY134-5930" fmla="*/ 2330719 h 2344739"/>
              <a:gd name="connsiteX135-5931" fmla="*/ 5432761 w 12192001"/>
              <a:gd name="connsiteY135-5932" fmla="*/ 2319466 h 2344739"/>
              <a:gd name="connsiteX136-5933" fmla="*/ 5381669 w 12192001"/>
              <a:gd name="connsiteY136-5934" fmla="*/ 2301764 h 2344739"/>
              <a:gd name="connsiteX137-5935" fmla="*/ 5261764 w 12192001"/>
              <a:gd name="connsiteY137-5936" fmla="*/ 2281347 h 2344739"/>
              <a:gd name="connsiteX138-5937" fmla="*/ 5222961 w 12192001"/>
              <a:gd name="connsiteY138-5938" fmla="*/ 2270223 h 2344739"/>
              <a:gd name="connsiteX139-5939" fmla="*/ 5174660 w 12192001"/>
              <a:gd name="connsiteY139-5940" fmla="*/ 2267233 h 2344739"/>
              <a:gd name="connsiteX140-5941" fmla="*/ 5156554 w 12192001"/>
              <a:gd name="connsiteY140-5942" fmla="*/ 2260010 h 2344739"/>
              <a:gd name="connsiteX141-5943" fmla="*/ 5142599 w 12192001"/>
              <a:gd name="connsiteY141-5944" fmla="*/ 2256610 h 2344739"/>
              <a:gd name="connsiteX142-5945" fmla="*/ 5139596 w 12192001"/>
              <a:gd name="connsiteY142-5946" fmla="*/ 2254509 h 2344739"/>
              <a:gd name="connsiteX143-5947" fmla="*/ 5121659 w 12192001"/>
              <a:gd name="connsiteY143-5948" fmla="*/ 2243656 h 2344739"/>
              <a:gd name="connsiteX144-5949" fmla="*/ 5065790 w 12192001"/>
              <a:gd name="connsiteY144-5950" fmla="*/ 2250227 h 2344739"/>
              <a:gd name="connsiteX145-5951" fmla="*/ 5011514 w 12192001"/>
              <a:gd name="connsiteY145-5952" fmla="*/ 2233846 h 2344739"/>
              <a:gd name="connsiteX146-5953" fmla="*/ 4840441 w 12192001"/>
              <a:gd name="connsiteY146-5954" fmla="*/ 2209829 h 2344739"/>
              <a:gd name="connsiteX147-5955" fmla="*/ 4762447 w 12192001"/>
              <a:gd name="connsiteY147-5956" fmla="*/ 2182061 h 2344739"/>
              <a:gd name="connsiteX148-5957" fmla="*/ 4723186 w 12192001"/>
              <a:gd name="connsiteY148-5958" fmla="*/ 2173047 h 2344739"/>
              <a:gd name="connsiteX149-5959" fmla="*/ 4721176 w 12192001"/>
              <a:gd name="connsiteY149-5960" fmla="*/ 2172298 h 2344739"/>
              <a:gd name="connsiteX150-5961" fmla="*/ 4722111 w 12192001"/>
              <a:gd name="connsiteY150-5962" fmla="*/ 2172087 h 2344739"/>
              <a:gd name="connsiteX151-5963" fmla="*/ 4717202 w 12192001"/>
              <a:gd name="connsiteY151-5964" fmla="*/ 2170817 h 2344739"/>
              <a:gd name="connsiteX152-5965" fmla="*/ 4721176 w 12192001"/>
              <a:gd name="connsiteY152-5966" fmla="*/ 2172298 h 2344739"/>
              <a:gd name="connsiteX153-5967" fmla="*/ 4715526 w 12192001"/>
              <a:gd name="connsiteY153-5968" fmla="*/ 2173573 h 2344739"/>
              <a:gd name="connsiteX154-5969" fmla="*/ 4515814 w 12192001"/>
              <a:gd name="connsiteY154-5970" fmla="*/ 2163671 h 2344739"/>
              <a:gd name="connsiteX155-5971" fmla="*/ 4428543 w 12192001"/>
              <a:gd name="connsiteY155-5972" fmla="*/ 2153020 h 2344739"/>
              <a:gd name="connsiteX156-5973" fmla="*/ 4362875 w 12192001"/>
              <a:gd name="connsiteY156-5974" fmla="*/ 2151674 h 2344739"/>
              <a:gd name="connsiteX157-5975" fmla="*/ 4316966 w 12192001"/>
              <a:gd name="connsiteY157-5976" fmla="*/ 2158289 h 2344739"/>
              <a:gd name="connsiteX158-5977" fmla="*/ 4315110 w 12192001"/>
              <a:gd name="connsiteY158-5978" fmla="*/ 2156948 h 2344739"/>
              <a:gd name="connsiteX159-5979" fmla="*/ 4295144 w 12192001"/>
              <a:gd name="connsiteY159-5980" fmla="*/ 2155069 h 2344739"/>
              <a:gd name="connsiteX160-5981" fmla="*/ 4290064 w 12192001"/>
              <a:gd name="connsiteY160-5982" fmla="*/ 2157986 h 2344739"/>
              <a:gd name="connsiteX161-5983" fmla="*/ 4276142 w 12192001"/>
              <a:gd name="connsiteY161-5984" fmla="*/ 2157740 h 2344739"/>
              <a:gd name="connsiteX162-5985" fmla="*/ 4248117 w 12192001"/>
              <a:gd name="connsiteY162-5986" fmla="*/ 2160064 h 2344739"/>
              <a:gd name="connsiteX163-5987" fmla="*/ 4202051 w 12192001"/>
              <a:gd name="connsiteY163-5988" fmla="*/ 2157269 h 2344739"/>
              <a:gd name="connsiteX164-5989" fmla="*/ 4201745 w 12192001"/>
              <a:gd name="connsiteY164-5990" fmla="*/ 2156010 h 2344739"/>
              <a:gd name="connsiteX165-5991" fmla="*/ 4191248 w 12192001"/>
              <a:gd name="connsiteY165-5992" fmla="*/ 2150376 h 2344739"/>
              <a:gd name="connsiteX166-5993" fmla="*/ 4142745 w 12192001"/>
              <a:gd name="connsiteY166-5994" fmla="*/ 2134511 h 2344739"/>
              <a:gd name="connsiteX167-5995" fmla="*/ 4083097 w 12192001"/>
              <a:gd name="connsiteY167-5996" fmla="*/ 2107978 h 2344739"/>
              <a:gd name="connsiteX168-5997" fmla="*/ 4074546 w 12192001"/>
              <a:gd name="connsiteY168-5998" fmla="*/ 2107143 h 2344739"/>
              <a:gd name="connsiteX169-5999" fmla="*/ 4074427 w 12192001"/>
              <a:gd name="connsiteY169-6000" fmla="*/ 2106844 h 2344739"/>
              <a:gd name="connsiteX170-6001" fmla="*/ 4065510 w 12192001"/>
              <a:gd name="connsiteY170-6002" fmla="*/ 2105400 h 2344739"/>
              <a:gd name="connsiteX171-6003" fmla="*/ 4058954 w 12192001"/>
              <a:gd name="connsiteY171-6004" fmla="*/ 2105618 h 2344739"/>
              <a:gd name="connsiteX172-6005" fmla="*/ 4042364 w 12192001"/>
              <a:gd name="connsiteY172-6006" fmla="*/ 2103997 h 2344739"/>
              <a:gd name="connsiteX173-6007" fmla="*/ 4036997 w 12192001"/>
              <a:gd name="connsiteY173-6008" fmla="*/ 2101563 h 2344739"/>
              <a:gd name="connsiteX174-6009" fmla="*/ 4035363 w 12192001"/>
              <a:gd name="connsiteY174-6010" fmla="*/ 2097896 h 2344739"/>
              <a:gd name="connsiteX175-6011" fmla="*/ 4033778 w 12192001"/>
              <a:gd name="connsiteY175-6012" fmla="*/ 2098131 h 2344739"/>
              <a:gd name="connsiteX176-6013" fmla="*/ 4004538 w 12192001"/>
              <a:gd name="connsiteY176-6014" fmla="*/ 2085563 h 2344739"/>
              <a:gd name="connsiteX177-6015" fmla="*/ 3936846 w 12192001"/>
              <a:gd name="connsiteY177-6016" fmla="*/ 2068106 h 2344739"/>
              <a:gd name="connsiteX178-6017" fmla="*/ 3897275 w 12192001"/>
              <a:gd name="connsiteY178-6018" fmla="*/ 2062451 h 2344739"/>
              <a:gd name="connsiteX179-6019" fmla="*/ 3789760 w 12192001"/>
              <a:gd name="connsiteY179-6020" fmla="*/ 2042213 h 2344739"/>
              <a:gd name="connsiteX180-6021" fmla="*/ 3682513 w 12192001"/>
              <a:gd name="connsiteY180-6022" fmla="*/ 2018290 h 2344739"/>
              <a:gd name="connsiteX181-6023" fmla="*/ 3610035 w 12192001"/>
              <a:gd name="connsiteY181-6024" fmla="*/ 1986019 h 2344739"/>
              <a:gd name="connsiteX182-6025" fmla="*/ 3603855 w 12192001"/>
              <a:gd name="connsiteY182-6026" fmla="*/ 1987381 h 2344739"/>
              <a:gd name="connsiteX183-6027" fmla="*/ 3594736 w 12192001"/>
              <a:gd name="connsiteY183-6028" fmla="*/ 1987545 h 2344739"/>
              <a:gd name="connsiteX184-6029" fmla="*/ 3594501 w 12192001"/>
              <a:gd name="connsiteY184-6030" fmla="*/ 1987276 h 2344739"/>
              <a:gd name="connsiteX185-6031" fmla="*/ 3585978 w 12192001"/>
              <a:gd name="connsiteY185-6032" fmla="*/ 1987966 h 2344739"/>
              <a:gd name="connsiteX186-6033" fmla="*/ 3536135 w 12192001"/>
              <a:gd name="connsiteY186-6034" fmla="*/ 1978267 h 2344739"/>
              <a:gd name="connsiteX187-6035" fmla="*/ 3473223 w 12192001"/>
              <a:gd name="connsiteY187-6036" fmla="*/ 1974606 h 2344739"/>
              <a:gd name="connsiteX188-6037" fmla="*/ 3400728 w 12192001"/>
              <a:gd name="connsiteY188-6038" fmla="*/ 1962558 h 2344739"/>
              <a:gd name="connsiteX189-6039" fmla="*/ 3363888 w 12192001"/>
              <a:gd name="connsiteY189-6040" fmla="*/ 1979510 h 2344739"/>
              <a:gd name="connsiteX190-6041" fmla="*/ 3344026 w 12192001"/>
              <a:gd name="connsiteY190-6042" fmla="*/ 1981192 h 2344739"/>
              <a:gd name="connsiteX191-6043" fmla="*/ 3341698 w 12192001"/>
              <a:gd name="connsiteY191-6044" fmla="*/ 1980217 h 2344739"/>
              <a:gd name="connsiteX192-6045" fmla="*/ 3262356 w 12192001"/>
              <a:gd name="connsiteY192-6046" fmla="*/ 1986094 h 2344739"/>
              <a:gd name="connsiteX193-6047" fmla="*/ 3142556 w 12192001"/>
              <a:gd name="connsiteY193-6048" fmla="*/ 1993869 h 2344739"/>
              <a:gd name="connsiteX194-6049" fmla="*/ 3030291 w 12192001"/>
              <a:gd name="connsiteY194-6050" fmla="*/ 1996512 h 2344739"/>
              <a:gd name="connsiteX195-6051" fmla="*/ 2781569 w 12192001"/>
              <a:gd name="connsiteY195-6052" fmla="*/ 2018333 h 2344739"/>
              <a:gd name="connsiteX196-6053" fmla="*/ 2646527 w 12192001"/>
              <a:gd name="connsiteY196-6054" fmla="*/ 2028869 h 2344739"/>
              <a:gd name="connsiteX197-6055" fmla="*/ 2568028 w 12192001"/>
              <a:gd name="connsiteY197-6056" fmla="*/ 2002628 h 2344739"/>
              <a:gd name="connsiteX198-6057" fmla="*/ 2443255 w 12192001"/>
              <a:gd name="connsiteY198-6058" fmla="*/ 2016529 h 2344739"/>
              <a:gd name="connsiteX199-6059" fmla="*/ 2315112 w 12192001"/>
              <a:gd name="connsiteY199-6060" fmla="*/ 2024996 h 2344739"/>
              <a:gd name="connsiteX200-6061" fmla="*/ 2208578 w 12192001"/>
              <a:gd name="connsiteY200-6062" fmla="*/ 2019763 h 2344739"/>
              <a:gd name="connsiteX201-6063" fmla="*/ 2094665 w 12192001"/>
              <a:gd name="connsiteY201-6064" fmla="*/ 2003052 h 2344739"/>
              <a:gd name="connsiteX202-6065" fmla="*/ 1997356 w 12192001"/>
              <a:gd name="connsiteY202-6066" fmla="*/ 1995032 h 2344739"/>
              <a:gd name="connsiteX203-6067" fmla="*/ 1928172 w 12192001"/>
              <a:gd name="connsiteY203-6068" fmla="*/ 2016977 h 2344739"/>
              <a:gd name="connsiteX204-6069" fmla="*/ 1921650 w 12192001"/>
              <a:gd name="connsiteY204-6070" fmla="*/ 2012146 h 2344739"/>
              <a:gd name="connsiteX205-6071" fmla="*/ 1873080 w 12192001"/>
              <a:gd name="connsiteY205-6072" fmla="*/ 2013741 h 2344739"/>
              <a:gd name="connsiteX206-6073" fmla="*/ 1786655 w 12192001"/>
              <a:gd name="connsiteY206-6074" fmla="*/ 2041363 h 2344739"/>
              <a:gd name="connsiteX207-6075" fmla="*/ 1738204 w 12192001"/>
              <a:gd name="connsiteY207-6076" fmla="*/ 2036312 h 2344739"/>
              <a:gd name="connsiteX208-6077" fmla="*/ 1675071 w 12192001"/>
              <a:gd name="connsiteY208-6078" fmla="*/ 2019963 h 2344739"/>
              <a:gd name="connsiteX209-6079" fmla="*/ 1608669 w 12192001"/>
              <a:gd name="connsiteY209-6080" fmla="*/ 2013066 h 2344739"/>
              <a:gd name="connsiteX210-6081" fmla="*/ 1496110 w 12192001"/>
              <a:gd name="connsiteY210-6082" fmla="*/ 1987476 h 2344739"/>
              <a:gd name="connsiteX211-6083" fmla="*/ 1149979 w 12192001"/>
              <a:gd name="connsiteY211-6084" fmla="*/ 1938041 h 2344739"/>
              <a:gd name="connsiteX212-6085" fmla="*/ 858269 w 12192001"/>
              <a:gd name="connsiteY212-6086" fmla="*/ 1928608 h 2344739"/>
              <a:gd name="connsiteX213-6087" fmla="*/ 837540 w 12192001"/>
              <a:gd name="connsiteY213-6088" fmla="*/ 1929821 h 2344739"/>
              <a:gd name="connsiteX214-6089" fmla="*/ 816809 w 12192001"/>
              <a:gd name="connsiteY214-6090" fmla="*/ 1927857 h 2344739"/>
              <a:gd name="connsiteX215-6091" fmla="*/ 811506 w 12192001"/>
              <a:gd name="connsiteY215-6092" fmla="*/ 1930751 h 2344739"/>
              <a:gd name="connsiteX216-6093" fmla="*/ 797041 w 12192001"/>
              <a:gd name="connsiteY216-6094" fmla="*/ 1930446 h 2344739"/>
              <a:gd name="connsiteX217-6095" fmla="*/ 767901 w 12192001"/>
              <a:gd name="connsiteY217-6096" fmla="*/ 1932653 h 2344739"/>
              <a:gd name="connsiteX218-6097" fmla="*/ 763053 w 12192001"/>
              <a:gd name="connsiteY218-6098" fmla="*/ 1930432 h 2344739"/>
              <a:gd name="connsiteX219-6099" fmla="*/ 720047 w 12192001"/>
              <a:gd name="connsiteY219-6100" fmla="*/ 1929661 h 2344739"/>
              <a:gd name="connsiteX220-6101" fmla="*/ 719742 w 12192001"/>
              <a:gd name="connsiteY220-6102" fmla="*/ 1928399 h 2344739"/>
              <a:gd name="connsiteX221-6103" fmla="*/ 708875 w 12192001"/>
              <a:gd name="connsiteY221-6104" fmla="*/ 1922722 h 2344739"/>
              <a:gd name="connsiteX222-6105" fmla="*/ 596792 w 12192001"/>
              <a:gd name="connsiteY222-6106" fmla="*/ 1879864 h 2344739"/>
              <a:gd name="connsiteX223-6107" fmla="*/ 578535 w 12192001"/>
              <a:gd name="connsiteY223-6108" fmla="*/ 1877212 h 2344739"/>
              <a:gd name="connsiteX224-6109" fmla="*/ 571717 w 12192001"/>
              <a:gd name="connsiteY224-6110" fmla="*/ 1877401 h 2344739"/>
              <a:gd name="connsiteX225-6111" fmla="*/ 445099 w 12192001"/>
              <a:gd name="connsiteY225-6112" fmla="*/ 1839371 h 2344739"/>
              <a:gd name="connsiteX226-6113" fmla="*/ 404015 w 12192001"/>
              <a:gd name="connsiteY226-6114" fmla="*/ 1833548 h 2344739"/>
              <a:gd name="connsiteX227-6115" fmla="*/ 292435 w 12192001"/>
              <a:gd name="connsiteY227-6116" fmla="*/ 1812852 h 2344739"/>
              <a:gd name="connsiteX228-6117" fmla="*/ 118381 w 12192001"/>
              <a:gd name="connsiteY228-6118" fmla="*/ 1761047 h 2344739"/>
              <a:gd name="connsiteX229-6119" fmla="*/ 15526 w 12192001"/>
              <a:gd name="connsiteY229-6120" fmla="*/ 1758191 h 2344739"/>
              <a:gd name="connsiteX230-6121" fmla="*/ 2 w 12192001"/>
              <a:gd name="connsiteY230-6122" fmla="*/ 1752722 h 2344739"/>
              <a:gd name="connsiteX231-6123" fmla="*/ 1 w 12192001"/>
              <a:gd name="connsiteY231-6124" fmla="*/ 762497 h 2344739"/>
              <a:gd name="connsiteX232-6125" fmla="*/ 0 w 12192001"/>
              <a:gd name="connsiteY232-6126" fmla="*/ 762497 h 2344739"/>
              <a:gd name="connsiteX233-6127" fmla="*/ 0 w 12192001"/>
              <a:gd name="connsiteY233-6128" fmla="*/ 222213 h 2344739"/>
              <a:gd name="connsiteX234-6129" fmla="*/ 0 w 12192001"/>
              <a:gd name="connsiteY234-6130" fmla="*/ 0 h 2344739"/>
              <a:gd name="connsiteX0-6131" fmla="*/ 0 w 12192001"/>
              <a:gd name="connsiteY0-6132" fmla="*/ 0 h 2344739"/>
              <a:gd name="connsiteX1-6133" fmla="*/ 12192000 w 12192001"/>
              <a:gd name="connsiteY1-6134" fmla="*/ 0 h 2344739"/>
              <a:gd name="connsiteX2-6135" fmla="*/ 12192000 w 12192001"/>
              <a:gd name="connsiteY2-6136" fmla="*/ 222213 h 2344739"/>
              <a:gd name="connsiteX3-6137" fmla="*/ 12192000 w 12192001"/>
              <a:gd name="connsiteY3-6138" fmla="*/ 389190 h 2344739"/>
              <a:gd name="connsiteX4-6139" fmla="*/ 12192001 w 12192001"/>
              <a:gd name="connsiteY4-6140" fmla="*/ 579739 h 2344739"/>
              <a:gd name="connsiteX5-6141" fmla="*/ 12184838 w 12192001"/>
              <a:gd name="connsiteY5-6142" fmla="*/ 584189 h 2344739"/>
              <a:gd name="connsiteX6-6143" fmla="*/ 12155215 w 12192001"/>
              <a:gd name="connsiteY6-6144" fmla="*/ 597366 h 2344739"/>
              <a:gd name="connsiteX7-6145" fmla="*/ 12138067 w 12192001"/>
              <a:gd name="connsiteY7-6146" fmla="*/ 623179 h 2344739"/>
              <a:gd name="connsiteX8-6147" fmla="*/ 12125179 w 12192001"/>
              <a:gd name="connsiteY8-6148" fmla="*/ 624690 h 2344739"/>
              <a:gd name="connsiteX9-6149" fmla="*/ 12122859 w 12192001"/>
              <a:gd name="connsiteY9-6150" fmla="*/ 624794 h 2344739"/>
              <a:gd name="connsiteX10-6151" fmla="*/ 12115706 w 12192001"/>
              <a:gd name="connsiteY10-6152" fmla="*/ 628608 h 2344739"/>
              <a:gd name="connsiteX11-6153" fmla="*/ 12098349 w 12192001"/>
              <a:gd name="connsiteY11-6154" fmla="*/ 628139 h 2344739"/>
              <a:gd name="connsiteX12-6155" fmla="*/ 12085925 w 12192001"/>
              <a:gd name="connsiteY12-6156" fmla="*/ 636341 h 2344739"/>
              <a:gd name="connsiteX13-6157" fmla="*/ 12029925 w 12192001"/>
              <a:gd name="connsiteY13-6158" fmla="*/ 680009 h 2344739"/>
              <a:gd name="connsiteX14-6159" fmla="*/ 11994685 w 12192001"/>
              <a:gd name="connsiteY14-6160" fmla="*/ 703458 h 2344739"/>
              <a:gd name="connsiteX15-6161" fmla="*/ 11978569 w 12192001"/>
              <a:gd name="connsiteY15-6162" fmla="*/ 708161 h 2344739"/>
              <a:gd name="connsiteX16-6163" fmla="*/ 11957898 w 12192001"/>
              <a:gd name="connsiteY16-6164" fmla="*/ 717558 h 2344739"/>
              <a:gd name="connsiteX17-6165" fmla="*/ 11919306 w 12192001"/>
              <a:gd name="connsiteY17-6166" fmla="*/ 730883 h 2344739"/>
              <a:gd name="connsiteX18-6167" fmla="*/ 11902508 w 12192001"/>
              <a:gd name="connsiteY18-6168" fmla="*/ 742426 h 2344739"/>
              <a:gd name="connsiteX19-6169" fmla="*/ 11893900 w 12192001"/>
              <a:gd name="connsiteY19-6170" fmla="*/ 744791 h 2344739"/>
              <a:gd name="connsiteX20-6171" fmla="*/ 11890820 w 12192001"/>
              <a:gd name="connsiteY20-6172" fmla="*/ 755729 h 2344739"/>
              <a:gd name="connsiteX21-6173" fmla="*/ 11869628 w 12192001"/>
              <a:gd name="connsiteY21-6174" fmla="*/ 777816 h 2344739"/>
              <a:gd name="connsiteX22-6175" fmla="*/ 11812228 w 12192001"/>
              <a:gd name="connsiteY22-6176" fmla="*/ 797659 h 2344739"/>
              <a:gd name="connsiteX23-6177" fmla="*/ 11748619 w 12192001"/>
              <a:gd name="connsiteY23-6178" fmla="*/ 872002 h 2344739"/>
              <a:gd name="connsiteX24-6179" fmla="*/ 11589545 w 12192001"/>
              <a:gd name="connsiteY24-6180" fmla="*/ 963777 h 2344739"/>
              <a:gd name="connsiteX25-6181" fmla="*/ 11522499 w 12192001"/>
              <a:gd name="connsiteY25-6182" fmla="*/ 999965 h 2344739"/>
              <a:gd name="connsiteX26-6183" fmla="*/ 11279184 w 12192001"/>
              <a:gd name="connsiteY26-6184" fmla="*/ 1223571 h 2344739"/>
              <a:gd name="connsiteX27-6185" fmla="*/ 11227161 w 12192001"/>
              <a:gd name="connsiteY27-6186" fmla="*/ 1276236 h 2344739"/>
              <a:gd name="connsiteX28-6187" fmla="*/ 11216939 w 12192001"/>
              <a:gd name="connsiteY28-6188" fmla="*/ 1275961 h 2344739"/>
              <a:gd name="connsiteX29-6189" fmla="*/ 11216036 w 12192001"/>
              <a:gd name="connsiteY29-6190" fmla="*/ 1275018 h 2344739"/>
              <a:gd name="connsiteX30-6191" fmla="*/ 11187737 w 12192001"/>
              <a:gd name="connsiteY30-6192" fmla="*/ 1292383 h 2344739"/>
              <a:gd name="connsiteX31-6193" fmla="*/ 11183353 w 12192001"/>
              <a:gd name="connsiteY31-6194" fmla="*/ 1292525 h 2344739"/>
              <a:gd name="connsiteX32-6195" fmla="*/ 11165706 w 12192001"/>
              <a:gd name="connsiteY32-6196" fmla="*/ 1306612 h 2344739"/>
              <a:gd name="connsiteX33-6197" fmla="*/ 11156163 w 12192001"/>
              <a:gd name="connsiteY33-6198" fmla="*/ 1312414 h 2344739"/>
              <a:gd name="connsiteX34-6199" fmla="*/ 11154348 w 12192001"/>
              <a:gd name="connsiteY34-6200" fmla="*/ 1317097 h 2344739"/>
              <a:gd name="connsiteX35-6201" fmla="*/ 11139813 w 12192001"/>
              <a:gd name="connsiteY35-6202" fmla="*/ 1324115 h 2344739"/>
              <a:gd name="connsiteX36-6203" fmla="*/ 11137813 w 12192001"/>
              <a:gd name="connsiteY36-6204" fmla="*/ 1323772 h 2344739"/>
              <a:gd name="connsiteX37-6205" fmla="*/ 11127060 w 12192001"/>
              <a:gd name="connsiteY37-6206" fmla="*/ 1333832 h 2344739"/>
              <a:gd name="connsiteX38-6207" fmla="*/ 11119543 w 12192001"/>
              <a:gd name="connsiteY38-6208" fmla="*/ 1347424 h 2344739"/>
              <a:gd name="connsiteX39-6209" fmla="*/ 10893535 w 12192001"/>
              <a:gd name="connsiteY39-6210" fmla="*/ 1473399 h 2344739"/>
              <a:gd name="connsiteX40-6211" fmla="*/ 10772152 w 12192001"/>
              <a:gd name="connsiteY40-6212" fmla="*/ 1523191 h 2344739"/>
              <a:gd name="connsiteX41-6213" fmla="*/ 10626520 w 12192001"/>
              <a:gd name="connsiteY41-6214" fmla="*/ 1559229 h 2344739"/>
              <a:gd name="connsiteX42-6215" fmla="*/ 10580747 w 12192001"/>
              <a:gd name="connsiteY42-6216" fmla="*/ 1568689 h 2344739"/>
              <a:gd name="connsiteX43-6217" fmla="*/ 10546642 w 12192001"/>
              <a:gd name="connsiteY43-6218" fmla="*/ 1598423 h 2344739"/>
              <a:gd name="connsiteX44-6219" fmla="*/ 10528495 w 12192001"/>
              <a:gd name="connsiteY44-6220" fmla="*/ 1596907 h 2344739"/>
              <a:gd name="connsiteX45-6221" fmla="*/ 10525298 w 12192001"/>
              <a:gd name="connsiteY45-6222" fmla="*/ 1596411 h 2344739"/>
              <a:gd name="connsiteX46-6223" fmla="*/ 10513981 w 12192001"/>
              <a:gd name="connsiteY46-6224" fmla="*/ 1599537 h 2344739"/>
              <a:gd name="connsiteX47-6225" fmla="*/ 10490587 w 12192001"/>
              <a:gd name="connsiteY47-6226" fmla="*/ 1594156 h 2344739"/>
              <a:gd name="connsiteX48-6227" fmla="*/ 10470270 w 12192001"/>
              <a:gd name="connsiteY48-6228" fmla="*/ 1601693 h 2344739"/>
              <a:gd name="connsiteX49-6229" fmla="*/ 10375894 w 12192001"/>
              <a:gd name="connsiteY49-6230" fmla="*/ 1644598 h 2344739"/>
              <a:gd name="connsiteX50-6231" fmla="*/ 10318190 w 12192001"/>
              <a:gd name="connsiteY50-6232" fmla="*/ 1666221 h 2344739"/>
              <a:gd name="connsiteX51-6233" fmla="*/ 10294319 w 12192001"/>
              <a:gd name="connsiteY51-6234" fmla="*/ 1668079 h 2344739"/>
              <a:gd name="connsiteX52-6235" fmla="*/ 10262295 w 12192001"/>
              <a:gd name="connsiteY52-6236" fmla="*/ 1674948 h 2344739"/>
              <a:gd name="connsiteX53-6237" fmla="*/ 10204270 w 12192001"/>
              <a:gd name="connsiteY53-6238" fmla="*/ 1682149 h 2344739"/>
              <a:gd name="connsiteX54-6239" fmla="*/ 10176611 w 12192001"/>
              <a:gd name="connsiteY54-6240" fmla="*/ 1692943 h 2344739"/>
              <a:gd name="connsiteX55-6241" fmla="*/ 10163922 w 12192001"/>
              <a:gd name="connsiteY55-6242" fmla="*/ 1693739 h 2344739"/>
              <a:gd name="connsiteX56-6243" fmla="*/ 10155160 w 12192001"/>
              <a:gd name="connsiteY56-6244" fmla="*/ 1707487 h 2344739"/>
              <a:gd name="connsiteX57-6245" fmla="*/ 10117119 w 12192001"/>
              <a:gd name="connsiteY57-6246" fmla="*/ 1731142 h 2344739"/>
              <a:gd name="connsiteX58-6247" fmla="*/ 10100445 w 12192001"/>
              <a:gd name="connsiteY58-6248" fmla="*/ 1742432 h 2344739"/>
              <a:gd name="connsiteX59-6249" fmla="*/ 10082169 w 12192001"/>
              <a:gd name="connsiteY59-6250" fmla="*/ 1743296 h 2344739"/>
              <a:gd name="connsiteX60-6251" fmla="*/ 10039240 w 12192001"/>
              <a:gd name="connsiteY60-6252" fmla="*/ 1741632 h 2344739"/>
              <a:gd name="connsiteX61-6253" fmla="*/ 9960019 w 12192001"/>
              <a:gd name="connsiteY61-6254" fmla="*/ 1757147 h 2344739"/>
              <a:gd name="connsiteX62-6255" fmla="*/ 9847792 w 12192001"/>
              <a:gd name="connsiteY62-6256" fmla="*/ 1763915 h 2344739"/>
              <a:gd name="connsiteX63-6257" fmla="*/ 9728309 w 12192001"/>
              <a:gd name="connsiteY63-6258" fmla="*/ 1784122 h 2344739"/>
              <a:gd name="connsiteX64-6259" fmla="*/ 9584507 w 12192001"/>
              <a:gd name="connsiteY64-6260" fmla="*/ 1795542 h 2344739"/>
              <a:gd name="connsiteX65-6261" fmla="*/ 9343052 w 12192001"/>
              <a:gd name="connsiteY65-6262" fmla="*/ 1841244 h 2344739"/>
              <a:gd name="connsiteX66-6263" fmla="*/ 9231370 w 12192001"/>
              <a:gd name="connsiteY66-6264" fmla="*/ 1893149 h 2344739"/>
              <a:gd name="connsiteX67-6265" fmla="*/ 9194810 w 12192001"/>
              <a:gd name="connsiteY67-6266" fmla="*/ 1903228 h 2344739"/>
              <a:gd name="connsiteX68-6267" fmla="*/ 9189246 w 12192001"/>
              <a:gd name="connsiteY68-6268" fmla="*/ 1912467 h 2344739"/>
              <a:gd name="connsiteX69-6269" fmla="*/ 9151232 w 12192001"/>
              <a:gd name="connsiteY69-6270" fmla="*/ 1923669 h 2344739"/>
              <a:gd name="connsiteX70-6271" fmla="*/ 9150210 w 12192001"/>
              <a:gd name="connsiteY70-6272" fmla="*/ 1922604 h 2344739"/>
              <a:gd name="connsiteX71-6273" fmla="*/ 9137318 w 12192001"/>
              <a:gd name="connsiteY71-6274" fmla="*/ 1920435 h 2344739"/>
              <a:gd name="connsiteX72-6275" fmla="*/ 9113812 w 12192001"/>
              <a:gd name="connsiteY72-6276" fmla="*/ 1919069 h 2344739"/>
              <a:gd name="connsiteX73-6277" fmla="*/ 9053453 w 12192001"/>
              <a:gd name="connsiteY73-6278" fmla="*/ 1910755 h 2344739"/>
              <a:gd name="connsiteX74-6279" fmla="*/ 9005486 w 12192001"/>
              <a:gd name="connsiteY74-6280" fmla="*/ 1914040 h 2344739"/>
              <a:gd name="connsiteX75-6281" fmla="*/ 9005201 w 12192001"/>
              <a:gd name="connsiteY75-6282" fmla="*/ 1913800 h 2344739"/>
              <a:gd name="connsiteX76-6283" fmla="*/ 8996232 w 12192001"/>
              <a:gd name="connsiteY76-6284" fmla="*/ 1915011 h 2344739"/>
              <a:gd name="connsiteX77-6285" fmla="*/ 8990394 w 12192001"/>
              <a:gd name="connsiteY77-6286" fmla="*/ 1917072 h 2344739"/>
              <a:gd name="connsiteX78-6287" fmla="*/ 8974337 w 12192001"/>
              <a:gd name="connsiteY78-6288" fmla="*/ 1920298 h 2344739"/>
              <a:gd name="connsiteX79-6289" fmla="*/ 8968011 w 12192001"/>
              <a:gd name="connsiteY79-6290" fmla="*/ 1919598 h 2344739"/>
              <a:gd name="connsiteX80-6291" fmla="*/ 8963048 w 12192001"/>
              <a:gd name="connsiteY80-6292" fmla="*/ 1917373 h 2344739"/>
              <a:gd name="connsiteX81-6293" fmla="*/ 8928988 w 12192001"/>
              <a:gd name="connsiteY81-6294" fmla="*/ 1914185 h 2344739"/>
              <a:gd name="connsiteX82-6295" fmla="*/ 8752444 w 12192001"/>
              <a:gd name="connsiteY82-6296" fmla="*/ 1933417 h 2344739"/>
              <a:gd name="connsiteX83-6297" fmla="*/ 8707847 w 12192001"/>
              <a:gd name="connsiteY83-6298" fmla="*/ 1935518 h 2344739"/>
              <a:gd name="connsiteX84-6299" fmla="*/ 8596071 w 12192001"/>
              <a:gd name="connsiteY84-6300" fmla="*/ 1944090 h 2344739"/>
              <a:gd name="connsiteX85-6301" fmla="*/ 8525230 w 12192001"/>
              <a:gd name="connsiteY85-6302" fmla="*/ 1929248 h 2344739"/>
              <a:gd name="connsiteX86-6303" fmla="*/ 8510983 w 12192001"/>
              <a:gd name="connsiteY86-6304" fmla="*/ 1935163 h 2344739"/>
              <a:gd name="connsiteX87-6305" fmla="*/ 8506167 w 12192001"/>
              <a:gd name="connsiteY87-6306" fmla="*/ 1938164 h 2344739"/>
              <a:gd name="connsiteX88-6307" fmla="*/ 8497968 w 12192001"/>
              <a:gd name="connsiteY88-6308" fmla="*/ 1940902 h 2344739"/>
              <a:gd name="connsiteX89-6309" fmla="*/ 8497594 w 12192001"/>
              <a:gd name="connsiteY89-6310" fmla="*/ 1940723 h 2344739"/>
              <a:gd name="connsiteX90-6311" fmla="*/ 8490249 w 12192001"/>
              <a:gd name="connsiteY90-6312" fmla="*/ 1943773 h 2344739"/>
              <a:gd name="connsiteX91-6313" fmla="*/ 8367182 w 12192001"/>
              <a:gd name="connsiteY91-6314" fmla="*/ 1957815 h 2344739"/>
              <a:gd name="connsiteX92-6315" fmla="*/ 8353799 w 12192001"/>
              <a:gd name="connsiteY92-6316" fmla="*/ 1958009 h 2344739"/>
              <a:gd name="connsiteX93-6317" fmla="*/ 8352373 w 12192001"/>
              <a:gd name="connsiteY93-6318" fmla="*/ 1957169 h 2344739"/>
              <a:gd name="connsiteX94-6319" fmla="*/ 8320104 w 12192001"/>
              <a:gd name="connsiteY94-6320" fmla="*/ 1974587 h 2344739"/>
              <a:gd name="connsiteX95-6321" fmla="*/ 8314433 w 12192001"/>
              <a:gd name="connsiteY95-6322" fmla="*/ 1974913 h 2344739"/>
              <a:gd name="connsiteX96-6323" fmla="*/ 8295174 w 12192001"/>
              <a:gd name="connsiteY96-6324" fmla="*/ 1988808 h 2344739"/>
              <a:gd name="connsiteX97-6325" fmla="*/ 8284276 w 12192001"/>
              <a:gd name="connsiteY97-6326" fmla="*/ 1994631 h 2344739"/>
              <a:gd name="connsiteX98-6327" fmla="*/ 8283150 w 12192001"/>
              <a:gd name="connsiteY98-6328" fmla="*/ 1999074 h 2344739"/>
              <a:gd name="connsiteX99-6329" fmla="*/ 8266076 w 12192001"/>
              <a:gd name="connsiteY99-6330" fmla="*/ 2006249 h 2344739"/>
              <a:gd name="connsiteX100-6331" fmla="*/ 8263377 w 12192001"/>
              <a:gd name="connsiteY100-6332" fmla="*/ 2006019 h 2344739"/>
              <a:gd name="connsiteX101-6333" fmla="*/ 8252033 w 12192001"/>
              <a:gd name="connsiteY101-6334" fmla="*/ 2015862 h 2344739"/>
              <a:gd name="connsiteX102-6335" fmla="*/ 8245834 w 12192001"/>
              <a:gd name="connsiteY102-6336" fmla="*/ 2028854 h 2344739"/>
              <a:gd name="connsiteX103-6337" fmla="*/ 8090272 w 12192001"/>
              <a:gd name="connsiteY103-6338" fmla="*/ 2075015 h 2344739"/>
              <a:gd name="connsiteX104-6339" fmla="*/ 7905407 w 12192001"/>
              <a:gd name="connsiteY104-6340" fmla="*/ 2116988 h 2344739"/>
              <a:gd name="connsiteX105-6341" fmla="*/ 7718745 w 12192001"/>
              <a:gd name="connsiteY105-6342" fmla="*/ 2142703 h 2344739"/>
              <a:gd name="connsiteX106-6343" fmla="*/ 7614347 w 12192001"/>
              <a:gd name="connsiteY106-6344" fmla="*/ 2139232 h 2344739"/>
              <a:gd name="connsiteX107-6345" fmla="*/ 7527543 w 12192001"/>
              <a:gd name="connsiteY107-6346" fmla="*/ 2145060 h 2344739"/>
              <a:gd name="connsiteX108-6347" fmla="*/ 7519571 w 12192001"/>
              <a:gd name="connsiteY108-6348" fmla="*/ 2147613 h 2344739"/>
              <a:gd name="connsiteX109-6349" fmla="*/ 7507411 w 12192001"/>
              <a:gd name="connsiteY109-6350" fmla="*/ 2148948 h 2344739"/>
              <a:gd name="connsiteX110-6351" fmla="*/ 7507040 w 12192001"/>
              <a:gd name="connsiteY110-6352" fmla="*/ 2148621 h 2344739"/>
              <a:gd name="connsiteX111-6353" fmla="*/ 7495795 w 12192001"/>
              <a:gd name="connsiteY111-6354" fmla="*/ 2150573 h 2344739"/>
              <a:gd name="connsiteX112-6355" fmla="*/ 7405391 w 12192001"/>
              <a:gd name="connsiteY112-6356" fmla="*/ 2142468 h 2344739"/>
              <a:gd name="connsiteX113-6357" fmla="*/ 7312180 w 12192001"/>
              <a:gd name="connsiteY113-6358" fmla="*/ 2132873 h 2344739"/>
              <a:gd name="connsiteX114-6359" fmla="*/ 7310853 w 12192001"/>
              <a:gd name="connsiteY114-6360" fmla="*/ 2131431 h 2344739"/>
              <a:gd name="connsiteX115-6361" fmla="*/ 7218559 w 12192001"/>
              <a:gd name="connsiteY115-6362" fmla="*/ 2156680 h 2344739"/>
              <a:gd name="connsiteX116-6363" fmla="*/ 7201101 w 12192001"/>
              <a:gd name="connsiteY116-6364" fmla="*/ 2161230 h 2344739"/>
              <a:gd name="connsiteX117-6365" fmla="*/ 7197004 w 12192001"/>
              <a:gd name="connsiteY117-6366" fmla="*/ 2166588 h 2344739"/>
              <a:gd name="connsiteX118-6367" fmla="*/ 7170808 w 12192001"/>
              <a:gd name="connsiteY118-6368" fmla="*/ 2171236 h 2344739"/>
              <a:gd name="connsiteX119-6369" fmla="*/ 7096988 w 12192001"/>
              <a:gd name="connsiteY119-6370" fmla="*/ 2183464 h 2344739"/>
              <a:gd name="connsiteX120-6371" fmla="*/ 7018496 w 12192001"/>
              <a:gd name="connsiteY120-6372" fmla="*/ 2183090 h 2344739"/>
              <a:gd name="connsiteX121-6373" fmla="*/ 6904146 w 12192001"/>
              <a:gd name="connsiteY121-6374" fmla="*/ 2212596 h 2344739"/>
              <a:gd name="connsiteX122-6375" fmla="*/ 6708222 w 12192001"/>
              <a:gd name="connsiteY122-6376" fmla="*/ 2240551 h 2344739"/>
              <a:gd name="connsiteX123-6377" fmla="*/ 6549454 w 12192001"/>
              <a:gd name="connsiteY123-6378" fmla="*/ 2269327 h 2344739"/>
              <a:gd name="connsiteX124-6379" fmla="*/ 6317560 w 12192001"/>
              <a:gd name="connsiteY124-6380" fmla="*/ 2316127 h 2344739"/>
              <a:gd name="connsiteX125-6381" fmla="*/ 6168674 w 12192001"/>
              <a:gd name="connsiteY125-6382" fmla="*/ 2318214 h 2344739"/>
              <a:gd name="connsiteX126-6383" fmla="*/ 6073848 w 12192001"/>
              <a:gd name="connsiteY126-6384" fmla="*/ 2338676 h 2344739"/>
              <a:gd name="connsiteX127-6385" fmla="*/ 6068529 w 12192001"/>
              <a:gd name="connsiteY127-6386" fmla="*/ 2337139 h 2344739"/>
              <a:gd name="connsiteX128-6387" fmla="*/ 6048638 w 12192001"/>
              <a:gd name="connsiteY128-6388" fmla="*/ 2337822 h 2344739"/>
              <a:gd name="connsiteX129-6389" fmla="*/ 6041285 w 12192001"/>
              <a:gd name="connsiteY129-6390" fmla="*/ 2329473 h 2344739"/>
              <a:gd name="connsiteX130-6391" fmla="*/ 6010090 w 12192001"/>
              <a:gd name="connsiteY130-6392" fmla="*/ 2324380 h 2344739"/>
              <a:gd name="connsiteX131-6393" fmla="*/ 5957375 w 12192001"/>
              <a:gd name="connsiteY131-6394" fmla="*/ 2328024 h 2344739"/>
              <a:gd name="connsiteX132-6395" fmla="*/ 5758919 w 12192001"/>
              <a:gd name="connsiteY132-6396" fmla="*/ 2343716 h 2344739"/>
              <a:gd name="connsiteX133-6397" fmla="*/ 5626960 w 12192001"/>
              <a:gd name="connsiteY133-6398" fmla="*/ 2344739 h 2344739"/>
              <a:gd name="connsiteX134-6399" fmla="*/ 5470906 w 12192001"/>
              <a:gd name="connsiteY134-6400" fmla="*/ 2330719 h 2344739"/>
              <a:gd name="connsiteX135-6401" fmla="*/ 5432761 w 12192001"/>
              <a:gd name="connsiteY135-6402" fmla="*/ 2319466 h 2344739"/>
              <a:gd name="connsiteX136-6403" fmla="*/ 5381669 w 12192001"/>
              <a:gd name="connsiteY136-6404" fmla="*/ 2301764 h 2344739"/>
              <a:gd name="connsiteX137-6405" fmla="*/ 5261764 w 12192001"/>
              <a:gd name="connsiteY137-6406" fmla="*/ 2281347 h 2344739"/>
              <a:gd name="connsiteX138-6407" fmla="*/ 5222961 w 12192001"/>
              <a:gd name="connsiteY138-6408" fmla="*/ 2270223 h 2344739"/>
              <a:gd name="connsiteX139-6409" fmla="*/ 5174660 w 12192001"/>
              <a:gd name="connsiteY139-6410" fmla="*/ 2267233 h 2344739"/>
              <a:gd name="connsiteX140-6411" fmla="*/ 5156554 w 12192001"/>
              <a:gd name="connsiteY140-6412" fmla="*/ 2260010 h 2344739"/>
              <a:gd name="connsiteX141-6413" fmla="*/ 5142599 w 12192001"/>
              <a:gd name="connsiteY141-6414" fmla="*/ 2256610 h 2344739"/>
              <a:gd name="connsiteX142-6415" fmla="*/ 5139596 w 12192001"/>
              <a:gd name="connsiteY142-6416" fmla="*/ 2254509 h 2344739"/>
              <a:gd name="connsiteX143-6417" fmla="*/ 5121659 w 12192001"/>
              <a:gd name="connsiteY143-6418" fmla="*/ 2243656 h 2344739"/>
              <a:gd name="connsiteX144-6419" fmla="*/ 5065790 w 12192001"/>
              <a:gd name="connsiteY144-6420" fmla="*/ 2250227 h 2344739"/>
              <a:gd name="connsiteX145-6421" fmla="*/ 5011514 w 12192001"/>
              <a:gd name="connsiteY145-6422" fmla="*/ 2233846 h 2344739"/>
              <a:gd name="connsiteX146-6423" fmla="*/ 4840441 w 12192001"/>
              <a:gd name="connsiteY146-6424" fmla="*/ 2209829 h 2344739"/>
              <a:gd name="connsiteX147-6425" fmla="*/ 4762447 w 12192001"/>
              <a:gd name="connsiteY147-6426" fmla="*/ 2182061 h 2344739"/>
              <a:gd name="connsiteX148-6427" fmla="*/ 4723186 w 12192001"/>
              <a:gd name="connsiteY148-6428" fmla="*/ 2173047 h 2344739"/>
              <a:gd name="connsiteX149-6429" fmla="*/ 4721176 w 12192001"/>
              <a:gd name="connsiteY149-6430" fmla="*/ 2172298 h 2344739"/>
              <a:gd name="connsiteX150-6431" fmla="*/ 4722111 w 12192001"/>
              <a:gd name="connsiteY150-6432" fmla="*/ 2172087 h 2344739"/>
              <a:gd name="connsiteX151-6433" fmla="*/ 4717202 w 12192001"/>
              <a:gd name="connsiteY151-6434" fmla="*/ 2170817 h 2344739"/>
              <a:gd name="connsiteX152-6435" fmla="*/ 4721176 w 12192001"/>
              <a:gd name="connsiteY152-6436" fmla="*/ 2172298 h 2344739"/>
              <a:gd name="connsiteX153-6437" fmla="*/ 4715526 w 12192001"/>
              <a:gd name="connsiteY153-6438" fmla="*/ 2173573 h 2344739"/>
              <a:gd name="connsiteX154-6439" fmla="*/ 4515814 w 12192001"/>
              <a:gd name="connsiteY154-6440" fmla="*/ 2163671 h 2344739"/>
              <a:gd name="connsiteX155-6441" fmla="*/ 4428543 w 12192001"/>
              <a:gd name="connsiteY155-6442" fmla="*/ 2153020 h 2344739"/>
              <a:gd name="connsiteX156-6443" fmla="*/ 4362875 w 12192001"/>
              <a:gd name="connsiteY156-6444" fmla="*/ 2151674 h 2344739"/>
              <a:gd name="connsiteX157-6445" fmla="*/ 4316966 w 12192001"/>
              <a:gd name="connsiteY157-6446" fmla="*/ 2158289 h 2344739"/>
              <a:gd name="connsiteX158-6447" fmla="*/ 4315110 w 12192001"/>
              <a:gd name="connsiteY158-6448" fmla="*/ 2156948 h 2344739"/>
              <a:gd name="connsiteX159-6449" fmla="*/ 4295144 w 12192001"/>
              <a:gd name="connsiteY159-6450" fmla="*/ 2155069 h 2344739"/>
              <a:gd name="connsiteX160-6451" fmla="*/ 4290064 w 12192001"/>
              <a:gd name="connsiteY160-6452" fmla="*/ 2157986 h 2344739"/>
              <a:gd name="connsiteX161-6453" fmla="*/ 4276142 w 12192001"/>
              <a:gd name="connsiteY161-6454" fmla="*/ 2157740 h 2344739"/>
              <a:gd name="connsiteX162-6455" fmla="*/ 4248117 w 12192001"/>
              <a:gd name="connsiteY162-6456" fmla="*/ 2160064 h 2344739"/>
              <a:gd name="connsiteX163-6457" fmla="*/ 4202051 w 12192001"/>
              <a:gd name="connsiteY163-6458" fmla="*/ 2157269 h 2344739"/>
              <a:gd name="connsiteX164-6459" fmla="*/ 4201745 w 12192001"/>
              <a:gd name="connsiteY164-6460" fmla="*/ 2156010 h 2344739"/>
              <a:gd name="connsiteX165-6461" fmla="*/ 4191248 w 12192001"/>
              <a:gd name="connsiteY165-6462" fmla="*/ 2150376 h 2344739"/>
              <a:gd name="connsiteX166-6463" fmla="*/ 4142745 w 12192001"/>
              <a:gd name="connsiteY166-6464" fmla="*/ 2134511 h 2344739"/>
              <a:gd name="connsiteX167-6465" fmla="*/ 4083097 w 12192001"/>
              <a:gd name="connsiteY167-6466" fmla="*/ 2107978 h 2344739"/>
              <a:gd name="connsiteX168-6467" fmla="*/ 4074546 w 12192001"/>
              <a:gd name="connsiteY168-6468" fmla="*/ 2107143 h 2344739"/>
              <a:gd name="connsiteX169-6469" fmla="*/ 4074427 w 12192001"/>
              <a:gd name="connsiteY169-6470" fmla="*/ 2106844 h 2344739"/>
              <a:gd name="connsiteX170-6471" fmla="*/ 4065510 w 12192001"/>
              <a:gd name="connsiteY170-6472" fmla="*/ 2105400 h 2344739"/>
              <a:gd name="connsiteX171-6473" fmla="*/ 4058954 w 12192001"/>
              <a:gd name="connsiteY171-6474" fmla="*/ 2105618 h 2344739"/>
              <a:gd name="connsiteX172-6475" fmla="*/ 4042364 w 12192001"/>
              <a:gd name="connsiteY172-6476" fmla="*/ 2103997 h 2344739"/>
              <a:gd name="connsiteX173-6477" fmla="*/ 4036997 w 12192001"/>
              <a:gd name="connsiteY173-6478" fmla="*/ 2101563 h 2344739"/>
              <a:gd name="connsiteX174-6479" fmla="*/ 4035363 w 12192001"/>
              <a:gd name="connsiteY174-6480" fmla="*/ 2097896 h 2344739"/>
              <a:gd name="connsiteX175-6481" fmla="*/ 4033778 w 12192001"/>
              <a:gd name="connsiteY175-6482" fmla="*/ 2098131 h 2344739"/>
              <a:gd name="connsiteX176-6483" fmla="*/ 4004538 w 12192001"/>
              <a:gd name="connsiteY176-6484" fmla="*/ 2085563 h 2344739"/>
              <a:gd name="connsiteX177-6485" fmla="*/ 3936846 w 12192001"/>
              <a:gd name="connsiteY177-6486" fmla="*/ 2068106 h 2344739"/>
              <a:gd name="connsiteX178-6487" fmla="*/ 3897275 w 12192001"/>
              <a:gd name="connsiteY178-6488" fmla="*/ 2062451 h 2344739"/>
              <a:gd name="connsiteX179-6489" fmla="*/ 3789760 w 12192001"/>
              <a:gd name="connsiteY179-6490" fmla="*/ 2042213 h 2344739"/>
              <a:gd name="connsiteX180-6491" fmla="*/ 3682513 w 12192001"/>
              <a:gd name="connsiteY180-6492" fmla="*/ 2018290 h 2344739"/>
              <a:gd name="connsiteX181-6493" fmla="*/ 3610035 w 12192001"/>
              <a:gd name="connsiteY181-6494" fmla="*/ 1986019 h 2344739"/>
              <a:gd name="connsiteX182-6495" fmla="*/ 3603855 w 12192001"/>
              <a:gd name="connsiteY182-6496" fmla="*/ 1987381 h 2344739"/>
              <a:gd name="connsiteX183-6497" fmla="*/ 3594736 w 12192001"/>
              <a:gd name="connsiteY183-6498" fmla="*/ 1987545 h 2344739"/>
              <a:gd name="connsiteX184-6499" fmla="*/ 3594501 w 12192001"/>
              <a:gd name="connsiteY184-6500" fmla="*/ 1987276 h 2344739"/>
              <a:gd name="connsiteX185-6501" fmla="*/ 3585978 w 12192001"/>
              <a:gd name="connsiteY185-6502" fmla="*/ 1987966 h 2344739"/>
              <a:gd name="connsiteX186-6503" fmla="*/ 3536135 w 12192001"/>
              <a:gd name="connsiteY186-6504" fmla="*/ 1978267 h 2344739"/>
              <a:gd name="connsiteX187-6505" fmla="*/ 3473223 w 12192001"/>
              <a:gd name="connsiteY187-6506" fmla="*/ 1974606 h 2344739"/>
              <a:gd name="connsiteX188-6507" fmla="*/ 3400728 w 12192001"/>
              <a:gd name="connsiteY188-6508" fmla="*/ 1962558 h 2344739"/>
              <a:gd name="connsiteX189-6509" fmla="*/ 3363888 w 12192001"/>
              <a:gd name="connsiteY189-6510" fmla="*/ 1979510 h 2344739"/>
              <a:gd name="connsiteX190-6511" fmla="*/ 3344026 w 12192001"/>
              <a:gd name="connsiteY190-6512" fmla="*/ 1981192 h 2344739"/>
              <a:gd name="connsiteX191-6513" fmla="*/ 3341698 w 12192001"/>
              <a:gd name="connsiteY191-6514" fmla="*/ 1980217 h 2344739"/>
              <a:gd name="connsiteX192-6515" fmla="*/ 3262356 w 12192001"/>
              <a:gd name="connsiteY192-6516" fmla="*/ 1986094 h 2344739"/>
              <a:gd name="connsiteX193-6517" fmla="*/ 3142556 w 12192001"/>
              <a:gd name="connsiteY193-6518" fmla="*/ 1993869 h 2344739"/>
              <a:gd name="connsiteX194-6519" fmla="*/ 3030291 w 12192001"/>
              <a:gd name="connsiteY194-6520" fmla="*/ 1996512 h 2344739"/>
              <a:gd name="connsiteX195-6521" fmla="*/ 2781569 w 12192001"/>
              <a:gd name="connsiteY195-6522" fmla="*/ 2018333 h 2344739"/>
              <a:gd name="connsiteX196-6523" fmla="*/ 2646527 w 12192001"/>
              <a:gd name="connsiteY196-6524" fmla="*/ 2028869 h 2344739"/>
              <a:gd name="connsiteX197-6525" fmla="*/ 2568028 w 12192001"/>
              <a:gd name="connsiteY197-6526" fmla="*/ 2002628 h 2344739"/>
              <a:gd name="connsiteX198-6527" fmla="*/ 2443255 w 12192001"/>
              <a:gd name="connsiteY198-6528" fmla="*/ 2016529 h 2344739"/>
              <a:gd name="connsiteX199-6529" fmla="*/ 2315112 w 12192001"/>
              <a:gd name="connsiteY199-6530" fmla="*/ 2024996 h 2344739"/>
              <a:gd name="connsiteX200-6531" fmla="*/ 2208578 w 12192001"/>
              <a:gd name="connsiteY200-6532" fmla="*/ 2019763 h 2344739"/>
              <a:gd name="connsiteX201-6533" fmla="*/ 2094665 w 12192001"/>
              <a:gd name="connsiteY201-6534" fmla="*/ 2003052 h 2344739"/>
              <a:gd name="connsiteX202-6535" fmla="*/ 1997356 w 12192001"/>
              <a:gd name="connsiteY202-6536" fmla="*/ 1995032 h 2344739"/>
              <a:gd name="connsiteX203-6537" fmla="*/ 1928172 w 12192001"/>
              <a:gd name="connsiteY203-6538" fmla="*/ 2016977 h 2344739"/>
              <a:gd name="connsiteX204-6539" fmla="*/ 1921650 w 12192001"/>
              <a:gd name="connsiteY204-6540" fmla="*/ 2012146 h 2344739"/>
              <a:gd name="connsiteX205-6541" fmla="*/ 1873080 w 12192001"/>
              <a:gd name="connsiteY205-6542" fmla="*/ 2013741 h 2344739"/>
              <a:gd name="connsiteX206-6543" fmla="*/ 1786655 w 12192001"/>
              <a:gd name="connsiteY206-6544" fmla="*/ 2041363 h 2344739"/>
              <a:gd name="connsiteX207-6545" fmla="*/ 1738204 w 12192001"/>
              <a:gd name="connsiteY207-6546" fmla="*/ 2036312 h 2344739"/>
              <a:gd name="connsiteX208-6547" fmla="*/ 1675071 w 12192001"/>
              <a:gd name="connsiteY208-6548" fmla="*/ 2019963 h 2344739"/>
              <a:gd name="connsiteX209-6549" fmla="*/ 1608669 w 12192001"/>
              <a:gd name="connsiteY209-6550" fmla="*/ 2013066 h 2344739"/>
              <a:gd name="connsiteX210-6551" fmla="*/ 1496110 w 12192001"/>
              <a:gd name="connsiteY210-6552" fmla="*/ 1987476 h 2344739"/>
              <a:gd name="connsiteX211-6553" fmla="*/ 1149979 w 12192001"/>
              <a:gd name="connsiteY211-6554" fmla="*/ 1938041 h 2344739"/>
              <a:gd name="connsiteX212-6555" fmla="*/ 858269 w 12192001"/>
              <a:gd name="connsiteY212-6556" fmla="*/ 1928608 h 2344739"/>
              <a:gd name="connsiteX213-6557" fmla="*/ 837540 w 12192001"/>
              <a:gd name="connsiteY213-6558" fmla="*/ 1929821 h 2344739"/>
              <a:gd name="connsiteX214-6559" fmla="*/ 816809 w 12192001"/>
              <a:gd name="connsiteY214-6560" fmla="*/ 1927857 h 2344739"/>
              <a:gd name="connsiteX215-6561" fmla="*/ 811506 w 12192001"/>
              <a:gd name="connsiteY215-6562" fmla="*/ 1930751 h 2344739"/>
              <a:gd name="connsiteX216-6563" fmla="*/ 797041 w 12192001"/>
              <a:gd name="connsiteY216-6564" fmla="*/ 1930446 h 2344739"/>
              <a:gd name="connsiteX217-6565" fmla="*/ 767901 w 12192001"/>
              <a:gd name="connsiteY217-6566" fmla="*/ 1932653 h 2344739"/>
              <a:gd name="connsiteX218-6567" fmla="*/ 763053 w 12192001"/>
              <a:gd name="connsiteY218-6568" fmla="*/ 1930432 h 2344739"/>
              <a:gd name="connsiteX219-6569" fmla="*/ 720047 w 12192001"/>
              <a:gd name="connsiteY219-6570" fmla="*/ 1929661 h 2344739"/>
              <a:gd name="connsiteX220-6571" fmla="*/ 719742 w 12192001"/>
              <a:gd name="connsiteY220-6572" fmla="*/ 1928399 h 2344739"/>
              <a:gd name="connsiteX221-6573" fmla="*/ 708875 w 12192001"/>
              <a:gd name="connsiteY221-6574" fmla="*/ 1922722 h 2344739"/>
              <a:gd name="connsiteX222-6575" fmla="*/ 596792 w 12192001"/>
              <a:gd name="connsiteY222-6576" fmla="*/ 1879864 h 2344739"/>
              <a:gd name="connsiteX223-6577" fmla="*/ 578535 w 12192001"/>
              <a:gd name="connsiteY223-6578" fmla="*/ 1877212 h 2344739"/>
              <a:gd name="connsiteX224-6579" fmla="*/ 571717 w 12192001"/>
              <a:gd name="connsiteY224-6580" fmla="*/ 1877401 h 2344739"/>
              <a:gd name="connsiteX225-6581" fmla="*/ 445099 w 12192001"/>
              <a:gd name="connsiteY225-6582" fmla="*/ 1839371 h 2344739"/>
              <a:gd name="connsiteX226-6583" fmla="*/ 404015 w 12192001"/>
              <a:gd name="connsiteY226-6584" fmla="*/ 1833548 h 2344739"/>
              <a:gd name="connsiteX227-6585" fmla="*/ 292435 w 12192001"/>
              <a:gd name="connsiteY227-6586" fmla="*/ 1812852 h 2344739"/>
              <a:gd name="connsiteX228-6587" fmla="*/ 118381 w 12192001"/>
              <a:gd name="connsiteY228-6588" fmla="*/ 1761047 h 2344739"/>
              <a:gd name="connsiteX229-6589" fmla="*/ 15526 w 12192001"/>
              <a:gd name="connsiteY229-6590" fmla="*/ 1758191 h 2344739"/>
              <a:gd name="connsiteX230-6591" fmla="*/ 2 w 12192001"/>
              <a:gd name="connsiteY230-6592" fmla="*/ 1752722 h 2344739"/>
              <a:gd name="connsiteX231-6593" fmla="*/ 1 w 12192001"/>
              <a:gd name="connsiteY231-6594" fmla="*/ 762497 h 2344739"/>
              <a:gd name="connsiteX232-6595" fmla="*/ 0 w 12192001"/>
              <a:gd name="connsiteY232-6596" fmla="*/ 762497 h 2344739"/>
              <a:gd name="connsiteX233-6597" fmla="*/ 0 w 12192001"/>
              <a:gd name="connsiteY233-6598" fmla="*/ 222213 h 2344739"/>
              <a:gd name="connsiteX234-6599" fmla="*/ 0 w 12192001"/>
              <a:gd name="connsiteY234-6600" fmla="*/ 0 h 2344739"/>
              <a:gd name="connsiteX0-6601" fmla="*/ 0 w 12192001"/>
              <a:gd name="connsiteY0-6602" fmla="*/ 0 h 2344739"/>
              <a:gd name="connsiteX1-6603" fmla="*/ 12192000 w 12192001"/>
              <a:gd name="connsiteY1-6604" fmla="*/ 0 h 2344739"/>
              <a:gd name="connsiteX2-6605" fmla="*/ 12192000 w 12192001"/>
              <a:gd name="connsiteY2-6606" fmla="*/ 222213 h 2344739"/>
              <a:gd name="connsiteX3-6607" fmla="*/ 12192000 w 12192001"/>
              <a:gd name="connsiteY3-6608" fmla="*/ 389190 h 2344739"/>
              <a:gd name="connsiteX4-6609" fmla="*/ 12192001 w 12192001"/>
              <a:gd name="connsiteY4-6610" fmla="*/ 579739 h 2344739"/>
              <a:gd name="connsiteX5-6611" fmla="*/ 12184838 w 12192001"/>
              <a:gd name="connsiteY5-6612" fmla="*/ 584189 h 2344739"/>
              <a:gd name="connsiteX6-6613" fmla="*/ 12155215 w 12192001"/>
              <a:gd name="connsiteY6-6614" fmla="*/ 597366 h 2344739"/>
              <a:gd name="connsiteX7-6615" fmla="*/ 12138067 w 12192001"/>
              <a:gd name="connsiteY7-6616" fmla="*/ 623179 h 2344739"/>
              <a:gd name="connsiteX8-6617" fmla="*/ 12125179 w 12192001"/>
              <a:gd name="connsiteY8-6618" fmla="*/ 624690 h 2344739"/>
              <a:gd name="connsiteX9-6619" fmla="*/ 12122859 w 12192001"/>
              <a:gd name="connsiteY9-6620" fmla="*/ 624794 h 2344739"/>
              <a:gd name="connsiteX10-6621" fmla="*/ 12115706 w 12192001"/>
              <a:gd name="connsiteY10-6622" fmla="*/ 628608 h 2344739"/>
              <a:gd name="connsiteX11-6623" fmla="*/ 12098349 w 12192001"/>
              <a:gd name="connsiteY11-6624" fmla="*/ 628139 h 2344739"/>
              <a:gd name="connsiteX12-6625" fmla="*/ 12085925 w 12192001"/>
              <a:gd name="connsiteY12-6626" fmla="*/ 636341 h 2344739"/>
              <a:gd name="connsiteX13-6627" fmla="*/ 12029925 w 12192001"/>
              <a:gd name="connsiteY13-6628" fmla="*/ 680009 h 2344739"/>
              <a:gd name="connsiteX14-6629" fmla="*/ 11994685 w 12192001"/>
              <a:gd name="connsiteY14-6630" fmla="*/ 703458 h 2344739"/>
              <a:gd name="connsiteX15-6631" fmla="*/ 11978569 w 12192001"/>
              <a:gd name="connsiteY15-6632" fmla="*/ 708161 h 2344739"/>
              <a:gd name="connsiteX16-6633" fmla="*/ 11957898 w 12192001"/>
              <a:gd name="connsiteY16-6634" fmla="*/ 717558 h 2344739"/>
              <a:gd name="connsiteX17-6635" fmla="*/ 11919306 w 12192001"/>
              <a:gd name="connsiteY17-6636" fmla="*/ 730883 h 2344739"/>
              <a:gd name="connsiteX18-6637" fmla="*/ 11902508 w 12192001"/>
              <a:gd name="connsiteY18-6638" fmla="*/ 742426 h 2344739"/>
              <a:gd name="connsiteX19-6639" fmla="*/ 11893900 w 12192001"/>
              <a:gd name="connsiteY19-6640" fmla="*/ 744791 h 2344739"/>
              <a:gd name="connsiteX20-6641" fmla="*/ 11890820 w 12192001"/>
              <a:gd name="connsiteY20-6642" fmla="*/ 755729 h 2344739"/>
              <a:gd name="connsiteX21-6643" fmla="*/ 11869628 w 12192001"/>
              <a:gd name="connsiteY21-6644" fmla="*/ 777816 h 2344739"/>
              <a:gd name="connsiteX22-6645" fmla="*/ 11812228 w 12192001"/>
              <a:gd name="connsiteY22-6646" fmla="*/ 797659 h 2344739"/>
              <a:gd name="connsiteX23-6647" fmla="*/ 11748619 w 12192001"/>
              <a:gd name="connsiteY23-6648" fmla="*/ 872002 h 2344739"/>
              <a:gd name="connsiteX24-6649" fmla="*/ 11589545 w 12192001"/>
              <a:gd name="connsiteY24-6650" fmla="*/ 963777 h 2344739"/>
              <a:gd name="connsiteX25-6651" fmla="*/ 11522499 w 12192001"/>
              <a:gd name="connsiteY25-6652" fmla="*/ 999965 h 2344739"/>
              <a:gd name="connsiteX26-6653" fmla="*/ 11279184 w 12192001"/>
              <a:gd name="connsiteY26-6654" fmla="*/ 1223571 h 2344739"/>
              <a:gd name="connsiteX27-6655" fmla="*/ 11227161 w 12192001"/>
              <a:gd name="connsiteY27-6656" fmla="*/ 1276236 h 2344739"/>
              <a:gd name="connsiteX28-6657" fmla="*/ 11216939 w 12192001"/>
              <a:gd name="connsiteY28-6658" fmla="*/ 1275961 h 2344739"/>
              <a:gd name="connsiteX29-6659" fmla="*/ 11216036 w 12192001"/>
              <a:gd name="connsiteY29-6660" fmla="*/ 1275018 h 2344739"/>
              <a:gd name="connsiteX30-6661" fmla="*/ 11187737 w 12192001"/>
              <a:gd name="connsiteY30-6662" fmla="*/ 1292383 h 2344739"/>
              <a:gd name="connsiteX31-6663" fmla="*/ 11183353 w 12192001"/>
              <a:gd name="connsiteY31-6664" fmla="*/ 1292525 h 2344739"/>
              <a:gd name="connsiteX32-6665" fmla="*/ 11165706 w 12192001"/>
              <a:gd name="connsiteY32-6666" fmla="*/ 1306612 h 2344739"/>
              <a:gd name="connsiteX33-6667" fmla="*/ 11156163 w 12192001"/>
              <a:gd name="connsiteY33-6668" fmla="*/ 1312414 h 2344739"/>
              <a:gd name="connsiteX34-6669" fmla="*/ 11154348 w 12192001"/>
              <a:gd name="connsiteY34-6670" fmla="*/ 1317097 h 2344739"/>
              <a:gd name="connsiteX35-6671" fmla="*/ 11139813 w 12192001"/>
              <a:gd name="connsiteY35-6672" fmla="*/ 1324115 h 2344739"/>
              <a:gd name="connsiteX36-6673" fmla="*/ 11137813 w 12192001"/>
              <a:gd name="connsiteY36-6674" fmla="*/ 1323772 h 2344739"/>
              <a:gd name="connsiteX37-6675" fmla="*/ 11127060 w 12192001"/>
              <a:gd name="connsiteY37-6676" fmla="*/ 1333832 h 2344739"/>
              <a:gd name="connsiteX38-6677" fmla="*/ 11119543 w 12192001"/>
              <a:gd name="connsiteY38-6678" fmla="*/ 1347424 h 2344739"/>
              <a:gd name="connsiteX39-6679" fmla="*/ 10893535 w 12192001"/>
              <a:gd name="connsiteY39-6680" fmla="*/ 1473399 h 2344739"/>
              <a:gd name="connsiteX40-6681" fmla="*/ 10772152 w 12192001"/>
              <a:gd name="connsiteY40-6682" fmla="*/ 1523191 h 2344739"/>
              <a:gd name="connsiteX41-6683" fmla="*/ 10626520 w 12192001"/>
              <a:gd name="connsiteY41-6684" fmla="*/ 1559229 h 2344739"/>
              <a:gd name="connsiteX42-6685" fmla="*/ 10580747 w 12192001"/>
              <a:gd name="connsiteY42-6686" fmla="*/ 1568689 h 2344739"/>
              <a:gd name="connsiteX43-6687" fmla="*/ 10546642 w 12192001"/>
              <a:gd name="connsiteY43-6688" fmla="*/ 1598423 h 2344739"/>
              <a:gd name="connsiteX44-6689" fmla="*/ 10528495 w 12192001"/>
              <a:gd name="connsiteY44-6690" fmla="*/ 1596907 h 2344739"/>
              <a:gd name="connsiteX45-6691" fmla="*/ 10525298 w 12192001"/>
              <a:gd name="connsiteY45-6692" fmla="*/ 1596411 h 2344739"/>
              <a:gd name="connsiteX46-6693" fmla="*/ 10513981 w 12192001"/>
              <a:gd name="connsiteY46-6694" fmla="*/ 1599537 h 2344739"/>
              <a:gd name="connsiteX47-6695" fmla="*/ 10490587 w 12192001"/>
              <a:gd name="connsiteY47-6696" fmla="*/ 1594156 h 2344739"/>
              <a:gd name="connsiteX48-6697" fmla="*/ 10470270 w 12192001"/>
              <a:gd name="connsiteY48-6698" fmla="*/ 1601693 h 2344739"/>
              <a:gd name="connsiteX49-6699" fmla="*/ 10375894 w 12192001"/>
              <a:gd name="connsiteY49-6700" fmla="*/ 1644598 h 2344739"/>
              <a:gd name="connsiteX50-6701" fmla="*/ 10318190 w 12192001"/>
              <a:gd name="connsiteY50-6702" fmla="*/ 1666221 h 2344739"/>
              <a:gd name="connsiteX51-6703" fmla="*/ 10294319 w 12192001"/>
              <a:gd name="connsiteY51-6704" fmla="*/ 1668079 h 2344739"/>
              <a:gd name="connsiteX52-6705" fmla="*/ 10262295 w 12192001"/>
              <a:gd name="connsiteY52-6706" fmla="*/ 1674948 h 2344739"/>
              <a:gd name="connsiteX53-6707" fmla="*/ 10204270 w 12192001"/>
              <a:gd name="connsiteY53-6708" fmla="*/ 1682149 h 2344739"/>
              <a:gd name="connsiteX54-6709" fmla="*/ 10176611 w 12192001"/>
              <a:gd name="connsiteY54-6710" fmla="*/ 1692943 h 2344739"/>
              <a:gd name="connsiteX55-6711" fmla="*/ 10163922 w 12192001"/>
              <a:gd name="connsiteY55-6712" fmla="*/ 1693739 h 2344739"/>
              <a:gd name="connsiteX56-6713" fmla="*/ 10155160 w 12192001"/>
              <a:gd name="connsiteY56-6714" fmla="*/ 1707487 h 2344739"/>
              <a:gd name="connsiteX57-6715" fmla="*/ 10117119 w 12192001"/>
              <a:gd name="connsiteY57-6716" fmla="*/ 1731142 h 2344739"/>
              <a:gd name="connsiteX58-6717" fmla="*/ 10100445 w 12192001"/>
              <a:gd name="connsiteY58-6718" fmla="*/ 1742432 h 2344739"/>
              <a:gd name="connsiteX59-6719" fmla="*/ 10082169 w 12192001"/>
              <a:gd name="connsiteY59-6720" fmla="*/ 1743296 h 2344739"/>
              <a:gd name="connsiteX60-6721" fmla="*/ 10039240 w 12192001"/>
              <a:gd name="connsiteY60-6722" fmla="*/ 1741632 h 2344739"/>
              <a:gd name="connsiteX61-6723" fmla="*/ 9960019 w 12192001"/>
              <a:gd name="connsiteY61-6724" fmla="*/ 1757147 h 2344739"/>
              <a:gd name="connsiteX62-6725" fmla="*/ 9847792 w 12192001"/>
              <a:gd name="connsiteY62-6726" fmla="*/ 1763915 h 2344739"/>
              <a:gd name="connsiteX63-6727" fmla="*/ 9728309 w 12192001"/>
              <a:gd name="connsiteY63-6728" fmla="*/ 1784122 h 2344739"/>
              <a:gd name="connsiteX64-6729" fmla="*/ 9584507 w 12192001"/>
              <a:gd name="connsiteY64-6730" fmla="*/ 1795542 h 2344739"/>
              <a:gd name="connsiteX65-6731" fmla="*/ 9343052 w 12192001"/>
              <a:gd name="connsiteY65-6732" fmla="*/ 1841244 h 2344739"/>
              <a:gd name="connsiteX66-6733" fmla="*/ 9231370 w 12192001"/>
              <a:gd name="connsiteY66-6734" fmla="*/ 1893149 h 2344739"/>
              <a:gd name="connsiteX67-6735" fmla="*/ 9194810 w 12192001"/>
              <a:gd name="connsiteY67-6736" fmla="*/ 1903228 h 2344739"/>
              <a:gd name="connsiteX68-6737" fmla="*/ 9189246 w 12192001"/>
              <a:gd name="connsiteY68-6738" fmla="*/ 1912467 h 2344739"/>
              <a:gd name="connsiteX69-6739" fmla="*/ 9151232 w 12192001"/>
              <a:gd name="connsiteY69-6740" fmla="*/ 1923669 h 2344739"/>
              <a:gd name="connsiteX70-6741" fmla="*/ 9137318 w 12192001"/>
              <a:gd name="connsiteY70-6742" fmla="*/ 1920435 h 2344739"/>
              <a:gd name="connsiteX71-6743" fmla="*/ 9113812 w 12192001"/>
              <a:gd name="connsiteY71-6744" fmla="*/ 1919069 h 2344739"/>
              <a:gd name="connsiteX72-6745" fmla="*/ 9053453 w 12192001"/>
              <a:gd name="connsiteY72-6746" fmla="*/ 1910755 h 2344739"/>
              <a:gd name="connsiteX73-6747" fmla="*/ 9005486 w 12192001"/>
              <a:gd name="connsiteY73-6748" fmla="*/ 1914040 h 2344739"/>
              <a:gd name="connsiteX74-6749" fmla="*/ 9005201 w 12192001"/>
              <a:gd name="connsiteY74-6750" fmla="*/ 1913800 h 2344739"/>
              <a:gd name="connsiteX75-6751" fmla="*/ 8996232 w 12192001"/>
              <a:gd name="connsiteY75-6752" fmla="*/ 1915011 h 2344739"/>
              <a:gd name="connsiteX76-6753" fmla="*/ 8990394 w 12192001"/>
              <a:gd name="connsiteY76-6754" fmla="*/ 1917072 h 2344739"/>
              <a:gd name="connsiteX77-6755" fmla="*/ 8974337 w 12192001"/>
              <a:gd name="connsiteY77-6756" fmla="*/ 1920298 h 2344739"/>
              <a:gd name="connsiteX78-6757" fmla="*/ 8968011 w 12192001"/>
              <a:gd name="connsiteY78-6758" fmla="*/ 1919598 h 2344739"/>
              <a:gd name="connsiteX79-6759" fmla="*/ 8963048 w 12192001"/>
              <a:gd name="connsiteY79-6760" fmla="*/ 1917373 h 2344739"/>
              <a:gd name="connsiteX80-6761" fmla="*/ 8928988 w 12192001"/>
              <a:gd name="connsiteY80-6762" fmla="*/ 1914185 h 2344739"/>
              <a:gd name="connsiteX81-6763" fmla="*/ 8752444 w 12192001"/>
              <a:gd name="connsiteY81-6764" fmla="*/ 1933417 h 2344739"/>
              <a:gd name="connsiteX82-6765" fmla="*/ 8707847 w 12192001"/>
              <a:gd name="connsiteY82-6766" fmla="*/ 1935518 h 2344739"/>
              <a:gd name="connsiteX83-6767" fmla="*/ 8596071 w 12192001"/>
              <a:gd name="connsiteY83-6768" fmla="*/ 1944090 h 2344739"/>
              <a:gd name="connsiteX84-6769" fmla="*/ 8525230 w 12192001"/>
              <a:gd name="connsiteY84-6770" fmla="*/ 1929248 h 2344739"/>
              <a:gd name="connsiteX85-6771" fmla="*/ 8510983 w 12192001"/>
              <a:gd name="connsiteY85-6772" fmla="*/ 1935163 h 2344739"/>
              <a:gd name="connsiteX86-6773" fmla="*/ 8506167 w 12192001"/>
              <a:gd name="connsiteY86-6774" fmla="*/ 1938164 h 2344739"/>
              <a:gd name="connsiteX87-6775" fmla="*/ 8497968 w 12192001"/>
              <a:gd name="connsiteY87-6776" fmla="*/ 1940902 h 2344739"/>
              <a:gd name="connsiteX88-6777" fmla="*/ 8497594 w 12192001"/>
              <a:gd name="connsiteY88-6778" fmla="*/ 1940723 h 2344739"/>
              <a:gd name="connsiteX89-6779" fmla="*/ 8490249 w 12192001"/>
              <a:gd name="connsiteY89-6780" fmla="*/ 1943773 h 2344739"/>
              <a:gd name="connsiteX90-6781" fmla="*/ 8367182 w 12192001"/>
              <a:gd name="connsiteY90-6782" fmla="*/ 1957815 h 2344739"/>
              <a:gd name="connsiteX91-6783" fmla="*/ 8353799 w 12192001"/>
              <a:gd name="connsiteY91-6784" fmla="*/ 1958009 h 2344739"/>
              <a:gd name="connsiteX92-6785" fmla="*/ 8352373 w 12192001"/>
              <a:gd name="connsiteY92-6786" fmla="*/ 1957169 h 2344739"/>
              <a:gd name="connsiteX93-6787" fmla="*/ 8320104 w 12192001"/>
              <a:gd name="connsiteY93-6788" fmla="*/ 1974587 h 2344739"/>
              <a:gd name="connsiteX94-6789" fmla="*/ 8314433 w 12192001"/>
              <a:gd name="connsiteY94-6790" fmla="*/ 1974913 h 2344739"/>
              <a:gd name="connsiteX95-6791" fmla="*/ 8295174 w 12192001"/>
              <a:gd name="connsiteY95-6792" fmla="*/ 1988808 h 2344739"/>
              <a:gd name="connsiteX96-6793" fmla="*/ 8284276 w 12192001"/>
              <a:gd name="connsiteY96-6794" fmla="*/ 1994631 h 2344739"/>
              <a:gd name="connsiteX97-6795" fmla="*/ 8283150 w 12192001"/>
              <a:gd name="connsiteY97-6796" fmla="*/ 1999074 h 2344739"/>
              <a:gd name="connsiteX98-6797" fmla="*/ 8266076 w 12192001"/>
              <a:gd name="connsiteY98-6798" fmla="*/ 2006249 h 2344739"/>
              <a:gd name="connsiteX99-6799" fmla="*/ 8263377 w 12192001"/>
              <a:gd name="connsiteY99-6800" fmla="*/ 2006019 h 2344739"/>
              <a:gd name="connsiteX100-6801" fmla="*/ 8252033 w 12192001"/>
              <a:gd name="connsiteY100-6802" fmla="*/ 2015862 h 2344739"/>
              <a:gd name="connsiteX101-6803" fmla="*/ 8245834 w 12192001"/>
              <a:gd name="connsiteY101-6804" fmla="*/ 2028854 h 2344739"/>
              <a:gd name="connsiteX102-6805" fmla="*/ 8090272 w 12192001"/>
              <a:gd name="connsiteY102-6806" fmla="*/ 2075015 h 2344739"/>
              <a:gd name="connsiteX103-6807" fmla="*/ 7905407 w 12192001"/>
              <a:gd name="connsiteY103-6808" fmla="*/ 2116988 h 2344739"/>
              <a:gd name="connsiteX104-6809" fmla="*/ 7718745 w 12192001"/>
              <a:gd name="connsiteY104-6810" fmla="*/ 2142703 h 2344739"/>
              <a:gd name="connsiteX105-6811" fmla="*/ 7614347 w 12192001"/>
              <a:gd name="connsiteY105-6812" fmla="*/ 2139232 h 2344739"/>
              <a:gd name="connsiteX106-6813" fmla="*/ 7527543 w 12192001"/>
              <a:gd name="connsiteY106-6814" fmla="*/ 2145060 h 2344739"/>
              <a:gd name="connsiteX107-6815" fmla="*/ 7519571 w 12192001"/>
              <a:gd name="connsiteY107-6816" fmla="*/ 2147613 h 2344739"/>
              <a:gd name="connsiteX108-6817" fmla="*/ 7507411 w 12192001"/>
              <a:gd name="connsiteY108-6818" fmla="*/ 2148948 h 2344739"/>
              <a:gd name="connsiteX109-6819" fmla="*/ 7507040 w 12192001"/>
              <a:gd name="connsiteY109-6820" fmla="*/ 2148621 h 2344739"/>
              <a:gd name="connsiteX110-6821" fmla="*/ 7495795 w 12192001"/>
              <a:gd name="connsiteY110-6822" fmla="*/ 2150573 h 2344739"/>
              <a:gd name="connsiteX111-6823" fmla="*/ 7405391 w 12192001"/>
              <a:gd name="connsiteY111-6824" fmla="*/ 2142468 h 2344739"/>
              <a:gd name="connsiteX112-6825" fmla="*/ 7312180 w 12192001"/>
              <a:gd name="connsiteY112-6826" fmla="*/ 2132873 h 2344739"/>
              <a:gd name="connsiteX113-6827" fmla="*/ 7310853 w 12192001"/>
              <a:gd name="connsiteY113-6828" fmla="*/ 2131431 h 2344739"/>
              <a:gd name="connsiteX114-6829" fmla="*/ 7218559 w 12192001"/>
              <a:gd name="connsiteY114-6830" fmla="*/ 2156680 h 2344739"/>
              <a:gd name="connsiteX115-6831" fmla="*/ 7201101 w 12192001"/>
              <a:gd name="connsiteY115-6832" fmla="*/ 2161230 h 2344739"/>
              <a:gd name="connsiteX116-6833" fmla="*/ 7197004 w 12192001"/>
              <a:gd name="connsiteY116-6834" fmla="*/ 2166588 h 2344739"/>
              <a:gd name="connsiteX117-6835" fmla="*/ 7170808 w 12192001"/>
              <a:gd name="connsiteY117-6836" fmla="*/ 2171236 h 2344739"/>
              <a:gd name="connsiteX118-6837" fmla="*/ 7096988 w 12192001"/>
              <a:gd name="connsiteY118-6838" fmla="*/ 2183464 h 2344739"/>
              <a:gd name="connsiteX119-6839" fmla="*/ 7018496 w 12192001"/>
              <a:gd name="connsiteY119-6840" fmla="*/ 2183090 h 2344739"/>
              <a:gd name="connsiteX120-6841" fmla="*/ 6904146 w 12192001"/>
              <a:gd name="connsiteY120-6842" fmla="*/ 2212596 h 2344739"/>
              <a:gd name="connsiteX121-6843" fmla="*/ 6708222 w 12192001"/>
              <a:gd name="connsiteY121-6844" fmla="*/ 2240551 h 2344739"/>
              <a:gd name="connsiteX122-6845" fmla="*/ 6549454 w 12192001"/>
              <a:gd name="connsiteY122-6846" fmla="*/ 2269327 h 2344739"/>
              <a:gd name="connsiteX123-6847" fmla="*/ 6317560 w 12192001"/>
              <a:gd name="connsiteY123-6848" fmla="*/ 2316127 h 2344739"/>
              <a:gd name="connsiteX124-6849" fmla="*/ 6168674 w 12192001"/>
              <a:gd name="connsiteY124-6850" fmla="*/ 2318214 h 2344739"/>
              <a:gd name="connsiteX125-6851" fmla="*/ 6073848 w 12192001"/>
              <a:gd name="connsiteY125-6852" fmla="*/ 2338676 h 2344739"/>
              <a:gd name="connsiteX126-6853" fmla="*/ 6068529 w 12192001"/>
              <a:gd name="connsiteY126-6854" fmla="*/ 2337139 h 2344739"/>
              <a:gd name="connsiteX127-6855" fmla="*/ 6048638 w 12192001"/>
              <a:gd name="connsiteY127-6856" fmla="*/ 2337822 h 2344739"/>
              <a:gd name="connsiteX128-6857" fmla="*/ 6041285 w 12192001"/>
              <a:gd name="connsiteY128-6858" fmla="*/ 2329473 h 2344739"/>
              <a:gd name="connsiteX129-6859" fmla="*/ 6010090 w 12192001"/>
              <a:gd name="connsiteY129-6860" fmla="*/ 2324380 h 2344739"/>
              <a:gd name="connsiteX130-6861" fmla="*/ 5957375 w 12192001"/>
              <a:gd name="connsiteY130-6862" fmla="*/ 2328024 h 2344739"/>
              <a:gd name="connsiteX131-6863" fmla="*/ 5758919 w 12192001"/>
              <a:gd name="connsiteY131-6864" fmla="*/ 2343716 h 2344739"/>
              <a:gd name="connsiteX132-6865" fmla="*/ 5626960 w 12192001"/>
              <a:gd name="connsiteY132-6866" fmla="*/ 2344739 h 2344739"/>
              <a:gd name="connsiteX133-6867" fmla="*/ 5470906 w 12192001"/>
              <a:gd name="connsiteY133-6868" fmla="*/ 2330719 h 2344739"/>
              <a:gd name="connsiteX134-6869" fmla="*/ 5432761 w 12192001"/>
              <a:gd name="connsiteY134-6870" fmla="*/ 2319466 h 2344739"/>
              <a:gd name="connsiteX135-6871" fmla="*/ 5381669 w 12192001"/>
              <a:gd name="connsiteY135-6872" fmla="*/ 2301764 h 2344739"/>
              <a:gd name="connsiteX136-6873" fmla="*/ 5261764 w 12192001"/>
              <a:gd name="connsiteY136-6874" fmla="*/ 2281347 h 2344739"/>
              <a:gd name="connsiteX137-6875" fmla="*/ 5222961 w 12192001"/>
              <a:gd name="connsiteY137-6876" fmla="*/ 2270223 h 2344739"/>
              <a:gd name="connsiteX138-6877" fmla="*/ 5174660 w 12192001"/>
              <a:gd name="connsiteY138-6878" fmla="*/ 2267233 h 2344739"/>
              <a:gd name="connsiteX139-6879" fmla="*/ 5156554 w 12192001"/>
              <a:gd name="connsiteY139-6880" fmla="*/ 2260010 h 2344739"/>
              <a:gd name="connsiteX140-6881" fmla="*/ 5142599 w 12192001"/>
              <a:gd name="connsiteY140-6882" fmla="*/ 2256610 h 2344739"/>
              <a:gd name="connsiteX141-6883" fmla="*/ 5139596 w 12192001"/>
              <a:gd name="connsiteY141-6884" fmla="*/ 2254509 h 2344739"/>
              <a:gd name="connsiteX142-6885" fmla="*/ 5121659 w 12192001"/>
              <a:gd name="connsiteY142-6886" fmla="*/ 2243656 h 2344739"/>
              <a:gd name="connsiteX143-6887" fmla="*/ 5065790 w 12192001"/>
              <a:gd name="connsiteY143-6888" fmla="*/ 2250227 h 2344739"/>
              <a:gd name="connsiteX144-6889" fmla="*/ 5011514 w 12192001"/>
              <a:gd name="connsiteY144-6890" fmla="*/ 2233846 h 2344739"/>
              <a:gd name="connsiteX145-6891" fmla="*/ 4840441 w 12192001"/>
              <a:gd name="connsiteY145-6892" fmla="*/ 2209829 h 2344739"/>
              <a:gd name="connsiteX146-6893" fmla="*/ 4762447 w 12192001"/>
              <a:gd name="connsiteY146-6894" fmla="*/ 2182061 h 2344739"/>
              <a:gd name="connsiteX147-6895" fmla="*/ 4723186 w 12192001"/>
              <a:gd name="connsiteY147-6896" fmla="*/ 2173047 h 2344739"/>
              <a:gd name="connsiteX148-6897" fmla="*/ 4721176 w 12192001"/>
              <a:gd name="connsiteY148-6898" fmla="*/ 2172298 h 2344739"/>
              <a:gd name="connsiteX149-6899" fmla="*/ 4722111 w 12192001"/>
              <a:gd name="connsiteY149-6900" fmla="*/ 2172087 h 2344739"/>
              <a:gd name="connsiteX150-6901" fmla="*/ 4717202 w 12192001"/>
              <a:gd name="connsiteY150-6902" fmla="*/ 2170817 h 2344739"/>
              <a:gd name="connsiteX151-6903" fmla="*/ 4721176 w 12192001"/>
              <a:gd name="connsiteY151-6904" fmla="*/ 2172298 h 2344739"/>
              <a:gd name="connsiteX152-6905" fmla="*/ 4715526 w 12192001"/>
              <a:gd name="connsiteY152-6906" fmla="*/ 2173573 h 2344739"/>
              <a:gd name="connsiteX153-6907" fmla="*/ 4515814 w 12192001"/>
              <a:gd name="connsiteY153-6908" fmla="*/ 2163671 h 2344739"/>
              <a:gd name="connsiteX154-6909" fmla="*/ 4428543 w 12192001"/>
              <a:gd name="connsiteY154-6910" fmla="*/ 2153020 h 2344739"/>
              <a:gd name="connsiteX155-6911" fmla="*/ 4362875 w 12192001"/>
              <a:gd name="connsiteY155-6912" fmla="*/ 2151674 h 2344739"/>
              <a:gd name="connsiteX156-6913" fmla="*/ 4316966 w 12192001"/>
              <a:gd name="connsiteY156-6914" fmla="*/ 2158289 h 2344739"/>
              <a:gd name="connsiteX157-6915" fmla="*/ 4315110 w 12192001"/>
              <a:gd name="connsiteY157-6916" fmla="*/ 2156948 h 2344739"/>
              <a:gd name="connsiteX158-6917" fmla="*/ 4295144 w 12192001"/>
              <a:gd name="connsiteY158-6918" fmla="*/ 2155069 h 2344739"/>
              <a:gd name="connsiteX159-6919" fmla="*/ 4290064 w 12192001"/>
              <a:gd name="connsiteY159-6920" fmla="*/ 2157986 h 2344739"/>
              <a:gd name="connsiteX160-6921" fmla="*/ 4276142 w 12192001"/>
              <a:gd name="connsiteY160-6922" fmla="*/ 2157740 h 2344739"/>
              <a:gd name="connsiteX161-6923" fmla="*/ 4248117 w 12192001"/>
              <a:gd name="connsiteY161-6924" fmla="*/ 2160064 h 2344739"/>
              <a:gd name="connsiteX162-6925" fmla="*/ 4202051 w 12192001"/>
              <a:gd name="connsiteY162-6926" fmla="*/ 2157269 h 2344739"/>
              <a:gd name="connsiteX163-6927" fmla="*/ 4201745 w 12192001"/>
              <a:gd name="connsiteY163-6928" fmla="*/ 2156010 h 2344739"/>
              <a:gd name="connsiteX164-6929" fmla="*/ 4191248 w 12192001"/>
              <a:gd name="connsiteY164-6930" fmla="*/ 2150376 h 2344739"/>
              <a:gd name="connsiteX165-6931" fmla="*/ 4142745 w 12192001"/>
              <a:gd name="connsiteY165-6932" fmla="*/ 2134511 h 2344739"/>
              <a:gd name="connsiteX166-6933" fmla="*/ 4083097 w 12192001"/>
              <a:gd name="connsiteY166-6934" fmla="*/ 2107978 h 2344739"/>
              <a:gd name="connsiteX167-6935" fmla="*/ 4074546 w 12192001"/>
              <a:gd name="connsiteY167-6936" fmla="*/ 2107143 h 2344739"/>
              <a:gd name="connsiteX168-6937" fmla="*/ 4074427 w 12192001"/>
              <a:gd name="connsiteY168-6938" fmla="*/ 2106844 h 2344739"/>
              <a:gd name="connsiteX169-6939" fmla="*/ 4065510 w 12192001"/>
              <a:gd name="connsiteY169-6940" fmla="*/ 2105400 h 2344739"/>
              <a:gd name="connsiteX170-6941" fmla="*/ 4058954 w 12192001"/>
              <a:gd name="connsiteY170-6942" fmla="*/ 2105618 h 2344739"/>
              <a:gd name="connsiteX171-6943" fmla="*/ 4042364 w 12192001"/>
              <a:gd name="connsiteY171-6944" fmla="*/ 2103997 h 2344739"/>
              <a:gd name="connsiteX172-6945" fmla="*/ 4036997 w 12192001"/>
              <a:gd name="connsiteY172-6946" fmla="*/ 2101563 h 2344739"/>
              <a:gd name="connsiteX173-6947" fmla="*/ 4035363 w 12192001"/>
              <a:gd name="connsiteY173-6948" fmla="*/ 2097896 h 2344739"/>
              <a:gd name="connsiteX174-6949" fmla="*/ 4033778 w 12192001"/>
              <a:gd name="connsiteY174-6950" fmla="*/ 2098131 h 2344739"/>
              <a:gd name="connsiteX175-6951" fmla="*/ 4004538 w 12192001"/>
              <a:gd name="connsiteY175-6952" fmla="*/ 2085563 h 2344739"/>
              <a:gd name="connsiteX176-6953" fmla="*/ 3936846 w 12192001"/>
              <a:gd name="connsiteY176-6954" fmla="*/ 2068106 h 2344739"/>
              <a:gd name="connsiteX177-6955" fmla="*/ 3897275 w 12192001"/>
              <a:gd name="connsiteY177-6956" fmla="*/ 2062451 h 2344739"/>
              <a:gd name="connsiteX178-6957" fmla="*/ 3789760 w 12192001"/>
              <a:gd name="connsiteY178-6958" fmla="*/ 2042213 h 2344739"/>
              <a:gd name="connsiteX179-6959" fmla="*/ 3682513 w 12192001"/>
              <a:gd name="connsiteY179-6960" fmla="*/ 2018290 h 2344739"/>
              <a:gd name="connsiteX180-6961" fmla="*/ 3610035 w 12192001"/>
              <a:gd name="connsiteY180-6962" fmla="*/ 1986019 h 2344739"/>
              <a:gd name="connsiteX181-6963" fmla="*/ 3603855 w 12192001"/>
              <a:gd name="connsiteY181-6964" fmla="*/ 1987381 h 2344739"/>
              <a:gd name="connsiteX182-6965" fmla="*/ 3594736 w 12192001"/>
              <a:gd name="connsiteY182-6966" fmla="*/ 1987545 h 2344739"/>
              <a:gd name="connsiteX183-6967" fmla="*/ 3594501 w 12192001"/>
              <a:gd name="connsiteY183-6968" fmla="*/ 1987276 h 2344739"/>
              <a:gd name="connsiteX184-6969" fmla="*/ 3585978 w 12192001"/>
              <a:gd name="connsiteY184-6970" fmla="*/ 1987966 h 2344739"/>
              <a:gd name="connsiteX185-6971" fmla="*/ 3536135 w 12192001"/>
              <a:gd name="connsiteY185-6972" fmla="*/ 1978267 h 2344739"/>
              <a:gd name="connsiteX186-6973" fmla="*/ 3473223 w 12192001"/>
              <a:gd name="connsiteY186-6974" fmla="*/ 1974606 h 2344739"/>
              <a:gd name="connsiteX187-6975" fmla="*/ 3400728 w 12192001"/>
              <a:gd name="connsiteY187-6976" fmla="*/ 1962558 h 2344739"/>
              <a:gd name="connsiteX188-6977" fmla="*/ 3363888 w 12192001"/>
              <a:gd name="connsiteY188-6978" fmla="*/ 1979510 h 2344739"/>
              <a:gd name="connsiteX189-6979" fmla="*/ 3344026 w 12192001"/>
              <a:gd name="connsiteY189-6980" fmla="*/ 1981192 h 2344739"/>
              <a:gd name="connsiteX190-6981" fmla="*/ 3341698 w 12192001"/>
              <a:gd name="connsiteY190-6982" fmla="*/ 1980217 h 2344739"/>
              <a:gd name="connsiteX191-6983" fmla="*/ 3262356 w 12192001"/>
              <a:gd name="connsiteY191-6984" fmla="*/ 1986094 h 2344739"/>
              <a:gd name="connsiteX192-6985" fmla="*/ 3142556 w 12192001"/>
              <a:gd name="connsiteY192-6986" fmla="*/ 1993869 h 2344739"/>
              <a:gd name="connsiteX193-6987" fmla="*/ 3030291 w 12192001"/>
              <a:gd name="connsiteY193-6988" fmla="*/ 1996512 h 2344739"/>
              <a:gd name="connsiteX194-6989" fmla="*/ 2781569 w 12192001"/>
              <a:gd name="connsiteY194-6990" fmla="*/ 2018333 h 2344739"/>
              <a:gd name="connsiteX195-6991" fmla="*/ 2646527 w 12192001"/>
              <a:gd name="connsiteY195-6992" fmla="*/ 2028869 h 2344739"/>
              <a:gd name="connsiteX196-6993" fmla="*/ 2568028 w 12192001"/>
              <a:gd name="connsiteY196-6994" fmla="*/ 2002628 h 2344739"/>
              <a:gd name="connsiteX197-6995" fmla="*/ 2443255 w 12192001"/>
              <a:gd name="connsiteY197-6996" fmla="*/ 2016529 h 2344739"/>
              <a:gd name="connsiteX198-6997" fmla="*/ 2315112 w 12192001"/>
              <a:gd name="connsiteY198-6998" fmla="*/ 2024996 h 2344739"/>
              <a:gd name="connsiteX199-6999" fmla="*/ 2208578 w 12192001"/>
              <a:gd name="connsiteY199-7000" fmla="*/ 2019763 h 2344739"/>
              <a:gd name="connsiteX200-7001" fmla="*/ 2094665 w 12192001"/>
              <a:gd name="connsiteY200-7002" fmla="*/ 2003052 h 2344739"/>
              <a:gd name="connsiteX201-7003" fmla="*/ 1997356 w 12192001"/>
              <a:gd name="connsiteY201-7004" fmla="*/ 1995032 h 2344739"/>
              <a:gd name="connsiteX202-7005" fmla="*/ 1928172 w 12192001"/>
              <a:gd name="connsiteY202-7006" fmla="*/ 2016977 h 2344739"/>
              <a:gd name="connsiteX203-7007" fmla="*/ 1921650 w 12192001"/>
              <a:gd name="connsiteY203-7008" fmla="*/ 2012146 h 2344739"/>
              <a:gd name="connsiteX204-7009" fmla="*/ 1873080 w 12192001"/>
              <a:gd name="connsiteY204-7010" fmla="*/ 2013741 h 2344739"/>
              <a:gd name="connsiteX205-7011" fmla="*/ 1786655 w 12192001"/>
              <a:gd name="connsiteY205-7012" fmla="*/ 2041363 h 2344739"/>
              <a:gd name="connsiteX206-7013" fmla="*/ 1738204 w 12192001"/>
              <a:gd name="connsiteY206-7014" fmla="*/ 2036312 h 2344739"/>
              <a:gd name="connsiteX207-7015" fmla="*/ 1675071 w 12192001"/>
              <a:gd name="connsiteY207-7016" fmla="*/ 2019963 h 2344739"/>
              <a:gd name="connsiteX208-7017" fmla="*/ 1608669 w 12192001"/>
              <a:gd name="connsiteY208-7018" fmla="*/ 2013066 h 2344739"/>
              <a:gd name="connsiteX209-7019" fmla="*/ 1496110 w 12192001"/>
              <a:gd name="connsiteY209-7020" fmla="*/ 1987476 h 2344739"/>
              <a:gd name="connsiteX210-7021" fmla="*/ 1149979 w 12192001"/>
              <a:gd name="connsiteY210-7022" fmla="*/ 1938041 h 2344739"/>
              <a:gd name="connsiteX211-7023" fmla="*/ 858269 w 12192001"/>
              <a:gd name="connsiteY211-7024" fmla="*/ 1928608 h 2344739"/>
              <a:gd name="connsiteX212-7025" fmla="*/ 837540 w 12192001"/>
              <a:gd name="connsiteY212-7026" fmla="*/ 1929821 h 2344739"/>
              <a:gd name="connsiteX213-7027" fmla="*/ 816809 w 12192001"/>
              <a:gd name="connsiteY213-7028" fmla="*/ 1927857 h 2344739"/>
              <a:gd name="connsiteX214-7029" fmla="*/ 811506 w 12192001"/>
              <a:gd name="connsiteY214-7030" fmla="*/ 1930751 h 2344739"/>
              <a:gd name="connsiteX215-7031" fmla="*/ 797041 w 12192001"/>
              <a:gd name="connsiteY215-7032" fmla="*/ 1930446 h 2344739"/>
              <a:gd name="connsiteX216-7033" fmla="*/ 767901 w 12192001"/>
              <a:gd name="connsiteY216-7034" fmla="*/ 1932653 h 2344739"/>
              <a:gd name="connsiteX217-7035" fmla="*/ 763053 w 12192001"/>
              <a:gd name="connsiteY217-7036" fmla="*/ 1930432 h 2344739"/>
              <a:gd name="connsiteX218-7037" fmla="*/ 720047 w 12192001"/>
              <a:gd name="connsiteY218-7038" fmla="*/ 1929661 h 2344739"/>
              <a:gd name="connsiteX219-7039" fmla="*/ 719742 w 12192001"/>
              <a:gd name="connsiteY219-7040" fmla="*/ 1928399 h 2344739"/>
              <a:gd name="connsiteX220-7041" fmla="*/ 708875 w 12192001"/>
              <a:gd name="connsiteY220-7042" fmla="*/ 1922722 h 2344739"/>
              <a:gd name="connsiteX221-7043" fmla="*/ 596792 w 12192001"/>
              <a:gd name="connsiteY221-7044" fmla="*/ 1879864 h 2344739"/>
              <a:gd name="connsiteX222-7045" fmla="*/ 578535 w 12192001"/>
              <a:gd name="connsiteY222-7046" fmla="*/ 1877212 h 2344739"/>
              <a:gd name="connsiteX223-7047" fmla="*/ 571717 w 12192001"/>
              <a:gd name="connsiteY223-7048" fmla="*/ 1877401 h 2344739"/>
              <a:gd name="connsiteX224-7049" fmla="*/ 445099 w 12192001"/>
              <a:gd name="connsiteY224-7050" fmla="*/ 1839371 h 2344739"/>
              <a:gd name="connsiteX225-7051" fmla="*/ 404015 w 12192001"/>
              <a:gd name="connsiteY225-7052" fmla="*/ 1833548 h 2344739"/>
              <a:gd name="connsiteX226-7053" fmla="*/ 292435 w 12192001"/>
              <a:gd name="connsiteY226-7054" fmla="*/ 1812852 h 2344739"/>
              <a:gd name="connsiteX227-7055" fmla="*/ 118381 w 12192001"/>
              <a:gd name="connsiteY227-7056" fmla="*/ 1761047 h 2344739"/>
              <a:gd name="connsiteX228-7057" fmla="*/ 15526 w 12192001"/>
              <a:gd name="connsiteY228-7058" fmla="*/ 1758191 h 2344739"/>
              <a:gd name="connsiteX229-7059" fmla="*/ 2 w 12192001"/>
              <a:gd name="connsiteY229-7060" fmla="*/ 1752722 h 2344739"/>
              <a:gd name="connsiteX230-7061" fmla="*/ 1 w 12192001"/>
              <a:gd name="connsiteY230-7062" fmla="*/ 762497 h 2344739"/>
              <a:gd name="connsiteX231-7063" fmla="*/ 0 w 12192001"/>
              <a:gd name="connsiteY231-7064" fmla="*/ 762497 h 2344739"/>
              <a:gd name="connsiteX232-7065" fmla="*/ 0 w 12192001"/>
              <a:gd name="connsiteY232-7066" fmla="*/ 222213 h 2344739"/>
              <a:gd name="connsiteX233-7067" fmla="*/ 0 w 12192001"/>
              <a:gd name="connsiteY233-7068" fmla="*/ 0 h 2344739"/>
              <a:gd name="connsiteX0-7069" fmla="*/ 0 w 12192001"/>
              <a:gd name="connsiteY0-7070" fmla="*/ 0 h 2344739"/>
              <a:gd name="connsiteX1-7071" fmla="*/ 12192000 w 12192001"/>
              <a:gd name="connsiteY1-7072" fmla="*/ 0 h 2344739"/>
              <a:gd name="connsiteX2-7073" fmla="*/ 12192000 w 12192001"/>
              <a:gd name="connsiteY2-7074" fmla="*/ 222213 h 2344739"/>
              <a:gd name="connsiteX3-7075" fmla="*/ 12192000 w 12192001"/>
              <a:gd name="connsiteY3-7076" fmla="*/ 389190 h 2344739"/>
              <a:gd name="connsiteX4-7077" fmla="*/ 12192001 w 12192001"/>
              <a:gd name="connsiteY4-7078" fmla="*/ 579739 h 2344739"/>
              <a:gd name="connsiteX5-7079" fmla="*/ 12184838 w 12192001"/>
              <a:gd name="connsiteY5-7080" fmla="*/ 584189 h 2344739"/>
              <a:gd name="connsiteX6-7081" fmla="*/ 12155215 w 12192001"/>
              <a:gd name="connsiteY6-7082" fmla="*/ 597366 h 2344739"/>
              <a:gd name="connsiteX7-7083" fmla="*/ 12138067 w 12192001"/>
              <a:gd name="connsiteY7-7084" fmla="*/ 623179 h 2344739"/>
              <a:gd name="connsiteX8-7085" fmla="*/ 12125179 w 12192001"/>
              <a:gd name="connsiteY8-7086" fmla="*/ 624690 h 2344739"/>
              <a:gd name="connsiteX9-7087" fmla="*/ 12122859 w 12192001"/>
              <a:gd name="connsiteY9-7088" fmla="*/ 624794 h 2344739"/>
              <a:gd name="connsiteX10-7089" fmla="*/ 12115706 w 12192001"/>
              <a:gd name="connsiteY10-7090" fmla="*/ 628608 h 2344739"/>
              <a:gd name="connsiteX11-7091" fmla="*/ 12098349 w 12192001"/>
              <a:gd name="connsiteY11-7092" fmla="*/ 628139 h 2344739"/>
              <a:gd name="connsiteX12-7093" fmla="*/ 12085925 w 12192001"/>
              <a:gd name="connsiteY12-7094" fmla="*/ 636341 h 2344739"/>
              <a:gd name="connsiteX13-7095" fmla="*/ 12029925 w 12192001"/>
              <a:gd name="connsiteY13-7096" fmla="*/ 680009 h 2344739"/>
              <a:gd name="connsiteX14-7097" fmla="*/ 11994685 w 12192001"/>
              <a:gd name="connsiteY14-7098" fmla="*/ 703458 h 2344739"/>
              <a:gd name="connsiteX15-7099" fmla="*/ 11978569 w 12192001"/>
              <a:gd name="connsiteY15-7100" fmla="*/ 708161 h 2344739"/>
              <a:gd name="connsiteX16-7101" fmla="*/ 11957898 w 12192001"/>
              <a:gd name="connsiteY16-7102" fmla="*/ 717558 h 2344739"/>
              <a:gd name="connsiteX17-7103" fmla="*/ 11919306 w 12192001"/>
              <a:gd name="connsiteY17-7104" fmla="*/ 730883 h 2344739"/>
              <a:gd name="connsiteX18-7105" fmla="*/ 11902508 w 12192001"/>
              <a:gd name="connsiteY18-7106" fmla="*/ 742426 h 2344739"/>
              <a:gd name="connsiteX19-7107" fmla="*/ 11893900 w 12192001"/>
              <a:gd name="connsiteY19-7108" fmla="*/ 744791 h 2344739"/>
              <a:gd name="connsiteX20-7109" fmla="*/ 11890820 w 12192001"/>
              <a:gd name="connsiteY20-7110" fmla="*/ 755729 h 2344739"/>
              <a:gd name="connsiteX21-7111" fmla="*/ 11869628 w 12192001"/>
              <a:gd name="connsiteY21-7112" fmla="*/ 777816 h 2344739"/>
              <a:gd name="connsiteX22-7113" fmla="*/ 11812228 w 12192001"/>
              <a:gd name="connsiteY22-7114" fmla="*/ 797659 h 2344739"/>
              <a:gd name="connsiteX23-7115" fmla="*/ 11748619 w 12192001"/>
              <a:gd name="connsiteY23-7116" fmla="*/ 872002 h 2344739"/>
              <a:gd name="connsiteX24-7117" fmla="*/ 11589545 w 12192001"/>
              <a:gd name="connsiteY24-7118" fmla="*/ 963777 h 2344739"/>
              <a:gd name="connsiteX25-7119" fmla="*/ 11522499 w 12192001"/>
              <a:gd name="connsiteY25-7120" fmla="*/ 999965 h 2344739"/>
              <a:gd name="connsiteX26-7121" fmla="*/ 11279184 w 12192001"/>
              <a:gd name="connsiteY26-7122" fmla="*/ 1223571 h 2344739"/>
              <a:gd name="connsiteX27-7123" fmla="*/ 11227161 w 12192001"/>
              <a:gd name="connsiteY27-7124" fmla="*/ 1276236 h 2344739"/>
              <a:gd name="connsiteX28-7125" fmla="*/ 11216939 w 12192001"/>
              <a:gd name="connsiteY28-7126" fmla="*/ 1275961 h 2344739"/>
              <a:gd name="connsiteX29-7127" fmla="*/ 11216036 w 12192001"/>
              <a:gd name="connsiteY29-7128" fmla="*/ 1275018 h 2344739"/>
              <a:gd name="connsiteX30-7129" fmla="*/ 11187737 w 12192001"/>
              <a:gd name="connsiteY30-7130" fmla="*/ 1292383 h 2344739"/>
              <a:gd name="connsiteX31-7131" fmla="*/ 11183353 w 12192001"/>
              <a:gd name="connsiteY31-7132" fmla="*/ 1292525 h 2344739"/>
              <a:gd name="connsiteX32-7133" fmla="*/ 11165706 w 12192001"/>
              <a:gd name="connsiteY32-7134" fmla="*/ 1306612 h 2344739"/>
              <a:gd name="connsiteX33-7135" fmla="*/ 11156163 w 12192001"/>
              <a:gd name="connsiteY33-7136" fmla="*/ 1312414 h 2344739"/>
              <a:gd name="connsiteX34-7137" fmla="*/ 11154348 w 12192001"/>
              <a:gd name="connsiteY34-7138" fmla="*/ 1317097 h 2344739"/>
              <a:gd name="connsiteX35-7139" fmla="*/ 11139813 w 12192001"/>
              <a:gd name="connsiteY35-7140" fmla="*/ 1324115 h 2344739"/>
              <a:gd name="connsiteX36-7141" fmla="*/ 11137813 w 12192001"/>
              <a:gd name="connsiteY36-7142" fmla="*/ 1323772 h 2344739"/>
              <a:gd name="connsiteX37-7143" fmla="*/ 11127060 w 12192001"/>
              <a:gd name="connsiteY37-7144" fmla="*/ 1333832 h 2344739"/>
              <a:gd name="connsiteX38-7145" fmla="*/ 11119543 w 12192001"/>
              <a:gd name="connsiteY38-7146" fmla="*/ 1347424 h 2344739"/>
              <a:gd name="connsiteX39-7147" fmla="*/ 10893535 w 12192001"/>
              <a:gd name="connsiteY39-7148" fmla="*/ 1473399 h 2344739"/>
              <a:gd name="connsiteX40-7149" fmla="*/ 10772152 w 12192001"/>
              <a:gd name="connsiteY40-7150" fmla="*/ 1523191 h 2344739"/>
              <a:gd name="connsiteX41-7151" fmla="*/ 10626520 w 12192001"/>
              <a:gd name="connsiteY41-7152" fmla="*/ 1559229 h 2344739"/>
              <a:gd name="connsiteX42-7153" fmla="*/ 10580747 w 12192001"/>
              <a:gd name="connsiteY42-7154" fmla="*/ 1568689 h 2344739"/>
              <a:gd name="connsiteX43-7155" fmla="*/ 10546642 w 12192001"/>
              <a:gd name="connsiteY43-7156" fmla="*/ 1598423 h 2344739"/>
              <a:gd name="connsiteX44-7157" fmla="*/ 10528495 w 12192001"/>
              <a:gd name="connsiteY44-7158" fmla="*/ 1596907 h 2344739"/>
              <a:gd name="connsiteX45-7159" fmla="*/ 10525298 w 12192001"/>
              <a:gd name="connsiteY45-7160" fmla="*/ 1596411 h 2344739"/>
              <a:gd name="connsiteX46-7161" fmla="*/ 10513981 w 12192001"/>
              <a:gd name="connsiteY46-7162" fmla="*/ 1599537 h 2344739"/>
              <a:gd name="connsiteX47-7163" fmla="*/ 10490587 w 12192001"/>
              <a:gd name="connsiteY47-7164" fmla="*/ 1594156 h 2344739"/>
              <a:gd name="connsiteX48-7165" fmla="*/ 10470270 w 12192001"/>
              <a:gd name="connsiteY48-7166" fmla="*/ 1601693 h 2344739"/>
              <a:gd name="connsiteX49-7167" fmla="*/ 10375894 w 12192001"/>
              <a:gd name="connsiteY49-7168" fmla="*/ 1644598 h 2344739"/>
              <a:gd name="connsiteX50-7169" fmla="*/ 10318190 w 12192001"/>
              <a:gd name="connsiteY50-7170" fmla="*/ 1666221 h 2344739"/>
              <a:gd name="connsiteX51-7171" fmla="*/ 10294319 w 12192001"/>
              <a:gd name="connsiteY51-7172" fmla="*/ 1668079 h 2344739"/>
              <a:gd name="connsiteX52-7173" fmla="*/ 10262295 w 12192001"/>
              <a:gd name="connsiteY52-7174" fmla="*/ 1674948 h 2344739"/>
              <a:gd name="connsiteX53-7175" fmla="*/ 10204270 w 12192001"/>
              <a:gd name="connsiteY53-7176" fmla="*/ 1682149 h 2344739"/>
              <a:gd name="connsiteX54-7177" fmla="*/ 10176611 w 12192001"/>
              <a:gd name="connsiteY54-7178" fmla="*/ 1692943 h 2344739"/>
              <a:gd name="connsiteX55-7179" fmla="*/ 10163922 w 12192001"/>
              <a:gd name="connsiteY55-7180" fmla="*/ 1693739 h 2344739"/>
              <a:gd name="connsiteX56-7181" fmla="*/ 10155160 w 12192001"/>
              <a:gd name="connsiteY56-7182" fmla="*/ 1707487 h 2344739"/>
              <a:gd name="connsiteX57-7183" fmla="*/ 10117119 w 12192001"/>
              <a:gd name="connsiteY57-7184" fmla="*/ 1731142 h 2344739"/>
              <a:gd name="connsiteX58-7185" fmla="*/ 10100445 w 12192001"/>
              <a:gd name="connsiteY58-7186" fmla="*/ 1742432 h 2344739"/>
              <a:gd name="connsiteX59-7187" fmla="*/ 10082169 w 12192001"/>
              <a:gd name="connsiteY59-7188" fmla="*/ 1743296 h 2344739"/>
              <a:gd name="connsiteX60-7189" fmla="*/ 10039240 w 12192001"/>
              <a:gd name="connsiteY60-7190" fmla="*/ 1741632 h 2344739"/>
              <a:gd name="connsiteX61-7191" fmla="*/ 9960019 w 12192001"/>
              <a:gd name="connsiteY61-7192" fmla="*/ 1757147 h 2344739"/>
              <a:gd name="connsiteX62-7193" fmla="*/ 9847792 w 12192001"/>
              <a:gd name="connsiteY62-7194" fmla="*/ 1763915 h 2344739"/>
              <a:gd name="connsiteX63-7195" fmla="*/ 9728309 w 12192001"/>
              <a:gd name="connsiteY63-7196" fmla="*/ 1784122 h 2344739"/>
              <a:gd name="connsiteX64-7197" fmla="*/ 9584507 w 12192001"/>
              <a:gd name="connsiteY64-7198" fmla="*/ 1795542 h 2344739"/>
              <a:gd name="connsiteX65-7199" fmla="*/ 9343052 w 12192001"/>
              <a:gd name="connsiteY65-7200" fmla="*/ 1841244 h 2344739"/>
              <a:gd name="connsiteX66-7201" fmla="*/ 9231370 w 12192001"/>
              <a:gd name="connsiteY66-7202" fmla="*/ 1893149 h 2344739"/>
              <a:gd name="connsiteX67-7203" fmla="*/ 9194810 w 12192001"/>
              <a:gd name="connsiteY67-7204" fmla="*/ 1903228 h 2344739"/>
              <a:gd name="connsiteX68-7205" fmla="*/ 9189246 w 12192001"/>
              <a:gd name="connsiteY68-7206" fmla="*/ 1912467 h 2344739"/>
              <a:gd name="connsiteX69-7207" fmla="*/ 9151232 w 12192001"/>
              <a:gd name="connsiteY69-7208" fmla="*/ 1923669 h 2344739"/>
              <a:gd name="connsiteX70-7209" fmla="*/ 9113812 w 12192001"/>
              <a:gd name="connsiteY70-7210" fmla="*/ 1919069 h 2344739"/>
              <a:gd name="connsiteX71-7211" fmla="*/ 9053453 w 12192001"/>
              <a:gd name="connsiteY71-7212" fmla="*/ 1910755 h 2344739"/>
              <a:gd name="connsiteX72-7213" fmla="*/ 9005486 w 12192001"/>
              <a:gd name="connsiteY72-7214" fmla="*/ 1914040 h 2344739"/>
              <a:gd name="connsiteX73-7215" fmla="*/ 9005201 w 12192001"/>
              <a:gd name="connsiteY73-7216" fmla="*/ 1913800 h 2344739"/>
              <a:gd name="connsiteX74-7217" fmla="*/ 8996232 w 12192001"/>
              <a:gd name="connsiteY74-7218" fmla="*/ 1915011 h 2344739"/>
              <a:gd name="connsiteX75-7219" fmla="*/ 8990394 w 12192001"/>
              <a:gd name="connsiteY75-7220" fmla="*/ 1917072 h 2344739"/>
              <a:gd name="connsiteX76-7221" fmla="*/ 8974337 w 12192001"/>
              <a:gd name="connsiteY76-7222" fmla="*/ 1920298 h 2344739"/>
              <a:gd name="connsiteX77-7223" fmla="*/ 8968011 w 12192001"/>
              <a:gd name="connsiteY77-7224" fmla="*/ 1919598 h 2344739"/>
              <a:gd name="connsiteX78-7225" fmla="*/ 8963048 w 12192001"/>
              <a:gd name="connsiteY78-7226" fmla="*/ 1917373 h 2344739"/>
              <a:gd name="connsiteX79-7227" fmla="*/ 8928988 w 12192001"/>
              <a:gd name="connsiteY79-7228" fmla="*/ 1914185 h 2344739"/>
              <a:gd name="connsiteX80-7229" fmla="*/ 8752444 w 12192001"/>
              <a:gd name="connsiteY80-7230" fmla="*/ 1933417 h 2344739"/>
              <a:gd name="connsiteX81-7231" fmla="*/ 8707847 w 12192001"/>
              <a:gd name="connsiteY81-7232" fmla="*/ 1935518 h 2344739"/>
              <a:gd name="connsiteX82-7233" fmla="*/ 8596071 w 12192001"/>
              <a:gd name="connsiteY82-7234" fmla="*/ 1944090 h 2344739"/>
              <a:gd name="connsiteX83-7235" fmla="*/ 8525230 w 12192001"/>
              <a:gd name="connsiteY83-7236" fmla="*/ 1929248 h 2344739"/>
              <a:gd name="connsiteX84-7237" fmla="*/ 8510983 w 12192001"/>
              <a:gd name="connsiteY84-7238" fmla="*/ 1935163 h 2344739"/>
              <a:gd name="connsiteX85-7239" fmla="*/ 8506167 w 12192001"/>
              <a:gd name="connsiteY85-7240" fmla="*/ 1938164 h 2344739"/>
              <a:gd name="connsiteX86-7241" fmla="*/ 8497968 w 12192001"/>
              <a:gd name="connsiteY86-7242" fmla="*/ 1940902 h 2344739"/>
              <a:gd name="connsiteX87-7243" fmla="*/ 8497594 w 12192001"/>
              <a:gd name="connsiteY87-7244" fmla="*/ 1940723 h 2344739"/>
              <a:gd name="connsiteX88-7245" fmla="*/ 8490249 w 12192001"/>
              <a:gd name="connsiteY88-7246" fmla="*/ 1943773 h 2344739"/>
              <a:gd name="connsiteX89-7247" fmla="*/ 8367182 w 12192001"/>
              <a:gd name="connsiteY89-7248" fmla="*/ 1957815 h 2344739"/>
              <a:gd name="connsiteX90-7249" fmla="*/ 8353799 w 12192001"/>
              <a:gd name="connsiteY90-7250" fmla="*/ 1958009 h 2344739"/>
              <a:gd name="connsiteX91-7251" fmla="*/ 8352373 w 12192001"/>
              <a:gd name="connsiteY91-7252" fmla="*/ 1957169 h 2344739"/>
              <a:gd name="connsiteX92-7253" fmla="*/ 8320104 w 12192001"/>
              <a:gd name="connsiteY92-7254" fmla="*/ 1974587 h 2344739"/>
              <a:gd name="connsiteX93-7255" fmla="*/ 8314433 w 12192001"/>
              <a:gd name="connsiteY93-7256" fmla="*/ 1974913 h 2344739"/>
              <a:gd name="connsiteX94-7257" fmla="*/ 8295174 w 12192001"/>
              <a:gd name="connsiteY94-7258" fmla="*/ 1988808 h 2344739"/>
              <a:gd name="connsiteX95-7259" fmla="*/ 8284276 w 12192001"/>
              <a:gd name="connsiteY95-7260" fmla="*/ 1994631 h 2344739"/>
              <a:gd name="connsiteX96-7261" fmla="*/ 8283150 w 12192001"/>
              <a:gd name="connsiteY96-7262" fmla="*/ 1999074 h 2344739"/>
              <a:gd name="connsiteX97-7263" fmla="*/ 8266076 w 12192001"/>
              <a:gd name="connsiteY97-7264" fmla="*/ 2006249 h 2344739"/>
              <a:gd name="connsiteX98-7265" fmla="*/ 8263377 w 12192001"/>
              <a:gd name="connsiteY98-7266" fmla="*/ 2006019 h 2344739"/>
              <a:gd name="connsiteX99-7267" fmla="*/ 8252033 w 12192001"/>
              <a:gd name="connsiteY99-7268" fmla="*/ 2015862 h 2344739"/>
              <a:gd name="connsiteX100-7269" fmla="*/ 8245834 w 12192001"/>
              <a:gd name="connsiteY100-7270" fmla="*/ 2028854 h 2344739"/>
              <a:gd name="connsiteX101-7271" fmla="*/ 8090272 w 12192001"/>
              <a:gd name="connsiteY101-7272" fmla="*/ 2075015 h 2344739"/>
              <a:gd name="connsiteX102-7273" fmla="*/ 7905407 w 12192001"/>
              <a:gd name="connsiteY102-7274" fmla="*/ 2116988 h 2344739"/>
              <a:gd name="connsiteX103-7275" fmla="*/ 7718745 w 12192001"/>
              <a:gd name="connsiteY103-7276" fmla="*/ 2142703 h 2344739"/>
              <a:gd name="connsiteX104-7277" fmla="*/ 7614347 w 12192001"/>
              <a:gd name="connsiteY104-7278" fmla="*/ 2139232 h 2344739"/>
              <a:gd name="connsiteX105-7279" fmla="*/ 7527543 w 12192001"/>
              <a:gd name="connsiteY105-7280" fmla="*/ 2145060 h 2344739"/>
              <a:gd name="connsiteX106-7281" fmla="*/ 7519571 w 12192001"/>
              <a:gd name="connsiteY106-7282" fmla="*/ 2147613 h 2344739"/>
              <a:gd name="connsiteX107-7283" fmla="*/ 7507411 w 12192001"/>
              <a:gd name="connsiteY107-7284" fmla="*/ 2148948 h 2344739"/>
              <a:gd name="connsiteX108-7285" fmla="*/ 7507040 w 12192001"/>
              <a:gd name="connsiteY108-7286" fmla="*/ 2148621 h 2344739"/>
              <a:gd name="connsiteX109-7287" fmla="*/ 7495795 w 12192001"/>
              <a:gd name="connsiteY109-7288" fmla="*/ 2150573 h 2344739"/>
              <a:gd name="connsiteX110-7289" fmla="*/ 7405391 w 12192001"/>
              <a:gd name="connsiteY110-7290" fmla="*/ 2142468 h 2344739"/>
              <a:gd name="connsiteX111-7291" fmla="*/ 7312180 w 12192001"/>
              <a:gd name="connsiteY111-7292" fmla="*/ 2132873 h 2344739"/>
              <a:gd name="connsiteX112-7293" fmla="*/ 7310853 w 12192001"/>
              <a:gd name="connsiteY112-7294" fmla="*/ 2131431 h 2344739"/>
              <a:gd name="connsiteX113-7295" fmla="*/ 7218559 w 12192001"/>
              <a:gd name="connsiteY113-7296" fmla="*/ 2156680 h 2344739"/>
              <a:gd name="connsiteX114-7297" fmla="*/ 7201101 w 12192001"/>
              <a:gd name="connsiteY114-7298" fmla="*/ 2161230 h 2344739"/>
              <a:gd name="connsiteX115-7299" fmla="*/ 7197004 w 12192001"/>
              <a:gd name="connsiteY115-7300" fmla="*/ 2166588 h 2344739"/>
              <a:gd name="connsiteX116-7301" fmla="*/ 7170808 w 12192001"/>
              <a:gd name="connsiteY116-7302" fmla="*/ 2171236 h 2344739"/>
              <a:gd name="connsiteX117-7303" fmla="*/ 7096988 w 12192001"/>
              <a:gd name="connsiteY117-7304" fmla="*/ 2183464 h 2344739"/>
              <a:gd name="connsiteX118-7305" fmla="*/ 7018496 w 12192001"/>
              <a:gd name="connsiteY118-7306" fmla="*/ 2183090 h 2344739"/>
              <a:gd name="connsiteX119-7307" fmla="*/ 6904146 w 12192001"/>
              <a:gd name="connsiteY119-7308" fmla="*/ 2212596 h 2344739"/>
              <a:gd name="connsiteX120-7309" fmla="*/ 6708222 w 12192001"/>
              <a:gd name="connsiteY120-7310" fmla="*/ 2240551 h 2344739"/>
              <a:gd name="connsiteX121-7311" fmla="*/ 6549454 w 12192001"/>
              <a:gd name="connsiteY121-7312" fmla="*/ 2269327 h 2344739"/>
              <a:gd name="connsiteX122-7313" fmla="*/ 6317560 w 12192001"/>
              <a:gd name="connsiteY122-7314" fmla="*/ 2316127 h 2344739"/>
              <a:gd name="connsiteX123-7315" fmla="*/ 6168674 w 12192001"/>
              <a:gd name="connsiteY123-7316" fmla="*/ 2318214 h 2344739"/>
              <a:gd name="connsiteX124-7317" fmla="*/ 6073848 w 12192001"/>
              <a:gd name="connsiteY124-7318" fmla="*/ 2338676 h 2344739"/>
              <a:gd name="connsiteX125-7319" fmla="*/ 6068529 w 12192001"/>
              <a:gd name="connsiteY125-7320" fmla="*/ 2337139 h 2344739"/>
              <a:gd name="connsiteX126-7321" fmla="*/ 6048638 w 12192001"/>
              <a:gd name="connsiteY126-7322" fmla="*/ 2337822 h 2344739"/>
              <a:gd name="connsiteX127-7323" fmla="*/ 6041285 w 12192001"/>
              <a:gd name="connsiteY127-7324" fmla="*/ 2329473 h 2344739"/>
              <a:gd name="connsiteX128-7325" fmla="*/ 6010090 w 12192001"/>
              <a:gd name="connsiteY128-7326" fmla="*/ 2324380 h 2344739"/>
              <a:gd name="connsiteX129-7327" fmla="*/ 5957375 w 12192001"/>
              <a:gd name="connsiteY129-7328" fmla="*/ 2328024 h 2344739"/>
              <a:gd name="connsiteX130-7329" fmla="*/ 5758919 w 12192001"/>
              <a:gd name="connsiteY130-7330" fmla="*/ 2343716 h 2344739"/>
              <a:gd name="connsiteX131-7331" fmla="*/ 5626960 w 12192001"/>
              <a:gd name="connsiteY131-7332" fmla="*/ 2344739 h 2344739"/>
              <a:gd name="connsiteX132-7333" fmla="*/ 5470906 w 12192001"/>
              <a:gd name="connsiteY132-7334" fmla="*/ 2330719 h 2344739"/>
              <a:gd name="connsiteX133-7335" fmla="*/ 5432761 w 12192001"/>
              <a:gd name="connsiteY133-7336" fmla="*/ 2319466 h 2344739"/>
              <a:gd name="connsiteX134-7337" fmla="*/ 5381669 w 12192001"/>
              <a:gd name="connsiteY134-7338" fmla="*/ 2301764 h 2344739"/>
              <a:gd name="connsiteX135-7339" fmla="*/ 5261764 w 12192001"/>
              <a:gd name="connsiteY135-7340" fmla="*/ 2281347 h 2344739"/>
              <a:gd name="connsiteX136-7341" fmla="*/ 5222961 w 12192001"/>
              <a:gd name="connsiteY136-7342" fmla="*/ 2270223 h 2344739"/>
              <a:gd name="connsiteX137-7343" fmla="*/ 5174660 w 12192001"/>
              <a:gd name="connsiteY137-7344" fmla="*/ 2267233 h 2344739"/>
              <a:gd name="connsiteX138-7345" fmla="*/ 5156554 w 12192001"/>
              <a:gd name="connsiteY138-7346" fmla="*/ 2260010 h 2344739"/>
              <a:gd name="connsiteX139-7347" fmla="*/ 5142599 w 12192001"/>
              <a:gd name="connsiteY139-7348" fmla="*/ 2256610 h 2344739"/>
              <a:gd name="connsiteX140-7349" fmla="*/ 5139596 w 12192001"/>
              <a:gd name="connsiteY140-7350" fmla="*/ 2254509 h 2344739"/>
              <a:gd name="connsiteX141-7351" fmla="*/ 5121659 w 12192001"/>
              <a:gd name="connsiteY141-7352" fmla="*/ 2243656 h 2344739"/>
              <a:gd name="connsiteX142-7353" fmla="*/ 5065790 w 12192001"/>
              <a:gd name="connsiteY142-7354" fmla="*/ 2250227 h 2344739"/>
              <a:gd name="connsiteX143-7355" fmla="*/ 5011514 w 12192001"/>
              <a:gd name="connsiteY143-7356" fmla="*/ 2233846 h 2344739"/>
              <a:gd name="connsiteX144-7357" fmla="*/ 4840441 w 12192001"/>
              <a:gd name="connsiteY144-7358" fmla="*/ 2209829 h 2344739"/>
              <a:gd name="connsiteX145-7359" fmla="*/ 4762447 w 12192001"/>
              <a:gd name="connsiteY145-7360" fmla="*/ 2182061 h 2344739"/>
              <a:gd name="connsiteX146-7361" fmla="*/ 4723186 w 12192001"/>
              <a:gd name="connsiteY146-7362" fmla="*/ 2173047 h 2344739"/>
              <a:gd name="connsiteX147-7363" fmla="*/ 4721176 w 12192001"/>
              <a:gd name="connsiteY147-7364" fmla="*/ 2172298 h 2344739"/>
              <a:gd name="connsiteX148-7365" fmla="*/ 4722111 w 12192001"/>
              <a:gd name="connsiteY148-7366" fmla="*/ 2172087 h 2344739"/>
              <a:gd name="connsiteX149-7367" fmla="*/ 4717202 w 12192001"/>
              <a:gd name="connsiteY149-7368" fmla="*/ 2170817 h 2344739"/>
              <a:gd name="connsiteX150-7369" fmla="*/ 4721176 w 12192001"/>
              <a:gd name="connsiteY150-7370" fmla="*/ 2172298 h 2344739"/>
              <a:gd name="connsiteX151-7371" fmla="*/ 4715526 w 12192001"/>
              <a:gd name="connsiteY151-7372" fmla="*/ 2173573 h 2344739"/>
              <a:gd name="connsiteX152-7373" fmla="*/ 4515814 w 12192001"/>
              <a:gd name="connsiteY152-7374" fmla="*/ 2163671 h 2344739"/>
              <a:gd name="connsiteX153-7375" fmla="*/ 4428543 w 12192001"/>
              <a:gd name="connsiteY153-7376" fmla="*/ 2153020 h 2344739"/>
              <a:gd name="connsiteX154-7377" fmla="*/ 4362875 w 12192001"/>
              <a:gd name="connsiteY154-7378" fmla="*/ 2151674 h 2344739"/>
              <a:gd name="connsiteX155-7379" fmla="*/ 4316966 w 12192001"/>
              <a:gd name="connsiteY155-7380" fmla="*/ 2158289 h 2344739"/>
              <a:gd name="connsiteX156-7381" fmla="*/ 4315110 w 12192001"/>
              <a:gd name="connsiteY156-7382" fmla="*/ 2156948 h 2344739"/>
              <a:gd name="connsiteX157-7383" fmla="*/ 4295144 w 12192001"/>
              <a:gd name="connsiteY157-7384" fmla="*/ 2155069 h 2344739"/>
              <a:gd name="connsiteX158-7385" fmla="*/ 4290064 w 12192001"/>
              <a:gd name="connsiteY158-7386" fmla="*/ 2157986 h 2344739"/>
              <a:gd name="connsiteX159-7387" fmla="*/ 4276142 w 12192001"/>
              <a:gd name="connsiteY159-7388" fmla="*/ 2157740 h 2344739"/>
              <a:gd name="connsiteX160-7389" fmla="*/ 4248117 w 12192001"/>
              <a:gd name="connsiteY160-7390" fmla="*/ 2160064 h 2344739"/>
              <a:gd name="connsiteX161-7391" fmla="*/ 4202051 w 12192001"/>
              <a:gd name="connsiteY161-7392" fmla="*/ 2157269 h 2344739"/>
              <a:gd name="connsiteX162-7393" fmla="*/ 4201745 w 12192001"/>
              <a:gd name="connsiteY162-7394" fmla="*/ 2156010 h 2344739"/>
              <a:gd name="connsiteX163-7395" fmla="*/ 4191248 w 12192001"/>
              <a:gd name="connsiteY163-7396" fmla="*/ 2150376 h 2344739"/>
              <a:gd name="connsiteX164-7397" fmla="*/ 4142745 w 12192001"/>
              <a:gd name="connsiteY164-7398" fmla="*/ 2134511 h 2344739"/>
              <a:gd name="connsiteX165-7399" fmla="*/ 4083097 w 12192001"/>
              <a:gd name="connsiteY165-7400" fmla="*/ 2107978 h 2344739"/>
              <a:gd name="connsiteX166-7401" fmla="*/ 4074546 w 12192001"/>
              <a:gd name="connsiteY166-7402" fmla="*/ 2107143 h 2344739"/>
              <a:gd name="connsiteX167-7403" fmla="*/ 4074427 w 12192001"/>
              <a:gd name="connsiteY167-7404" fmla="*/ 2106844 h 2344739"/>
              <a:gd name="connsiteX168-7405" fmla="*/ 4065510 w 12192001"/>
              <a:gd name="connsiteY168-7406" fmla="*/ 2105400 h 2344739"/>
              <a:gd name="connsiteX169-7407" fmla="*/ 4058954 w 12192001"/>
              <a:gd name="connsiteY169-7408" fmla="*/ 2105618 h 2344739"/>
              <a:gd name="connsiteX170-7409" fmla="*/ 4042364 w 12192001"/>
              <a:gd name="connsiteY170-7410" fmla="*/ 2103997 h 2344739"/>
              <a:gd name="connsiteX171-7411" fmla="*/ 4036997 w 12192001"/>
              <a:gd name="connsiteY171-7412" fmla="*/ 2101563 h 2344739"/>
              <a:gd name="connsiteX172-7413" fmla="*/ 4035363 w 12192001"/>
              <a:gd name="connsiteY172-7414" fmla="*/ 2097896 h 2344739"/>
              <a:gd name="connsiteX173-7415" fmla="*/ 4033778 w 12192001"/>
              <a:gd name="connsiteY173-7416" fmla="*/ 2098131 h 2344739"/>
              <a:gd name="connsiteX174-7417" fmla="*/ 4004538 w 12192001"/>
              <a:gd name="connsiteY174-7418" fmla="*/ 2085563 h 2344739"/>
              <a:gd name="connsiteX175-7419" fmla="*/ 3936846 w 12192001"/>
              <a:gd name="connsiteY175-7420" fmla="*/ 2068106 h 2344739"/>
              <a:gd name="connsiteX176-7421" fmla="*/ 3897275 w 12192001"/>
              <a:gd name="connsiteY176-7422" fmla="*/ 2062451 h 2344739"/>
              <a:gd name="connsiteX177-7423" fmla="*/ 3789760 w 12192001"/>
              <a:gd name="connsiteY177-7424" fmla="*/ 2042213 h 2344739"/>
              <a:gd name="connsiteX178-7425" fmla="*/ 3682513 w 12192001"/>
              <a:gd name="connsiteY178-7426" fmla="*/ 2018290 h 2344739"/>
              <a:gd name="connsiteX179-7427" fmla="*/ 3610035 w 12192001"/>
              <a:gd name="connsiteY179-7428" fmla="*/ 1986019 h 2344739"/>
              <a:gd name="connsiteX180-7429" fmla="*/ 3603855 w 12192001"/>
              <a:gd name="connsiteY180-7430" fmla="*/ 1987381 h 2344739"/>
              <a:gd name="connsiteX181-7431" fmla="*/ 3594736 w 12192001"/>
              <a:gd name="connsiteY181-7432" fmla="*/ 1987545 h 2344739"/>
              <a:gd name="connsiteX182-7433" fmla="*/ 3594501 w 12192001"/>
              <a:gd name="connsiteY182-7434" fmla="*/ 1987276 h 2344739"/>
              <a:gd name="connsiteX183-7435" fmla="*/ 3585978 w 12192001"/>
              <a:gd name="connsiteY183-7436" fmla="*/ 1987966 h 2344739"/>
              <a:gd name="connsiteX184-7437" fmla="*/ 3536135 w 12192001"/>
              <a:gd name="connsiteY184-7438" fmla="*/ 1978267 h 2344739"/>
              <a:gd name="connsiteX185-7439" fmla="*/ 3473223 w 12192001"/>
              <a:gd name="connsiteY185-7440" fmla="*/ 1974606 h 2344739"/>
              <a:gd name="connsiteX186-7441" fmla="*/ 3400728 w 12192001"/>
              <a:gd name="connsiteY186-7442" fmla="*/ 1962558 h 2344739"/>
              <a:gd name="connsiteX187-7443" fmla="*/ 3363888 w 12192001"/>
              <a:gd name="connsiteY187-7444" fmla="*/ 1979510 h 2344739"/>
              <a:gd name="connsiteX188-7445" fmla="*/ 3344026 w 12192001"/>
              <a:gd name="connsiteY188-7446" fmla="*/ 1981192 h 2344739"/>
              <a:gd name="connsiteX189-7447" fmla="*/ 3341698 w 12192001"/>
              <a:gd name="connsiteY189-7448" fmla="*/ 1980217 h 2344739"/>
              <a:gd name="connsiteX190-7449" fmla="*/ 3262356 w 12192001"/>
              <a:gd name="connsiteY190-7450" fmla="*/ 1986094 h 2344739"/>
              <a:gd name="connsiteX191-7451" fmla="*/ 3142556 w 12192001"/>
              <a:gd name="connsiteY191-7452" fmla="*/ 1993869 h 2344739"/>
              <a:gd name="connsiteX192-7453" fmla="*/ 3030291 w 12192001"/>
              <a:gd name="connsiteY192-7454" fmla="*/ 1996512 h 2344739"/>
              <a:gd name="connsiteX193-7455" fmla="*/ 2781569 w 12192001"/>
              <a:gd name="connsiteY193-7456" fmla="*/ 2018333 h 2344739"/>
              <a:gd name="connsiteX194-7457" fmla="*/ 2646527 w 12192001"/>
              <a:gd name="connsiteY194-7458" fmla="*/ 2028869 h 2344739"/>
              <a:gd name="connsiteX195-7459" fmla="*/ 2568028 w 12192001"/>
              <a:gd name="connsiteY195-7460" fmla="*/ 2002628 h 2344739"/>
              <a:gd name="connsiteX196-7461" fmla="*/ 2443255 w 12192001"/>
              <a:gd name="connsiteY196-7462" fmla="*/ 2016529 h 2344739"/>
              <a:gd name="connsiteX197-7463" fmla="*/ 2315112 w 12192001"/>
              <a:gd name="connsiteY197-7464" fmla="*/ 2024996 h 2344739"/>
              <a:gd name="connsiteX198-7465" fmla="*/ 2208578 w 12192001"/>
              <a:gd name="connsiteY198-7466" fmla="*/ 2019763 h 2344739"/>
              <a:gd name="connsiteX199-7467" fmla="*/ 2094665 w 12192001"/>
              <a:gd name="connsiteY199-7468" fmla="*/ 2003052 h 2344739"/>
              <a:gd name="connsiteX200-7469" fmla="*/ 1997356 w 12192001"/>
              <a:gd name="connsiteY200-7470" fmla="*/ 1995032 h 2344739"/>
              <a:gd name="connsiteX201-7471" fmla="*/ 1928172 w 12192001"/>
              <a:gd name="connsiteY201-7472" fmla="*/ 2016977 h 2344739"/>
              <a:gd name="connsiteX202-7473" fmla="*/ 1921650 w 12192001"/>
              <a:gd name="connsiteY202-7474" fmla="*/ 2012146 h 2344739"/>
              <a:gd name="connsiteX203-7475" fmla="*/ 1873080 w 12192001"/>
              <a:gd name="connsiteY203-7476" fmla="*/ 2013741 h 2344739"/>
              <a:gd name="connsiteX204-7477" fmla="*/ 1786655 w 12192001"/>
              <a:gd name="connsiteY204-7478" fmla="*/ 2041363 h 2344739"/>
              <a:gd name="connsiteX205-7479" fmla="*/ 1738204 w 12192001"/>
              <a:gd name="connsiteY205-7480" fmla="*/ 2036312 h 2344739"/>
              <a:gd name="connsiteX206-7481" fmla="*/ 1675071 w 12192001"/>
              <a:gd name="connsiteY206-7482" fmla="*/ 2019963 h 2344739"/>
              <a:gd name="connsiteX207-7483" fmla="*/ 1608669 w 12192001"/>
              <a:gd name="connsiteY207-7484" fmla="*/ 2013066 h 2344739"/>
              <a:gd name="connsiteX208-7485" fmla="*/ 1496110 w 12192001"/>
              <a:gd name="connsiteY208-7486" fmla="*/ 1987476 h 2344739"/>
              <a:gd name="connsiteX209-7487" fmla="*/ 1149979 w 12192001"/>
              <a:gd name="connsiteY209-7488" fmla="*/ 1938041 h 2344739"/>
              <a:gd name="connsiteX210-7489" fmla="*/ 858269 w 12192001"/>
              <a:gd name="connsiteY210-7490" fmla="*/ 1928608 h 2344739"/>
              <a:gd name="connsiteX211-7491" fmla="*/ 837540 w 12192001"/>
              <a:gd name="connsiteY211-7492" fmla="*/ 1929821 h 2344739"/>
              <a:gd name="connsiteX212-7493" fmla="*/ 816809 w 12192001"/>
              <a:gd name="connsiteY212-7494" fmla="*/ 1927857 h 2344739"/>
              <a:gd name="connsiteX213-7495" fmla="*/ 811506 w 12192001"/>
              <a:gd name="connsiteY213-7496" fmla="*/ 1930751 h 2344739"/>
              <a:gd name="connsiteX214-7497" fmla="*/ 797041 w 12192001"/>
              <a:gd name="connsiteY214-7498" fmla="*/ 1930446 h 2344739"/>
              <a:gd name="connsiteX215-7499" fmla="*/ 767901 w 12192001"/>
              <a:gd name="connsiteY215-7500" fmla="*/ 1932653 h 2344739"/>
              <a:gd name="connsiteX216-7501" fmla="*/ 763053 w 12192001"/>
              <a:gd name="connsiteY216-7502" fmla="*/ 1930432 h 2344739"/>
              <a:gd name="connsiteX217-7503" fmla="*/ 720047 w 12192001"/>
              <a:gd name="connsiteY217-7504" fmla="*/ 1929661 h 2344739"/>
              <a:gd name="connsiteX218-7505" fmla="*/ 719742 w 12192001"/>
              <a:gd name="connsiteY218-7506" fmla="*/ 1928399 h 2344739"/>
              <a:gd name="connsiteX219-7507" fmla="*/ 708875 w 12192001"/>
              <a:gd name="connsiteY219-7508" fmla="*/ 1922722 h 2344739"/>
              <a:gd name="connsiteX220-7509" fmla="*/ 596792 w 12192001"/>
              <a:gd name="connsiteY220-7510" fmla="*/ 1879864 h 2344739"/>
              <a:gd name="connsiteX221-7511" fmla="*/ 578535 w 12192001"/>
              <a:gd name="connsiteY221-7512" fmla="*/ 1877212 h 2344739"/>
              <a:gd name="connsiteX222-7513" fmla="*/ 571717 w 12192001"/>
              <a:gd name="connsiteY222-7514" fmla="*/ 1877401 h 2344739"/>
              <a:gd name="connsiteX223-7515" fmla="*/ 445099 w 12192001"/>
              <a:gd name="connsiteY223-7516" fmla="*/ 1839371 h 2344739"/>
              <a:gd name="connsiteX224-7517" fmla="*/ 404015 w 12192001"/>
              <a:gd name="connsiteY224-7518" fmla="*/ 1833548 h 2344739"/>
              <a:gd name="connsiteX225-7519" fmla="*/ 292435 w 12192001"/>
              <a:gd name="connsiteY225-7520" fmla="*/ 1812852 h 2344739"/>
              <a:gd name="connsiteX226-7521" fmla="*/ 118381 w 12192001"/>
              <a:gd name="connsiteY226-7522" fmla="*/ 1761047 h 2344739"/>
              <a:gd name="connsiteX227-7523" fmla="*/ 15526 w 12192001"/>
              <a:gd name="connsiteY227-7524" fmla="*/ 1758191 h 2344739"/>
              <a:gd name="connsiteX228-7525" fmla="*/ 2 w 12192001"/>
              <a:gd name="connsiteY228-7526" fmla="*/ 1752722 h 2344739"/>
              <a:gd name="connsiteX229-7527" fmla="*/ 1 w 12192001"/>
              <a:gd name="connsiteY229-7528" fmla="*/ 762497 h 2344739"/>
              <a:gd name="connsiteX230-7529" fmla="*/ 0 w 12192001"/>
              <a:gd name="connsiteY230-7530" fmla="*/ 762497 h 2344739"/>
              <a:gd name="connsiteX231-7531" fmla="*/ 0 w 12192001"/>
              <a:gd name="connsiteY231-7532" fmla="*/ 222213 h 2344739"/>
              <a:gd name="connsiteX232-7533" fmla="*/ 0 w 12192001"/>
              <a:gd name="connsiteY232-7534" fmla="*/ 0 h 2344739"/>
              <a:gd name="connsiteX0-7535" fmla="*/ 0 w 12192001"/>
              <a:gd name="connsiteY0-7536" fmla="*/ 0 h 2344739"/>
              <a:gd name="connsiteX1-7537" fmla="*/ 12192000 w 12192001"/>
              <a:gd name="connsiteY1-7538" fmla="*/ 0 h 2344739"/>
              <a:gd name="connsiteX2-7539" fmla="*/ 12192000 w 12192001"/>
              <a:gd name="connsiteY2-7540" fmla="*/ 222213 h 2344739"/>
              <a:gd name="connsiteX3-7541" fmla="*/ 12192000 w 12192001"/>
              <a:gd name="connsiteY3-7542" fmla="*/ 389190 h 2344739"/>
              <a:gd name="connsiteX4-7543" fmla="*/ 12192001 w 12192001"/>
              <a:gd name="connsiteY4-7544" fmla="*/ 579739 h 2344739"/>
              <a:gd name="connsiteX5-7545" fmla="*/ 12184838 w 12192001"/>
              <a:gd name="connsiteY5-7546" fmla="*/ 584189 h 2344739"/>
              <a:gd name="connsiteX6-7547" fmla="*/ 12155215 w 12192001"/>
              <a:gd name="connsiteY6-7548" fmla="*/ 597366 h 2344739"/>
              <a:gd name="connsiteX7-7549" fmla="*/ 12138067 w 12192001"/>
              <a:gd name="connsiteY7-7550" fmla="*/ 623179 h 2344739"/>
              <a:gd name="connsiteX8-7551" fmla="*/ 12125179 w 12192001"/>
              <a:gd name="connsiteY8-7552" fmla="*/ 624690 h 2344739"/>
              <a:gd name="connsiteX9-7553" fmla="*/ 12122859 w 12192001"/>
              <a:gd name="connsiteY9-7554" fmla="*/ 624794 h 2344739"/>
              <a:gd name="connsiteX10-7555" fmla="*/ 12115706 w 12192001"/>
              <a:gd name="connsiteY10-7556" fmla="*/ 628608 h 2344739"/>
              <a:gd name="connsiteX11-7557" fmla="*/ 12098349 w 12192001"/>
              <a:gd name="connsiteY11-7558" fmla="*/ 628139 h 2344739"/>
              <a:gd name="connsiteX12-7559" fmla="*/ 12085925 w 12192001"/>
              <a:gd name="connsiteY12-7560" fmla="*/ 636341 h 2344739"/>
              <a:gd name="connsiteX13-7561" fmla="*/ 12029925 w 12192001"/>
              <a:gd name="connsiteY13-7562" fmla="*/ 680009 h 2344739"/>
              <a:gd name="connsiteX14-7563" fmla="*/ 11994685 w 12192001"/>
              <a:gd name="connsiteY14-7564" fmla="*/ 703458 h 2344739"/>
              <a:gd name="connsiteX15-7565" fmla="*/ 11978569 w 12192001"/>
              <a:gd name="connsiteY15-7566" fmla="*/ 708161 h 2344739"/>
              <a:gd name="connsiteX16-7567" fmla="*/ 11957898 w 12192001"/>
              <a:gd name="connsiteY16-7568" fmla="*/ 717558 h 2344739"/>
              <a:gd name="connsiteX17-7569" fmla="*/ 11919306 w 12192001"/>
              <a:gd name="connsiteY17-7570" fmla="*/ 730883 h 2344739"/>
              <a:gd name="connsiteX18-7571" fmla="*/ 11902508 w 12192001"/>
              <a:gd name="connsiteY18-7572" fmla="*/ 742426 h 2344739"/>
              <a:gd name="connsiteX19-7573" fmla="*/ 11893900 w 12192001"/>
              <a:gd name="connsiteY19-7574" fmla="*/ 744791 h 2344739"/>
              <a:gd name="connsiteX20-7575" fmla="*/ 11890820 w 12192001"/>
              <a:gd name="connsiteY20-7576" fmla="*/ 755729 h 2344739"/>
              <a:gd name="connsiteX21-7577" fmla="*/ 11869628 w 12192001"/>
              <a:gd name="connsiteY21-7578" fmla="*/ 777816 h 2344739"/>
              <a:gd name="connsiteX22-7579" fmla="*/ 11812228 w 12192001"/>
              <a:gd name="connsiteY22-7580" fmla="*/ 797659 h 2344739"/>
              <a:gd name="connsiteX23-7581" fmla="*/ 11748619 w 12192001"/>
              <a:gd name="connsiteY23-7582" fmla="*/ 872002 h 2344739"/>
              <a:gd name="connsiteX24-7583" fmla="*/ 11589545 w 12192001"/>
              <a:gd name="connsiteY24-7584" fmla="*/ 963777 h 2344739"/>
              <a:gd name="connsiteX25-7585" fmla="*/ 11522499 w 12192001"/>
              <a:gd name="connsiteY25-7586" fmla="*/ 999965 h 2344739"/>
              <a:gd name="connsiteX26-7587" fmla="*/ 11279184 w 12192001"/>
              <a:gd name="connsiteY26-7588" fmla="*/ 1223571 h 2344739"/>
              <a:gd name="connsiteX27-7589" fmla="*/ 11227161 w 12192001"/>
              <a:gd name="connsiteY27-7590" fmla="*/ 1276236 h 2344739"/>
              <a:gd name="connsiteX28-7591" fmla="*/ 11216939 w 12192001"/>
              <a:gd name="connsiteY28-7592" fmla="*/ 1275961 h 2344739"/>
              <a:gd name="connsiteX29-7593" fmla="*/ 11216036 w 12192001"/>
              <a:gd name="connsiteY29-7594" fmla="*/ 1275018 h 2344739"/>
              <a:gd name="connsiteX30-7595" fmla="*/ 11187737 w 12192001"/>
              <a:gd name="connsiteY30-7596" fmla="*/ 1292383 h 2344739"/>
              <a:gd name="connsiteX31-7597" fmla="*/ 11183353 w 12192001"/>
              <a:gd name="connsiteY31-7598" fmla="*/ 1292525 h 2344739"/>
              <a:gd name="connsiteX32-7599" fmla="*/ 11165706 w 12192001"/>
              <a:gd name="connsiteY32-7600" fmla="*/ 1306612 h 2344739"/>
              <a:gd name="connsiteX33-7601" fmla="*/ 11156163 w 12192001"/>
              <a:gd name="connsiteY33-7602" fmla="*/ 1312414 h 2344739"/>
              <a:gd name="connsiteX34-7603" fmla="*/ 11154348 w 12192001"/>
              <a:gd name="connsiteY34-7604" fmla="*/ 1317097 h 2344739"/>
              <a:gd name="connsiteX35-7605" fmla="*/ 11139813 w 12192001"/>
              <a:gd name="connsiteY35-7606" fmla="*/ 1324115 h 2344739"/>
              <a:gd name="connsiteX36-7607" fmla="*/ 11137813 w 12192001"/>
              <a:gd name="connsiteY36-7608" fmla="*/ 1323772 h 2344739"/>
              <a:gd name="connsiteX37-7609" fmla="*/ 11127060 w 12192001"/>
              <a:gd name="connsiteY37-7610" fmla="*/ 1333832 h 2344739"/>
              <a:gd name="connsiteX38-7611" fmla="*/ 11119543 w 12192001"/>
              <a:gd name="connsiteY38-7612" fmla="*/ 1347424 h 2344739"/>
              <a:gd name="connsiteX39-7613" fmla="*/ 10893535 w 12192001"/>
              <a:gd name="connsiteY39-7614" fmla="*/ 1473399 h 2344739"/>
              <a:gd name="connsiteX40-7615" fmla="*/ 10772152 w 12192001"/>
              <a:gd name="connsiteY40-7616" fmla="*/ 1523191 h 2344739"/>
              <a:gd name="connsiteX41-7617" fmla="*/ 10626520 w 12192001"/>
              <a:gd name="connsiteY41-7618" fmla="*/ 1559229 h 2344739"/>
              <a:gd name="connsiteX42-7619" fmla="*/ 10580747 w 12192001"/>
              <a:gd name="connsiteY42-7620" fmla="*/ 1568689 h 2344739"/>
              <a:gd name="connsiteX43-7621" fmla="*/ 10546642 w 12192001"/>
              <a:gd name="connsiteY43-7622" fmla="*/ 1598423 h 2344739"/>
              <a:gd name="connsiteX44-7623" fmla="*/ 10528495 w 12192001"/>
              <a:gd name="connsiteY44-7624" fmla="*/ 1596907 h 2344739"/>
              <a:gd name="connsiteX45-7625" fmla="*/ 10525298 w 12192001"/>
              <a:gd name="connsiteY45-7626" fmla="*/ 1596411 h 2344739"/>
              <a:gd name="connsiteX46-7627" fmla="*/ 10513981 w 12192001"/>
              <a:gd name="connsiteY46-7628" fmla="*/ 1599537 h 2344739"/>
              <a:gd name="connsiteX47-7629" fmla="*/ 10490587 w 12192001"/>
              <a:gd name="connsiteY47-7630" fmla="*/ 1594156 h 2344739"/>
              <a:gd name="connsiteX48-7631" fmla="*/ 10470270 w 12192001"/>
              <a:gd name="connsiteY48-7632" fmla="*/ 1601693 h 2344739"/>
              <a:gd name="connsiteX49-7633" fmla="*/ 10375894 w 12192001"/>
              <a:gd name="connsiteY49-7634" fmla="*/ 1644598 h 2344739"/>
              <a:gd name="connsiteX50-7635" fmla="*/ 10318190 w 12192001"/>
              <a:gd name="connsiteY50-7636" fmla="*/ 1666221 h 2344739"/>
              <a:gd name="connsiteX51-7637" fmla="*/ 10294319 w 12192001"/>
              <a:gd name="connsiteY51-7638" fmla="*/ 1668079 h 2344739"/>
              <a:gd name="connsiteX52-7639" fmla="*/ 10262295 w 12192001"/>
              <a:gd name="connsiteY52-7640" fmla="*/ 1674948 h 2344739"/>
              <a:gd name="connsiteX53-7641" fmla="*/ 10204270 w 12192001"/>
              <a:gd name="connsiteY53-7642" fmla="*/ 1682149 h 2344739"/>
              <a:gd name="connsiteX54-7643" fmla="*/ 10176611 w 12192001"/>
              <a:gd name="connsiteY54-7644" fmla="*/ 1692943 h 2344739"/>
              <a:gd name="connsiteX55-7645" fmla="*/ 10163922 w 12192001"/>
              <a:gd name="connsiteY55-7646" fmla="*/ 1693739 h 2344739"/>
              <a:gd name="connsiteX56-7647" fmla="*/ 10155160 w 12192001"/>
              <a:gd name="connsiteY56-7648" fmla="*/ 1707487 h 2344739"/>
              <a:gd name="connsiteX57-7649" fmla="*/ 10117119 w 12192001"/>
              <a:gd name="connsiteY57-7650" fmla="*/ 1731142 h 2344739"/>
              <a:gd name="connsiteX58-7651" fmla="*/ 10100445 w 12192001"/>
              <a:gd name="connsiteY58-7652" fmla="*/ 1742432 h 2344739"/>
              <a:gd name="connsiteX59-7653" fmla="*/ 10082169 w 12192001"/>
              <a:gd name="connsiteY59-7654" fmla="*/ 1743296 h 2344739"/>
              <a:gd name="connsiteX60-7655" fmla="*/ 10039240 w 12192001"/>
              <a:gd name="connsiteY60-7656" fmla="*/ 1741632 h 2344739"/>
              <a:gd name="connsiteX61-7657" fmla="*/ 9960019 w 12192001"/>
              <a:gd name="connsiteY61-7658" fmla="*/ 1757147 h 2344739"/>
              <a:gd name="connsiteX62-7659" fmla="*/ 9847792 w 12192001"/>
              <a:gd name="connsiteY62-7660" fmla="*/ 1763915 h 2344739"/>
              <a:gd name="connsiteX63-7661" fmla="*/ 9728309 w 12192001"/>
              <a:gd name="connsiteY63-7662" fmla="*/ 1784122 h 2344739"/>
              <a:gd name="connsiteX64-7663" fmla="*/ 9584507 w 12192001"/>
              <a:gd name="connsiteY64-7664" fmla="*/ 1795542 h 2344739"/>
              <a:gd name="connsiteX65-7665" fmla="*/ 9343052 w 12192001"/>
              <a:gd name="connsiteY65-7666" fmla="*/ 1841244 h 2344739"/>
              <a:gd name="connsiteX66-7667" fmla="*/ 9231370 w 12192001"/>
              <a:gd name="connsiteY66-7668" fmla="*/ 1893149 h 2344739"/>
              <a:gd name="connsiteX67-7669" fmla="*/ 9194810 w 12192001"/>
              <a:gd name="connsiteY67-7670" fmla="*/ 1903228 h 2344739"/>
              <a:gd name="connsiteX68-7671" fmla="*/ 9189246 w 12192001"/>
              <a:gd name="connsiteY68-7672" fmla="*/ 1912467 h 2344739"/>
              <a:gd name="connsiteX69-7673" fmla="*/ 9113812 w 12192001"/>
              <a:gd name="connsiteY69-7674" fmla="*/ 1919069 h 2344739"/>
              <a:gd name="connsiteX70-7675" fmla="*/ 9053453 w 12192001"/>
              <a:gd name="connsiteY70-7676" fmla="*/ 1910755 h 2344739"/>
              <a:gd name="connsiteX71-7677" fmla="*/ 9005486 w 12192001"/>
              <a:gd name="connsiteY71-7678" fmla="*/ 1914040 h 2344739"/>
              <a:gd name="connsiteX72-7679" fmla="*/ 9005201 w 12192001"/>
              <a:gd name="connsiteY72-7680" fmla="*/ 1913800 h 2344739"/>
              <a:gd name="connsiteX73-7681" fmla="*/ 8996232 w 12192001"/>
              <a:gd name="connsiteY73-7682" fmla="*/ 1915011 h 2344739"/>
              <a:gd name="connsiteX74-7683" fmla="*/ 8990394 w 12192001"/>
              <a:gd name="connsiteY74-7684" fmla="*/ 1917072 h 2344739"/>
              <a:gd name="connsiteX75-7685" fmla="*/ 8974337 w 12192001"/>
              <a:gd name="connsiteY75-7686" fmla="*/ 1920298 h 2344739"/>
              <a:gd name="connsiteX76-7687" fmla="*/ 8968011 w 12192001"/>
              <a:gd name="connsiteY76-7688" fmla="*/ 1919598 h 2344739"/>
              <a:gd name="connsiteX77-7689" fmla="*/ 8963048 w 12192001"/>
              <a:gd name="connsiteY77-7690" fmla="*/ 1917373 h 2344739"/>
              <a:gd name="connsiteX78-7691" fmla="*/ 8928988 w 12192001"/>
              <a:gd name="connsiteY78-7692" fmla="*/ 1914185 h 2344739"/>
              <a:gd name="connsiteX79-7693" fmla="*/ 8752444 w 12192001"/>
              <a:gd name="connsiteY79-7694" fmla="*/ 1933417 h 2344739"/>
              <a:gd name="connsiteX80-7695" fmla="*/ 8707847 w 12192001"/>
              <a:gd name="connsiteY80-7696" fmla="*/ 1935518 h 2344739"/>
              <a:gd name="connsiteX81-7697" fmla="*/ 8596071 w 12192001"/>
              <a:gd name="connsiteY81-7698" fmla="*/ 1944090 h 2344739"/>
              <a:gd name="connsiteX82-7699" fmla="*/ 8525230 w 12192001"/>
              <a:gd name="connsiteY82-7700" fmla="*/ 1929248 h 2344739"/>
              <a:gd name="connsiteX83-7701" fmla="*/ 8510983 w 12192001"/>
              <a:gd name="connsiteY83-7702" fmla="*/ 1935163 h 2344739"/>
              <a:gd name="connsiteX84-7703" fmla="*/ 8506167 w 12192001"/>
              <a:gd name="connsiteY84-7704" fmla="*/ 1938164 h 2344739"/>
              <a:gd name="connsiteX85-7705" fmla="*/ 8497968 w 12192001"/>
              <a:gd name="connsiteY85-7706" fmla="*/ 1940902 h 2344739"/>
              <a:gd name="connsiteX86-7707" fmla="*/ 8497594 w 12192001"/>
              <a:gd name="connsiteY86-7708" fmla="*/ 1940723 h 2344739"/>
              <a:gd name="connsiteX87-7709" fmla="*/ 8490249 w 12192001"/>
              <a:gd name="connsiteY87-7710" fmla="*/ 1943773 h 2344739"/>
              <a:gd name="connsiteX88-7711" fmla="*/ 8367182 w 12192001"/>
              <a:gd name="connsiteY88-7712" fmla="*/ 1957815 h 2344739"/>
              <a:gd name="connsiteX89-7713" fmla="*/ 8353799 w 12192001"/>
              <a:gd name="connsiteY89-7714" fmla="*/ 1958009 h 2344739"/>
              <a:gd name="connsiteX90-7715" fmla="*/ 8352373 w 12192001"/>
              <a:gd name="connsiteY90-7716" fmla="*/ 1957169 h 2344739"/>
              <a:gd name="connsiteX91-7717" fmla="*/ 8320104 w 12192001"/>
              <a:gd name="connsiteY91-7718" fmla="*/ 1974587 h 2344739"/>
              <a:gd name="connsiteX92-7719" fmla="*/ 8314433 w 12192001"/>
              <a:gd name="connsiteY92-7720" fmla="*/ 1974913 h 2344739"/>
              <a:gd name="connsiteX93-7721" fmla="*/ 8295174 w 12192001"/>
              <a:gd name="connsiteY93-7722" fmla="*/ 1988808 h 2344739"/>
              <a:gd name="connsiteX94-7723" fmla="*/ 8284276 w 12192001"/>
              <a:gd name="connsiteY94-7724" fmla="*/ 1994631 h 2344739"/>
              <a:gd name="connsiteX95-7725" fmla="*/ 8283150 w 12192001"/>
              <a:gd name="connsiteY95-7726" fmla="*/ 1999074 h 2344739"/>
              <a:gd name="connsiteX96-7727" fmla="*/ 8266076 w 12192001"/>
              <a:gd name="connsiteY96-7728" fmla="*/ 2006249 h 2344739"/>
              <a:gd name="connsiteX97-7729" fmla="*/ 8263377 w 12192001"/>
              <a:gd name="connsiteY97-7730" fmla="*/ 2006019 h 2344739"/>
              <a:gd name="connsiteX98-7731" fmla="*/ 8252033 w 12192001"/>
              <a:gd name="connsiteY98-7732" fmla="*/ 2015862 h 2344739"/>
              <a:gd name="connsiteX99-7733" fmla="*/ 8245834 w 12192001"/>
              <a:gd name="connsiteY99-7734" fmla="*/ 2028854 h 2344739"/>
              <a:gd name="connsiteX100-7735" fmla="*/ 8090272 w 12192001"/>
              <a:gd name="connsiteY100-7736" fmla="*/ 2075015 h 2344739"/>
              <a:gd name="connsiteX101-7737" fmla="*/ 7905407 w 12192001"/>
              <a:gd name="connsiteY101-7738" fmla="*/ 2116988 h 2344739"/>
              <a:gd name="connsiteX102-7739" fmla="*/ 7718745 w 12192001"/>
              <a:gd name="connsiteY102-7740" fmla="*/ 2142703 h 2344739"/>
              <a:gd name="connsiteX103-7741" fmla="*/ 7614347 w 12192001"/>
              <a:gd name="connsiteY103-7742" fmla="*/ 2139232 h 2344739"/>
              <a:gd name="connsiteX104-7743" fmla="*/ 7527543 w 12192001"/>
              <a:gd name="connsiteY104-7744" fmla="*/ 2145060 h 2344739"/>
              <a:gd name="connsiteX105-7745" fmla="*/ 7519571 w 12192001"/>
              <a:gd name="connsiteY105-7746" fmla="*/ 2147613 h 2344739"/>
              <a:gd name="connsiteX106-7747" fmla="*/ 7507411 w 12192001"/>
              <a:gd name="connsiteY106-7748" fmla="*/ 2148948 h 2344739"/>
              <a:gd name="connsiteX107-7749" fmla="*/ 7507040 w 12192001"/>
              <a:gd name="connsiteY107-7750" fmla="*/ 2148621 h 2344739"/>
              <a:gd name="connsiteX108-7751" fmla="*/ 7495795 w 12192001"/>
              <a:gd name="connsiteY108-7752" fmla="*/ 2150573 h 2344739"/>
              <a:gd name="connsiteX109-7753" fmla="*/ 7405391 w 12192001"/>
              <a:gd name="connsiteY109-7754" fmla="*/ 2142468 h 2344739"/>
              <a:gd name="connsiteX110-7755" fmla="*/ 7312180 w 12192001"/>
              <a:gd name="connsiteY110-7756" fmla="*/ 2132873 h 2344739"/>
              <a:gd name="connsiteX111-7757" fmla="*/ 7310853 w 12192001"/>
              <a:gd name="connsiteY111-7758" fmla="*/ 2131431 h 2344739"/>
              <a:gd name="connsiteX112-7759" fmla="*/ 7218559 w 12192001"/>
              <a:gd name="connsiteY112-7760" fmla="*/ 2156680 h 2344739"/>
              <a:gd name="connsiteX113-7761" fmla="*/ 7201101 w 12192001"/>
              <a:gd name="connsiteY113-7762" fmla="*/ 2161230 h 2344739"/>
              <a:gd name="connsiteX114-7763" fmla="*/ 7197004 w 12192001"/>
              <a:gd name="connsiteY114-7764" fmla="*/ 2166588 h 2344739"/>
              <a:gd name="connsiteX115-7765" fmla="*/ 7170808 w 12192001"/>
              <a:gd name="connsiteY115-7766" fmla="*/ 2171236 h 2344739"/>
              <a:gd name="connsiteX116-7767" fmla="*/ 7096988 w 12192001"/>
              <a:gd name="connsiteY116-7768" fmla="*/ 2183464 h 2344739"/>
              <a:gd name="connsiteX117-7769" fmla="*/ 7018496 w 12192001"/>
              <a:gd name="connsiteY117-7770" fmla="*/ 2183090 h 2344739"/>
              <a:gd name="connsiteX118-7771" fmla="*/ 6904146 w 12192001"/>
              <a:gd name="connsiteY118-7772" fmla="*/ 2212596 h 2344739"/>
              <a:gd name="connsiteX119-7773" fmla="*/ 6708222 w 12192001"/>
              <a:gd name="connsiteY119-7774" fmla="*/ 2240551 h 2344739"/>
              <a:gd name="connsiteX120-7775" fmla="*/ 6549454 w 12192001"/>
              <a:gd name="connsiteY120-7776" fmla="*/ 2269327 h 2344739"/>
              <a:gd name="connsiteX121-7777" fmla="*/ 6317560 w 12192001"/>
              <a:gd name="connsiteY121-7778" fmla="*/ 2316127 h 2344739"/>
              <a:gd name="connsiteX122-7779" fmla="*/ 6168674 w 12192001"/>
              <a:gd name="connsiteY122-7780" fmla="*/ 2318214 h 2344739"/>
              <a:gd name="connsiteX123-7781" fmla="*/ 6073848 w 12192001"/>
              <a:gd name="connsiteY123-7782" fmla="*/ 2338676 h 2344739"/>
              <a:gd name="connsiteX124-7783" fmla="*/ 6068529 w 12192001"/>
              <a:gd name="connsiteY124-7784" fmla="*/ 2337139 h 2344739"/>
              <a:gd name="connsiteX125-7785" fmla="*/ 6048638 w 12192001"/>
              <a:gd name="connsiteY125-7786" fmla="*/ 2337822 h 2344739"/>
              <a:gd name="connsiteX126-7787" fmla="*/ 6041285 w 12192001"/>
              <a:gd name="connsiteY126-7788" fmla="*/ 2329473 h 2344739"/>
              <a:gd name="connsiteX127-7789" fmla="*/ 6010090 w 12192001"/>
              <a:gd name="connsiteY127-7790" fmla="*/ 2324380 h 2344739"/>
              <a:gd name="connsiteX128-7791" fmla="*/ 5957375 w 12192001"/>
              <a:gd name="connsiteY128-7792" fmla="*/ 2328024 h 2344739"/>
              <a:gd name="connsiteX129-7793" fmla="*/ 5758919 w 12192001"/>
              <a:gd name="connsiteY129-7794" fmla="*/ 2343716 h 2344739"/>
              <a:gd name="connsiteX130-7795" fmla="*/ 5626960 w 12192001"/>
              <a:gd name="connsiteY130-7796" fmla="*/ 2344739 h 2344739"/>
              <a:gd name="connsiteX131-7797" fmla="*/ 5470906 w 12192001"/>
              <a:gd name="connsiteY131-7798" fmla="*/ 2330719 h 2344739"/>
              <a:gd name="connsiteX132-7799" fmla="*/ 5432761 w 12192001"/>
              <a:gd name="connsiteY132-7800" fmla="*/ 2319466 h 2344739"/>
              <a:gd name="connsiteX133-7801" fmla="*/ 5381669 w 12192001"/>
              <a:gd name="connsiteY133-7802" fmla="*/ 2301764 h 2344739"/>
              <a:gd name="connsiteX134-7803" fmla="*/ 5261764 w 12192001"/>
              <a:gd name="connsiteY134-7804" fmla="*/ 2281347 h 2344739"/>
              <a:gd name="connsiteX135-7805" fmla="*/ 5222961 w 12192001"/>
              <a:gd name="connsiteY135-7806" fmla="*/ 2270223 h 2344739"/>
              <a:gd name="connsiteX136-7807" fmla="*/ 5174660 w 12192001"/>
              <a:gd name="connsiteY136-7808" fmla="*/ 2267233 h 2344739"/>
              <a:gd name="connsiteX137-7809" fmla="*/ 5156554 w 12192001"/>
              <a:gd name="connsiteY137-7810" fmla="*/ 2260010 h 2344739"/>
              <a:gd name="connsiteX138-7811" fmla="*/ 5142599 w 12192001"/>
              <a:gd name="connsiteY138-7812" fmla="*/ 2256610 h 2344739"/>
              <a:gd name="connsiteX139-7813" fmla="*/ 5139596 w 12192001"/>
              <a:gd name="connsiteY139-7814" fmla="*/ 2254509 h 2344739"/>
              <a:gd name="connsiteX140-7815" fmla="*/ 5121659 w 12192001"/>
              <a:gd name="connsiteY140-7816" fmla="*/ 2243656 h 2344739"/>
              <a:gd name="connsiteX141-7817" fmla="*/ 5065790 w 12192001"/>
              <a:gd name="connsiteY141-7818" fmla="*/ 2250227 h 2344739"/>
              <a:gd name="connsiteX142-7819" fmla="*/ 5011514 w 12192001"/>
              <a:gd name="connsiteY142-7820" fmla="*/ 2233846 h 2344739"/>
              <a:gd name="connsiteX143-7821" fmla="*/ 4840441 w 12192001"/>
              <a:gd name="connsiteY143-7822" fmla="*/ 2209829 h 2344739"/>
              <a:gd name="connsiteX144-7823" fmla="*/ 4762447 w 12192001"/>
              <a:gd name="connsiteY144-7824" fmla="*/ 2182061 h 2344739"/>
              <a:gd name="connsiteX145-7825" fmla="*/ 4723186 w 12192001"/>
              <a:gd name="connsiteY145-7826" fmla="*/ 2173047 h 2344739"/>
              <a:gd name="connsiteX146-7827" fmla="*/ 4721176 w 12192001"/>
              <a:gd name="connsiteY146-7828" fmla="*/ 2172298 h 2344739"/>
              <a:gd name="connsiteX147-7829" fmla="*/ 4722111 w 12192001"/>
              <a:gd name="connsiteY147-7830" fmla="*/ 2172087 h 2344739"/>
              <a:gd name="connsiteX148-7831" fmla="*/ 4717202 w 12192001"/>
              <a:gd name="connsiteY148-7832" fmla="*/ 2170817 h 2344739"/>
              <a:gd name="connsiteX149-7833" fmla="*/ 4721176 w 12192001"/>
              <a:gd name="connsiteY149-7834" fmla="*/ 2172298 h 2344739"/>
              <a:gd name="connsiteX150-7835" fmla="*/ 4715526 w 12192001"/>
              <a:gd name="connsiteY150-7836" fmla="*/ 2173573 h 2344739"/>
              <a:gd name="connsiteX151-7837" fmla="*/ 4515814 w 12192001"/>
              <a:gd name="connsiteY151-7838" fmla="*/ 2163671 h 2344739"/>
              <a:gd name="connsiteX152-7839" fmla="*/ 4428543 w 12192001"/>
              <a:gd name="connsiteY152-7840" fmla="*/ 2153020 h 2344739"/>
              <a:gd name="connsiteX153-7841" fmla="*/ 4362875 w 12192001"/>
              <a:gd name="connsiteY153-7842" fmla="*/ 2151674 h 2344739"/>
              <a:gd name="connsiteX154-7843" fmla="*/ 4316966 w 12192001"/>
              <a:gd name="connsiteY154-7844" fmla="*/ 2158289 h 2344739"/>
              <a:gd name="connsiteX155-7845" fmla="*/ 4315110 w 12192001"/>
              <a:gd name="connsiteY155-7846" fmla="*/ 2156948 h 2344739"/>
              <a:gd name="connsiteX156-7847" fmla="*/ 4295144 w 12192001"/>
              <a:gd name="connsiteY156-7848" fmla="*/ 2155069 h 2344739"/>
              <a:gd name="connsiteX157-7849" fmla="*/ 4290064 w 12192001"/>
              <a:gd name="connsiteY157-7850" fmla="*/ 2157986 h 2344739"/>
              <a:gd name="connsiteX158-7851" fmla="*/ 4276142 w 12192001"/>
              <a:gd name="connsiteY158-7852" fmla="*/ 2157740 h 2344739"/>
              <a:gd name="connsiteX159-7853" fmla="*/ 4248117 w 12192001"/>
              <a:gd name="connsiteY159-7854" fmla="*/ 2160064 h 2344739"/>
              <a:gd name="connsiteX160-7855" fmla="*/ 4202051 w 12192001"/>
              <a:gd name="connsiteY160-7856" fmla="*/ 2157269 h 2344739"/>
              <a:gd name="connsiteX161-7857" fmla="*/ 4201745 w 12192001"/>
              <a:gd name="connsiteY161-7858" fmla="*/ 2156010 h 2344739"/>
              <a:gd name="connsiteX162-7859" fmla="*/ 4191248 w 12192001"/>
              <a:gd name="connsiteY162-7860" fmla="*/ 2150376 h 2344739"/>
              <a:gd name="connsiteX163-7861" fmla="*/ 4142745 w 12192001"/>
              <a:gd name="connsiteY163-7862" fmla="*/ 2134511 h 2344739"/>
              <a:gd name="connsiteX164-7863" fmla="*/ 4083097 w 12192001"/>
              <a:gd name="connsiteY164-7864" fmla="*/ 2107978 h 2344739"/>
              <a:gd name="connsiteX165-7865" fmla="*/ 4074546 w 12192001"/>
              <a:gd name="connsiteY165-7866" fmla="*/ 2107143 h 2344739"/>
              <a:gd name="connsiteX166-7867" fmla="*/ 4074427 w 12192001"/>
              <a:gd name="connsiteY166-7868" fmla="*/ 2106844 h 2344739"/>
              <a:gd name="connsiteX167-7869" fmla="*/ 4065510 w 12192001"/>
              <a:gd name="connsiteY167-7870" fmla="*/ 2105400 h 2344739"/>
              <a:gd name="connsiteX168-7871" fmla="*/ 4058954 w 12192001"/>
              <a:gd name="connsiteY168-7872" fmla="*/ 2105618 h 2344739"/>
              <a:gd name="connsiteX169-7873" fmla="*/ 4042364 w 12192001"/>
              <a:gd name="connsiteY169-7874" fmla="*/ 2103997 h 2344739"/>
              <a:gd name="connsiteX170-7875" fmla="*/ 4036997 w 12192001"/>
              <a:gd name="connsiteY170-7876" fmla="*/ 2101563 h 2344739"/>
              <a:gd name="connsiteX171-7877" fmla="*/ 4035363 w 12192001"/>
              <a:gd name="connsiteY171-7878" fmla="*/ 2097896 h 2344739"/>
              <a:gd name="connsiteX172-7879" fmla="*/ 4033778 w 12192001"/>
              <a:gd name="connsiteY172-7880" fmla="*/ 2098131 h 2344739"/>
              <a:gd name="connsiteX173-7881" fmla="*/ 4004538 w 12192001"/>
              <a:gd name="connsiteY173-7882" fmla="*/ 2085563 h 2344739"/>
              <a:gd name="connsiteX174-7883" fmla="*/ 3936846 w 12192001"/>
              <a:gd name="connsiteY174-7884" fmla="*/ 2068106 h 2344739"/>
              <a:gd name="connsiteX175-7885" fmla="*/ 3897275 w 12192001"/>
              <a:gd name="connsiteY175-7886" fmla="*/ 2062451 h 2344739"/>
              <a:gd name="connsiteX176-7887" fmla="*/ 3789760 w 12192001"/>
              <a:gd name="connsiteY176-7888" fmla="*/ 2042213 h 2344739"/>
              <a:gd name="connsiteX177-7889" fmla="*/ 3682513 w 12192001"/>
              <a:gd name="connsiteY177-7890" fmla="*/ 2018290 h 2344739"/>
              <a:gd name="connsiteX178-7891" fmla="*/ 3610035 w 12192001"/>
              <a:gd name="connsiteY178-7892" fmla="*/ 1986019 h 2344739"/>
              <a:gd name="connsiteX179-7893" fmla="*/ 3603855 w 12192001"/>
              <a:gd name="connsiteY179-7894" fmla="*/ 1987381 h 2344739"/>
              <a:gd name="connsiteX180-7895" fmla="*/ 3594736 w 12192001"/>
              <a:gd name="connsiteY180-7896" fmla="*/ 1987545 h 2344739"/>
              <a:gd name="connsiteX181-7897" fmla="*/ 3594501 w 12192001"/>
              <a:gd name="connsiteY181-7898" fmla="*/ 1987276 h 2344739"/>
              <a:gd name="connsiteX182-7899" fmla="*/ 3585978 w 12192001"/>
              <a:gd name="connsiteY182-7900" fmla="*/ 1987966 h 2344739"/>
              <a:gd name="connsiteX183-7901" fmla="*/ 3536135 w 12192001"/>
              <a:gd name="connsiteY183-7902" fmla="*/ 1978267 h 2344739"/>
              <a:gd name="connsiteX184-7903" fmla="*/ 3473223 w 12192001"/>
              <a:gd name="connsiteY184-7904" fmla="*/ 1974606 h 2344739"/>
              <a:gd name="connsiteX185-7905" fmla="*/ 3400728 w 12192001"/>
              <a:gd name="connsiteY185-7906" fmla="*/ 1962558 h 2344739"/>
              <a:gd name="connsiteX186-7907" fmla="*/ 3363888 w 12192001"/>
              <a:gd name="connsiteY186-7908" fmla="*/ 1979510 h 2344739"/>
              <a:gd name="connsiteX187-7909" fmla="*/ 3344026 w 12192001"/>
              <a:gd name="connsiteY187-7910" fmla="*/ 1981192 h 2344739"/>
              <a:gd name="connsiteX188-7911" fmla="*/ 3341698 w 12192001"/>
              <a:gd name="connsiteY188-7912" fmla="*/ 1980217 h 2344739"/>
              <a:gd name="connsiteX189-7913" fmla="*/ 3262356 w 12192001"/>
              <a:gd name="connsiteY189-7914" fmla="*/ 1986094 h 2344739"/>
              <a:gd name="connsiteX190-7915" fmla="*/ 3142556 w 12192001"/>
              <a:gd name="connsiteY190-7916" fmla="*/ 1993869 h 2344739"/>
              <a:gd name="connsiteX191-7917" fmla="*/ 3030291 w 12192001"/>
              <a:gd name="connsiteY191-7918" fmla="*/ 1996512 h 2344739"/>
              <a:gd name="connsiteX192-7919" fmla="*/ 2781569 w 12192001"/>
              <a:gd name="connsiteY192-7920" fmla="*/ 2018333 h 2344739"/>
              <a:gd name="connsiteX193-7921" fmla="*/ 2646527 w 12192001"/>
              <a:gd name="connsiteY193-7922" fmla="*/ 2028869 h 2344739"/>
              <a:gd name="connsiteX194-7923" fmla="*/ 2568028 w 12192001"/>
              <a:gd name="connsiteY194-7924" fmla="*/ 2002628 h 2344739"/>
              <a:gd name="connsiteX195-7925" fmla="*/ 2443255 w 12192001"/>
              <a:gd name="connsiteY195-7926" fmla="*/ 2016529 h 2344739"/>
              <a:gd name="connsiteX196-7927" fmla="*/ 2315112 w 12192001"/>
              <a:gd name="connsiteY196-7928" fmla="*/ 2024996 h 2344739"/>
              <a:gd name="connsiteX197-7929" fmla="*/ 2208578 w 12192001"/>
              <a:gd name="connsiteY197-7930" fmla="*/ 2019763 h 2344739"/>
              <a:gd name="connsiteX198-7931" fmla="*/ 2094665 w 12192001"/>
              <a:gd name="connsiteY198-7932" fmla="*/ 2003052 h 2344739"/>
              <a:gd name="connsiteX199-7933" fmla="*/ 1997356 w 12192001"/>
              <a:gd name="connsiteY199-7934" fmla="*/ 1995032 h 2344739"/>
              <a:gd name="connsiteX200-7935" fmla="*/ 1928172 w 12192001"/>
              <a:gd name="connsiteY200-7936" fmla="*/ 2016977 h 2344739"/>
              <a:gd name="connsiteX201-7937" fmla="*/ 1921650 w 12192001"/>
              <a:gd name="connsiteY201-7938" fmla="*/ 2012146 h 2344739"/>
              <a:gd name="connsiteX202-7939" fmla="*/ 1873080 w 12192001"/>
              <a:gd name="connsiteY202-7940" fmla="*/ 2013741 h 2344739"/>
              <a:gd name="connsiteX203-7941" fmla="*/ 1786655 w 12192001"/>
              <a:gd name="connsiteY203-7942" fmla="*/ 2041363 h 2344739"/>
              <a:gd name="connsiteX204-7943" fmla="*/ 1738204 w 12192001"/>
              <a:gd name="connsiteY204-7944" fmla="*/ 2036312 h 2344739"/>
              <a:gd name="connsiteX205-7945" fmla="*/ 1675071 w 12192001"/>
              <a:gd name="connsiteY205-7946" fmla="*/ 2019963 h 2344739"/>
              <a:gd name="connsiteX206-7947" fmla="*/ 1608669 w 12192001"/>
              <a:gd name="connsiteY206-7948" fmla="*/ 2013066 h 2344739"/>
              <a:gd name="connsiteX207-7949" fmla="*/ 1496110 w 12192001"/>
              <a:gd name="connsiteY207-7950" fmla="*/ 1987476 h 2344739"/>
              <a:gd name="connsiteX208-7951" fmla="*/ 1149979 w 12192001"/>
              <a:gd name="connsiteY208-7952" fmla="*/ 1938041 h 2344739"/>
              <a:gd name="connsiteX209-7953" fmla="*/ 858269 w 12192001"/>
              <a:gd name="connsiteY209-7954" fmla="*/ 1928608 h 2344739"/>
              <a:gd name="connsiteX210-7955" fmla="*/ 837540 w 12192001"/>
              <a:gd name="connsiteY210-7956" fmla="*/ 1929821 h 2344739"/>
              <a:gd name="connsiteX211-7957" fmla="*/ 816809 w 12192001"/>
              <a:gd name="connsiteY211-7958" fmla="*/ 1927857 h 2344739"/>
              <a:gd name="connsiteX212-7959" fmla="*/ 811506 w 12192001"/>
              <a:gd name="connsiteY212-7960" fmla="*/ 1930751 h 2344739"/>
              <a:gd name="connsiteX213-7961" fmla="*/ 797041 w 12192001"/>
              <a:gd name="connsiteY213-7962" fmla="*/ 1930446 h 2344739"/>
              <a:gd name="connsiteX214-7963" fmla="*/ 767901 w 12192001"/>
              <a:gd name="connsiteY214-7964" fmla="*/ 1932653 h 2344739"/>
              <a:gd name="connsiteX215-7965" fmla="*/ 763053 w 12192001"/>
              <a:gd name="connsiteY215-7966" fmla="*/ 1930432 h 2344739"/>
              <a:gd name="connsiteX216-7967" fmla="*/ 720047 w 12192001"/>
              <a:gd name="connsiteY216-7968" fmla="*/ 1929661 h 2344739"/>
              <a:gd name="connsiteX217-7969" fmla="*/ 719742 w 12192001"/>
              <a:gd name="connsiteY217-7970" fmla="*/ 1928399 h 2344739"/>
              <a:gd name="connsiteX218-7971" fmla="*/ 708875 w 12192001"/>
              <a:gd name="connsiteY218-7972" fmla="*/ 1922722 h 2344739"/>
              <a:gd name="connsiteX219-7973" fmla="*/ 596792 w 12192001"/>
              <a:gd name="connsiteY219-7974" fmla="*/ 1879864 h 2344739"/>
              <a:gd name="connsiteX220-7975" fmla="*/ 578535 w 12192001"/>
              <a:gd name="connsiteY220-7976" fmla="*/ 1877212 h 2344739"/>
              <a:gd name="connsiteX221-7977" fmla="*/ 571717 w 12192001"/>
              <a:gd name="connsiteY221-7978" fmla="*/ 1877401 h 2344739"/>
              <a:gd name="connsiteX222-7979" fmla="*/ 445099 w 12192001"/>
              <a:gd name="connsiteY222-7980" fmla="*/ 1839371 h 2344739"/>
              <a:gd name="connsiteX223-7981" fmla="*/ 404015 w 12192001"/>
              <a:gd name="connsiteY223-7982" fmla="*/ 1833548 h 2344739"/>
              <a:gd name="connsiteX224-7983" fmla="*/ 292435 w 12192001"/>
              <a:gd name="connsiteY224-7984" fmla="*/ 1812852 h 2344739"/>
              <a:gd name="connsiteX225-7985" fmla="*/ 118381 w 12192001"/>
              <a:gd name="connsiteY225-7986" fmla="*/ 1761047 h 2344739"/>
              <a:gd name="connsiteX226-7987" fmla="*/ 15526 w 12192001"/>
              <a:gd name="connsiteY226-7988" fmla="*/ 1758191 h 2344739"/>
              <a:gd name="connsiteX227-7989" fmla="*/ 2 w 12192001"/>
              <a:gd name="connsiteY227-7990" fmla="*/ 1752722 h 2344739"/>
              <a:gd name="connsiteX228-7991" fmla="*/ 1 w 12192001"/>
              <a:gd name="connsiteY228-7992" fmla="*/ 762497 h 2344739"/>
              <a:gd name="connsiteX229-7993" fmla="*/ 0 w 12192001"/>
              <a:gd name="connsiteY229-7994" fmla="*/ 762497 h 2344739"/>
              <a:gd name="connsiteX230-7995" fmla="*/ 0 w 12192001"/>
              <a:gd name="connsiteY230-7996" fmla="*/ 222213 h 2344739"/>
              <a:gd name="connsiteX231-7997" fmla="*/ 0 w 12192001"/>
              <a:gd name="connsiteY231-7998" fmla="*/ 0 h 2344739"/>
              <a:gd name="connsiteX0-7999" fmla="*/ 0 w 12192001"/>
              <a:gd name="connsiteY0-8000" fmla="*/ 0 h 2344739"/>
              <a:gd name="connsiteX1-8001" fmla="*/ 12192000 w 12192001"/>
              <a:gd name="connsiteY1-8002" fmla="*/ 0 h 2344739"/>
              <a:gd name="connsiteX2-8003" fmla="*/ 12192000 w 12192001"/>
              <a:gd name="connsiteY2-8004" fmla="*/ 222213 h 2344739"/>
              <a:gd name="connsiteX3-8005" fmla="*/ 12192000 w 12192001"/>
              <a:gd name="connsiteY3-8006" fmla="*/ 389190 h 2344739"/>
              <a:gd name="connsiteX4-8007" fmla="*/ 12192001 w 12192001"/>
              <a:gd name="connsiteY4-8008" fmla="*/ 579739 h 2344739"/>
              <a:gd name="connsiteX5-8009" fmla="*/ 12184838 w 12192001"/>
              <a:gd name="connsiteY5-8010" fmla="*/ 584189 h 2344739"/>
              <a:gd name="connsiteX6-8011" fmla="*/ 12155215 w 12192001"/>
              <a:gd name="connsiteY6-8012" fmla="*/ 597366 h 2344739"/>
              <a:gd name="connsiteX7-8013" fmla="*/ 12138067 w 12192001"/>
              <a:gd name="connsiteY7-8014" fmla="*/ 623179 h 2344739"/>
              <a:gd name="connsiteX8-8015" fmla="*/ 12125179 w 12192001"/>
              <a:gd name="connsiteY8-8016" fmla="*/ 624690 h 2344739"/>
              <a:gd name="connsiteX9-8017" fmla="*/ 12122859 w 12192001"/>
              <a:gd name="connsiteY9-8018" fmla="*/ 624794 h 2344739"/>
              <a:gd name="connsiteX10-8019" fmla="*/ 12115706 w 12192001"/>
              <a:gd name="connsiteY10-8020" fmla="*/ 628608 h 2344739"/>
              <a:gd name="connsiteX11-8021" fmla="*/ 12098349 w 12192001"/>
              <a:gd name="connsiteY11-8022" fmla="*/ 628139 h 2344739"/>
              <a:gd name="connsiteX12-8023" fmla="*/ 12085925 w 12192001"/>
              <a:gd name="connsiteY12-8024" fmla="*/ 636341 h 2344739"/>
              <a:gd name="connsiteX13-8025" fmla="*/ 12029925 w 12192001"/>
              <a:gd name="connsiteY13-8026" fmla="*/ 680009 h 2344739"/>
              <a:gd name="connsiteX14-8027" fmla="*/ 11994685 w 12192001"/>
              <a:gd name="connsiteY14-8028" fmla="*/ 703458 h 2344739"/>
              <a:gd name="connsiteX15-8029" fmla="*/ 11978569 w 12192001"/>
              <a:gd name="connsiteY15-8030" fmla="*/ 708161 h 2344739"/>
              <a:gd name="connsiteX16-8031" fmla="*/ 11957898 w 12192001"/>
              <a:gd name="connsiteY16-8032" fmla="*/ 717558 h 2344739"/>
              <a:gd name="connsiteX17-8033" fmla="*/ 11919306 w 12192001"/>
              <a:gd name="connsiteY17-8034" fmla="*/ 730883 h 2344739"/>
              <a:gd name="connsiteX18-8035" fmla="*/ 11902508 w 12192001"/>
              <a:gd name="connsiteY18-8036" fmla="*/ 742426 h 2344739"/>
              <a:gd name="connsiteX19-8037" fmla="*/ 11893900 w 12192001"/>
              <a:gd name="connsiteY19-8038" fmla="*/ 744791 h 2344739"/>
              <a:gd name="connsiteX20-8039" fmla="*/ 11890820 w 12192001"/>
              <a:gd name="connsiteY20-8040" fmla="*/ 755729 h 2344739"/>
              <a:gd name="connsiteX21-8041" fmla="*/ 11869628 w 12192001"/>
              <a:gd name="connsiteY21-8042" fmla="*/ 777816 h 2344739"/>
              <a:gd name="connsiteX22-8043" fmla="*/ 11812228 w 12192001"/>
              <a:gd name="connsiteY22-8044" fmla="*/ 797659 h 2344739"/>
              <a:gd name="connsiteX23-8045" fmla="*/ 11748619 w 12192001"/>
              <a:gd name="connsiteY23-8046" fmla="*/ 872002 h 2344739"/>
              <a:gd name="connsiteX24-8047" fmla="*/ 11589545 w 12192001"/>
              <a:gd name="connsiteY24-8048" fmla="*/ 963777 h 2344739"/>
              <a:gd name="connsiteX25-8049" fmla="*/ 11522499 w 12192001"/>
              <a:gd name="connsiteY25-8050" fmla="*/ 999965 h 2344739"/>
              <a:gd name="connsiteX26-8051" fmla="*/ 11279184 w 12192001"/>
              <a:gd name="connsiteY26-8052" fmla="*/ 1223571 h 2344739"/>
              <a:gd name="connsiteX27-8053" fmla="*/ 11227161 w 12192001"/>
              <a:gd name="connsiteY27-8054" fmla="*/ 1276236 h 2344739"/>
              <a:gd name="connsiteX28-8055" fmla="*/ 11216939 w 12192001"/>
              <a:gd name="connsiteY28-8056" fmla="*/ 1275961 h 2344739"/>
              <a:gd name="connsiteX29-8057" fmla="*/ 11216036 w 12192001"/>
              <a:gd name="connsiteY29-8058" fmla="*/ 1275018 h 2344739"/>
              <a:gd name="connsiteX30-8059" fmla="*/ 11187737 w 12192001"/>
              <a:gd name="connsiteY30-8060" fmla="*/ 1292383 h 2344739"/>
              <a:gd name="connsiteX31-8061" fmla="*/ 11183353 w 12192001"/>
              <a:gd name="connsiteY31-8062" fmla="*/ 1292525 h 2344739"/>
              <a:gd name="connsiteX32-8063" fmla="*/ 11165706 w 12192001"/>
              <a:gd name="connsiteY32-8064" fmla="*/ 1306612 h 2344739"/>
              <a:gd name="connsiteX33-8065" fmla="*/ 11156163 w 12192001"/>
              <a:gd name="connsiteY33-8066" fmla="*/ 1312414 h 2344739"/>
              <a:gd name="connsiteX34-8067" fmla="*/ 11154348 w 12192001"/>
              <a:gd name="connsiteY34-8068" fmla="*/ 1317097 h 2344739"/>
              <a:gd name="connsiteX35-8069" fmla="*/ 11139813 w 12192001"/>
              <a:gd name="connsiteY35-8070" fmla="*/ 1324115 h 2344739"/>
              <a:gd name="connsiteX36-8071" fmla="*/ 11137813 w 12192001"/>
              <a:gd name="connsiteY36-8072" fmla="*/ 1323772 h 2344739"/>
              <a:gd name="connsiteX37-8073" fmla="*/ 11127060 w 12192001"/>
              <a:gd name="connsiteY37-8074" fmla="*/ 1333832 h 2344739"/>
              <a:gd name="connsiteX38-8075" fmla="*/ 11119543 w 12192001"/>
              <a:gd name="connsiteY38-8076" fmla="*/ 1347424 h 2344739"/>
              <a:gd name="connsiteX39-8077" fmla="*/ 10893535 w 12192001"/>
              <a:gd name="connsiteY39-8078" fmla="*/ 1473399 h 2344739"/>
              <a:gd name="connsiteX40-8079" fmla="*/ 10772152 w 12192001"/>
              <a:gd name="connsiteY40-8080" fmla="*/ 1523191 h 2344739"/>
              <a:gd name="connsiteX41-8081" fmla="*/ 10626520 w 12192001"/>
              <a:gd name="connsiteY41-8082" fmla="*/ 1559229 h 2344739"/>
              <a:gd name="connsiteX42-8083" fmla="*/ 10580747 w 12192001"/>
              <a:gd name="connsiteY42-8084" fmla="*/ 1568689 h 2344739"/>
              <a:gd name="connsiteX43-8085" fmla="*/ 10546642 w 12192001"/>
              <a:gd name="connsiteY43-8086" fmla="*/ 1598423 h 2344739"/>
              <a:gd name="connsiteX44-8087" fmla="*/ 10528495 w 12192001"/>
              <a:gd name="connsiteY44-8088" fmla="*/ 1596907 h 2344739"/>
              <a:gd name="connsiteX45-8089" fmla="*/ 10525298 w 12192001"/>
              <a:gd name="connsiteY45-8090" fmla="*/ 1596411 h 2344739"/>
              <a:gd name="connsiteX46-8091" fmla="*/ 10513981 w 12192001"/>
              <a:gd name="connsiteY46-8092" fmla="*/ 1599537 h 2344739"/>
              <a:gd name="connsiteX47-8093" fmla="*/ 10490587 w 12192001"/>
              <a:gd name="connsiteY47-8094" fmla="*/ 1594156 h 2344739"/>
              <a:gd name="connsiteX48-8095" fmla="*/ 10470270 w 12192001"/>
              <a:gd name="connsiteY48-8096" fmla="*/ 1601693 h 2344739"/>
              <a:gd name="connsiteX49-8097" fmla="*/ 10375894 w 12192001"/>
              <a:gd name="connsiteY49-8098" fmla="*/ 1644598 h 2344739"/>
              <a:gd name="connsiteX50-8099" fmla="*/ 10318190 w 12192001"/>
              <a:gd name="connsiteY50-8100" fmla="*/ 1666221 h 2344739"/>
              <a:gd name="connsiteX51-8101" fmla="*/ 10294319 w 12192001"/>
              <a:gd name="connsiteY51-8102" fmla="*/ 1668079 h 2344739"/>
              <a:gd name="connsiteX52-8103" fmla="*/ 10262295 w 12192001"/>
              <a:gd name="connsiteY52-8104" fmla="*/ 1674948 h 2344739"/>
              <a:gd name="connsiteX53-8105" fmla="*/ 10204270 w 12192001"/>
              <a:gd name="connsiteY53-8106" fmla="*/ 1682149 h 2344739"/>
              <a:gd name="connsiteX54-8107" fmla="*/ 10176611 w 12192001"/>
              <a:gd name="connsiteY54-8108" fmla="*/ 1692943 h 2344739"/>
              <a:gd name="connsiteX55-8109" fmla="*/ 10163922 w 12192001"/>
              <a:gd name="connsiteY55-8110" fmla="*/ 1693739 h 2344739"/>
              <a:gd name="connsiteX56-8111" fmla="*/ 10155160 w 12192001"/>
              <a:gd name="connsiteY56-8112" fmla="*/ 1707487 h 2344739"/>
              <a:gd name="connsiteX57-8113" fmla="*/ 10117119 w 12192001"/>
              <a:gd name="connsiteY57-8114" fmla="*/ 1731142 h 2344739"/>
              <a:gd name="connsiteX58-8115" fmla="*/ 10100445 w 12192001"/>
              <a:gd name="connsiteY58-8116" fmla="*/ 1742432 h 2344739"/>
              <a:gd name="connsiteX59-8117" fmla="*/ 10082169 w 12192001"/>
              <a:gd name="connsiteY59-8118" fmla="*/ 1743296 h 2344739"/>
              <a:gd name="connsiteX60-8119" fmla="*/ 10039240 w 12192001"/>
              <a:gd name="connsiteY60-8120" fmla="*/ 1741632 h 2344739"/>
              <a:gd name="connsiteX61-8121" fmla="*/ 9960019 w 12192001"/>
              <a:gd name="connsiteY61-8122" fmla="*/ 1757147 h 2344739"/>
              <a:gd name="connsiteX62-8123" fmla="*/ 9847792 w 12192001"/>
              <a:gd name="connsiteY62-8124" fmla="*/ 1763915 h 2344739"/>
              <a:gd name="connsiteX63-8125" fmla="*/ 9728309 w 12192001"/>
              <a:gd name="connsiteY63-8126" fmla="*/ 1784122 h 2344739"/>
              <a:gd name="connsiteX64-8127" fmla="*/ 9584507 w 12192001"/>
              <a:gd name="connsiteY64-8128" fmla="*/ 1795542 h 2344739"/>
              <a:gd name="connsiteX65-8129" fmla="*/ 9343052 w 12192001"/>
              <a:gd name="connsiteY65-8130" fmla="*/ 1841244 h 2344739"/>
              <a:gd name="connsiteX66-8131" fmla="*/ 9231370 w 12192001"/>
              <a:gd name="connsiteY66-8132" fmla="*/ 1893149 h 2344739"/>
              <a:gd name="connsiteX67-8133" fmla="*/ 9194810 w 12192001"/>
              <a:gd name="connsiteY67-8134" fmla="*/ 1903228 h 2344739"/>
              <a:gd name="connsiteX68-8135" fmla="*/ 9189246 w 12192001"/>
              <a:gd name="connsiteY68-8136" fmla="*/ 1912467 h 2344739"/>
              <a:gd name="connsiteX69-8137" fmla="*/ 9113812 w 12192001"/>
              <a:gd name="connsiteY69-8138" fmla="*/ 1919069 h 2344739"/>
              <a:gd name="connsiteX70-8139" fmla="*/ 9053453 w 12192001"/>
              <a:gd name="connsiteY70-8140" fmla="*/ 1910755 h 2344739"/>
              <a:gd name="connsiteX71-8141" fmla="*/ 9005486 w 12192001"/>
              <a:gd name="connsiteY71-8142" fmla="*/ 1914040 h 2344739"/>
              <a:gd name="connsiteX72-8143" fmla="*/ 9005201 w 12192001"/>
              <a:gd name="connsiteY72-8144" fmla="*/ 1913800 h 2344739"/>
              <a:gd name="connsiteX73-8145" fmla="*/ 8996232 w 12192001"/>
              <a:gd name="connsiteY73-8146" fmla="*/ 1915011 h 2344739"/>
              <a:gd name="connsiteX74-8147" fmla="*/ 8990394 w 12192001"/>
              <a:gd name="connsiteY74-8148" fmla="*/ 1917072 h 2344739"/>
              <a:gd name="connsiteX75-8149" fmla="*/ 8974337 w 12192001"/>
              <a:gd name="connsiteY75-8150" fmla="*/ 1920298 h 2344739"/>
              <a:gd name="connsiteX76-8151" fmla="*/ 8968011 w 12192001"/>
              <a:gd name="connsiteY76-8152" fmla="*/ 1919598 h 2344739"/>
              <a:gd name="connsiteX77-8153" fmla="*/ 8963048 w 12192001"/>
              <a:gd name="connsiteY77-8154" fmla="*/ 1917373 h 2344739"/>
              <a:gd name="connsiteX78-8155" fmla="*/ 8928988 w 12192001"/>
              <a:gd name="connsiteY78-8156" fmla="*/ 1914185 h 2344739"/>
              <a:gd name="connsiteX79-8157" fmla="*/ 8752444 w 12192001"/>
              <a:gd name="connsiteY79-8158" fmla="*/ 1933417 h 2344739"/>
              <a:gd name="connsiteX80-8159" fmla="*/ 8707847 w 12192001"/>
              <a:gd name="connsiteY80-8160" fmla="*/ 1935518 h 2344739"/>
              <a:gd name="connsiteX81-8161" fmla="*/ 8596071 w 12192001"/>
              <a:gd name="connsiteY81-8162" fmla="*/ 1944090 h 2344739"/>
              <a:gd name="connsiteX82-8163" fmla="*/ 8525230 w 12192001"/>
              <a:gd name="connsiteY82-8164" fmla="*/ 1929248 h 2344739"/>
              <a:gd name="connsiteX83-8165" fmla="*/ 8510983 w 12192001"/>
              <a:gd name="connsiteY83-8166" fmla="*/ 1935163 h 2344739"/>
              <a:gd name="connsiteX84-8167" fmla="*/ 8506167 w 12192001"/>
              <a:gd name="connsiteY84-8168" fmla="*/ 1938164 h 2344739"/>
              <a:gd name="connsiteX85-8169" fmla="*/ 8497968 w 12192001"/>
              <a:gd name="connsiteY85-8170" fmla="*/ 1940902 h 2344739"/>
              <a:gd name="connsiteX86-8171" fmla="*/ 8497594 w 12192001"/>
              <a:gd name="connsiteY86-8172" fmla="*/ 1940723 h 2344739"/>
              <a:gd name="connsiteX87-8173" fmla="*/ 8490249 w 12192001"/>
              <a:gd name="connsiteY87-8174" fmla="*/ 1943773 h 2344739"/>
              <a:gd name="connsiteX88-8175" fmla="*/ 8367182 w 12192001"/>
              <a:gd name="connsiteY88-8176" fmla="*/ 1957815 h 2344739"/>
              <a:gd name="connsiteX89-8177" fmla="*/ 8353799 w 12192001"/>
              <a:gd name="connsiteY89-8178" fmla="*/ 1958009 h 2344739"/>
              <a:gd name="connsiteX90-8179" fmla="*/ 8352373 w 12192001"/>
              <a:gd name="connsiteY90-8180" fmla="*/ 1957169 h 2344739"/>
              <a:gd name="connsiteX91-8181" fmla="*/ 8320104 w 12192001"/>
              <a:gd name="connsiteY91-8182" fmla="*/ 1974587 h 2344739"/>
              <a:gd name="connsiteX92-8183" fmla="*/ 8314433 w 12192001"/>
              <a:gd name="connsiteY92-8184" fmla="*/ 1974913 h 2344739"/>
              <a:gd name="connsiteX93-8185" fmla="*/ 8295174 w 12192001"/>
              <a:gd name="connsiteY93-8186" fmla="*/ 1988808 h 2344739"/>
              <a:gd name="connsiteX94-8187" fmla="*/ 8284276 w 12192001"/>
              <a:gd name="connsiteY94-8188" fmla="*/ 1994631 h 2344739"/>
              <a:gd name="connsiteX95-8189" fmla="*/ 8283150 w 12192001"/>
              <a:gd name="connsiteY95-8190" fmla="*/ 1999074 h 2344739"/>
              <a:gd name="connsiteX96-8191" fmla="*/ 8266076 w 12192001"/>
              <a:gd name="connsiteY96-8192" fmla="*/ 2006249 h 2344739"/>
              <a:gd name="connsiteX97-8193" fmla="*/ 8263377 w 12192001"/>
              <a:gd name="connsiteY97-8194" fmla="*/ 2006019 h 2344739"/>
              <a:gd name="connsiteX98-8195" fmla="*/ 8252033 w 12192001"/>
              <a:gd name="connsiteY98-8196" fmla="*/ 2015862 h 2344739"/>
              <a:gd name="connsiteX99-8197" fmla="*/ 8245834 w 12192001"/>
              <a:gd name="connsiteY99-8198" fmla="*/ 2028854 h 2344739"/>
              <a:gd name="connsiteX100-8199" fmla="*/ 8090272 w 12192001"/>
              <a:gd name="connsiteY100-8200" fmla="*/ 2075015 h 2344739"/>
              <a:gd name="connsiteX101-8201" fmla="*/ 7905407 w 12192001"/>
              <a:gd name="connsiteY101-8202" fmla="*/ 2116988 h 2344739"/>
              <a:gd name="connsiteX102-8203" fmla="*/ 7718745 w 12192001"/>
              <a:gd name="connsiteY102-8204" fmla="*/ 2142703 h 2344739"/>
              <a:gd name="connsiteX103-8205" fmla="*/ 7614347 w 12192001"/>
              <a:gd name="connsiteY103-8206" fmla="*/ 2139232 h 2344739"/>
              <a:gd name="connsiteX104-8207" fmla="*/ 7527543 w 12192001"/>
              <a:gd name="connsiteY104-8208" fmla="*/ 2145060 h 2344739"/>
              <a:gd name="connsiteX105-8209" fmla="*/ 7519571 w 12192001"/>
              <a:gd name="connsiteY105-8210" fmla="*/ 2147613 h 2344739"/>
              <a:gd name="connsiteX106-8211" fmla="*/ 7507411 w 12192001"/>
              <a:gd name="connsiteY106-8212" fmla="*/ 2148948 h 2344739"/>
              <a:gd name="connsiteX107-8213" fmla="*/ 7507040 w 12192001"/>
              <a:gd name="connsiteY107-8214" fmla="*/ 2148621 h 2344739"/>
              <a:gd name="connsiteX108-8215" fmla="*/ 7495795 w 12192001"/>
              <a:gd name="connsiteY108-8216" fmla="*/ 2150573 h 2344739"/>
              <a:gd name="connsiteX109-8217" fmla="*/ 7405391 w 12192001"/>
              <a:gd name="connsiteY109-8218" fmla="*/ 2142468 h 2344739"/>
              <a:gd name="connsiteX110-8219" fmla="*/ 7312180 w 12192001"/>
              <a:gd name="connsiteY110-8220" fmla="*/ 2132873 h 2344739"/>
              <a:gd name="connsiteX111-8221" fmla="*/ 7218559 w 12192001"/>
              <a:gd name="connsiteY111-8222" fmla="*/ 2156680 h 2344739"/>
              <a:gd name="connsiteX112-8223" fmla="*/ 7201101 w 12192001"/>
              <a:gd name="connsiteY112-8224" fmla="*/ 2161230 h 2344739"/>
              <a:gd name="connsiteX113-8225" fmla="*/ 7197004 w 12192001"/>
              <a:gd name="connsiteY113-8226" fmla="*/ 2166588 h 2344739"/>
              <a:gd name="connsiteX114-8227" fmla="*/ 7170808 w 12192001"/>
              <a:gd name="connsiteY114-8228" fmla="*/ 2171236 h 2344739"/>
              <a:gd name="connsiteX115-8229" fmla="*/ 7096988 w 12192001"/>
              <a:gd name="connsiteY115-8230" fmla="*/ 2183464 h 2344739"/>
              <a:gd name="connsiteX116-8231" fmla="*/ 7018496 w 12192001"/>
              <a:gd name="connsiteY116-8232" fmla="*/ 2183090 h 2344739"/>
              <a:gd name="connsiteX117-8233" fmla="*/ 6904146 w 12192001"/>
              <a:gd name="connsiteY117-8234" fmla="*/ 2212596 h 2344739"/>
              <a:gd name="connsiteX118-8235" fmla="*/ 6708222 w 12192001"/>
              <a:gd name="connsiteY118-8236" fmla="*/ 2240551 h 2344739"/>
              <a:gd name="connsiteX119-8237" fmla="*/ 6549454 w 12192001"/>
              <a:gd name="connsiteY119-8238" fmla="*/ 2269327 h 2344739"/>
              <a:gd name="connsiteX120-8239" fmla="*/ 6317560 w 12192001"/>
              <a:gd name="connsiteY120-8240" fmla="*/ 2316127 h 2344739"/>
              <a:gd name="connsiteX121-8241" fmla="*/ 6168674 w 12192001"/>
              <a:gd name="connsiteY121-8242" fmla="*/ 2318214 h 2344739"/>
              <a:gd name="connsiteX122-8243" fmla="*/ 6073848 w 12192001"/>
              <a:gd name="connsiteY122-8244" fmla="*/ 2338676 h 2344739"/>
              <a:gd name="connsiteX123-8245" fmla="*/ 6068529 w 12192001"/>
              <a:gd name="connsiteY123-8246" fmla="*/ 2337139 h 2344739"/>
              <a:gd name="connsiteX124-8247" fmla="*/ 6048638 w 12192001"/>
              <a:gd name="connsiteY124-8248" fmla="*/ 2337822 h 2344739"/>
              <a:gd name="connsiteX125-8249" fmla="*/ 6041285 w 12192001"/>
              <a:gd name="connsiteY125-8250" fmla="*/ 2329473 h 2344739"/>
              <a:gd name="connsiteX126-8251" fmla="*/ 6010090 w 12192001"/>
              <a:gd name="connsiteY126-8252" fmla="*/ 2324380 h 2344739"/>
              <a:gd name="connsiteX127-8253" fmla="*/ 5957375 w 12192001"/>
              <a:gd name="connsiteY127-8254" fmla="*/ 2328024 h 2344739"/>
              <a:gd name="connsiteX128-8255" fmla="*/ 5758919 w 12192001"/>
              <a:gd name="connsiteY128-8256" fmla="*/ 2343716 h 2344739"/>
              <a:gd name="connsiteX129-8257" fmla="*/ 5626960 w 12192001"/>
              <a:gd name="connsiteY129-8258" fmla="*/ 2344739 h 2344739"/>
              <a:gd name="connsiteX130-8259" fmla="*/ 5470906 w 12192001"/>
              <a:gd name="connsiteY130-8260" fmla="*/ 2330719 h 2344739"/>
              <a:gd name="connsiteX131-8261" fmla="*/ 5432761 w 12192001"/>
              <a:gd name="connsiteY131-8262" fmla="*/ 2319466 h 2344739"/>
              <a:gd name="connsiteX132-8263" fmla="*/ 5381669 w 12192001"/>
              <a:gd name="connsiteY132-8264" fmla="*/ 2301764 h 2344739"/>
              <a:gd name="connsiteX133-8265" fmla="*/ 5261764 w 12192001"/>
              <a:gd name="connsiteY133-8266" fmla="*/ 2281347 h 2344739"/>
              <a:gd name="connsiteX134-8267" fmla="*/ 5222961 w 12192001"/>
              <a:gd name="connsiteY134-8268" fmla="*/ 2270223 h 2344739"/>
              <a:gd name="connsiteX135-8269" fmla="*/ 5174660 w 12192001"/>
              <a:gd name="connsiteY135-8270" fmla="*/ 2267233 h 2344739"/>
              <a:gd name="connsiteX136-8271" fmla="*/ 5156554 w 12192001"/>
              <a:gd name="connsiteY136-8272" fmla="*/ 2260010 h 2344739"/>
              <a:gd name="connsiteX137-8273" fmla="*/ 5142599 w 12192001"/>
              <a:gd name="connsiteY137-8274" fmla="*/ 2256610 h 2344739"/>
              <a:gd name="connsiteX138-8275" fmla="*/ 5139596 w 12192001"/>
              <a:gd name="connsiteY138-8276" fmla="*/ 2254509 h 2344739"/>
              <a:gd name="connsiteX139-8277" fmla="*/ 5121659 w 12192001"/>
              <a:gd name="connsiteY139-8278" fmla="*/ 2243656 h 2344739"/>
              <a:gd name="connsiteX140-8279" fmla="*/ 5065790 w 12192001"/>
              <a:gd name="connsiteY140-8280" fmla="*/ 2250227 h 2344739"/>
              <a:gd name="connsiteX141-8281" fmla="*/ 5011514 w 12192001"/>
              <a:gd name="connsiteY141-8282" fmla="*/ 2233846 h 2344739"/>
              <a:gd name="connsiteX142-8283" fmla="*/ 4840441 w 12192001"/>
              <a:gd name="connsiteY142-8284" fmla="*/ 2209829 h 2344739"/>
              <a:gd name="connsiteX143-8285" fmla="*/ 4762447 w 12192001"/>
              <a:gd name="connsiteY143-8286" fmla="*/ 2182061 h 2344739"/>
              <a:gd name="connsiteX144-8287" fmla="*/ 4723186 w 12192001"/>
              <a:gd name="connsiteY144-8288" fmla="*/ 2173047 h 2344739"/>
              <a:gd name="connsiteX145-8289" fmla="*/ 4721176 w 12192001"/>
              <a:gd name="connsiteY145-8290" fmla="*/ 2172298 h 2344739"/>
              <a:gd name="connsiteX146-8291" fmla="*/ 4722111 w 12192001"/>
              <a:gd name="connsiteY146-8292" fmla="*/ 2172087 h 2344739"/>
              <a:gd name="connsiteX147-8293" fmla="*/ 4717202 w 12192001"/>
              <a:gd name="connsiteY147-8294" fmla="*/ 2170817 h 2344739"/>
              <a:gd name="connsiteX148-8295" fmla="*/ 4721176 w 12192001"/>
              <a:gd name="connsiteY148-8296" fmla="*/ 2172298 h 2344739"/>
              <a:gd name="connsiteX149-8297" fmla="*/ 4715526 w 12192001"/>
              <a:gd name="connsiteY149-8298" fmla="*/ 2173573 h 2344739"/>
              <a:gd name="connsiteX150-8299" fmla="*/ 4515814 w 12192001"/>
              <a:gd name="connsiteY150-8300" fmla="*/ 2163671 h 2344739"/>
              <a:gd name="connsiteX151-8301" fmla="*/ 4428543 w 12192001"/>
              <a:gd name="connsiteY151-8302" fmla="*/ 2153020 h 2344739"/>
              <a:gd name="connsiteX152-8303" fmla="*/ 4362875 w 12192001"/>
              <a:gd name="connsiteY152-8304" fmla="*/ 2151674 h 2344739"/>
              <a:gd name="connsiteX153-8305" fmla="*/ 4316966 w 12192001"/>
              <a:gd name="connsiteY153-8306" fmla="*/ 2158289 h 2344739"/>
              <a:gd name="connsiteX154-8307" fmla="*/ 4315110 w 12192001"/>
              <a:gd name="connsiteY154-8308" fmla="*/ 2156948 h 2344739"/>
              <a:gd name="connsiteX155-8309" fmla="*/ 4295144 w 12192001"/>
              <a:gd name="connsiteY155-8310" fmla="*/ 2155069 h 2344739"/>
              <a:gd name="connsiteX156-8311" fmla="*/ 4290064 w 12192001"/>
              <a:gd name="connsiteY156-8312" fmla="*/ 2157986 h 2344739"/>
              <a:gd name="connsiteX157-8313" fmla="*/ 4276142 w 12192001"/>
              <a:gd name="connsiteY157-8314" fmla="*/ 2157740 h 2344739"/>
              <a:gd name="connsiteX158-8315" fmla="*/ 4248117 w 12192001"/>
              <a:gd name="connsiteY158-8316" fmla="*/ 2160064 h 2344739"/>
              <a:gd name="connsiteX159-8317" fmla="*/ 4202051 w 12192001"/>
              <a:gd name="connsiteY159-8318" fmla="*/ 2157269 h 2344739"/>
              <a:gd name="connsiteX160-8319" fmla="*/ 4201745 w 12192001"/>
              <a:gd name="connsiteY160-8320" fmla="*/ 2156010 h 2344739"/>
              <a:gd name="connsiteX161-8321" fmla="*/ 4191248 w 12192001"/>
              <a:gd name="connsiteY161-8322" fmla="*/ 2150376 h 2344739"/>
              <a:gd name="connsiteX162-8323" fmla="*/ 4142745 w 12192001"/>
              <a:gd name="connsiteY162-8324" fmla="*/ 2134511 h 2344739"/>
              <a:gd name="connsiteX163-8325" fmla="*/ 4083097 w 12192001"/>
              <a:gd name="connsiteY163-8326" fmla="*/ 2107978 h 2344739"/>
              <a:gd name="connsiteX164-8327" fmla="*/ 4074546 w 12192001"/>
              <a:gd name="connsiteY164-8328" fmla="*/ 2107143 h 2344739"/>
              <a:gd name="connsiteX165-8329" fmla="*/ 4074427 w 12192001"/>
              <a:gd name="connsiteY165-8330" fmla="*/ 2106844 h 2344739"/>
              <a:gd name="connsiteX166-8331" fmla="*/ 4065510 w 12192001"/>
              <a:gd name="connsiteY166-8332" fmla="*/ 2105400 h 2344739"/>
              <a:gd name="connsiteX167-8333" fmla="*/ 4058954 w 12192001"/>
              <a:gd name="connsiteY167-8334" fmla="*/ 2105618 h 2344739"/>
              <a:gd name="connsiteX168-8335" fmla="*/ 4042364 w 12192001"/>
              <a:gd name="connsiteY168-8336" fmla="*/ 2103997 h 2344739"/>
              <a:gd name="connsiteX169-8337" fmla="*/ 4036997 w 12192001"/>
              <a:gd name="connsiteY169-8338" fmla="*/ 2101563 h 2344739"/>
              <a:gd name="connsiteX170-8339" fmla="*/ 4035363 w 12192001"/>
              <a:gd name="connsiteY170-8340" fmla="*/ 2097896 h 2344739"/>
              <a:gd name="connsiteX171-8341" fmla="*/ 4033778 w 12192001"/>
              <a:gd name="connsiteY171-8342" fmla="*/ 2098131 h 2344739"/>
              <a:gd name="connsiteX172-8343" fmla="*/ 4004538 w 12192001"/>
              <a:gd name="connsiteY172-8344" fmla="*/ 2085563 h 2344739"/>
              <a:gd name="connsiteX173-8345" fmla="*/ 3936846 w 12192001"/>
              <a:gd name="connsiteY173-8346" fmla="*/ 2068106 h 2344739"/>
              <a:gd name="connsiteX174-8347" fmla="*/ 3897275 w 12192001"/>
              <a:gd name="connsiteY174-8348" fmla="*/ 2062451 h 2344739"/>
              <a:gd name="connsiteX175-8349" fmla="*/ 3789760 w 12192001"/>
              <a:gd name="connsiteY175-8350" fmla="*/ 2042213 h 2344739"/>
              <a:gd name="connsiteX176-8351" fmla="*/ 3682513 w 12192001"/>
              <a:gd name="connsiteY176-8352" fmla="*/ 2018290 h 2344739"/>
              <a:gd name="connsiteX177-8353" fmla="*/ 3610035 w 12192001"/>
              <a:gd name="connsiteY177-8354" fmla="*/ 1986019 h 2344739"/>
              <a:gd name="connsiteX178-8355" fmla="*/ 3603855 w 12192001"/>
              <a:gd name="connsiteY178-8356" fmla="*/ 1987381 h 2344739"/>
              <a:gd name="connsiteX179-8357" fmla="*/ 3594736 w 12192001"/>
              <a:gd name="connsiteY179-8358" fmla="*/ 1987545 h 2344739"/>
              <a:gd name="connsiteX180-8359" fmla="*/ 3594501 w 12192001"/>
              <a:gd name="connsiteY180-8360" fmla="*/ 1987276 h 2344739"/>
              <a:gd name="connsiteX181-8361" fmla="*/ 3585978 w 12192001"/>
              <a:gd name="connsiteY181-8362" fmla="*/ 1987966 h 2344739"/>
              <a:gd name="connsiteX182-8363" fmla="*/ 3536135 w 12192001"/>
              <a:gd name="connsiteY182-8364" fmla="*/ 1978267 h 2344739"/>
              <a:gd name="connsiteX183-8365" fmla="*/ 3473223 w 12192001"/>
              <a:gd name="connsiteY183-8366" fmla="*/ 1974606 h 2344739"/>
              <a:gd name="connsiteX184-8367" fmla="*/ 3400728 w 12192001"/>
              <a:gd name="connsiteY184-8368" fmla="*/ 1962558 h 2344739"/>
              <a:gd name="connsiteX185-8369" fmla="*/ 3363888 w 12192001"/>
              <a:gd name="connsiteY185-8370" fmla="*/ 1979510 h 2344739"/>
              <a:gd name="connsiteX186-8371" fmla="*/ 3344026 w 12192001"/>
              <a:gd name="connsiteY186-8372" fmla="*/ 1981192 h 2344739"/>
              <a:gd name="connsiteX187-8373" fmla="*/ 3341698 w 12192001"/>
              <a:gd name="connsiteY187-8374" fmla="*/ 1980217 h 2344739"/>
              <a:gd name="connsiteX188-8375" fmla="*/ 3262356 w 12192001"/>
              <a:gd name="connsiteY188-8376" fmla="*/ 1986094 h 2344739"/>
              <a:gd name="connsiteX189-8377" fmla="*/ 3142556 w 12192001"/>
              <a:gd name="connsiteY189-8378" fmla="*/ 1993869 h 2344739"/>
              <a:gd name="connsiteX190-8379" fmla="*/ 3030291 w 12192001"/>
              <a:gd name="connsiteY190-8380" fmla="*/ 1996512 h 2344739"/>
              <a:gd name="connsiteX191-8381" fmla="*/ 2781569 w 12192001"/>
              <a:gd name="connsiteY191-8382" fmla="*/ 2018333 h 2344739"/>
              <a:gd name="connsiteX192-8383" fmla="*/ 2646527 w 12192001"/>
              <a:gd name="connsiteY192-8384" fmla="*/ 2028869 h 2344739"/>
              <a:gd name="connsiteX193-8385" fmla="*/ 2568028 w 12192001"/>
              <a:gd name="connsiteY193-8386" fmla="*/ 2002628 h 2344739"/>
              <a:gd name="connsiteX194-8387" fmla="*/ 2443255 w 12192001"/>
              <a:gd name="connsiteY194-8388" fmla="*/ 2016529 h 2344739"/>
              <a:gd name="connsiteX195-8389" fmla="*/ 2315112 w 12192001"/>
              <a:gd name="connsiteY195-8390" fmla="*/ 2024996 h 2344739"/>
              <a:gd name="connsiteX196-8391" fmla="*/ 2208578 w 12192001"/>
              <a:gd name="connsiteY196-8392" fmla="*/ 2019763 h 2344739"/>
              <a:gd name="connsiteX197-8393" fmla="*/ 2094665 w 12192001"/>
              <a:gd name="connsiteY197-8394" fmla="*/ 2003052 h 2344739"/>
              <a:gd name="connsiteX198-8395" fmla="*/ 1997356 w 12192001"/>
              <a:gd name="connsiteY198-8396" fmla="*/ 1995032 h 2344739"/>
              <a:gd name="connsiteX199-8397" fmla="*/ 1928172 w 12192001"/>
              <a:gd name="connsiteY199-8398" fmla="*/ 2016977 h 2344739"/>
              <a:gd name="connsiteX200-8399" fmla="*/ 1921650 w 12192001"/>
              <a:gd name="connsiteY200-8400" fmla="*/ 2012146 h 2344739"/>
              <a:gd name="connsiteX201-8401" fmla="*/ 1873080 w 12192001"/>
              <a:gd name="connsiteY201-8402" fmla="*/ 2013741 h 2344739"/>
              <a:gd name="connsiteX202-8403" fmla="*/ 1786655 w 12192001"/>
              <a:gd name="connsiteY202-8404" fmla="*/ 2041363 h 2344739"/>
              <a:gd name="connsiteX203-8405" fmla="*/ 1738204 w 12192001"/>
              <a:gd name="connsiteY203-8406" fmla="*/ 2036312 h 2344739"/>
              <a:gd name="connsiteX204-8407" fmla="*/ 1675071 w 12192001"/>
              <a:gd name="connsiteY204-8408" fmla="*/ 2019963 h 2344739"/>
              <a:gd name="connsiteX205-8409" fmla="*/ 1608669 w 12192001"/>
              <a:gd name="connsiteY205-8410" fmla="*/ 2013066 h 2344739"/>
              <a:gd name="connsiteX206-8411" fmla="*/ 1496110 w 12192001"/>
              <a:gd name="connsiteY206-8412" fmla="*/ 1987476 h 2344739"/>
              <a:gd name="connsiteX207-8413" fmla="*/ 1149979 w 12192001"/>
              <a:gd name="connsiteY207-8414" fmla="*/ 1938041 h 2344739"/>
              <a:gd name="connsiteX208-8415" fmla="*/ 858269 w 12192001"/>
              <a:gd name="connsiteY208-8416" fmla="*/ 1928608 h 2344739"/>
              <a:gd name="connsiteX209-8417" fmla="*/ 837540 w 12192001"/>
              <a:gd name="connsiteY209-8418" fmla="*/ 1929821 h 2344739"/>
              <a:gd name="connsiteX210-8419" fmla="*/ 816809 w 12192001"/>
              <a:gd name="connsiteY210-8420" fmla="*/ 1927857 h 2344739"/>
              <a:gd name="connsiteX211-8421" fmla="*/ 811506 w 12192001"/>
              <a:gd name="connsiteY211-8422" fmla="*/ 1930751 h 2344739"/>
              <a:gd name="connsiteX212-8423" fmla="*/ 797041 w 12192001"/>
              <a:gd name="connsiteY212-8424" fmla="*/ 1930446 h 2344739"/>
              <a:gd name="connsiteX213-8425" fmla="*/ 767901 w 12192001"/>
              <a:gd name="connsiteY213-8426" fmla="*/ 1932653 h 2344739"/>
              <a:gd name="connsiteX214-8427" fmla="*/ 763053 w 12192001"/>
              <a:gd name="connsiteY214-8428" fmla="*/ 1930432 h 2344739"/>
              <a:gd name="connsiteX215-8429" fmla="*/ 720047 w 12192001"/>
              <a:gd name="connsiteY215-8430" fmla="*/ 1929661 h 2344739"/>
              <a:gd name="connsiteX216-8431" fmla="*/ 719742 w 12192001"/>
              <a:gd name="connsiteY216-8432" fmla="*/ 1928399 h 2344739"/>
              <a:gd name="connsiteX217-8433" fmla="*/ 708875 w 12192001"/>
              <a:gd name="connsiteY217-8434" fmla="*/ 1922722 h 2344739"/>
              <a:gd name="connsiteX218-8435" fmla="*/ 596792 w 12192001"/>
              <a:gd name="connsiteY218-8436" fmla="*/ 1879864 h 2344739"/>
              <a:gd name="connsiteX219-8437" fmla="*/ 578535 w 12192001"/>
              <a:gd name="connsiteY219-8438" fmla="*/ 1877212 h 2344739"/>
              <a:gd name="connsiteX220-8439" fmla="*/ 571717 w 12192001"/>
              <a:gd name="connsiteY220-8440" fmla="*/ 1877401 h 2344739"/>
              <a:gd name="connsiteX221-8441" fmla="*/ 445099 w 12192001"/>
              <a:gd name="connsiteY221-8442" fmla="*/ 1839371 h 2344739"/>
              <a:gd name="connsiteX222-8443" fmla="*/ 404015 w 12192001"/>
              <a:gd name="connsiteY222-8444" fmla="*/ 1833548 h 2344739"/>
              <a:gd name="connsiteX223-8445" fmla="*/ 292435 w 12192001"/>
              <a:gd name="connsiteY223-8446" fmla="*/ 1812852 h 2344739"/>
              <a:gd name="connsiteX224-8447" fmla="*/ 118381 w 12192001"/>
              <a:gd name="connsiteY224-8448" fmla="*/ 1761047 h 2344739"/>
              <a:gd name="connsiteX225-8449" fmla="*/ 15526 w 12192001"/>
              <a:gd name="connsiteY225-8450" fmla="*/ 1758191 h 2344739"/>
              <a:gd name="connsiteX226-8451" fmla="*/ 2 w 12192001"/>
              <a:gd name="connsiteY226-8452" fmla="*/ 1752722 h 2344739"/>
              <a:gd name="connsiteX227-8453" fmla="*/ 1 w 12192001"/>
              <a:gd name="connsiteY227-8454" fmla="*/ 762497 h 2344739"/>
              <a:gd name="connsiteX228-8455" fmla="*/ 0 w 12192001"/>
              <a:gd name="connsiteY228-8456" fmla="*/ 762497 h 2344739"/>
              <a:gd name="connsiteX229-8457" fmla="*/ 0 w 12192001"/>
              <a:gd name="connsiteY229-8458" fmla="*/ 222213 h 2344739"/>
              <a:gd name="connsiteX230-8459" fmla="*/ 0 w 12192001"/>
              <a:gd name="connsiteY230-8460" fmla="*/ 0 h 2344739"/>
              <a:gd name="connsiteX0-8461" fmla="*/ 0 w 12192001"/>
              <a:gd name="connsiteY0-8462" fmla="*/ 0 h 2344739"/>
              <a:gd name="connsiteX1-8463" fmla="*/ 12192000 w 12192001"/>
              <a:gd name="connsiteY1-8464" fmla="*/ 0 h 2344739"/>
              <a:gd name="connsiteX2-8465" fmla="*/ 12192000 w 12192001"/>
              <a:gd name="connsiteY2-8466" fmla="*/ 222213 h 2344739"/>
              <a:gd name="connsiteX3-8467" fmla="*/ 12192000 w 12192001"/>
              <a:gd name="connsiteY3-8468" fmla="*/ 389190 h 2344739"/>
              <a:gd name="connsiteX4-8469" fmla="*/ 12192001 w 12192001"/>
              <a:gd name="connsiteY4-8470" fmla="*/ 579739 h 2344739"/>
              <a:gd name="connsiteX5-8471" fmla="*/ 12184838 w 12192001"/>
              <a:gd name="connsiteY5-8472" fmla="*/ 584189 h 2344739"/>
              <a:gd name="connsiteX6-8473" fmla="*/ 12155215 w 12192001"/>
              <a:gd name="connsiteY6-8474" fmla="*/ 597366 h 2344739"/>
              <a:gd name="connsiteX7-8475" fmla="*/ 12138067 w 12192001"/>
              <a:gd name="connsiteY7-8476" fmla="*/ 623179 h 2344739"/>
              <a:gd name="connsiteX8-8477" fmla="*/ 12125179 w 12192001"/>
              <a:gd name="connsiteY8-8478" fmla="*/ 624690 h 2344739"/>
              <a:gd name="connsiteX9-8479" fmla="*/ 12122859 w 12192001"/>
              <a:gd name="connsiteY9-8480" fmla="*/ 624794 h 2344739"/>
              <a:gd name="connsiteX10-8481" fmla="*/ 12115706 w 12192001"/>
              <a:gd name="connsiteY10-8482" fmla="*/ 628608 h 2344739"/>
              <a:gd name="connsiteX11-8483" fmla="*/ 12098349 w 12192001"/>
              <a:gd name="connsiteY11-8484" fmla="*/ 628139 h 2344739"/>
              <a:gd name="connsiteX12-8485" fmla="*/ 12085925 w 12192001"/>
              <a:gd name="connsiteY12-8486" fmla="*/ 636341 h 2344739"/>
              <a:gd name="connsiteX13-8487" fmla="*/ 12029925 w 12192001"/>
              <a:gd name="connsiteY13-8488" fmla="*/ 680009 h 2344739"/>
              <a:gd name="connsiteX14-8489" fmla="*/ 11994685 w 12192001"/>
              <a:gd name="connsiteY14-8490" fmla="*/ 703458 h 2344739"/>
              <a:gd name="connsiteX15-8491" fmla="*/ 11978569 w 12192001"/>
              <a:gd name="connsiteY15-8492" fmla="*/ 708161 h 2344739"/>
              <a:gd name="connsiteX16-8493" fmla="*/ 11957898 w 12192001"/>
              <a:gd name="connsiteY16-8494" fmla="*/ 717558 h 2344739"/>
              <a:gd name="connsiteX17-8495" fmla="*/ 11919306 w 12192001"/>
              <a:gd name="connsiteY17-8496" fmla="*/ 730883 h 2344739"/>
              <a:gd name="connsiteX18-8497" fmla="*/ 11902508 w 12192001"/>
              <a:gd name="connsiteY18-8498" fmla="*/ 742426 h 2344739"/>
              <a:gd name="connsiteX19-8499" fmla="*/ 11893900 w 12192001"/>
              <a:gd name="connsiteY19-8500" fmla="*/ 744791 h 2344739"/>
              <a:gd name="connsiteX20-8501" fmla="*/ 11890820 w 12192001"/>
              <a:gd name="connsiteY20-8502" fmla="*/ 755729 h 2344739"/>
              <a:gd name="connsiteX21-8503" fmla="*/ 11869628 w 12192001"/>
              <a:gd name="connsiteY21-8504" fmla="*/ 777816 h 2344739"/>
              <a:gd name="connsiteX22-8505" fmla="*/ 11812228 w 12192001"/>
              <a:gd name="connsiteY22-8506" fmla="*/ 797659 h 2344739"/>
              <a:gd name="connsiteX23-8507" fmla="*/ 11748619 w 12192001"/>
              <a:gd name="connsiteY23-8508" fmla="*/ 872002 h 2344739"/>
              <a:gd name="connsiteX24-8509" fmla="*/ 11589545 w 12192001"/>
              <a:gd name="connsiteY24-8510" fmla="*/ 963777 h 2344739"/>
              <a:gd name="connsiteX25-8511" fmla="*/ 11522499 w 12192001"/>
              <a:gd name="connsiteY25-8512" fmla="*/ 999965 h 2344739"/>
              <a:gd name="connsiteX26-8513" fmla="*/ 11279184 w 12192001"/>
              <a:gd name="connsiteY26-8514" fmla="*/ 1223571 h 2344739"/>
              <a:gd name="connsiteX27-8515" fmla="*/ 11227161 w 12192001"/>
              <a:gd name="connsiteY27-8516" fmla="*/ 1276236 h 2344739"/>
              <a:gd name="connsiteX28-8517" fmla="*/ 11216939 w 12192001"/>
              <a:gd name="connsiteY28-8518" fmla="*/ 1275961 h 2344739"/>
              <a:gd name="connsiteX29-8519" fmla="*/ 11216036 w 12192001"/>
              <a:gd name="connsiteY29-8520" fmla="*/ 1275018 h 2344739"/>
              <a:gd name="connsiteX30-8521" fmla="*/ 11187737 w 12192001"/>
              <a:gd name="connsiteY30-8522" fmla="*/ 1292383 h 2344739"/>
              <a:gd name="connsiteX31-8523" fmla="*/ 11183353 w 12192001"/>
              <a:gd name="connsiteY31-8524" fmla="*/ 1292525 h 2344739"/>
              <a:gd name="connsiteX32-8525" fmla="*/ 11165706 w 12192001"/>
              <a:gd name="connsiteY32-8526" fmla="*/ 1306612 h 2344739"/>
              <a:gd name="connsiteX33-8527" fmla="*/ 11156163 w 12192001"/>
              <a:gd name="connsiteY33-8528" fmla="*/ 1312414 h 2344739"/>
              <a:gd name="connsiteX34-8529" fmla="*/ 11154348 w 12192001"/>
              <a:gd name="connsiteY34-8530" fmla="*/ 1317097 h 2344739"/>
              <a:gd name="connsiteX35-8531" fmla="*/ 11139813 w 12192001"/>
              <a:gd name="connsiteY35-8532" fmla="*/ 1324115 h 2344739"/>
              <a:gd name="connsiteX36-8533" fmla="*/ 11137813 w 12192001"/>
              <a:gd name="connsiteY36-8534" fmla="*/ 1323772 h 2344739"/>
              <a:gd name="connsiteX37-8535" fmla="*/ 11127060 w 12192001"/>
              <a:gd name="connsiteY37-8536" fmla="*/ 1333832 h 2344739"/>
              <a:gd name="connsiteX38-8537" fmla="*/ 11119543 w 12192001"/>
              <a:gd name="connsiteY38-8538" fmla="*/ 1347424 h 2344739"/>
              <a:gd name="connsiteX39-8539" fmla="*/ 10893535 w 12192001"/>
              <a:gd name="connsiteY39-8540" fmla="*/ 1473399 h 2344739"/>
              <a:gd name="connsiteX40-8541" fmla="*/ 10772152 w 12192001"/>
              <a:gd name="connsiteY40-8542" fmla="*/ 1523191 h 2344739"/>
              <a:gd name="connsiteX41-8543" fmla="*/ 10626520 w 12192001"/>
              <a:gd name="connsiteY41-8544" fmla="*/ 1559229 h 2344739"/>
              <a:gd name="connsiteX42-8545" fmla="*/ 10580747 w 12192001"/>
              <a:gd name="connsiteY42-8546" fmla="*/ 1568689 h 2344739"/>
              <a:gd name="connsiteX43-8547" fmla="*/ 10546642 w 12192001"/>
              <a:gd name="connsiteY43-8548" fmla="*/ 1598423 h 2344739"/>
              <a:gd name="connsiteX44-8549" fmla="*/ 10528495 w 12192001"/>
              <a:gd name="connsiteY44-8550" fmla="*/ 1596907 h 2344739"/>
              <a:gd name="connsiteX45-8551" fmla="*/ 10525298 w 12192001"/>
              <a:gd name="connsiteY45-8552" fmla="*/ 1596411 h 2344739"/>
              <a:gd name="connsiteX46-8553" fmla="*/ 10513981 w 12192001"/>
              <a:gd name="connsiteY46-8554" fmla="*/ 1599537 h 2344739"/>
              <a:gd name="connsiteX47-8555" fmla="*/ 10490587 w 12192001"/>
              <a:gd name="connsiteY47-8556" fmla="*/ 1594156 h 2344739"/>
              <a:gd name="connsiteX48-8557" fmla="*/ 10470270 w 12192001"/>
              <a:gd name="connsiteY48-8558" fmla="*/ 1601693 h 2344739"/>
              <a:gd name="connsiteX49-8559" fmla="*/ 10375894 w 12192001"/>
              <a:gd name="connsiteY49-8560" fmla="*/ 1644598 h 2344739"/>
              <a:gd name="connsiteX50-8561" fmla="*/ 10318190 w 12192001"/>
              <a:gd name="connsiteY50-8562" fmla="*/ 1666221 h 2344739"/>
              <a:gd name="connsiteX51-8563" fmla="*/ 10294319 w 12192001"/>
              <a:gd name="connsiteY51-8564" fmla="*/ 1668079 h 2344739"/>
              <a:gd name="connsiteX52-8565" fmla="*/ 10262295 w 12192001"/>
              <a:gd name="connsiteY52-8566" fmla="*/ 1674948 h 2344739"/>
              <a:gd name="connsiteX53-8567" fmla="*/ 10204270 w 12192001"/>
              <a:gd name="connsiteY53-8568" fmla="*/ 1682149 h 2344739"/>
              <a:gd name="connsiteX54-8569" fmla="*/ 10176611 w 12192001"/>
              <a:gd name="connsiteY54-8570" fmla="*/ 1692943 h 2344739"/>
              <a:gd name="connsiteX55-8571" fmla="*/ 10163922 w 12192001"/>
              <a:gd name="connsiteY55-8572" fmla="*/ 1693739 h 2344739"/>
              <a:gd name="connsiteX56-8573" fmla="*/ 10155160 w 12192001"/>
              <a:gd name="connsiteY56-8574" fmla="*/ 1707487 h 2344739"/>
              <a:gd name="connsiteX57-8575" fmla="*/ 10117119 w 12192001"/>
              <a:gd name="connsiteY57-8576" fmla="*/ 1731142 h 2344739"/>
              <a:gd name="connsiteX58-8577" fmla="*/ 10100445 w 12192001"/>
              <a:gd name="connsiteY58-8578" fmla="*/ 1742432 h 2344739"/>
              <a:gd name="connsiteX59-8579" fmla="*/ 10082169 w 12192001"/>
              <a:gd name="connsiteY59-8580" fmla="*/ 1743296 h 2344739"/>
              <a:gd name="connsiteX60-8581" fmla="*/ 10039240 w 12192001"/>
              <a:gd name="connsiteY60-8582" fmla="*/ 1741632 h 2344739"/>
              <a:gd name="connsiteX61-8583" fmla="*/ 9960019 w 12192001"/>
              <a:gd name="connsiteY61-8584" fmla="*/ 1757147 h 2344739"/>
              <a:gd name="connsiteX62-8585" fmla="*/ 9847792 w 12192001"/>
              <a:gd name="connsiteY62-8586" fmla="*/ 1763915 h 2344739"/>
              <a:gd name="connsiteX63-8587" fmla="*/ 9728309 w 12192001"/>
              <a:gd name="connsiteY63-8588" fmla="*/ 1784122 h 2344739"/>
              <a:gd name="connsiteX64-8589" fmla="*/ 9584507 w 12192001"/>
              <a:gd name="connsiteY64-8590" fmla="*/ 1795542 h 2344739"/>
              <a:gd name="connsiteX65-8591" fmla="*/ 9343052 w 12192001"/>
              <a:gd name="connsiteY65-8592" fmla="*/ 1841244 h 2344739"/>
              <a:gd name="connsiteX66-8593" fmla="*/ 9231370 w 12192001"/>
              <a:gd name="connsiteY66-8594" fmla="*/ 1893149 h 2344739"/>
              <a:gd name="connsiteX67-8595" fmla="*/ 9194810 w 12192001"/>
              <a:gd name="connsiteY67-8596" fmla="*/ 1903228 h 2344739"/>
              <a:gd name="connsiteX68-8597" fmla="*/ 9189246 w 12192001"/>
              <a:gd name="connsiteY68-8598" fmla="*/ 1912467 h 2344739"/>
              <a:gd name="connsiteX69-8599" fmla="*/ 9113812 w 12192001"/>
              <a:gd name="connsiteY69-8600" fmla="*/ 1919069 h 2344739"/>
              <a:gd name="connsiteX70-8601" fmla="*/ 9053453 w 12192001"/>
              <a:gd name="connsiteY70-8602" fmla="*/ 1910755 h 2344739"/>
              <a:gd name="connsiteX71-8603" fmla="*/ 9005486 w 12192001"/>
              <a:gd name="connsiteY71-8604" fmla="*/ 1914040 h 2344739"/>
              <a:gd name="connsiteX72-8605" fmla="*/ 9005201 w 12192001"/>
              <a:gd name="connsiteY72-8606" fmla="*/ 1913800 h 2344739"/>
              <a:gd name="connsiteX73-8607" fmla="*/ 8996232 w 12192001"/>
              <a:gd name="connsiteY73-8608" fmla="*/ 1915011 h 2344739"/>
              <a:gd name="connsiteX74-8609" fmla="*/ 8990394 w 12192001"/>
              <a:gd name="connsiteY74-8610" fmla="*/ 1917072 h 2344739"/>
              <a:gd name="connsiteX75-8611" fmla="*/ 8974337 w 12192001"/>
              <a:gd name="connsiteY75-8612" fmla="*/ 1920298 h 2344739"/>
              <a:gd name="connsiteX76-8613" fmla="*/ 8968011 w 12192001"/>
              <a:gd name="connsiteY76-8614" fmla="*/ 1919598 h 2344739"/>
              <a:gd name="connsiteX77-8615" fmla="*/ 8963048 w 12192001"/>
              <a:gd name="connsiteY77-8616" fmla="*/ 1917373 h 2344739"/>
              <a:gd name="connsiteX78-8617" fmla="*/ 8928988 w 12192001"/>
              <a:gd name="connsiteY78-8618" fmla="*/ 1914185 h 2344739"/>
              <a:gd name="connsiteX79-8619" fmla="*/ 8752444 w 12192001"/>
              <a:gd name="connsiteY79-8620" fmla="*/ 1933417 h 2344739"/>
              <a:gd name="connsiteX80-8621" fmla="*/ 8707847 w 12192001"/>
              <a:gd name="connsiteY80-8622" fmla="*/ 1935518 h 2344739"/>
              <a:gd name="connsiteX81-8623" fmla="*/ 8596071 w 12192001"/>
              <a:gd name="connsiteY81-8624" fmla="*/ 1944090 h 2344739"/>
              <a:gd name="connsiteX82-8625" fmla="*/ 8525230 w 12192001"/>
              <a:gd name="connsiteY82-8626" fmla="*/ 1929248 h 2344739"/>
              <a:gd name="connsiteX83-8627" fmla="*/ 8510983 w 12192001"/>
              <a:gd name="connsiteY83-8628" fmla="*/ 1935163 h 2344739"/>
              <a:gd name="connsiteX84-8629" fmla="*/ 8506167 w 12192001"/>
              <a:gd name="connsiteY84-8630" fmla="*/ 1938164 h 2344739"/>
              <a:gd name="connsiteX85-8631" fmla="*/ 8497968 w 12192001"/>
              <a:gd name="connsiteY85-8632" fmla="*/ 1940902 h 2344739"/>
              <a:gd name="connsiteX86-8633" fmla="*/ 8497594 w 12192001"/>
              <a:gd name="connsiteY86-8634" fmla="*/ 1940723 h 2344739"/>
              <a:gd name="connsiteX87-8635" fmla="*/ 8490249 w 12192001"/>
              <a:gd name="connsiteY87-8636" fmla="*/ 1943773 h 2344739"/>
              <a:gd name="connsiteX88-8637" fmla="*/ 8367182 w 12192001"/>
              <a:gd name="connsiteY88-8638" fmla="*/ 1957815 h 2344739"/>
              <a:gd name="connsiteX89-8639" fmla="*/ 8353799 w 12192001"/>
              <a:gd name="connsiteY89-8640" fmla="*/ 1958009 h 2344739"/>
              <a:gd name="connsiteX90-8641" fmla="*/ 8352373 w 12192001"/>
              <a:gd name="connsiteY90-8642" fmla="*/ 1957169 h 2344739"/>
              <a:gd name="connsiteX91-8643" fmla="*/ 8320104 w 12192001"/>
              <a:gd name="connsiteY91-8644" fmla="*/ 1974587 h 2344739"/>
              <a:gd name="connsiteX92-8645" fmla="*/ 8314433 w 12192001"/>
              <a:gd name="connsiteY92-8646" fmla="*/ 1974913 h 2344739"/>
              <a:gd name="connsiteX93-8647" fmla="*/ 8295174 w 12192001"/>
              <a:gd name="connsiteY93-8648" fmla="*/ 1988808 h 2344739"/>
              <a:gd name="connsiteX94-8649" fmla="*/ 8284276 w 12192001"/>
              <a:gd name="connsiteY94-8650" fmla="*/ 1994631 h 2344739"/>
              <a:gd name="connsiteX95-8651" fmla="*/ 8283150 w 12192001"/>
              <a:gd name="connsiteY95-8652" fmla="*/ 1999074 h 2344739"/>
              <a:gd name="connsiteX96-8653" fmla="*/ 8266076 w 12192001"/>
              <a:gd name="connsiteY96-8654" fmla="*/ 2006249 h 2344739"/>
              <a:gd name="connsiteX97-8655" fmla="*/ 8263377 w 12192001"/>
              <a:gd name="connsiteY97-8656" fmla="*/ 2006019 h 2344739"/>
              <a:gd name="connsiteX98-8657" fmla="*/ 8252033 w 12192001"/>
              <a:gd name="connsiteY98-8658" fmla="*/ 2015862 h 2344739"/>
              <a:gd name="connsiteX99-8659" fmla="*/ 8245834 w 12192001"/>
              <a:gd name="connsiteY99-8660" fmla="*/ 2028854 h 2344739"/>
              <a:gd name="connsiteX100-8661" fmla="*/ 8090272 w 12192001"/>
              <a:gd name="connsiteY100-8662" fmla="*/ 2075015 h 2344739"/>
              <a:gd name="connsiteX101-8663" fmla="*/ 7905407 w 12192001"/>
              <a:gd name="connsiteY101-8664" fmla="*/ 2116988 h 2344739"/>
              <a:gd name="connsiteX102-8665" fmla="*/ 7718745 w 12192001"/>
              <a:gd name="connsiteY102-8666" fmla="*/ 2142703 h 2344739"/>
              <a:gd name="connsiteX103-8667" fmla="*/ 7614347 w 12192001"/>
              <a:gd name="connsiteY103-8668" fmla="*/ 2139232 h 2344739"/>
              <a:gd name="connsiteX104-8669" fmla="*/ 7527543 w 12192001"/>
              <a:gd name="connsiteY104-8670" fmla="*/ 2145060 h 2344739"/>
              <a:gd name="connsiteX105-8671" fmla="*/ 7519571 w 12192001"/>
              <a:gd name="connsiteY105-8672" fmla="*/ 2147613 h 2344739"/>
              <a:gd name="connsiteX106-8673" fmla="*/ 7507411 w 12192001"/>
              <a:gd name="connsiteY106-8674" fmla="*/ 2148948 h 2344739"/>
              <a:gd name="connsiteX107-8675" fmla="*/ 7507040 w 12192001"/>
              <a:gd name="connsiteY107-8676" fmla="*/ 2148621 h 2344739"/>
              <a:gd name="connsiteX108-8677" fmla="*/ 7495795 w 12192001"/>
              <a:gd name="connsiteY108-8678" fmla="*/ 2150573 h 2344739"/>
              <a:gd name="connsiteX109-8679" fmla="*/ 7405391 w 12192001"/>
              <a:gd name="connsiteY109-8680" fmla="*/ 2142468 h 2344739"/>
              <a:gd name="connsiteX110-8681" fmla="*/ 7218559 w 12192001"/>
              <a:gd name="connsiteY110-8682" fmla="*/ 2156680 h 2344739"/>
              <a:gd name="connsiteX111-8683" fmla="*/ 7201101 w 12192001"/>
              <a:gd name="connsiteY111-8684" fmla="*/ 2161230 h 2344739"/>
              <a:gd name="connsiteX112-8685" fmla="*/ 7197004 w 12192001"/>
              <a:gd name="connsiteY112-8686" fmla="*/ 2166588 h 2344739"/>
              <a:gd name="connsiteX113-8687" fmla="*/ 7170808 w 12192001"/>
              <a:gd name="connsiteY113-8688" fmla="*/ 2171236 h 2344739"/>
              <a:gd name="connsiteX114-8689" fmla="*/ 7096988 w 12192001"/>
              <a:gd name="connsiteY114-8690" fmla="*/ 2183464 h 2344739"/>
              <a:gd name="connsiteX115-8691" fmla="*/ 7018496 w 12192001"/>
              <a:gd name="connsiteY115-8692" fmla="*/ 2183090 h 2344739"/>
              <a:gd name="connsiteX116-8693" fmla="*/ 6904146 w 12192001"/>
              <a:gd name="connsiteY116-8694" fmla="*/ 2212596 h 2344739"/>
              <a:gd name="connsiteX117-8695" fmla="*/ 6708222 w 12192001"/>
              <a:gd name="connsiteY117-8696" fmla="*/ 2240551 h 2344739"/>
              <a:gd name="connsiteX118-8697" fmla="*/ 6549454 w 12192001"/>
              <a:gd name="connsiteY118-8698" fmla="*/ 2269327 h 2344739"/>
              <a:gd name="connsiteX119-8699" fmla="*/ 6317560 w 12192001"/>
              <a:gd name="connsiteY119-8700" fmla="*/ 2316127 h 2344739"/>
              <a:gd name="connsiteX120-8701" fmla="*/ 6168674 w 12192001"/>
              <a:gd name="connsiteY120-8702" fmla="*/ 2318214 h 2344739"/>
              <a:gd name="connsiteX121-8703" fmla="*/ 6073848 w 12192001"/>
              <a:gd name="connsiteY121-8704" fmla="*/ 2338676 h 2344739"/>
              <a:gd name="connsiteX122-8705" fmla="*/ 6068529 w 12192001"/>
              <a:gd name="connsiteY122-8706" fmla="*/ 2337139 h 2344739"/>
              <a:gd name="connsiteX123-8707" fmla="*/ 6048638 w 12192001"/>
              <a:gd name="connsiteY123-8708" fmla="*/ 2337822 h 2344739"/>
              <a:gd name="connsiteX124-8709" fmla="*/ 6041285 w 12192001"/>
              <a:gd name="connsiteY124-8710" fmla="*/ 2329473 h 2344739"/>
              <a:gd name="connsiteX125-8711" fmla="*/ 6010090 w 12192001"/>
              <a:gd name="connsiteY125-8712" fmla="*/ 2324380 h 2344739"/>
              <a:gd name="connsiteX126-8713" fmla="*/ 5957375 w 12192001"/>
              <a:gd name="connsiteY126-8714" fmla="*/ 2328024 h 2344739"/>
              <a:gd name="connsiteX127-8715" fmla="*/ 5758919 w 12192001"/>
              <a:gd name="connsiteY127-8716" fmla="*/ 2343716 h 2344739"/>
              <a:gd name="connsiteX128-8717" fmla="*/ 5626960 w 12192001"/>
              <a:gd name="connsiteY128-8718" fmla="*/ 2344739 h 2344739"/>
              <a:gd name="connsiteX129-8719" fmla="*/ 5470906 w 12192001"/>
              <a:gd name="connsiteY129-8720" fmla="*/ 2330719 h 2344739"/>
              <a:gd name="connsiteX130-8721" fmla="*/ 5432761 w 12192001"/>
              <a:gd name="connsiteY130-8722" fmla="*/ 2319466 h 2344739"/>
              <a:gd name="connsiteX131-8723" fmla="*/ 5381669 w 12192001"/>
              <a:gd name="connsiteY131-8724" fmla="*/ 2301764 h 2344739"/>
              <a:gd name="connsiteX132-8725" fmla="*/ 5261764 w 12192001"/>
              <a:gd name="connsiteY132-8726" fmla="*/ 2281347 h 2344739"/>
              <a:gd name="connsiteX133-8727" fmla="*/ 5222961 w 12192001"/>
              <a:gd name="connsiteY133-8728" fmla="*/ 2270223 h 2344739"/>
              <a:gd name="connsiteX134-8729" fmla="*/ 5174660 w 12192001"/>
              <a:gd name="connsiteY134-8730" fmla="*/ 2267233 h 2344739"/>
              <a:gd name="connsiteX135-8731" fmla="*/ 5156554 w 12192001"/>
              <a:gd name="connsiteY135-8732" fmla="*/ 2260010 h 2344739"/>
              <a:gd name="connsiteX136-8733" fmla="*/ 5142599 w 12192001"/>
              <a:gd name="connsiteY136-8734" fmla="*/ 2256610 h 2344739"/>
              <a:gd name="connsiteX137-8735" fmla="*/ 5139596 w 12192001"/>
              <a:gd name="connsiteY137-8736" fmla="*/ 2254509 h 2344739"/>
              <a:gd name="connsiteX138-8737" fmla="*/ 5121659 w 12192001"/>
              <a:gd name="connsiteY138-8738" fmla="*/ 2243656 h 2344739"/>
              <a:gd name="connsiteX139-8739" fmla="*/ 5065790 w 12192001"/>
              <a:gd name="connsiteY139-8740" fmla="*/ 2250227 h 2344739"/>
              <a:gd name="connsiteX140-8741" fmla="*/ 5011514 w 12192001"/>
              <a:gd name="connsiteY140-8742" fmla="*/ 2233846 h 2344739"/>
              <a:gd name="connsiteX141-8743" fmla="*/ 4840441 w 12192001"/>
              <a:gd name="connsiteY141-8744" fmla="*/ 2209829 h 2344739"/>
              <a:gd name="connsiteX142-8745" fmla="*/ 4762447 w 12192001"/>
              <a:gd name="connsiteY142-8746" fmla="*/ 2182061 h 2344739"/>
              <a:gd name="connsiteX143-8747" fmla="*/ 4723186 w 12192001"/>
              <a:gd name="connsiteY143-8748" fmla="*/ 2173047 h 2344739"/>
              <a:gd name="connsiteX144-8749" fmla="*/ 4721176 w 12192001"/>
              <a:gd name="connsiteY144-8750" fmla="*/ 2172298 h 2344739"/>
              <a:gd name="connsiteX145-8751" fmla="*/ 4722111 w 12192001"/>
              <a:gd name="connsiteY145-8752" fmla="*/ 2172087 h 2344739"/>
              <a:gd name="connsiteX146-8753" fmla="*/ 4717202 w 12192001"/>
              <a:gd name="connsiteY146-8754" fmla="*/ 2170817 h 2344739"/>
              <a:gd name="connsiteX147-8755" fmla="*/ 4721176 w 12192001"/>
              <a:gd name="connsiteY147-8756" fmla="*/ 2172298 h 2344739"/>
              <a:gd name="connsiteX148-8757" fmla="*/ 4715526 w 12192001"/>
              <a:gd name="connsiteY148-8758" fmla="*/ 2173573 h 2344739"/>
              <a:gd name="connsiteX149-8759" fmla="*/ 4515814 w 12192001"/>
              <a:gd name="connsiteY149-8760" fmla="*/ 2163671 h 2344739"/>
              <a:gd name="connsiteX150-8761" fmla="*/ 4428543 w 12192001"/>
              <a:gd name="connsiteY150-8762" fmla="*/ 2153020 h 2344739"/>
              <a:gd name="connsiteX151-8763" fmla="*/ 4362875 w 12192001"/>
              <a:gd name="connsiteY151-8764" fmla="*/ 2151674 h 2344739"/>
              <a:gd name="connsiteX152-8765" fmla="*/ 4316966 w 12192001"/>
              <a:gd name="connsiteY152-8766" fmla="*/ 2158289 h 2344739"/>
              <a:gd name="connsiteX153-8767" fmla="*/ 4315110 w 12192001"/>
              <a:gd name="connsiteY153-8768" fmla="*/ 2156948 h 2344739"/>
              <a:gd name="connsiteX154-8769" fmla="*/ 4295144 w 12192001"/>
              <a:gd name="connsiteY154-8770" fmla="*/ 2155069 h 2344739"/>
              <a:gd name="connsiteX155-8771" fmla="*/ 4290064 w 12192001"/>
              <a:gd name="connsiteY155-8772" fmla="*/ 2157986 h 2344739"/>
              <a:gd name="connsiteX156-8773" fmla="*/ 4276142 w 12192001"/>
              <a:gd name="connsiteY156-8774" fmla="*/ 2157740 h 2344739"/>
              <a:gd name="connsiteX157-8775" fmla="*/ 4248117 w 12192001"/>
              <a:gd name="connsiteY157-8776" fmla="*/ 2160064 h 2344739"/>
              <a:gd name="connsiteX158-8777" fmla="*/ 4202051 w 12192001"/>
              <a:gd name="connsiteY158-8778" fmla="*/ 2157269 h 2344739"/>
              <a:gd name="connsiteX159-8779" fmla="*/ 4201745 w 12192001"/>
              <a:gd name="connsiteY159-8780" fmla="*/ 2156010 h 2344739"/>
              <a:gd name="connsiteX160-8781" fmla="*/ 4191248 w 12192001"/>
              <a:gd name="connsiteY160-8782" fmla="*/ 2150376 h 2344739"/>
              <a:gd name="connsiteX161-8783" fmla="*/ 4142745 w 12192001"/>
              <a:gd name="connsiteY161-8784" fmla="*/ 2134511 h 2344739"/>
              <a:gd name="connsiteX162-8785" fmla="*/ 4083097 w 12192001"/>
              <a:gd name="connsiteY162-8786" fmla="*/ 2107978 h 2344739"/>
              <a:gd name="connsiteX163-8787" fmla="*/ 4074546 w 12192001"/>
              <a:gd name="connsiteY163-8788" fmla="*/ 2107143 h 2344739"/>
              <a:gd name="connsiteX164-8789" fmla="*/ 4074427 w 12192001"/>
              <a:gd name="connsiteY164-8790" fmla="*/ 2106844 h 2344739"/>
              <a:gd name="connsiteX165-8791" fmla="*/ 4065510 w 12192001"/>
              <a:gd name="connsiteY165-8792" fmla="*/ 2105400 h 2344739"/>
              <a:gd name="connsiteX166-8793" fmla="*/ 4058954 w 12192001"/>
              <a:gd name="connsiteY166-8794" fmla="*/ 2105618 h 2344739"/>
              <a:gd name="connsiteX167-8795" fmla="*/ 4042364 w 12192001"/>
              <a:gd name="connsiteY167-8796" fmla="*/ 2103997 h 2344739"/>
              <a:gd name="connsiteX168-8797" fmla="*/ 4036997 w 12192001"/>
              <a:gd name="connsiteY168-8798" fmla="*/ 2101563 h 2344739"/>
              <a:gd name="connsiteX169-8799" fmla="*/ 4035363 w 12192001"/>
              <a:gd name="connsiteY169-8800" fmla="*/ 2097896 h 2344739"/>
              <a:gd name="connsiteX170-8801" fmla="*/ 4033778 w 12192001"/>
              <a:gd name="connsiteY170-8802" fmla="*/ 2098131 h 2344739"/>
              <a:gd name="connsiteX171-8803" fmla="*/ 4004538 w 12192001"/>
              <a:gd name="connsiteY171-8804" fmla="*/ 2085563 h 2344739"/>
              <a:gd name="connsiteX172-8805" fmla="*/ 3936846 w 12192001"/>
              <a:gd name="connsiteY172-8806" fmla="*/ 2068106 h 2344739"/>
              <a:gd name="connsiteX173-8807" fmla="*/ 3897275 w 12192001"/>
              <a:gd name="connsiteY173-8808" fmla="*/ 2062451 h 2344739"/>
              <a:gd name="connsiteX174-8809" fmla="*/ 3789760 w 12192001"/>
              <a:gd name="connsiteY174-8810" fmla="*/ 2042213 h 2344739"/>
              <a:gd name="connsiteX175-8811" fmla="*/ 3682513 w 12192001"/>
              <a:gd name="connsiteY175-8812" fmla="*/ 2018290 h 2344739"/>
              <a:gd name="connsiteX176-8813" fmla="*/ 3610035 w 12192001"/>
              <a:gd name="connsiteY176-8814" fmla="*/ 1986019 h 2344739"/>
              <a:gd name="connsiteX177-8815" fmla="*/ 3603855 w 12192001"/>
              <a:gd name="connsiteY177-8816" fmla="*/ 1987381 h 2344739"/>
              <a:gd name="connsiteX178-8817" fmla="*/ 3594736 w 12192001"/>
              <a:gd name="connsiteY178-8818" fmla="*/ 1987545 h 2344739"/>
              <a:gd name="connsiteX179-8819" fmla="*/ 3594501 w 12192001"/>
              <a:gd name="connsiteY179-8820" fmla="*/ 1987276 h 2344739"/>
              <a:gd name="connsiteX180-8821" fmla="*/ 3585978 w 12192001"/>
              <a:gd name="connsiteY180-8822" fmla="*/ 1987966 h 2344739"/>
              <a:gd name="connsiteX181-8823" fmla="*/ 3536135 w 12192001"/>
              <a:gd name="connsiteY181-8824" fmla="*/ 1978267 h 2344739"/>
              <a:gd name="connsiteX182-8825" fmla="*/ 3473223 w 12192001"/>
              <a:gd name="connsiteY182-8826" fmla="*/ 1974606 h 2344739"/>
              <a:gd name="connsiteX183-8827" fmla="*/ 3400728 w 12192001"/>
              <a:gd name="connsiteY183-8828" fmla="*/ 1962558 h 2344739"/>
              <a:gd name="connsiteX184-8829" fmla="*/ 3363888 w 12192001"/>
              <a:gd name="connsiteY184-8830" fmla="*/ 1979510 h 2344739"/>
              <a:gd name="connsiteX185-8831" fmla="*/ 3344026 w 12192001"/>
              <a:gd name="connsiteY185-8832" fmla="*/ 1981192 h 2344739"/>
              <a:gd name="connsiteX186-8833" fmla="*/ 3341698 w 12192001"/>
              <a:gd name="connsiteY186-8834" fmla="*/ 1980217 h 2344739"/>
              <a:gd name="connsiteX187-8835" fmla="*/ 3262356 w 12192001"/>
              <a:gd name="connsiteY187-8836" fmla="*/ 1986094 h 2344739"/>
              <a:gd name="connsiteX188-8837" fmla="*/ 3142556 w 12192001"/>
              <a:gd name="connsiteY188-8838" fmla="*/ 1993869 h 2344739"/>
              <a:gd name="connsiteX189-8839" fmla="*/ 3030291 w 12192001"/>
              <a:gd name="connsiteY189-8840" fmla="*/ 1996512 h 2344739"/>
              <a:gd name="connsiteX190-8841" fmla="*/ 2781569 w 12192001"/>
              <a:gd name="connsiteY190-8842" fmla="*/ 2018333 h 2344739"/>
              <a:gd name="connsiteX191-8843" fmla="*/ 2646527 w 12192001"/>
              <a:gd name="connsiteY191-8844" fmla="*/ 2028869 h 2344739"/>
              <a:gd name="connsiteX192-8845" fmla="*/ 2568028 w 12192001"/>
              <a:gd name="connsiteY192-8846" fmla="*/ 2002628 h 2344739"/>
              <a:gd name="connsiteX193-8847" fmla="*/ 2443255 w 12192001"/>
              <a:gd name="connsiteY193-8848" fmla="*/ 2016529 h 2344739"/>
              <a:gd name="connsiteX194-8849" fmla="*/ 2315112 w 12192001"/>
              <a:gd name="connsiteY194-8850" fmla="*/ 2024996 h 2344739"/>
              <a:gd name="connsiteX195-8851" fmla="*/ 2208578 w 12192001"/>
              <a:gd name="connsiteY195-8852" fmla="*/ 2019763 h 2344739"/>
              <a:gd name="connsiteX196-8853" fmla="*/ 2094665 w 12192001"/>
              <a:gd name="connsiteY196-8854" fmla="*/ 2003052 h 2344739"/>
              <a:gd name="connsiteX197-8855" fmla="*/ 1997356 w 12192001"/>
              <a:gd name="connsiteY197-8856" fmla="*/ 1995032 h 2344739"/>
              <a:gd name="connsiteX198-8857" fmla="*/ 1928172 w 12192001"/>
              <a:gd name="connsiteY198-8858" fmla="*/ 2016977 h 2344739"/>
              <a:gd name="connsiteX199-8859" fmla="*/ 1921650 w 12192001"/>
              <a:gd name="connsiteY199-8860" fmla="*/ 2012146 h 2344739"/>
              <a:gd name="connsiteX200-8861" fmla="*/ 1873080 w 12192001"/>
              <a:gd name="connsiteY200-8862" fmla="*/ 2013741 h 2344739"/>
              <a:gd name="connsiteX201-8863" fmla="*/ 1786655 w 12192001"/>
              <a:gd name="connsiteY201-8864" fmla="*/ 2041363 h 2344739"/>
              <a:gd name="connsiteX202-8865" fmla="*/ 1738204 w 12192001"/>
              <a:gd name="connsiteY202-8866" fmla="*/ 2036312 h 2344739"/>
              <a:gd name="connsiteX203-8867" fmla="*/ 1675071 w 12192001"/>
              <a:gd name="connsiteY203-8868" fmla="*/ 2019963 h 2344739"/>
              <a:gd name="connsiteX204-8869" fmla="*/ 1608669 w 12192001"/>
              <a:gd name="connsiteY204-8870" fmla="*/ 2013066 h 2344739"/>
              <a:gd name="connsiteX205-8871" fmla="*/ 1496110 w 12192001"/>
              <a:gd name="connsiteY205-8872" fmla="*/ 1987476 h 2344739"/>
              <a:gd name="connsiteX206-8873" fmla="*/ 1149979 w 12192001"/>
              <a:gd name="connsiteY206-8874" fmla="*/ 1938041 h 2344739"/>
              <a:gd name="connsiteX207-8875" fmla="*/ 858269 w 12192001"/>
              <a:gd name="connsiteY207-8876" fmla="*/ 1928608 h 2344739"/>
              <a:gd name="connsiteX208-8877" fmla="*/ 837540 w 12192001"/>
              <a:gd name="connsiteY208-8878" fmla="*/ 1929821 h 2344739"/>
              <a:gd name="connsiteX209-8879" fmla="*/ 816809 w 12192001"/>
              <a:gd name="connsiteY209-8880" fmla="*/ 1927857 h 2344739"/>
              <a:gd name="connsiteX210-8881" fmla="*/ 811506 w 12192001"/>
              <a:gd name="connsiteY210-8882" fmla="*/ 1930751 h 2344739"/>
              <a:gd name="connsiteX211-8883" fmla="*/ 797041 w 12192001"/>
              <a:gd name="connsiteY211-8884" fmla="*/ 1930446 h 2344739"/>
              <a:gd name="connsiteX212-8885" fmla="*/ 767901 w 12192001"/>
              <a:gd name="connsiteY212-8886" fmla="*/ 1932653 h 2344739"/>
              <a:gd name="connsiteX213-8887" fmla="*/ 763053 w 12192001"/>
              <a:gd name="connsiteY213-8888" fmla="*/ 1930432 h 2344739"/>
              <a:gd name="connsiteX214-8889" fmla="*/ 720047 w 12192001"/>
              <a:gd name="connsiteY214-8890" fmla="*/ 1929661 h 2344739"/>
              <a:gd name="connsiteX215-8891" fmla="*/ 719742 w 12192001"/>
              <a:gd name="connsiteY215-8892" fmla="*/ 1928399 h 2344739"/>
              <a:gd name="connsiteX216-8893" fmla="*/ 708875 w 12192001"/>
              <a:gd name="connsiteY216-8894" fmla="*/ 1922722 h 2344739"/>
              <a:gd name="connsiteX217-8895" fmla="*/ 596792 w 12192001"/>
              <a:gd name="connsiteY217-8896" fmla="*/ 1879864 h 2344739"/>
              <a:gd name="connsiteX218-8897" fmla="*/ 578535 w 12192001"/>
              <a:gd name="connsiteY218-8898" fmla="*/ 1877212 h 2344739"/>
              <a:gd name="connsiteX219-8899" fmla="*/ 571717 w 12192001"/>
              <a:gd name="connsiteY219-8900" fmla="*/ 1877401 h 2344739"/>
              <a:gd name="connsiteX220-8901" fmla="*/ 445099 w 12192001"/>
              <a:gd name="connsiteY220-8902" fmla="*/ 1839371 h 2344739"/>
              <a:gd name="connsiteX221-8903" fmla="*/ 404015 w 12192001"/>
              <a:gd name="connsiteY221-8904" fmla="*/ 1833548 h 2344739"/>
              <a:gd name="connsiteX222-8905" fmla="*/ 292435 w 12192001"/>
              <a:gd name="connsiteY222-8906" fmla="*/ 1812852 h 2344739"/>
              <a:gd name="connsiteX223-8907" fmla="*/ 118381 w 12192001"/>
              <a:gd name="connsiteY223-8908" fmla="*/ 1761047 h 2344739"/>
              <a:gd name="connsiteX224-8909" fmla="*/ 15526 w 12192001"/>
              <a:gd name="connsiteY224-8910" fmla="*/ 1758191 h 2344739"/>
              <a:gd name="connsiteX225-8911" fmla="*/ 2 w 12192001"/>
              <a:gd name="connsiteY225-8912" fmla="*/ 1752722 h 2344739"/>
              <a:gd name="connsiteX226-8913" fmla="*/ 1 w 12192001"/>
              <a:gd name="connsiteY226-8914" fmla="*/ 762497 h 2344739"/>
              <a:gd name="connsiteX227-8915" fmla="*/ 0 w 12192001"/>
              <a:gd name="connsiteY227-8916" fmla="*/ 762497 h 2344739"/>
              <a:gd name="connsiteX228-8917" fmla="*/ 0 w 12192001"/>
              <a:gd name="connsiteY228-8918" fmla="*/ 222213 h 2344739"/>
              <a:gd name="connsiteX229-8919" fmla="*/ 0 w 12192001"/>
              <a:gd name="connsiteY229-8920" fmla="*/ 0 h 2344739"/>
              <a:gd name="connsiteX0-8921" fmla="*/ 0 w 12192001"/>
              <a:gd name="connsiteY0-8922" fmla="*/ 0 h 2344739"/>
              <a:gd name="connsiteX1-8923" fmla="*/ 12192000 w 12192001"/>
              <a:gd name="connsiteY1-8924" fmla="*/ 0 h 2344739"/>
              <a:gd name="connsiteX2-8925" fmla="*/ 12192000 w 12192001"/>
              <a:gd name="connsiteY2-8926" fmla="*/ 222213 h 2344739"/>
              <a:gd name="connsiteX3-8927" fmla="*/ 12192000 w 12192001"/>
              <a:gd name="connsiteY3-8928" fmla="*/ 389190 h 2344739"/>
              <a:gd name="connsiteX4-8929" fmla="*/ 12192001 w 12192001"/>
              <a:gd name="connsiteY4-8930" fmla="*/ 579739 h 2344739"/>
              <a:gd name="connsiteX5-8931" fmla="*/ 12184838 w 12192001"/>
              <a:gd name="connsiteY5-8932" fmla="*/ 584189 h 2344739"/>
              <a:gd name="connsiteX6-8933" fmla="*/ 12155215 w 12192001"/>
              <a:gd name="connsiteY6-8934" fmla="*/ 597366 h 2344739"/>
              <a:gd name="connsiteX7-8935" fmla="*/ 12138067 w 12192001"/>
              <a:gd name="connsiteY7-8936" fmla="*/ 623179 h 2344739"/>
              <a:gd name="connsiteX8-8937" fmla="*/ 12125179 w 12192001"/>
              <a:gd name="connsiteY8-8938" fmla="*/ 624690 h 2344739"/>
              <a:gd name="connsiteX9-8939" fmla="*/ 12122859 w 12192001"/>
              <a:gd name="connsiteY9-8940" fmla="*/ 624794 h 2344739"/>
              <a:gd name="connsiteX10-8941" fmla="*/ 12115706 w 12192001"/>
              <a:gd name="connsiteY10-8942" fmla="*/ 628608 h 2344739"/>
              <a:gd name="connsiteX11-8943" fmla="*/ 12098349 w 12192001"/>
              <a:gd name="connsiteY11-8944" fmla="*/ 628139 h 2344739"/>
              <a:gd name="connsiteX12-8945" fmla="*/ 12085925 w 12192001"/>
              <a:gd name="connsiteY12-8946" fmla="*/ 636341 h 2344739"/>
              <a:gd name="connsiteX13-8947" fmla="*/ 12029925 w 12192001"/>
              <a:gd name="connsiteY13-8948" fmla="*/ 680009 h 2344739"/>
              <a:gd name="connsiteX14-8949" fmla="*/ 11994685 w 12192001"/>
              <a:gd name="connsiteY14-8950" fmla="*/ 703458 h 2344739"/>
              <a:gd name="connsiteX15-8951" fmla="*/ 11978569 w 12192001"/>
              <a:gd name="connsiteY15-8952" fmla="*/ 708161 h 2344739"/>
              <a:gd name="connsiteX16-8953" fmla="*/ 11957898 w 12192001"/>
              <a:gd name="connsiteY16-8954" fmla="*/ 717558 h 2344739"/>
              <a:gd name="connsiteX17-8955" fmla="*/ 11919306 w 12192001"/>
              <a:gd name="connsiteY17-8956" fmla="*/ 730883 h 2344739"/>
              <a:gd name="connsiteX18-8957" fmla="*/ 11902508 w 12192001"/>
              <a:gd name="connsiteY18-8958" fmla="*/ 742426 h 2344739"/>
              <a:gd name="connsiteX19-8959" fmla="*/ 11893900 w 12192001"/>
              <a:gd name="connsiteY19-8960" fmla="*/ 744791 h 2344739"/>
              <a:gd name="connsiteX20-8961" fmla="*/ 11890820 w 12192001"/>
              <a:gd name="connsiteY20-8962" fmla="*/ 755729 h 2344739"/>
              <a:gd name="connsiteX21-8963" fmla="*/ 11869628 w 12192001"/>
              <a:gd name="connsiteY21-8964" fmla="*/ 777816 h 2344739"/>
              <a:gd name="connsiteX22-8965" fmla="*/ 11812228 w 12192001"/>
              <a:gd name="connsiteY22-8966" fmla="*/ 797659 h 2344739"/>
              <a:gd name="connsiteX23-8967" fmla="*/ 11748619 w 12192001"/>
              <a:gd name="connsiteY23-8968" fmla="*/ 872002 h 2344739"/>
              <a:gd name="connsiteX24-8969" fmla="*/ 11589545 w 12192001"/>
              <a:gd name="connsiteY24-8970" fmla="*/ 963777 h 2344739"/>
              <a:gd name="connsiteX25-8971" fmla="*/ 11505669 w 12192001"/>
              <a:gd name="connsiteY25-8972" fmla="*/ 1033623 h 2344739"/>
              <a:gd name="connsiteX26-8973" fmla="*/ 11279184 w 12192001"/>
              <a:gd name="connsiteY26-8974" fmla="*/ 1223571 h 2344739"/>
              <a:gd name="connsiteX27-8975" fmla="*/ 11227161 w 12192001"/>
              <a:gd name="connsiteY27-8976" fmla="*/ 1276236 h 2344739"/>
              <a:gd name="connsiteX28-8977" fmla="*/ 11216939 w 12192001"/>
              <a:gd name="connsiteY28-8978" fmla="*/ 1275961 h 2344739"/>
              <a:gd name="connsiteX29-8979" fmla="*/ 11216036 w 12192001"/>
              <a:gd name="connsiteY29-8980" fmla="*/ 1275018 h 2344739"/>
              <a:gd name="connsiteX30-8981" fmla="*/ 11187737 w 12192001"/>
              <a:gd name="connsiteY30-8982" fmla="*/ 1292383 h 2344739"/>
              <a:gd name="connsiteX31-8983" fmla="*/ 11183353 w 12192001"/>
              <a:gd name="connsiteY31-8984" fmla="*/ 1292525 h 2344739"/>
              <a:gd name="connsiteX32-8985" fmla="*/ 11165706 w 12192001"/>
              <a:gd name="connsiteY32-8986" fmla="*/ 1306612 h 2344739"/>
              <a:gd name="connsiteX33-8987" fmla="*/ 11156163 w 12192001"/>
              <a:gd name="connsiteY33-8988" fmla="*/ 1312414 h 2344739"/>
              <a:gd name="connsiteX34-8989" fmla="*/ 11154348 w 12192001"/>
              <a:gd name="connsiteY34-8990" fmla="*/ 1317097 h 2344739"/>
              <a:gd name="connsiteX35-8991" fmla="*/ 11139813 w 12192001"/>
              <a:gd name="connsiteY35-8992" fmla="*/ 1324115 h 2344739"/>
              <a:gd name="connsiteX36-8993" fmla="*/ 11137813 w 12192001"/>
              <a:gd name="connsiteY36-8994" fmla="*/ 1323772 h 2344739"/>
              <a:gd name="connsiteX37-8995" fmla="*/ 11127060 w 12192001"/>
              <a:gd name="connsiteY37-8996" fmla="*/ 1333832 h 2344739"/>
              <a:gd name="connsiteX38-8997" fmla="*/ 11119543 w 12192001"/>
              <a:gd name="connsiteY38-8998" fmla="*/ 1347424 h 2344739"/>
              <a:gd name="connsiteX39-8999" fmla="*/ 10893535 w 12192001"/>
              <a:gd name="connsiteY39-9000" fmla="*/ 1473399 h 2344739"/>
              <a:gd name="connsiteX40-9001" fmla="*/ 10772152 w 12192001"/>
              <a:gd name="connsiteY40-9002" fmla="*/ 1523191 h 2344739"/>
              <a:gd name="connsiteX41-9003" fmla="*/ 10626520 w 12192001"/>
              <a:gd name="connsiteY41-9004" fmla="*/ 1559229 h 2344739"/>
              <a:gd name="connsiteX42-9005" fmla="*/ 10580747 w 12192001"/>
              <a:gd name="connsiteY42-9006" fmla="*/ 1568689 h 2344739"/>
              <a:gd name="connsiteX43-9007" fmla="*/ 10546642 w 12192001"/>
              <a:gd name="connsiteY43-9008" fmla="*/ 1598423 h 2344739"/>
              <a:gd name="connsiteX44-9009" fmla="*/ 10528495 w 12192001"/>
              <a:gd name="connsiteY44-9010" fmla="*/ 1596907 h 2344739"/>
              <a:gd name="connsiteX45-9011" fmla="*/ 10525298 w 12192001"/>
              <a:gd name="connsiteY45-9012" fmla="*/ 1596411 h 2344739"/>
              <a:gd name="connsiteX46-9013" fmla="*/ 10513981 w 12192001"/>
              <a:gd name="connsiteY46-9014" fmla="*/ 1599537 h 2344739"/>
              <a:gd name="connsiteX47-9015" fmla="*/ 10490587 w 12192001"/>
              <a:gd name="connsiteY47-9016" fmla="*/ 1594156 h 2344739"/>
              <a:gd name="connsiteX48-9017" fmla="*/ 10470270 w 12192001"/>
              <a:gd name="connsiteY48-9018" fmla="*/ 1601693 h 2344739"/>
              <a:gd name="connsiteX49-9019" fmla="*/ 10375894 w 12192001"/>
              <a:gd name="connsiteY49-9020" fmla="*/ 1644598 h 2344739"/>
              <a:gd name="connsiteX50-9021" fmla="*/ 10318190 w 12192001"/>
              <a:gd name="connsiteY50-9022" fmla="*/ 1666221 h 2344739"/>
              <a:gd name="connsiteX51-9023" fmla="*/ 10294319 w 12192001"/>
              <a:gd name="connsiteY51-9024" fmla="*/ 1668079 h 2344739"/>
              <a:gd name="connsiteX52-9025" fmla="*/ 10262295 w 12192001"/>
              <a:gd name="connsiteY52-9026" fmla="*/ 1674948 h 2344739"/>
              <a:gd name="connsiteX53-9027" fmla="*/ 10204270 w 12192001"/>
              <a:gd name="connsiteY53-9028" fmla="*/ 1682149 h 2344739"/>
              <a:gd name="connsiteX54-9029" fmla="*/ 10176611 w 12192001"/>
              <a:gd name="connsiteY54-9030" fmla="*/ 1692943 h 2344739"/>
              <a:gd name="connsiteX55-9031" fmla="*/ 10163922 w 12192001"/>
              <a:gd name="connsiteY55-9032" fmla="*/ 1693739 h 2344739"/>
              <a:gd name="connsiteX56-9033" fmla="*/ 10155160 w 12192001"/>
              <a:gd name="connsiteY56-9034" fmla="*/ 1707487 h 2344739"/>
              <a:gd name="connsiteX57-9035" fmla="*/ 10117119 w 12192001"/>
              <a:gd name="connsiteY57-9036" fmla="*/ 1731142 h 2344739"/>
              <a:gd name="connsiteX58-9037" fmla="*/ 10100445 w 12192001"/>
              <a:gd name="connsiteY58-9038" fmla="*/ 1742432 h 2344739"/>
              <a:gd name="connsiteX59-9039" fmla="*/ 10082169 w 12192001"/>
              <a:gd name="connsiteY59-9040" fmla="*/ 1743296 h 2344739"/>
              <a:gd name="connsiteX60-9041" fmla="*/ 10039240 w 12192001"/>
              <a:gd name="connsiteY60-9042" fmla="*/ 1741632 h 2344739"/>
              <a:gd name="connsiteX61-9043" fmla="*/ 9960019 w 12192001"/>
              <a:gd name="connsiteY61-9044" fmla="*/ 1757147 h 2344739"/>
              <a:gd name="connsiteX62-9045" fmla="*/ 9847792 w 12192001"/>
              <a:gd name="connsiteY62-9046" fmla="*/ 1763915 h 2344739"/>
              <a:gd name="connsiteX63-9047" fmla="*/ 9728309 w 12192001"/>
              <a:gd name="connsiteY63-9048" fmla="*/ 1784122 h 2344739"/>
              <a:gd name="connsiteX64-9049" fmla="*/ 9584507 w 12192001"/>
              <a:gd name="connsiteY64-9050" fmla="*/ 1795542 h 2344739"/>
              <a:gd name="connsiteX65-9051" fmla="*/ 9343052 w 12192001"/>
              <a:gd name="connsiteY65-9052" fmla="*/ 1841244 h 2344739"/>
              <a:gd name="connsiteX66-9053" fmla="*/ 9231370 w 12192001"/>
              <a:gd name="connsiteY66-9054" fmla="*/ 1893149 h 2344739"/>
              <a:gd name="connsiteX67-9055" fmla="*/ 9194810 w 12192001"/>
              <a:gd name="connsiteY67-9056" fmla="*/ 1903228 h 2344739"/>
              <a:gd name="connsiteX68-9057" fmla="*/ 9189246 w 12192001"/>
              <a:gd name="connsiteY68-9058" fmla="*/ 1912467 h 2344739"/>
              <a:gd name="connsiteX69-9059" fmla="*/ 9113812 w 12192001"/>
              <a:gd name="connsiteY69-9060" fmla="*/ 1919069 h 2344739"/>
              <a:gd name="connsiteX70-9061" fmla="*/ 9053453 w 12192001"/>
              <a:gd name="connsiteY70-9062" fmla="*/ 1910755 h 2344739"/>
              <a:gd name="connsiteX71-9063" fmla="*/ 9005486 w 12192001"/>
              <a:gd name="connsiteY71-9064" fmla="*/ 1914040 h 2344739"/>
              <a:gd name="connsiteX72-9065" fmla="*/ 9005201 w 12192001"/>
              <a:gd name="connsiteY72-9066" fmla="*/ 1913800 h 2344739"/>
              <a:gd name="connsiteX73-9067" fmla="*/ 8996232 w 12192001"/>
              <a:gd name="connsiteY73-9068" fmla="*/ 1915011 h 2344739"/>
              <a:gd name="connsiteX74-9069" fmla="*/ 8990394 w 12192001"/>
              <a:gd name="connsiteY74-9070" fmla="*/ 1917072 h 2344739"/>
              <a:gd name="connsiteX75-9071" fmla="*/ 8974337 w 12192001"/>
              <a:gd name="connsiteY75-9072" fmla="*/ 1920298 h 2344739"/>
              <a:gd name="connsiteX76-9073" fmla="*/ 8968011 w 12192001"/>
              <a:gd name="connsiteY76-9074" fmla="*/ 1919598 h 2344739"/>
              <a:gd name="connsiteX77-9075" fmla="*/ 8963048 w 12192001"/>
              <a:gd name="connsiteY77-9076" fmla="*/ 1917373 h 2344739"/>
              <a:gd name="connsiteX78-9077" fmla="*/ 8928988 w 12192001"/>
              <a:gd name="connsiteY78-9078" fmla="*/ 1914185 h 2344739"/>
              <a:gd name="connsiteX79-9079" fmla="*/ 8752444 w 12192001"/>
              <a:gd name="connsiteY79-9080" fmla="*/ 1933417 h 2344739"/>
              <a:gd name="connsiteX80-9081" fmla="*/ 8707847 w 12192001"/>
              <a:gd name="connsiteY80-9082" fmla="*/ 1935518 h 2344739"/>
              <a:gd name="connsiteX81-9083" fmla="*/ 8596071 w 12192001"/>
              <a:gd name="connsiteY81-9084" fmla="*/ 1944090 h 2344739"/>
              <a:gd name="connsiteX82-9085" fmla="*/ 8525230 w 12192001"/>
              <a:gd name="connsiteY82-9086" fmla="*/ 1929248 h 2344739"/>
              <a:gd name="connsiteX83-9087" fmla="*/ 8510983 w 12192001"/>
              <a:gd name="connsiteY83-9088" fmla="*/ 1935163 h 2344739"/>
              <a:gd name="connsiteX84-9089" fmla="*/ 8506167 w 12192001"/>
              <a:gd name="connsiteY84-9090" fmla="*/ 1938164 h 2344739"/>
              <a:gd name="connsiteX85-9091" fmla="*/ 8497968 w 12192001"/>
              <a:gd name="connsiteY85-9092" fmla="*/ 1940902 h 2344739"/>
              <a:gd name="connsiteX86-9093" fmla="*/ 8497594 w 12192001"/>
              <a:gd name="connsiteY86-9094" fmla="*/ 1940723 h 2344739"/>
              <a:gd name="connsiteX87-9095" fmla="*/ 8490249 w 12192001"/>
              <a:gd name="connsiteY87-9096" fmla="*/ 1943773 h 2344739"/>
              <a:gd name="connsiteX88-9097" fmla="*/ 8367182 w 12192001"/>
              <a:gd name="connsiteY88-9098" fmla="*/ 1957815 h 2344739"/>
              <a:gd name="connsiteX89-9099" fmla="*/ 8353799 w 12192001"/>
              <a:gd name="connsiteY89-9100" fmla="*/ 1958009 h 2344739"/>
              <a:gd name="connsiteX90-9101" fmla="*/ 8352373 w 12192001"/>
              <a:gd name="connsiteY90-9102" fmla="*/ 1957169 h 2344739"/>
              <a:gd name="connsiteX91-9103" fmla="*/ 8320104 w 12192001"/>
              <a:gd name="connsiteY91-9104" fmla="*/ 1974587 h 2344739"/>
              <a:gd name="connsiteX92-9105" fmla="*/ 8314433 w 12192001"/>
              <a:gd name="connsiteY92-9106" fmla="*/ 1974913 h 2344739"/>
              <a:gd name="connsiteX93-9107" fmla="*/ 8295174 w 12192001"/>
              <a:gd name="connsiteY93-9108" fmla="*/ 1988808 h 2344739"/>
              <a:gd name="connsiteX94-9109" fmla="*/ 8284276 w 12192001"/>
              <a:gd name="connsiteY94-9110" fmla="*/ 1994631 h 2344739"/>
              <a:gd name="connsiteX95-9111" fmla="*/ 8283150 w 12192001"/>
              <a:gd name="connsiteY95-9112" fmla="*/ 1999074 h 2344739"/>
              <a:gd name="connsiteX96-9113" fmla="*/ 8266076 w 12192001"/>
              <a:gd name="connsiteY96-9114" fmla="*/ 2006249 h 2344739"/>
              <a:gd name="connsiteX97-9115" fmla="*/ 8263377 w 12192001"/>
              <a:gd name="connsiteY97-9116" fmla="*/ 2006019 h 2344739"/>
              <a:gd name="connsiteX98-9117" fmla="*/ 8252033 w 12192001"/>
              <a:gd name="connsiteY98-9118" fmla="*/ 2015862 h 2344739"/>
              <a:gd name="connsiteX99-9119" fmla="*/ 8245834 w 12192001"/>
              <a:gd name="connsiteY99-9120" fmla="*/ 2028854 h 2344739"/>
              <a:gd name="connsiteX100-9121" fmla="*/ 8090272 w 12192001"/>
              <a:gd name="connsiteY100-9122" fmla="*/ 2075015 h 2344739"/>
              <a:gd name="connsiteX101-9123" fmla="*/ 7905407 w 12192001"/>
              <a:gd name="connsiteY101-9124" fmla="*/ 2116988 h 2344739"/>
              <a:gd name="connsiteX102-9125" fmla="*/ 7718745 w 12192001"/>
              <a:gd name="connsiteY102-9126" fmla="*/ 2142703 h 2344739"/>
              <a:gd name="connsiteX103-9127" fmla="*/ 7614347 w 12192001"/>
              <a:gd name="connsiteY103-9128" fmla="*/ 2139232 h 2344739"/>
              <a:gd name="connsiteX104-9129" fmla="*/ 7527543 w 12192001"/>
              <a:gd name="connsiteY104-9130" fmla="*/ 2145060 h 2344739"/>
              <a:gd name="connsiteX105-9131" fmla="*/ 7519571 w 12192001"/>
              <a:gd name="connsiteY105-9132" fmla="*/ 2147613 h 2344739"/>
              <a:gd name="connsiteX106-9133" fmla="*/ 7507411 w 12192001"/>
              <a:gd name="connsiteY106-9134" fmla="*/ 2148948 h 2344739"/>
              <a:gd name="connsiteX107-9135" fmla="*/ 7507040 w 12192001"/>
              <a:gd name="connsiteY107-9136" fmla="*/ 2148621 h 2344739"/>
              <a:gd name="connsiteX108-9137" fmla="*/ 7495795 w 12192001"/>
              <a:gd name="connsiteY108-9138" fmla="*/ 2150573 h 2344739"/>
              <a:gd name="connsiteX109-9139" fmla="*/ 7405391 w 12192001"/>
              <a:gd name="connsiteY109-9140" fmla="*/ 2142468 h 2344739"/>
              <a:gd name="connsiteX110-9141" fmla="*/ 7218559 w 12192001"/>
              <a:gd name="connsiteY110-9142" fmla="*/ 2156680 h 2344739"/>
              <a:gd name="connsiteX111-9143" fmla="*/ 7201101 w 12192001"/>
              <a:gd name="connsiteY111-9144" fmla="*/ 2161230 h 2344739"/>
              <a:gd name="connsiteX112-9145" fmla="*/ 7197004 w 12192001"/>
              <a:gd name="connsiteY112-9146" fmla="*/ 2166588 h 2344739"/>
              <a:gd name="connsiteX113-9147" fmla="*/ 7170808 w 12192001"/>
              <a:gd name="connsiteY113-9148" fmla="*/ 2171236 h 2344739"/>
              <a:gd name="connsiteX114-9149" fmla="*/ 7096988 w 12192001"/>
              <a:gd name="connsiteY114-9150" fmla="*/ 2183464 h 2344739"/>
              <a:gd name="connsiteX115-9151" fmla="*/ 7018496 w 12192001"/>
              <a:gd name="connsiteY115-9152" fmla="*/ 2183090 h 2344739"/>
              <a:gd name="connsiteX116-9153" fmla="*/ 6904146 w 12192001"/>
              <a:gd name="connsiteY116-9154" fmla="*/ 2212596 h 2344739"/>
              <a:gd name="connsiteX117-9155" fmla="*/ 6708222 w 12192001"/>
              <a:gd name="connsiteY117-9156" fmla="*/ 2240551 h 2344739"/>
              <a:gd name="connsiteX118-9157" fmla="*/ 6549454 w 12192001"/>
              <a:gd name="connsiteY118-9158" fmla="*/ 2269327 h 2344739"/>
              <a:gd name="connsiteX119-9159" fmla="*/ 6317560 w 12192001"/>
              <a:gd name="connsiteY119-9160" fmla="*/ 2316127 h 2344739"/>
              <a:gd name="connsiteX120-9161" fmla="*/ 6168674 w 12192001"/>
              <a:gd name="connsiteY120-9162" fmla="*/ 2318214 h 2344739"/>
              <a:gd name="connsiteX121-9163" fmla="*/ 6073848 w 12192001"/>
              <a:gd name="connsiteY121-9164" fmla="*/ 2338676 h 2344739"/>
              <a:gd name="connsiteX122-9165" fmla="*/ 6068529 w 12192001"/>
              <a:gd name="connsiteY122-9166" fmla="*/ 2337139 h 2344739"/>
              <a:gd name="connsiteX123-9167" fmla="*/ 6048638 w 12192001"/>
              <a:gd name="connsiteY123-9168" fmla="*/ 2337822 h 2344739"/>
              <a:gd name="connsiteX124-9169" fmla="*/ 6041285 w 12192001"/>
              <a:gd name="connsiteY124-9170" fmla="*/ 2329473 h 2344739"/>
              <a:gd name="connsiteX125-9171" fmla="*/ 6010090 w 12192001"/>
              <a:gd name="connsiteY125-9172" fmla="*/ 2324380 h 2344739"/>
              <a:gd name="connsiteX126-9173" fmla="*/ 5957375 w 12192001"/>
              <a:gd name="connsiteY126-9174" fmla="*/ 2328024 h 2344739"/>
              <a:gd name="connsiteX127-9175" fmla="*/ 5758919 w 12192001"/>
              <a:gd name="connsiteY127-9176" fmla="*/ 2343716 h 2344739"/>
              <a:gd name="connsiteX128-9177" fmla="*/ 5626960 w 12192001"/>
              <a:gd name="connsiteY128-9178" fmla="*/ 2344739 h 2344739"/>
              <a:gd name="connsiteX129-9179" fmla="*/ 5470906 w 12192001"/>
              <a:gd name="connsiteY129-9180" fmla="*/ 2330719 h 2344739"/>
              <a:gd name="connsiteX130-9181" fmla="*/ 5432761 w 12192001"/>
              <a:gd name="connsiteY130-9182" fmla="*/ 2319466 h 2344739"/>
              <a:gd name="connsiteX131-9183" fmla="*/ 5381669 w 12192001"/>
              <a:gd name="connsiteY131-9184" fmla="*/ 2301764 h 2344739"/>
              <a:gd name="connsiteX132-9185" fmla="*/ 5261764 w 12192001"/>
              <a:gd name="connsiteY132-9186" fmla="*/ 2281347 h 2344739"/>
              <a:gd name="connsiteX133-9187" fmla="*/ 5222961 w 12192001"/>
              <a:gd name="connsiteY133-9188" fmla="*/ 2270223 h 2344739"/>
              <a:gd name="connsiteX134-9189" fmla="*/ 5174660 w 12192001"/>
              <a:gd name="connsiteY134-9190" fmla="*/ 2267233 h 2344739"/>
              <a:gd name="connsiteX135-9191" fmla="*/ 5156554 w 12192001"/>
              <a:gd name="connsiteY135-9192" fmla="*/ 2260010 h 2344739"/>
              <a:gd name="connsiteX136-9193" fmla="*/ 5142599 w 12192001"/>
              <a:gd name="connsiteY136-9194" fmla="*/ 2256610 h 2344739"/>
              <a:gd name="connsiteX137-9195" fmla="*/ 5139596 w 12192001"/>
              <a:gd name="connsiteY137-9196" fmla="*/ 2254509 h 2344739"/>
              <a:gd name="connsiteX138-9197" fmla="*/ 5121659 w 12192001"/>
              <a:gd name="connsiteY138-9198" fmla="*/ 2243656 h 2344739"/>
              <a:gd name="connsiteX139-9199" fmla="*/ 5065790 w 12192001"/>
              <a:gd name="connsiteY139-9200" fmla="*/ 2250227 h 2344739"/>
              <a:gd name="connsiteX140-9201" fmla="*/ 5011514 w 12192001"/>
              <a:gd name="connsiteY140-9202" fmla="*/ 2233846 h 2344739"/>
              <a:gd name="connsiteX141-9203" fmla="*/ 4840441 w 12192001"/>
              <a:gd name="connsiteY141-9204" fmla="*/ 2209829 h 2344739"/>
              <a:gd name="connsiteX142-9205" fmla="*/ 4762447 w 12192001"/>
              <a:gd name="connsiteY142-9206" fmla="*/ 2182061 h 2344739"/>
              <a:gd name="connsiteX143-9207" fmla="*/ 4723186 w 12192001"/>
              <a:gd name="connsiteY143-9208" fmla="*/ 2173047 h 2344739"/>
              <a:gd name="connsiteX144-9209" fmla="*/ 4721176 w 12192001"/>
              <a:gd name="connsiteY144-9210" fmla="*/ 2172298 h 2344739"/>
              <a:gd name="connsiteX145-9211" fmla="*/ 4722111 w 12192001"/>
              <a:gd name="connsiteY145-9212" fmla="*/ 2172087 h 2344739"/>
              <a:gd name="connsiteX146-9213" fmla="*/ 4717202 w 12192001"/>
              <a:gd name="connsiteY146-9214" fmla="*/ 2170817 h 2344739"/>
              <a:gd name="connsiteX147-9215" fmla="*/ 4721176 w 12192001"/>
              <a:gd name="connsiteY147-9216" fmla="*/ 2172298 h 2344739"/>
              <a:gd name="connsiteX148-9217" fmla="*/ 4715526 w 12192001"/>
              <a:gd name="connsiteY148-9218" fmla="*/ 2173573 h 2344739"/>
              <a:gd name="connsiteX149-9219" fmla="*/ 4515814 w 12192001"/>
              <a:gd name="connsiteY149-9220" fmla="*/ 2163671 h 2344739"/>
              <a:gd name="connsiteX150-9221" fmla="*/ 4428543 w 12192001"/>
              <a:gd name="connsiteY150-9222" fmla="*/ 2153020 h 2344739"/>
              <a:gd name="connsiteX151-9223" fmla="*/ 4362875 w 12192001"/>
              <a:gd name="connsiteY151-9224" fmla="*/ 2151674 h 2344739"/>
              <a:gd name="connsiteX152-9225" fmla="*/ 4316966 w 12192001"/>
              <a:gd name="connsiteY152-9226" fmla="*/ 2158289 h 2344739"/>
              <a:gd name="connsiteX153-9227" fmla="*/ 4315110 w 12192001"/>
              <a:gd name="connsiteY153-9228" fmla="*/ 2156948 h 2344739"/>
              <a:gd name="connsiteX154-9229" fmla="*/ 4295144 w 12192001"/>
              <a:gd name="connsiteY154-9230" fmla="*/ 2155069 h 2344739"/>
              <a:gd name="connsiteX155-9231" fmla="*/ 4290064 w 12192001"/>
              <a:gd name="connsiteY155-9232" fmla="*/ 2157986 h 2344739"/>
              <a:gd name="connsiteX156-9233" fmla="*/ 4276142 w 12192001"/>
              <a:gd name="connsiteY156-9234" fmla="*/ 2157740 h 2344739"/>
              <a:gd name="connsiteX157-9235" fmla="*/ 4248117 w 12192001"/>
              <a:gd name="connsiteY157-9236" fmla="*/ 2160064 h 2344739"/>
              <a:gd name="connsiteX158-9237" fmla="*/ 4202051 w 12192001"/>
              <a:gd name="connsiteY158-9238" fmla="*/ 2157269 h 2344739"/>
              <a:gd name="connsiteX159-9239" fmla="*/ 4201745 w 12192001"/>
              <a:gd name="connsiteY159-9240" fmla="*/ 2156010 h 2344739"/>
              <a:gd name="connsiteX160-9241" fmla="*/ 4191248 w 12192001"/>
              <a:gd name="connsiteY160-9242" fmla="*/ 2150376 h 2344739"/>
              <a:gd name="connsiteX161-9243" fmla="*/ 4142745 w 12192001"/>
              <a:gd name="connsiteY161-9244" fmla="*/ 2134511 h 2344739"/>
              <a:gd name="connsiteX162-9245" fmla="*/ 4083097 w 12192001"/>
              <a:gd name="connsiteY162-9246" fmla="*/ 2107978 h 2344739"/>
              <a:gd name="connsiteX163-9247" fmla="*/ 4074546 w 12192001"/>
              <a:gd name="connsiteY163-9248" fmla="*/ 2107143 h 2344739"/>
              <a:gd name="connsiteX164-9249" fmla="*/ 4074427 w 12192001"/>
              <a:gd name="connsiteY164-9250" fmla="*/ 2106844 h 2344739"/>
              <a:gd name="connsiteX165-9251" fmla="*/ 4065510 w 12192001"/>
              <a:gd name="connsiteY165-9252" fmla="*/ 2105400 h 2344739"/>
              <a:gd name="connsiteX166-9253" fmla="*/ 4058954 w 12192001"/>
              <a:gd name="connsiteY166-9254" fmla="*/ 2105618 h 2344739"/>
              <a:gd name="connsiteX167-9255" fmla="*/ 4042364 w 12192001"/>
              <a:gd name="connsiteY167-9256" fmla="*/ 2103997 h 2344739"/>
              <a:gd name="connsiteX168-9257" fmla="*/ 4036997 w 12192001"/>
              <a:gd name="connsiteY168-9258" fmla="*/ 2101563 h 2344739"/>
              <a:gd name="connsiteX169-9259" fmla="*/ 4035363 w 12192001"/>
              <a:gd name="connsiteY169-9260" fmla="*/ 2097896 h 2344739"/>
              <a:gd name="connsiteX170-9261" fmla="*/ 4033778 w 12192001"/>
              <a:gd name="connsiteY170-9262" fmla="*/ 2098131 h 2344739"/>
              <a:gd name="connsiteX171-9263" fmla="*/ 4004538 w 12192001"/>
              <a:gd name="connsiteY171-9264" fmla="*/ 2085563 h 2344739"/>
              <a:gd name="connsiteX172-9265" fmla="*/ 3936846 w 12192001"/>
              <a:gd name="connsiteY172-9266" fmla="*/ 2068106 h 2344739"/>
              <a:gd name="connsiteX173-9267" fmla="*/ 3897275 w 12192001"/>
              <a:gd name="connsiteY173-9268" fmla="*/ 2062451 h 2344739"/>
              <a:gd name="connsiteX174-9269" fmla="*/ 3789760 w 12192001"/>
              <a:gd name="connsiteY174-9270" fmla="*/ 2042213 h 2344739"/>
              <a:gd name="connsiteX175-9271" fmla="*/ 3682513 w 12192001"/>
              <a:gd name="connsiteY175-9272" fmla="*/ 2018290 h 2344739"/>
              <a:gd name="connsiteX176-9273" fmla="*/ 3610035 w 12192001"/>
              <a:gd name="connsiteY176-9274" fmla="*/ 1986019 h 2344739"/>
              <a:gd name="connsiteX177-9275" fmla="*/ 3603855 w 12192001"/>
              <a:gd name="connsiteY177-9276" fmla="*/ 1987381 h 2344739"/>
              <a:gd name="connsiteX178-9277" fmla="*/ 3594736 w 12192001"/>
              <a:gd name="connsiteY178-9278" fmla="*/ 1987545 h 2344739"/>
              <a:gd name="connsiteX179-9279" fmla="*/ 3594501 w 12192001"/>
              <a:gd name="connsiteY179-9280" fmla="*/ 1987276 h 2344739"/>
              <a:gd name="connsiteX180-9281" fmla="*/ 3585978 w 12192001"/>
              <a:gd name="connsiteY180-9282" fmla="*/ 1987966 h 2344739"/>
              <a:gd name="connsiteX181-9283" fmla="*/ 3536135 w 12192001"/>
              <a:gd name="connsiteY181-9284" fmla="*/ 1978267 h 2344739"/>
              <a:gd name="connsiteX182-9285" fmla="*/ 3473223 w 12192001"/>
              <a:gd name="connsiteY182-9286" fmla="*/ 1974606 h 2344739"/>
              <a:gd name="connsiteX183-9287" fmla="*/ 3400728 w 12192001"/>
              <a:gd name="connsiteY183-9288" fmla="*/ 1962558 h 2344739"/>
              <a:gd name="connsiteX184-9289" fmla="*/ 3363888 w 12192001"/>
              <a:gd name="connsiteY184-9290" fmla="*/ 1979510 h 2344739"/>
              <a:gd name="connsiteX185-9291" fmla="*/ 3344026 w 12192001"/>
              <a:gd name="connsiteY185-9292" fmla="*/ 1981192 h 2344739"/>
              <a:gd name="connsiteX186-9293" fmla="*/ 3341698 w 12192001"/>
              <a:gd name="connsiteY186-9294" fmla="*/ 1980217 h 2344739"/>
              <a:gd name="connsiteX187-9295" fmla="*/ 3262356 w 12192001"/>
              <a:gd name="connsiteY187-9296" fmla="*/ 1986094 h 2344739"/>
              <a:gd name="connsiteX188-9297" fmla="*/ 3142556 w 12192001"/>
              <a:gd name="connsiteY188-9298" fmla="*/ 1993869 h 2344739"/>
              <a:gd name="connsiteX189-9299" fmla="*/ 3030291 w 12192001"/>
              <a:gd name="connsiteY189-9300" fmla="*/ 1996512 h 2344739"/>
              <a:gd name="connsiteX190-9301" fmla="*/ 2781569 w 12192001"/>
              <a:gd name="connsiteY190-9302" fmla="*/ 2018333 h 2344739"/>
              <a:gd name="connsiteX191-9303" fmla="*/ 2646527 w 12192001"/>
              <a:gd name="connsiteY191-9304" fmla="*/ 2028869 h 2344739"/>
              <a:gd name="connsiteX192-9305" fmla="*/ 2568028 w 12192001"/>
              <a:gd name="connsiteY192-9306" fmla="*/ 2002628 h 2344739"/>
              <a:gd name="connsiteX193-9307" fmla="*/ 2443255 w 12192001"/>
              <a:gd name="connsiteY193-9308" fmla="*/ 2016529 h 2344739"/>
              <a:gd name="connsiteX194-9309" fmla="*/ 2315112 w 12192001"/>
              <a:gd name="connsiteY194-9310" fmla="*/ 2024996 h 2344739"/>
              <a:gd name="connsiteX195-9311" fmla="*/ 2208578 w 12192001"/>
              <a:gd name="connsiteY195-9312" fmla="*/ 2019763 h 2344739"/>
              <a:gd name="connsiteX196-9313" fmla="*/ 2094665 w 12192001"/>
              <a:gd name="connsiteY196-9314" fmla="*/ 2003052 h 2344739"/>
              <a:gd name="connsiteX197-9315" fmla="*/ 1997356 w 12192001"/>
              <a:gd name="connsiteY197-9316" fmla="*/ 1995032 h 2344739"/>
              <a:gd name="connsiteX198-9317" fmla="*/ 1928172 w 12192001"/>
              <a:gd name="connsiteY198-9318" fmla="*/ 2016977 h 2344739"/>
              <a:gd name="connsiteX199-9319" fmla="*/ 1921650 w 12192001"/>
              <a:gd name="connsiteY199-9320" fmla="*/ 2012146 h 2344739"/>
              <a:gd name="connsiteX200-9321" fmla="*/ 1873080 w 12192001"/>
              <a:gd name="connsiteY200-9322" fmla="*/ 2013741 h 2344739"/>
              <a:gd name="connsiteX201-9323" fmla="*/ 1786655 w 12192001"/>
              <a:gd name="connsiteY201-9324" fmla="*/ 2041363 h 2344739"/>
              <a:gd name="connsiteX202-9325" fmla="*/ 1738204 w 12192001"/>
              <a:gd name="connsiteY202-9326" fmla="*/ 2036312 h 2344739"/>
              <a:gd name="connsiteX203-9327" fmla="*/ 1675071 w 12192001"/>
              <a:gd name="connsiteY203-9328" fmla="*/ 2019963 h 2344739"/>
              <a:gd name="connsiteX204-9329" fmla="*/ 1608669 w 12192001"/>
              <a:gd name="connsiteY204-9330" fmla="*/ 2013066 h 2344739"/>
              <a:gd name="connsiteX205-9331" fmla="*/ 1496110 w 12192001"/>
              <a:gd name="connsiteY205-9332" fmla="*/ 1987476 h 2344739"/>
              <a:gd name="connsiteX206-9333" fmla="*/ 1149979 w 12192001"/>
              <a:gd name="connsiteY206-9334" fmla="*/ 1938041 h 2344739"/>
              <a:gd name="connsiteX207-9335" fmla="*/ 858269 w 12192001"/>
              <a:gd name="connsiteY207-9336" fmla="*/ 1928608 h 2344739"/>
              <a:gd name="connsiteX208-9337" fmla="*/ 837540 w 12192001"/>
              <a:gd name="connsiteY208-9338" fmla="*/ 1929821 h 2344739"/>
              <a:gd name="connsiteX209-9339" fmla="*/ 816809 w 12192001"/>
              <a:gd name="connsiteY209-9340" fmla="*/ 1927857 h 2344739"/>
              <a:gd name="connsiteX210-9341" fmla="*/ 811506 w 12192001"/>
              <a:gd name="connsiteY210-9342" fmla="*/ 1930751 h 2344739"/>
              <a:gd name="connsiteX211-9343" fmla="*/ 797041 w 12192001"/>
              <a:gd name="connsiteY211-9344" fmla="*/ 1930446 h 2344739"/>
              <a:gd name="connsiteX212-9345" fmla="*/ 767901 w 12192001"/>
              <a:gd name="connsiteY212-9346" fmla="*/ 1932653 h 2344739"/>
              <a:gd name="connsiteX213-9347" fmla="*/ 763053 w 12192001"/>
              <a:gd name="connsiteY213-9348" fmla="*/ 1930432 h 2344739"/>
              <a:gd name="connsiteX214-9349" fmla="*/ 720047 w 12192001"/>
              <a:gd name="connsiteY214-9350" fmla="*/ 1929661 h 2344739"/>
              <a:gd name="connsiteX215-9351" fmla="*/ 719742 w 12192001"/>
              <a:gd name="connsiteY215-9352" fmla="*/ 1928399 h 2344739"/>
              <a:gd name="connsiteX216-9353" fmla="*/ 708875 w 12192001"/>
              <a:gd name="connsiteY216-9354" fmla="*/ 1922722 h 2344739"/>
              <a:gd name="connsiteX217-9355" fmla="*/ 596792 w 12192001"/>
              <a:gd name="connsiteY217-9356" fmla="*/ 1879864 h 2344739"/>
              <a:gd name="connsiteX218-9357" fmla="*/ 578535 w 12192001"/>
              <a:gd name="connsiteY218-9358" fmla="*/ 1877212 h 2344739"/>
              <a:gd name="connsiteX219-9359" fmla="*/ 571717 w 12192001"/>
              <a:gd name="connsiteY219-9360" fmla="*/ 1877401 h 2344739"/>
              <a:gd name="connsiteX220-9361" fmla="*/ 445099 w 12192001"/>
              <a:gd name="connsiteY220-9362" fmla="*/ 1839371 h 2344739"/>
              <a:gd name="connsiteX221-9363" fmla="*/ 404015 w 12192001"/>
              <a:gd name="connsiteY221-9364" fmla="*/ 1833548 h 2344739"/>
              <a:gd name="connsiteX222-9365" fmla="*/ 292435 w 12192001"/>
              <a:gd name="connsiteY222-9366" fmla="*/ 1812852 h 2344739"/>
              <a:gd name="connsiteX223-9367" fmla="*/ 118381 w 12192001"/>
              <a:gd name="connsiteY223-9368" fmla="*/ 1761047 h 2344739"/>
              <a:gd name="connsiteX224-9369" fmla="*/ 15526 w 12192001"/>
              <a:gd name="connsiteY224-9370" fmla="*/ 1758191 h 2344739"/>
              <a:gd name="connsiteX225-9371" fmla="*/ 2 w 12192001"/>
              <a:gd name="connsiteY225-9372" fmla="*/ 1752722 h 2344739"/>
              <a:gd name="connsiteX226-9373" fmla="*/ 1 w 12192001"/>
              <a:gd name="connsiteY226-9374" fmla="*/ 762497 h 2344739"/>
              <a:gd name="connsiteX227-9375" fmla="*/ 0 w 12192001"/>
              <a:gd name="connsiteY227-9376" fmla="*/ 762497 h 2344739"/>
              <a:gd name="connsiteX228-9377" fmla="*/ 0 w 12192001"/>
              <a:gd name="connsiteY228-9378" fmla="*/ 222213 h 2344739"/>
              <a:gd name="connsiteX229-9379" fmla="*/ 0 w 12192001"/>
              <a:gd name="connsiteY229-9380" fmla="*/ 0 h 2344739"/>
              <a:gd name="connsiteX0-9381" fmla="*/ 0 w 12192001"/>
              <a:gd name="connsiteY0-9382" fmla="*/ 0 h 2344739"/>
              <a:gd name="connsiteX1-9383" fmla="*/ 12192000 w 12192001"/>
              <a:gd name="connsiteY1-9384" fmla="*/ 0 h 2344739"/>
              <a:gd name="connsiteX2-9385" fmla="*/ 12192000 w 12192001"/>
              <a:gd name="connsiteY2-9386" fmla="*/ 222213 h 2344739"/>
              <a:gd name="connsiteX3-9387" fmla="*/ 12192000 w 12192001"/>
              <a:gd name="connsiteY3-9388" fmla="*/ 389190 h 2344739"/>
              <a:gd name="connsiteX4-9389" fmla="*/ 12192001 w 12192001"/>
              <a:gd name="connsiteY4-9390" fmla="*/ 579739 h 2344739"/>
              <a:gd name="connsiteX5-9391" fmla="*/ 12184838 w 12192001"/>
              <a:gd name="connsiteY5-9392" fmla="*/ 584189 h 2344739"/>
              <a:gd name="connsiteX6-9393" fmla="*/ 12155215 w 12192001"/>
              <a:gd name="connsiteY6-9394" fmla="*/ 597366 h 2344739"/>
              <a:gd name="connsiteX7-9395" fmla="*/ 12138067 w 12192001"/>
              <a:gd name="connsiteY7-9396" fmla="*/ 623179 h 2344739"/>
              <a:gd name="connsiteX8-9397" fmla="*/ 12125179 w 12192001"/>
              <a:gd name="connsiteY8-9398" fmla="*/ 624690 h 2344739"/>
              <a:gd name="connsiteX9-9399" fmla="*/ 12122859 w 12192001"/>
              <a:gd name="connsiteY9-9400" fmla="*/ 624794 h 2344739"/>
              <a:gd name="connsiteX10-9401" fmla="*/ 12115706 w 12192001"/>
              <a:gd name="connsiteY10-9402" fmla="*/ 628608 h 2344739"/>
              <a:gd name="connsiteX11-9403" fmla="*/ 12098349 w 12192001"/>
              <a:gd name="connsiteY11-9404" fmla="*/ 628139 h 2344739"/>
              <a:gd name="connsiteX12-9405" fmla="*/ 12085925 w 12192001"/>
              <a:gd name="connsiteY12-9406" fmla="*/ 636341 h 2344739"/>
              <a:gd name="connsiteX13-9407" fmla="*/ 12029925 w 12192001"/>
              <a:gd name="connsiteY13-9408" fmla="*/ 680009 h 2344739"/>
              <a:gd name="connsiteX14-9409" fmla="*/ 11994685 w 12192001"/>
              <a:gd name="connsiteY14-9410" fmla="*/ 703458 h 2344739"/>
              <a:gd name="connsiteX15-9411" fmla="*/ 11978569 w 12192001"/>
              <a:gd name="connsiteY15-9412" fmla="*/ 708161 h 2344739"/>
              <a:gd name="connsiteX16-9413" fmla="*/ 11957898 w 12192001"/>
              <a:gd name="connsiteY16-9414" fmla="*/ 717558 h 2344739"/>
              <a:gd name="connsiteX17-9415" fmla="*/ 11919306 w 12192001"/>
              <a:gd name="connsiteY17-9416" fmla="*/ 730883 h 2344739"/>
              <a:gd name="connsiteX18-9417" fmla="*/ 11902508 w 12192001"/>
              <a:gd name="connsiteY18-9418" fmla="*/ 742426 h 2344739"/>
              <a:gd name="connsiteX19-9419" fmla="*/ 11893900 w 12192001"/>
              <a:gd name="connsiteY19-9420" fmla="*/ 744791 h 2344739"/>
              <a:gd name="connsiteX20-9421" fmla="*/ 11890820 w 12192001"/>
              <a:gd name="connsiteY20-9422" fmla="*/ 755729 h 2344739"/>
              <a:gd name="connsiteX21-9423" fmla="*/ 11869628 w 12192001"/>
              <a:gd name="connsiteY21-9424" fmla="*/ 777816 h 2344739"/>
              <a:gd name="connsiteX22-9425" fmla="*/ 11812228 w 12192001"/>
              <a:gd name="connsiteY22-9426" fmla="*/ 797659 h 2344739"/>
              <a:gd name="connsiteX23-9427" fmla="*/ 11748619 w 12192001"/>
              <a:gd name="connsiteY23-9428" fmla="*/ 872002 h 2344739"/>
              <a:gd name="connsiteX24-9429" fmla="*/ 11589545 w 12192001"/>
              <a:gd name="connsiteY24-9430" fmla="*/ 963777 h 2344739"/>
              <a:gd name="connsiteX25-9431" fmla="*/ 11505669 w 12192001"/>
              <a:gd name="connsiteY25-9432" fmla="*/ 1033623 h 2344739"/>
              <a:gd name="connsiteX26-9433" fmla="*/ 11279184 w 12192001"/>
              <a:gd name="connsiteY26-9434" fmla="*/ 1223571 h 2344739"/>
              <a:gd name="connsiteX27-9435" fmla="*/ 11227161 w 12192001"/>
              <a:gd name="connsiteY27-9436" fmla="*/ 1276236 h 2344739"/>
              <a:gd name="connsiteX28-9437" fmla="*/ 11216939 w 12192001"/>
              <a:gd name="connsiteY28-9438" fmla="*/ 1275961 h 2344739"/>
              <a:gd name="connsiteX29-9439" fmla="*/ 11216036 w 12192001"/>
              <a:gd name="connsiteY29-9440" fmla="*/ 1275018 h 2344739"/>
              <a:gd name="connsiteX30-9441" fmla="*/ 11187737 w 12192001"/>
              <a:gd name="connsiteY30-9442" fmla="*/ 1292383 h 2344739"/>
              <a:gd name="connsiteX31-9443" fmla="*/ 11183353 w 12192001"/>
              <a:gd name="connsiteY31-9444" fmla="*/ 1292525 h 2344739"/>
              <a:gd name="connsiteX32-9445" fmla="*/ 11165706 w 12192001"/>
              <a:gd name="connsiteY32-9446" fmla="*/ 1306612 h 2344739"/>
              <a:gd name="connsiteX33-9447" fmla="*/ 11156163 w 12192001"/>
              <a:gd name="connsiteY33-9448" fmla="*/ 1312414 h 2344739"/>
              <a:gd name="connsiteX34-9449" fmla="*/ 11154348 w 12192001"/>
              <a:gd name="connsiteY34-9450" fmla="*/ 1317097 h 2344739"/>
              <a:gd name="connsiteX35-9451" fmla="*/ 11139813 w 12192001"/>
              <a:gd name="connsiteY35-9452" fmla="*/ 1324115 h 2344739"/>
              <a:gd name="connsiteX36-9453" fmla="*/ 11137813 w 12192001"/>
              <a:gd name="connsiteY36-9454" fmla="*/ 1323772 h 2344739"/>
              <a:gd name="connsiteX37-9455" fmla="*/ 11127060 w 12192001"/>
              <a:gd name="connsiteY37-9456" fmla="*/ 1333832 h 2344739"/>
              <a:gd name="connsiteX38-9457" fmla="*/ 11119543 w 12192001"/>
              <a:gd name="connsiteY38-9458" fmla="*/ 1347424 h 2344739"/>
              <a:gd name="connsiteX39-9459" fmla="*/ 10893535 w 12192001"/>
              <a:gd name="connsiteY39-9460" fmla="*/ 1473399 h 2344739"/>
              <a:gd name="connsiteX40-9461" fmla="*/ 10772152 w 12192001"/>
              <a:gd name="connsiteY40-9462" fmla="*/ 1523191 h 2344739"/>
              <a:gd name="connsiteX41-9463" fmla="*/ 10626520 w 12192001"/>
              <a:gd name="connsiteY41-9464" fmla="*/ 1559229 h 2344739"/>
              <a:gd name="connsiteX42-9465" fmla="*/ 10580747 w 12192001"/>
              <a:gd name="connsiteY42-9466" fmla="*/ 1568689 h 2344739"/>
              <a:gd name="connsiteX43-9467" fmla="*/ 10546642 w 12192001"/>
              <a:gd name="connsiteY43-9468" fmla="*/ 1598423 h 2344739"/>
              <a:gd name="connsiteX44-9469" fmla="*/ 10528495 w 12192001"/>
              <a:gd name="connsiteY44-9470" fmla="*/ 1596907 h 2344739"/>
              <a:gd name="connsiteX45-9471" fmla="*/ 10525298 w 12192001"/>
              <a:gd name="connsiteY45-9472" fmla="*/ 1596411 h 2344739"/>
              <a:gd name="connsiteX46-9473" fmla="*/ 10513981 w 12192001"/>
              <a:gd name="connsiteY46-9474" fmla="*/ 1599537 h 2344739"/>
              <a:gd name="connsiteX47-9475" fmla="*/ 10490587 w 12192001"/>
              <a:gd name="connsiteY47-9476" fmla="*/ 1594156 h 2344739"/>
              <a:gd name="connsiteX48-9477" fmla="*/ 10470270 w 12192001"/>
              <a:gd name="connsiteY48-9478" fmla="*/ 1601693 h 2344739"/>
              <a:gd name="connsiteX49-9479" fmla="*/ 10375894 w 12192001"/>
              <a:gd name="connsiteY49-9480" fmla="*/ 1644598 h 2344739"/>
              <a:gd name="connsiteX50-9481" fmla="*/ 10318190 w 12192001"/>
              <a:gd name="connsiteY50-9482" fmla="*/ 1666221 h 2344739"/>
              <a:gd name="connsiteX51-9483" fmla="*/ 10294319 w 12192001"/>
              <a:gd name="connsiteY51-9484" fmla="*/ 1668079 h 2344739"/>
              <a:gd name="connsiteX52-9485" fmla="*/ 10262295 w 12192001"/>
              <a:gd name="connsiteY52-9486" fmla="*/ 1674948 h 2344739"/>
              <a:gd name="connsiteX53-9487" fmla="*/ 10204270 w 12192001"/>
              <a:gd name="connsiteY53-9488" fmla="*/ 1682149 h 2344739"/>
              <a:gd name="connsiteX54-9489" fmla="*/ 10176611 w 12192001"/>
              <a:gd name="connsiteY54-9490" fmla="*/ 1692943 h 2344739"/>
              <a:gd name="connsiteX55-9491" fmla="*/ 10163922 w 12192001"/>
              <a:gd name="connsiteY55-9492" fmla="*/ 1693739 h 2344739"/>
              <a:gd name="connsiteX56-9493" fmla="*/ 10155160 w 12192001"/>
              <a:gd name="connsiteY56-9494" fmla="*/ 1707487 h 2344739"/>
              <a:gd name="connsiteX57-9495" fmla="*/ 10117119 w 12192001"/>
              <a:gd name="connsiteY57-9496" fmla="*/ 1731142 h 2344739"/>
              <a:gd name="connsiteX58-9497" fmla="*/ 10100445 w 12192001"/>
              <a:gd name="connsiteY58-9498" fmla="*/ 1742432 h 2344739"/>
              <a:gd name="connsiteX59-9499" fmla="*/ 10082169 w 12192001"/>
              <a:gd name="connsiteY59-9500" fmla="*/ 1743296 h 2344739"/>
              <a:gd name="connsiteX60-9501" fmla="*/ 10039240 w 12192001"/>
              <a:gd name="connsiteY60-9502" fmla="*/ 1741632 h 2344739"/>
              <a:gd name="connsiteX61-9503" fmla="*/ 9960019 w 12192001"/>
              <a:gd name="connsiteY61-9504" fmla="*/ 1757147 h 2344739"/>
              <a:gd name="connsiteX62-9505" fmla="*/ 9847792 w 12192001"/>
              <a:gd name="connsiteY62-9506" fmla="*/ 1763915 h 2344739"/>
              <a:gd name="connsiteX63-9507" fmla="*/ 9728309 w 12192001"/>
              <a:gd name="connsiteY63-9508" fmla="*/ 1784122 h 2344739"/>
              <a:gd name="connsiteX64-9509" fmla="*/ 9584507 w 12192001"/>
              <a:gd name="connsiteY64-9510" fmla="*/ 1795542 h 2344739"/>
              <a:gd name="connsiteX65-9511" fmla="*/ 9343052 w 12192001"/>
              <a:gd name="connsiteY65-9512" fmla="*/ 1841244 h 2344739"/>
              <a:gd name="connsiteX66-9513" fmla="*/ 9231370 w 12192001"/>
              <a:gd name="connsiteY66-9514" fmla="*/ 1893149 h 2344739"/>
              <a:gd name="connsiteX67-9515" fmla="*/ 9194810 w 12192001"/>
              <a:gd name="connsiteY67-9516" fmla="*/ 1903228 h 2344739"/>
              <a:gd name="connsiteX68-9517" fmla="*/ 9189246 w 12192001"/>
              <a:gd name="connsiteY68-9518" fmla="*/ 1912467 h 2344739"/>
              <a:gd name="connsiteX69-9519" fmla="*/ 9113812 w 12192001"/>
              <a:gd name="connsiteY69-9520" fmla="*/ 1919069 h 2344739"/>
              <a:gd name="connsiteX70-9521" fmla="*/ 9053453 w 12192001"/>
              <a:gd name="connsiteY70-9522" fmla="*/ 1910755 h 2344739"/>
              <a:gd name="connsiteX71-9523" fmla="*/ 9005486 w 12192001"/>
              <a:gd name="connsiteY71-9524" fmla="*/ 1914040 h 2344739"/>
              <a:gd name="connsiteX72-9525" fmla="*/ 9005201 w 12192001"/>
              <a:gd name="connsiteY72-9526" fmla="*/ 1913800 h 2344739"/>
              <a:gd name="connsiteX73-9527" fmla="*/ 8996232 w 12192001"/>
              <a:gd name="connsiteY73-9528" fmla="*/ 1915011 h 2344739"/>
              <a:gd name="connsiteX74-9529" fmla="*/ 8990394 w 12192001"/>
              <a:gd name="connsiteY74-9530" fmla="*/ 1917072 h 2344739"/>
              <a:gd name="connsiteX75-9531" fmla="*/ 8974337 w 12192001"/>
              <a:gd name="connsiteY75-9532" fmla="*/ 1920298 h 2344739"/>
              <a:gd name="connsiteX76-9533" fmla="*/ 8968011 w 12192001"/>
              <a:gd name="connsiteY76-9534" fmla="*/ 1919598 h 2344739"/>
              <a:gd name="connsiteX77-9535" fmla="*/ 8963048 w 12192001"/>
              <a:gd name="connsiteY77-9536" fmla="*/ 1917373 h 2344739"/>
              <a:gd name="connsiteX78-9537" fmla="*/ 8928988 w 12192001"/>
              <a:gd name="connsiteY78-9538" fmla="*/ 1914185 h 2344739"/>
              <a:gd name="connsiteX79-9539" fmla="*/ 8752444 w 12192001"/>
              <a:gd name="connsiteY79-9540" fmla="*/ 1933417 h 2344739"/>
              <a:gd name="connsiteX80-9541" fmla="*/ 8707847 w 12192001"/>
              <a:gd name="connsiteY80-9542" fmla="*/ 1935518 h 2344739"/>
              <a:gd name="connsiteX81-9543" fmla="*/ 8596071 w 12192001"/>
              <a:gd name="connsiteY81-9544" fmla="*/ 1944090 h 2344739"/>
              <a:gd name="connsiteX82-9545" fmla="*/ 8525230 w 12192001"/>
              <a:gd name="connsiteY82-9546" fmla="*/ 1929248 h 2344739"/>
              <a:gd name="connsiteX83-9547" fmla="*/ 8510983 w 12192001"/>
              <a:gd name="connsiteY83-9548" fmla="*/ 1935163 h 2344739"/>
              <a:gd name="connsiteX84-9549" fmla="*/ 8506167 w 12192001"/>
              <a:gd name="connsiteY84-9550" fmla="*/ 1938164 h 2344739"/>
              <a:gd name="connsiteX85-9551" fmla="*/ 8497968 w 12192001"/>
              <a:gd name="connsiteY85-9552" fmla="*/ 1940902 h 2344739"/>
              <a:gd name="connsiteX86-9553" fmla="*/ 8497594 w 12192001"/>
              <a:gd name="connsiteY86-9554" fmla="*/ 1940723 h 2344739"/>
              <a:gd name="connsiteX87-9555" fmla="*/ 8490249 w 12192001"/>
              <a:gd name="connsiteY87-9556" fmla="*/ 1943773 h 2344739"/>
              <a:gd name="connsiteX88-9557" fmla="*/ 8367182 w 12192001"/>
              <a:gd name="connsiteY88-9558" fmla="*/ 1957815 h 2344739"/>
              <a:gd name="connsiteX89-9559" fmla="*/ 8353799 w 12192001"/>
              <a:gd name="connsiteY89-9560" fmla="*/ 1958009 h 2344739"/>
              <a:gd name="connsiteX90-9561" fmla="*/ 8352373 w 12192001"/>
              <a:gd name="connsiteY90-9562" fmla="*/ 1957169 h 2344739"/>
              <a:gd name="connsiteX91-9563" fmla="*/ 8320104 w 12192001"/>
              <a:gd name="connsiteY91-9564" fmla="*/ 1974587 h 2344739"/>
              <a:gd name="connsiteX92-9565" fmla="*/ 8314433 w 12192001"/>
              <a:gd name="connsiteY92-9566" fmla="*/ 1974913 h 2344739"/>
              <a:gd name="connsiteX93-9567" fmla="*/ 8295174 w 12192001"/>
              <a:gd name="connsiteY93-9568" fmla="*/ 1988808 h 2344739"/>
              <a:gd name="connsiteX94-9569" fmla="*/ 8284276 w 12192001"/>
              <a:gd name="connsiteY94-9570" fmla="*/ 1994631 h 2344739"/>
              <a:gd name="connsiteX95-9571" fmla="*/ 8283150 w 12192001"/>
              <a:gd name="connsiteY95-9572" fmla="*/ 1999074 h 2344739"/>
              <a:gd name="connsiteX96-9573" fmla="*/ 8266076 w 12192001"/>
              <a:gd name="connsiteY96-9574" fmla="*/ 2006249 h 2344739"/>
              <a:gd name="connsiteX97-9575" fmla="*/ 8263377 w 12192001"/>
              <a:gd name="connsiteY97-9576" fmla="*/ 2006019 h 2344739"/>
              <a:gd name="connsiteX98-9577" fmla="*/ 8252033 w 12192001"/>
              <a:gd name="connsiteY98-9578" fmla="*/ 2015862 h 2344739"/>
              <a:gd name="connsiteX99-9579" fmla="*/ 8245834 w 12192001"/>
              <a:gd name="connsiteY99-9580" fmla="*/ 2028854 h 2344739"/>
              <a:gd name="connsiteX100-9581" fmla="*/ 8090272 w 12192001"/>
              <a:gd name="connsiteY100-9582" fmla="*/ 2075015 h 2344739"/>
              <a:gd name="connsiteX101-9583" fmla="*/ 7905407 w 12192001"/>
              <a:gd name="connsiteY101-9584" fmla="*/ 2116988 h 2344739"/>
              <a:gd name="connsiteX102-9585" fmla="*/ 7718745 w 12192001"/>
              <a:gd name="connsiteY102-9586" fmla="*/ 2142703 h 2344739"/>
              <a:gd name="connsiteX103-9587" fmla="*/ 7614347 w 12192001"/>
              <a:gd name="connsiteY103-9588" fmla="*/ 2139232 h 2344739"/>
              <a:gd name="connsiteX104-9589" fmla="*/ 7527543 w 12192001"/>
              <a:gd name="connsiteY104-9590" fmla="*/ 2145060 h 2344739"/>
              <a:gd name="connsiteX105-9591" fmla="*/ 7519571 w 12192001"/>
              <a:gd name="connsiteY105-9592" fmla="*/ 2147613 h 2344739"/>
              <a:gd name="connsiteX106-9593" fmla="*/ 7507411 w 12192001"/>
              <a:gd name="connsiteY106-9594" fmla="*/ 2148948 h 2344739"/>
              <a:gd name="connsiteX107-9595" fmla="*/ 7507040 w 12192001"/>
              <a:gd name="connsiteY107-9596" fmla="*/ 2148621 h 2344739"/>
              <a:gd name="connsiteX108-9597" fmla="*/ 7495795 w 12192001"/>
              <a:gd name="connsiteY108-9598" fmla="*/ 2150573 h 2344739"/>
              <a:gd name="connsiteX109-9599" fmla="*/ 7405391 w 12192001"/>
              <a:gd name="connsiteY109-9600" fmla="*/ 2142468 h 2344739"/>
              <a:gd name="connsiteX110-9601" fmla="*/ 7218559 w 12192001"/>
              <a:gd name="connsiteY110-9602" fmla="*/ 2156680 h 2344739"/>
              <a:gd name="connsiteX111-9603" fmla="*/ 7201101 w 12192001"/>
              <a:gd name="connsiteY111-9604" fmla="*/ 2161230 h 2344739"/>
              <a:gd name="connsiteX112-9605" fmla="*/ 7197004 w 12192001"/>
              <a:gd name="connsiteY112-9606" fmla="*/ 2166588 h 2344739"/>
              <a:gd name="connsiteX113-9607" fmla="*/ 7170808 w 12192001"/>
              <a:gd name="connsiteY113-9608" fmla="*/ 2171236 h 2344739"/>
              <a:gd name="connsiteX114-9609" fmla="*/ 7096988 w 12192001"/>
              <a:gd name="connsiteY114-9610" fmla="*/ 2183464 h 2344739"/>
              <a:gd name="connsiteX115-9611" fmla="*/ 7018496 w 12192001"/>
              <a:gd name="connsiteY115-9612" fmla="*/ 2183090 h 2344739"/>
              <a:gd name="connsiteX116-9613" fmla="*/ 6904146 w 12192001"/>
              <a:gd name="connsiteY116-9614" fmla="*/ 2212596 h 2344739"/>
              <a:gd name="connsiteX117-9615" fmla="*/ 6708222 w 12192001"/>
              <a:gd name="connsiteY117-9616" fmla="*/ 2240551 h 2344739"/>
              <a:gd name="connsiteX118-9617" fmla="*/ 6549454 w 12192001"/>
              <a:gd name="connsiteY118-9618" fmla="*/ 2269327 h 2344739"/>
              <a:gd name="connsiteX119-9619" fmla="*/ 6317560 w 12192001"/>
              <a:gd name="connsiteY119-9620" fmla="*/ 2316127 h 2344739"/>
              <a:gd name="connsiteX120-9621" fmla="*/ 6168674 w 12192001"/>
              <a:gd name="connsiteY120-9622" fmla="*/ 2318214 h 2344739"/>
              <a:gd name="connsiteX121-9623" fmla="*/ 6073848 w 12192001"/>
              <a:gd name="connsiteY121-9624" fmla="*/ 2338676 h 2344739"/>
              <a:gd name="connsiteX122-9625" fmla="*/ 6068529 w 12192001"/>
              <a:gd name="connsiteY122-9626" fmla="*/ 2337139 h 2344739"/>
              <a:gd name="connsiteX123-9627" fmla="*/ 6048638 w 12192001"/>
              <a:gd name="connsiteY123-9628" fmla="*/ 2337822 h 2344739"/>
              <a:gd name="connsiteX124-9629" fmla="*/ 6041285 w 12192001"/>
              <a:gd name="connsiteY124-9630" fmla="*/ 2329473 h 2344739"/>
              <a:gd name="connsiteX125-9631" fmla="*/ 6010090 w 12192001"/>
              <a:gd name="connsiteY125-9632" fmla="*/ 2324380 h 2344739"/>
              <a:gd name="connsiteX126-9633" fmla="*/ 5957375 w 12192001"/>
              <a:gd name="connsiteY126-9634" fmla="*/ 2328024 h 2344739"/>
              <a:gd name="connsiteX127-9635" fmla="*/ 5758919 w 12192001"/>
              <a:gd name="connsiteY127-9636" fmla="*/ 2343716 h 2344739"/>
              <a:gd name="connsiteX128-9637" fmla="*/ 5626960 w 12192001"/>
              <a:gd name="connsiteY128-9638" fmla="*/ 2344739 h 2344739"/>
              <a:gd name="connsiteX129-9639" fmla="*/ 5470906 w 12192001"/>
              <a:gd name="connsiteY129-9640" fmla="*/ 2330719 h 2344739"/>
              <a:gd name="connsiteX130-9641" fmla="*/ 5432761 w 12192001"/>
              <a:gd name="connsiteY130-9642" fmla="*/ 2319466 h 2344739"/>
              <a:gd name="connsiteX131-9643" fmla="*/ 5381669 w 12192001"/>
              <a:gd name="connsiteY131-9644" fmla="*/ 2301764 h 2344739"/>
              <a:gd name="connsiteX132-9645" fmla="*/ 5261764 w 12192001"/>
              <a:gd name="connsiteY132-9646" fmla="*/ 2281347 h 2344739"/>
              <a:gd name="connsiteX133-9647" fmla="*/ 5222961 w 12192001"/>
              <a:gd name="connsiteY133-9648" fmla="*/ 2270223 h 2344739"/>
              <a:gd name="connsiteX134-9649" fmla="*/ 5174660 w 12192001"/>
              <a:gd name="connsiteY134-9650" fmla="*/ 2267233 h 2344739"/>
              <a:gd name="connsiteX135-9651" fmla="*/ 5156554 w 12192001"/>
              <a:gd name="connsiteY135-9652" fmla="*/ 2260010 h 2344739"/>
              <a:gd name="connsiteX136-9653" fmla="*/ 5142599 w 12192001"/>
              <a:gd name="connsiteY136-9654" fmla="*/ 2256610 h 2344739"/>
              <a:gd name="connsiteX137-9655" fmla="*/ 5139596 w 12192001"/>
              <a:gd name="connsiteY137-9656" fmla="*/ 2254509 h 2344739"/>
              <a:gd name="connsiteX138-9657" fmla="*/ 5121659 w 12192001"/>
              <a:gd name="connsiteY138-9658" fmla="*/ 2243656 h 2344739"/>
              <a:gd name="connsiteX139-9659" fmla="*/ 5065790 w 12192001"/>
              <a:gd name="connsiteY139-9660" fmla="*/ 2250227 h 2344739"/>
              <a:gd name="connsiteX140-9661" fmla="*/ 5011514 w 12192001"/>
              <a:gd name="connsiteY140-9662" fmla="*/ 2233846 h 2344739"/>
              <a:gd name="connsiteX141-9663" fmla="*/ 4840441 w 12192001"/>
              <a:gd name="connsiteY141-9664" fmla="*/ 2209829 h 2344739"/>
              <a:gd name="connsiteX142-9665" fmla="*/ 4762447 w 12192001"/>
              <a:gd name="connsiteY142-9666" fmla="*/ 2182061 h 2344739"/>
              <a:gd name="connsiteX143-9667" fmla="*/ 4723186 w 12192001"/>
              <a:gd name="connsiteY143-9668" fmla="*/ 2173047 h 2344739"/>
              <a:gd name="connsiteX144-9669" fmla="*/ 4721176 w 12192001"/>
              <a:gd name="connsiteY144-9670" fmla="*/ 2172298 h 2344739"/>
              <a:gd name="connsiteX145-9671" fmla="*/ 4722111 w 12192001"/>
              <a:gd name="connsiteY145-9672" fmla="*/ 2172087 h 2344739"/>
              <a:gd name="connsiteX146-9673" fmla="*/ 4717202 w 12192001"/>
              <a:gd name="connsiteY146-9674" fmla="*/ 2170817 h 2344739"/>
              <a:gd name="connsiteX147-9675" fmla="*/ 4721176 w 12192001"/>
              <a:gd name="connsiteY147-9676" fmla="*/ 2172298 h 2344739"/>
              <a:gd name="connsiteX148-9677" fmla="*/ 4715526 w 12192001"/>
              <a:gd name="connsiteY148-9678" fmla="*/ 2173573 h 2344739"/>
              <a:gd name="connsiteX149-9679" fmla="*/ 4515814 w 12192001"/>
              <a:gd name="connsiteY149-9680" fmla="*/ 2163671 h 2344739"/>
              <a:gd name="connsiteX150-9681" fmla="*/ 4428543 w 12192001"/>
              <a:gd name="connsiteY150-9682" fmla="*/ 2153020 h 2344739"/>
              <a:gd name="connsiteX151-9683" fmla="*/ 4362875 w 12192001"/>
              <a:gd name="connsiteY151-9684" fmla="*/ 2151674 h 2344739"/>
              <a:gd name="connsiteX152-9685" fmla="*/ 4316966 w 12192001"/>
              <a:gd name="connsiteY152-9686" fmla="*/ 2158289 h 2344739"/>
              <a:gd name="connsiteX153-9687" fmla="*/ 4315110 w 12192001"/>
              <a:gd name="connsiteY153-9688" fmla="*/ 2156948 h 2344739"/>
              <a:gd name="connsiteX154-9689" fmla="*/ 4295144 w 12192001"/>
              <a:gd name="connsiteY154-9690" fmla="*/ 2155069 h 2344739"/>
              <a:gd name="connsiteX155-9691" fmla="*/ 4290064 w 12192001"/>
              <a:gd name="connsiteY155-9692" fmla="*/ 2157986 h 2344739"/>
              <a:gd name="connsiteX156-9693" fmla="*/ 4276142 w 12192001"/>
              <a:gd name="connsiteY156-9694" fmla="*/ 2157740 h 2344739"/>
              <a:gd name="connsiteX157-9695" fmla="*/ 4248117 w 12192001"/>
              <a:gd name="connsiteY157-9696" fmla="*/ 2160064 h 2344739"/>
              <a:gd name="connsiteX158-9697" fmla="*/ 4202051 w 12192001"/>
              <a:gd name="connsiteY158-9698" fmla="*/ 2157269 h 2344739"/>
              <a:gd name="connsiteX159-9699" fmla="*/ 4201745 w 12192001"/>
              <a:gd name="connsiteY159-9700" fmla="*/ 2156010 h 2344739"/>
              <a:gd name="connsiteX160-9701" fmla="*/ 4191248 w 12192001"/>
              <a:gd name="connsiteY160-9702" fmla="*/ 2150376 h 2344739"/>
              <a:gd name="connsiteX161-9703" fmla="*/ 4142745 w 12192001"/>
              <a:gd name="connsiteY161-9704" fmla="*/ 2134511 h 2344739"/>
              <a:gd name="connsiteX162-9705" fmla="*/ 4083097 w 12192001"/>
              <a:gd name="connsiteY162-9706" fmla="*/ 2107978 h 2344739"/>
              <a:gd name="connsiteX163-9707" fmla="*/ 4074546 w 12192001"/>
              <a:gd name="connsiteY163-9708" fmla="*/ 2107143 h 2344739"/>
              <a:gd name="connsiteX164-9709" fmla="*/ 4074427 w 12192001"/>
              <a:gd name="connsiteY164-9710" fmla="*/ 2106844 h 2344739"/>
              <a:gd name="connsiteX165-9711" fmla="*/ 4065510 w 12192001"/>
              <a:gd name="connsiteY165-9712" fmla="*/ 2105400 h 2344739"/>
              <a:gd name="connsiteX166-9713" fmla="*/ 4058954 w 12192001"/>
              <a:gd name="connsiteY166-9714" fmla="*/ 2105618 h 2344739"/>
              <a:gd name="connsiteX167-9715" fmla="*/ 4042364 w 12192001"/>
              <a:gd name="connsiteY167-9716" fmla="*/ 2103997 h 2344739"/>
              <a:gd name="connsiteX168-9717" fmla="*/ 4036997 w 12192001"/>
              <a:gd name="connsiteY168-9718" fmla="*/ 2101563 h 2344739"/>
              <a:gd name="connsiteX169-9719" fmla="*/ 4035363 w 12192001"/>
              <a:gd name="connsiteY169-9720" fmla="*/ 2097896 h 2344739"/>
              <a:gd name="connsiteX170-9721" fmla="*/ 4033778 w 12192001"/>
              <a:gd name="connsiteY170-9722" fmla="*/ 2098131 h 2344739"/>
              <a:gd name="connsiteX171-9723" fmla="*/ 4004538 w 12192001"/>
              <a:gd name="connsiteY171-9724" fmla="*/ 2085563 h 2344739"/>
              <a:gd name="connsiteX172-9725" fmla="*/ 3936846 w 12192001"/>
              <a:gd name="connsiteY172-9726" fmla="*/ 2068106 h 2344739"/>
              <a:gd name="connsiteX173-9727" fmla="*/ 3897275 w 12192001"/>
              <a:gd name="connsiteY173-9728" fmla="*/ 2062451 h 2344739"/>
              <a:gd name="connsiteX174-9729" fmla="*/ 3789760 w 12192001"/>
              <a:gd name="connsiteY174-9730" fmla="*/ 2042213 h 2344739"/>
              <a:gd name="connsiteX175-9731" fmla="*/ 3682513 w 12192001"/>
              <a:gd name="connsiteY175-9732" fmla="*/ 2018290 h 2344739"/>
              <a:gd name="connsiteX176-9733" fmla="*/ 3610035 w 12192001"/>
              <a:gd name="connsiteY176-9734" fmla="*/ 1986019 h 2344739"/>
              <a:gd name="connsiteX177-9735" fmla="*/ 3603855 w 12192001"/>
              <a:gd name="connsiteY177-9736" fmla="*/ 1987381 h 2344739"/>
              <a:gd name="connsiteX178-9737" fmla="*/ 3594736 w 12192001"/>
              <a:gd name="connsiteY178-9738" fmla="*/ 1987545 h 2344739"/>
              <a:gd name="connsiteX179-9739" fmla="*/ 3594501 w 12192001"/>
              <a:gd name="connsiteY179-9740" fmla="*/ 1987276 h 2344739"/>
              <a:gd name="connsiteX180-9741" fmla="*/ 3585978 w 12192001"/>
              <a:gd name="connsiteY180-9742" fmla="*/ 1987966 h 2344739"/>
              <a:gd name="connsiteX181-9743" fmla="*/ 3536135 w 12192001"/>
              <a:gd name="connsiteY181-9744" fmla="*/ 1978267 h 2344739"/>
              <a:gd name="connsiteX182-9745" fmla="*/ 3473223 w 12192001"/>
              <a:gd name="connsiteY182-9746" fmla="*/ 1974606 h 2344739"/>
              <a:gd name="connsiteX183-9747" fmla="*/ 3400728 w 12192001"/>
              <a:gd name="connsiteY183-9748" fmla="*/ 1962558 h 2344739"/>
              <a:gd name="connsiteX184-9749" fmla="*/ 3363888 w 12192001"/>
              <a:gd name="connsiteY184-9750" fmla="*/ 1979510 h 2344739"/>
              <a:gd name="connsiteX185-9751" fmla="*/ 3344026 w 12192001"/>
              <a:gd name="connsiteY185-9752" fmla="*/ 1981192 h 2344739"/>
              <a:gd name="connsiteX186-9753" fmla="*/ 3341698 w 12192001"/>
              <a:gd name="connsiteY186-9754" fmla="*/ 1980217 h 2344739"/>
              <a:gd name="connsiteX187-9755" fmla="*/ 3262356 w 12192001"/>
              <a:gd name="connsiteY187-9756" fmla="*/ 1986094 h 2344739"/>
              <a:gd name="connsiteX188-9757" fmla="*/ 3142556 w 12192001"/>
              <a:gd name="connsiteY188-9758" fmla="*/ 1993869 h 2344739"/>
              <a:gd name="connsiteX189-9759" fmla="*/ 3030291 w 12192001"/>
              <a:gd name="connsiteY189-9760" fmla="*/ 1996512 h 2344739"/>
              <a:gd name="connsiteX190-9761" fmla="*/ 2781569 w 12192001"/>
              <a:gd name="connsiteY190-9762" fmla="*/ 2018333 h 2344739"/>
              <a:gd name="connsiteX191-9763" fmla="*/ 2646527 w 12192001"/>
              <a:gd name="connsiteY191-9764" fmla="*/ 2028869 h 2344739"/>
              <a:gd name="connsiteX192-9765" fmla="*/ 2568028 w 12192001"/>
              <a:gd name="connsiteY192-9766" fmla="*/ 2002628 h 2344739"/>
              <a:gd name="connsiteX193-9767" fmla="*/ 2443255 w 12192001"/>
              <a:gd name="connsiteY193-9768" fmla="*/ 2016529 h 2344739"/>
              <a:gd name="connsiteX194-9769" fmla="*/ 2315112 w 12192001"/>
              <a:gd name="connsiteY194-9770" fmla="*/ 2024996 h 2344739"/>
              <a:gd name="connsiteX195-9771" fmla="*/ 2208578 w 12192001"/>
              <a:gd name="connsiteY195-9772" fmla="*/ 2019763 h 2344739"/>
              <a:gd name="connsiteX196-9773" fmla="*/ 2094665 w 12192001"/>
              <a:gd name="connsiteY196-9774" fmla="*/ 2003052 h 2344739"/>
              <a:gd name="connsiteX197-9775" fmla="*/ 1997356 w 12192001"/>
              <a:gd name="connsiteY197-9776" fmla="*/ 1995032 h 2344739"/>
              <a:gd name="connsiteX198-9777" fmla="*/ 1928172 w 12192001"/>
              <a:gd name="connsiteY198-9778" fmla="*/ 2016977 h 2344739"/>
              <a:gd name="connsiteX199-9779" fmla="*/ 1921650 w 12192001"/>
              <a:gd name="connsiteY199-9780" fmla="*/ 2012146 h 2344739"/>
              <a:gd name="connsiteX200-9781" fmla="*/ 1873080 w 12192001"/>
              <a:gd name="connsiteY200-9782" fmla="*/ 2013741 h 2344739"/>
              <a:gd name="connsiteX201-9783" fmla="*/ 1786655 w 12192001"/>
              <a:gd name="connsiteY201-9784" fmla="*/ 2041363 h 2344739"/>
              <a:gd name="connsiteX202-9785" fmla="*/ 1738204 w 12192001"/>
              <a:gd name="connsiteY202-9786" fmla="*/ 2036312 h 2344739"/>
              <a:gd name="connsiteX203-9787" fmla="*/ 1675071 w 12192001"/>
              <a:gd name="connsiteY203-9788" fmla="*/ 2019963 h 2344739"/>
              <a:gd name="connsiteX204-9789" fmla="*/ 1608669 w 12192001"/>
              <a:gd name="connsiteY204-9790" fmla="*/ 2013066 h 2344739"/>
              <a:gd name="connsiteX205-9791" fmla="*/ 1496110 w 12192001"/>
              <a:gd name="connsiteY205-9792" fmla="*/ 1987476 h 2344739"/>
              <a:gd name="connsiteX206-9793" fmla="*/ 1149979 w 12192001"/>
              <a:gd name="connsiteY206-9794" fmla="*/ 1938041 h 2344739"/>
              <a:gd name="connsiteX207-9795" fmla="*/ 858269 w 12192001"/>
              <a:gd name="connsiteY207-9796" fmla="*/ 1928608 h 2344739"/>
              <a:gd name="connsiteX208-9797" fmla="*/ 837540 w 12192001"/>
              <a:gd name="connsiteY208-9798" fmla="*/ 1929821 h 2344739"/>
              <a:gd name="connsiteX209-9799" fmla="*/ 816809 w 12192001"/>
              <a:gd name="connsiteY209-9800" fmla="*/ 1927857 h 2344739"/>
              <a:gd name="connsiteX210-9801" fmla="*/ 811506 w 12192001"/>
              <a:gd name="connsiteY210-9802" fmla="*/ 1930751 h 2344739"/>
              <a:gd name="connsiteX211-9803" fmla="*/ 797041 w 12192001"/>
              <a:gd name="connsiteY211-9804" fmla="*/ 1930446 h 2344739"/>
              <a:gd name="connsiteX212-9805" fmla="*/ 767901 w 12192001"/>
              <a:gd name="connsiteY212-9806" fmla="*/ 1932653 h 2344739"/>
              <a:gd name="connsiteX213-9807" fmla="*/ 763053 w 12192001"/>
              <a:gd name="connsiteY213-9808" fmla="*/ 1930432 h 2344739"/>
              <a:gd name="connsiteX214-9809" fmla="*/ 720047 w 12192001"/>
              <a:gd name="connsiteY214-9810" fmla="*/ 1929661 h 2344739"/>
              <a:gd name="connsiteX215-9811" fmla="*/ 719742 w 12192001"/>
              <a:gd name="connsiteY215-9812" fmla="*/ 1928399 h 2344739"/>
              <a:gd name="connsiteX216-9813" fmla="*/ 708875 w 12192001"/>
              <a:gd name="connsiteY216-9814" fmla="*/ 1922722 h 2344739"/>
              <a:gd name="connsiteX217-9815" fmla="*/ 596792 w 12192001"/>
              <a:gd name="connsiteY217-9816" fmla="*/ 1879864 h 2344739"/>
              <a:gd name="connsiteX218-9817" fmla="*/ 578535 w 12192001"/>
              <a:gd name="connsiteY218-9818" fmla="*/ 1877212 h 2344739"/>
              <a:gd name="connsiteX219-9819" fmla="*/ 571717 w 12192001"/>
              <a:gd name="connsiteY219-9820" fmla="*/ 1877401 h 2344739"/>
              <a:gd name="connsiteX220-9821" fmla="*/ 445099 w 12192001"/>
              <a:gd name="connsiteY220-9822" fmla="*/ 1839371 h 2344739"/>
              <a:gd name="connsiteX221-9823" fmla="*/ 404015 w 12192001"/>
              <a:gd name="connsiteY221-9824" fmla="*/ 1833548 h 2344739"/>
              <a:gd name="connsiteX222-9825" fmla="*/ 292435 w 12192001"/>
              <a:gd name="connsiteY222-9826" fmla="*/ 1812852 h 2344739"/>
              <a:gd name="connsiteX223-9827" fmla="*/ 118381 w 12192001"/>
              <a:gd name="connsiteY223-9828" fmla="*/ 1761047 h 2344739"/>
              <a:gd name="connsiteX224-9829" fmla="*/ 15526 w 12192001"/>
              <a:gd name="connsiteY224-9830" fmla="*/ 1758191 h 2344739"/>
              <a:gd name="connsiteX225-9831" fmla="*/ 2 w 12192001"/>
              <a:gd name="connsiteY225-9832" fmla="*/ 1752722 h 2344739"/>
              <a:gd name="connsiteX226-9833" fmla="*/ 1 w 12192001"/>
              <a:gd name="connsiteY226-9834" fmla="*/ 762497 h 2344739"/>
              <a:gd name="connsiteX227-9835" fmla="*/ 0 w 12192001"/>
              <a:gd name="connsiteY227-9836" fmla="*/ 762497 h 2344739"/>
              <a:gd name="connsiteX228-9837" fmla="*/ 0 w 12192001"/>
              <a:gd name="connsiteY228-9838" fmla="*/ 222213 h 2344739"/>
              <a:gd name="connsiteX229-9839" fmla="*/ 0 w 12192001"/>
              <a:gd name="connsiteY229-9840" fmla="*/ 0 h 2344739"/>
              <a:gd name="connsiteX0-9841" fmla="*/ 0 w 12192001"/>
              <a:gd name="connsiteY0-9842" fmla="*/ 0 h 2344739"/>
              <a:gd name="connsiteX1-9843" fmla="*/ 12192000 w 12192001"/>
              <a:gd name="connsiteY1-9844" fmla="*/ 0 h 2344739"/>
              <a:gd name="connsiteX2-9845" fmla="*/ 12192000 w 12192001"/>
              <a:gd name="connsiteY2-9846" fmla="*/ 222213 h 2344739"/>
              <a:gd name="connsiteX3-9847" fmla="*/ 12192000 w 12192001"/>
              <a:gd name="connsiteY3-9848" fmla="*/ 389190 h 2344739"/>
              <a:gd name="connsiteX4-9849" fmla="*/ 12192001 w 12192001"/>
              <a:gd name="connsiteY4-9850" fmla="*/ 579739 h 2344739"/>
              <a:gd name="connsiteX5-9851" fmla="*/ 12184838 w 12192001"/>
              <a:gd name="connsiteY5-9852" fmla="*/ 584189 h 2344739"/>
              <a:gd name="connsiteX6-9853" fmla="*/ 12155215 w 12192001"/>
              <a:gd name="connsiteY6-9854" fmla="*/ 597366 h 2344739"/>
              <a:gd name="connsiteX7-9855" fmla="*/ 12138067 w 12192001"/>
              <a:gd name="connsiteY7-9856" fmla="*/ 623179 h 2344739"/>
              <a:gd name="connsiteX8-9857" fmla="*/ 12125179 w 12192001"/>
              <a:gd name="connsiteY8-9858" fmla="*/ 624690 h 2344739"/>
              <a:gd name="connsiteX9-9859" fmla="*/ 12122859 w 12192001"/>
              <a:gd name="connsiteY9-9860" fmla="*/ 624794 h 2344739"/>
              <a:gd name="connsiteX10-9861" fmla="*/ 12115706 w 12192001"/>
              <a:gd name="connsiteY10-9862" fmla="*/ 628608 h 2344739"/>
              <a:gd name="connsiteX11-9863" fmla="*/ 12098349 w 12192001"/>
              <a:gd name="connsiteY11-9864" fmla="*/ 628139 h 2344739"/>
              <a:gd name="connsiteX12-9865" fmla="*/ 12085925 w 12192001"/>
              <a:gd name="connsiteY12-9866" fmla="*/ 636341 h 2344739"/>
              <a:gd name="connsiteX13-9867" fmla="*/ 12029925 w 12192001"/>
              <a:gd name="connsiteY13-9868" fmla="*/ 680009 h 2344739"/>
              <a:gd name="connsiteX14-9869" fmla="*/ 11994685 w 12192001"/>
              <a:gd name="connsiteY14-9870" fmla="*/ 703458 h 2344739"/>
              <a:gd name="connsiteX15-9871" fmla="*/ 11978569 w 12192001"/>
              <a:gd name="connsiteY15-9872" fmla="*/ 708161 h 2344739"/>
              <a:gd name="connsiteX16-9873" fmla="*/ 11957898 w 12192001"/>
              <a:gd name="connsiteY16-9874" fmla="*/ 717558 h 2344739"/>
              <a:gd name="connsiteX17-9875" fmla="*/ 11919306 w 12192001"/>
              <a:gd name="connsiteY17-9876" fmla="*/ 730883 h 2344739"/>
              <a:gd name="connsiteX18-9877" fmla="*/ 11902508 w 12192001"/>
              <a:gd name="connsiteY18-9878" fmla="*/ 742426 h 2344739"/>
              <a:gd name="connsiteX19-9879" fmla="*/ 11893900 w 12192001"/>
              <a:gd name="connsiteY19-9880" fmla="*/ 744791 h 2344739"/>
              <a:gd name="connsiteX20-9881" fmla="*/ 11890820 w 12192001"/>
              <a:gd name="connsiteY20-9882" fmla="*/ 755729 h 2344739"/>
              <a:gd name="connsiteX21-9883" fmla="*/ 11869628 w 12192001"/>
              <a:gd name="connsiteY21-9884" fmla="*/ 777816 h 2344739"/>
              <a:gd name="connsiteX22-9885" fmla="*/ 11812228 w 12192001"/>
              <a:gd name="connsiteY22-9886" fmla="*/ 797659 h 2344739"/>
              <a:gd name="connsiteX23-9887" fmla="*/ 11748619 w 12192001"/>
              <a:gd name="connsiteY23-9888" fmla="*/ 872002 h 2344739"/>
              <a:gd name="connsiteX24-9889" fmla="*/ 11589545 w 12192001"/>
              <a:gd name="connsiteY24-9890" fmla="*/ 963777 h 2344739"/>
              <a:gd name="connsiteX25-9891" fmla="*/ 11505669 w 12192001"/>
              <a:gd name="connsiteY25-9892" fmla="*/ 1033623 h 2344739"/>
              <a:gd name="connsiteX26-9893" fmla="*/ 11279184 w 12192001"/>
              <a:gd name="connsiteY26-9894" fmla="*/ 1223571 h 2344739"/>
              <a:gd name="connsiteX27-9895" fmla="*/ 11227161 w 12192001"/>
              <a:gd name="connsiteY27-9896" fmla="*/ 1276236 h 2344739"/>
              <a:gd name="connsiteX28-9897" fmla="*/ 11216939 w 12192001"/>
              <a:gd name="connsiteY28-9898" fmla="*/ 1275961 h 2344739"/>
              <a:gd name="connsiteX29-9899" fmla="*/ 11216036 w 12192001"/>
              <a:gd name="connsiteY29-9900" fmla="*/ 1275018 h 2344739"/>
              <a:gd name="connsiteX30-9901" fmla="*/ 11187737 w 12192001"/>
              <a:gd name="connsiteY30-9902" fmla="*/ 1292383 h 2344739"/>
              <a:gd name="connsiteX31-9903" fmla="*/ 11183353 w 12192001"/>
              <a:gd name="connsiteY31-9904" fmla="*/ 1292525 h 2344739"/>
              <a:gd name="connsiteX32-9905" fmla="*/ 11165706 w 12192001"/>
              <a:gd name="connsiteY32-9906" fmla="*/ 1306612 h 2344739"/>
              <a:gd name="connsiteX33-9907" fmla="*/ 11156163 w 12192001"/>
              <a:gd name="connsiteY33-9908" fmla="*/ 1312414 h 2344739"/>
              <a:gd name="connsiteX34-9909" fmla="*/ 11154348 w 12192001"/>
              <a:gd name="connsiteY34-9910" fmla="*/ 1317097 h 2344739"/>
              <a:gd name="connsiteX35-9911" fmla="*/ 11139813 w 12192001"/>
              <a:gd name="connsiteY35-9912" fmla="*/ 1324115 h 2344739"/>
              <a:gd name="connsiteX36-9913" fmla="*/ 11137813 w 12192001"/>
              <a:gd name="connsiteY36-9914" fmla="*/ 1323772 h 2344739"/>
              <a:gd name="connsiteX37-9915" fmla="*/ 11127060 w 12192001"/>
              <a:gd name="connsiteY37-9916" fmla="*/ 1333832 h 2344739"/>
              <a:gd name="connsiteX38-9917" fmla="*/ 11119543 w 12192001"/>
              <a:gd name="connsiteY38-9918" fmla="*/ 1347424 h 2344739"/>
              <a:gd name="connsiteX39-9919" fmla="*/ 10893535 w 12192001"/>
              <a:gd name="connsiteY39-9920" fmla="*/ 1473399 h 2344739"/>
              <a:gd name="connsiteX40-9921" fmla="*/ 10772152 w 12192001"/>
              <a:gd name="connsiteY40-9922" fmla="*/ 1523191 h 2344739"/>
              <a:gd name="connsiteX41-9923" fmla="*/ 10626520 w 12192001"/>
              <a:gd name="connsiteY41-9924" fmla="*/ 1559229 h 2344739"/>
              <a:gd name="connsiteX42-9925" fmla="*/ 10580747 w 12192001"/>
              <a:gd name="connsiteY42-9926" fmla="*/ 1568689 h 2344739"/>
              <a:gd name="connsiteX43-9927" fmla="*/ 10546642 w 12192001"/>
              <a:gd name="connsiteY43-9928" fmla="*/ 1598423 h 2344739"/>
              <a:gd name="connsiteX44-9929" fmla="*/ 10528495 w 12192001"/>
              <a:gd name="connsiteY44-9930" fmla="*/ 1596907 h 2344739"/>
              <a:gd name="connsiteX45-9931" fmla="*/ 10525298 w 12192001"/>
              <a:gd name="connsiteY45-9932" fmla="*/ 1596411 h 2344739"/>
              <a:gd name="connsiteX46-9933" fmla="*/ 10513981 w 12192001"/>
              <a:gd name="connsiteY46-9934" fmla="*/ 1599537 h 2344739"/>
              <a:gd name="connsiteX47-9935" fmla="*/ 10490587 w 12192001"/>
              <a:gd name="connsiteY47-9936" fmla="*/ 1594156 h 2344739"/>
              <a:gd name="connsiteX48-9937" fmla="*/ 10470270 w 12192001"/>
              <a:gd name="connsiteY48-9938" fmla="*/ 1601693 h 2344739"/>
              <a:gd name="connsiteX49-9939" fmla="*/ 10375894 w 12192001"/>
              <a:gd name="connsiteY49-9940" fmla="*/ 1644598 h 2344739"/>
              <a:gd name="connsiteX50-9941" fmla="*/ 10318190 w 12192001"/>
              <a:gd name="connsiteY50-9942" fmla="*/ 1666221 h 2344739"/>
              <a:gd name="connsiteX51-9943" fmla="*/ 10294319 w 12192001"/>
              <a:gd name="connsiteY51-9944" fmla="*/ 1668079 h 2344739"/>
              <a:gd name="connsiteX52-9945" fmla="*/ 10262295 w 12192001"/>
              <a:gd name="connsiteY52-9946" fmla="*/ 1674948 h 2344739"/>
              <a:gd name="connsiteX53-9947" fmla="*/ 10204270 w 12192001"/>
              <a:gd name="connsiteY53-9948" fmla="*/ 1682149 h 2344739"/>
              <a:gd name="connsiteX54-9949" fmla="*/ 10176611 w 12192001"/>
              <a:gd name="connsiteY54-9950" fmla="*/ 1692943 h 2344739"/>
              <a:gd name="connsiteX55-9951" fmla="*/ 10163922 w 12192001"/>
              <a:gd name="connsiteY55-9952" fmla="*/ 1693739 h 2344739"/>
              <a:gd name="connsiteX56-9953" fmla="*/ 10155160 w 12192001"/>
              <a:gd name="connsiteY56-9954" fmla="*/ 1707487 h 2344739"/>
              <a:gd name="connsiteX57-9955" fmla="*/ 10117119 w 12192001"/>
              <a:gd name="connsiteY57-9956" fmla="*/ 1731142 h 2344739"/>
              <a:gd name="connsiteX58-9957" fmla="*/ 10100445 w 12192001"/>
              <a:gd name="connsiteY58-9958" fmla="*/ 1742432 h 2344739"/>
              <a:gd name="connsiteX59-9959" fmla="*/ 10082169 w 12192001"/>
              <a:gd name="connsiteY59-9960" fmla="*/ 1743296 h 2344739"/>
              <a:gd name="connsiteX60-9961" fmla="*/ 10039240 w 12192001"/>
              <a:gd name="connsiteY60-9962" fmla="*/ 1741632 h 2344739"/>
              <a:gd name="connsiteX61-9963" fmla="*/ 9960019 w 12192001"/>
              <a:gd name="connsiteY61-9964" fmla="*/ 1757147 h 2344739"/>
              <a:gd name="connsiteX62-9965" fmla="*/ 9847792 w 12192001"/>
              <a:gd name="connsiteY62-9966" fmla="*/ 1763915 h 2344739"/>
              <a:gd name="connsiteX63-9967" fmla="*/ 9728309 w 12192001"/>
              <a:gd name="connsiteY63-9968" fmla="*/ 1784122 h 2344739"/>
              <a:gd name="connsiteX64-9969" fmla="*/ 9584507 w 12192001"/>
              <a:gd name="connsiteY64-9970" fmla="*/ 1795542 h 2344739"/>
              <a:gd name="connsiteX65-9971" fmla="*/ 9343052 w 12192001"/>
              <a:gd name="connsiteY65-9972" fmla="*/ 1841244 h 2344739"/>
              <a:gd name="connsiteX66-9973" fmla="*/ 9231370 w 12192001"/>
              <a:gd name="connsiteY66-9974" fmla="*/ 1893149 h 2344739"/>
              <a:gd name="connsiteX67-9975" fmla="*/ 9194810 w 12192001"/>
              <a:gd name="connsiteY67-9976" fmla="*/ 1903228 h 2344739"/>
              <a:gd name="connsiteX68-9977" fmla="*/ 9189246 w 12192001"/>
              <a:gd name="connsiteY68-9978" fmla="*/ 1912467 h 2344739"/>
              <a:gd name="connsiteX69-9979" fmla="*/ 9113812 w 12192001"/>
              <a:gd name="connsiteY69-9980" fmla="*/ 1919069 h 2344739"/>
              <a:gd name="connsiteX70-9981" fmla="*/ 9053453 w 12192001"/>
              <a:gd name="connsiteY70-9982" fmla="*/ 1910755 h 2344739"/>
              <a:gd name="connsiteX71-9983" fmla="*/ 9005486 w 12192001"/>
              <a:gd name="connsiteY71-9984" fmla="*/ 1914040 h 2344739"/>
              <a:gd name="connsiteX72-9985" fmla="*/ 9005201 w 12192001"/>
              <a:gd name="connsiteY72-9986" fmla="*/ 1913800 h 2344739"/>
              <a:gd name="connsiteX73-9987" fmla="*/ 8996232 w 12192001"/>
              <a:gd name="connsiteY73-9988" fmla="*/ 1915011 h 2344739"/>
              <a:gd name="connsiteX74-9989" fmla="*/ 8990394 w 12192001"/>
              <a:gd name="connsiteY74-9990" fmla="*/ 1917072 h 2344739"/>
              <a:gd name="connsiteX75-9991" fmla="*/ 8974337 w 12192001"/>
              <a:gd name="connsiteY75-9992" fmla="*/ 1920298 h 2344739"/>
              <a:gd name="connsiteX76-9993" fmla="*/ 8968011 w 12192001"/>
              <a:gd name="connsiteY76-9994" fmla="*/ 1919598 h 2344739"/>
              <a:gd name="connsiteX77-9995" fmla="*/ 8963048 w 12192001"/>
              <a:gd name="connsiteY77-9996" fmla="*/ 1917373 h 2344739"/>
              <a:gd name="connsiteX78-9997" fmla="*/ 8928988 w 12192001"/>
              <a:gd name="connsiteY78-9998" fmla="*/ 1914185 h 2344739"/>
              <a:gd name="connsiteX79-9999" fmla="*/ 8752444 w 12192001"/>
              <a:gd name="connsiteY79-10000" fmla="*/ 1933417 h 2344739"/>
              <a:gd name="connsiteX80-10001" fmla="*/ 8707847 w 12192001"/>
              <a:gd name="connsiteY80-10002" fmla="*/ 1935518 h 2344739"/>
              <a:gd name="connsiteX81-10003" fmla="*/ 8596071 w 12192001"/>
              <a:gd name="connsiteY81-10004" fmla="*/ 1944090 h 2344739"/>
              <a:gd name="connsiteX82-10005" fmla="*/ 8525230 w 12192001"/>
              <a:gd name="connsiteY82-10006" fmla="*/ 1929248 h 2344739"/>
              <a:gd name="connsiteX83-10007" fmla="*/ 8510983 w 12192001"/>
              <a:gd name="connsiteY83-10008" fmla="*/ 1935163 h 2344739"/>
              <a:gd name="connsiteX84-10009" fmla="*/ 8506167 w 12192001"/>
              <a:gd name="connsiteY84-10010" fmla="*/ 1938164 h 2344739"/>
              <a:gd name="connsiteX85-10011" fmla="*/ 8497968 w 12192001"/>
              <a:gd name="connsiteY85-10012" fmla="*/ 1940902 h 2344739"/>
              <a:gd name="connsiteX86-10013" fmla="*/ 8497594 w 12192001"/>
              <a:gd name="connsiteY86-10014" fmla="*/ 1940723 h 2344739"/>
              <a:gd name="connsiteX87-10015" fmla="*/ 8490249 w 12192001"/>
              <a:gd name="connsiteY87-10016" fmla="*/ 1943773 h 2344739"/>
              <a:gd name="connsiteX88-10017" fmla="*/ 8367182 w 12192001"/>
              <a:gd name="connsiteY88-10018" fmla="*/ 1957815 h 2344739"/>
              <a:gd name="connsiteX89-10019" fmla="*/ 8353799 w 12192001"/>
              <a:gd name="connsiteY89-10020" fmla="*/ 1958009 h 2344739"/>
              <a:gd name="connsiteX90-10021" fmla="*/ 8352373 w 12192001"/>
              <a:gd name="connsiteY90-10022" fmla="*/ 1957169 h 2344739"/>
              <a:gd name="connsiteX91-10023" fmla="*/ 8320104 w 12192001"/>
              <a:gd name="connsiteY91-10024" fmla="*/ 1974587 h 2344739"/>
              <a:gd name="connsiteX92-10025" fmla="*/ 8314433 w 12192001"/>
              <a:gd name="connsiteY92-10026" fmla="*/ 1974913 h 2344739"/>
              <a:gd name="connsiteX93-10027" fmla="*/ 8295174 w 12192001"/>
              <a:gd name="connsiteY93-10028" fmla="*/ 1988808 h 2344739"/>
              <a:gd name="connsiteX94-10029" fmla="*/ 8284276 w 12192001"/>
              <a:gd name="connsiteY94-10030" fmla="*/ 1994631 h 2344739"/>
              <a:gd name="connsiteX95-10031" fmla="*/ 8283150 w 12192001"/>
              <a:gd name="connsiteY95-10032" fmla="*/ 1999074 h 2344739"/>
              <a:gd name="connsiteX96-10033" fmla="*/ 8266076 w 12192001"/>
              <a:gd name="connsiteY96-10034" fmla="*/ 2006249 h 2344739"/>
              <a:gd name="connsiteX97-10035" fmla="*/ 8263377 w 12192001"/>
              <a:gd name="connsiteY97-10036" fmla="*/ 2006019 h 2344739"/>
              <a:gd name="connsiteX98-10037" fmla="*/ 8252033 w 12192001"/>
              <a:gd name="connsiteY98-10038" fmla="*/ 2015862 h 2344739"/>
              <a:gd name="connsiteX99-10039" fmla="*/ 8245834 w 12192001"/>
              <a:gd name="connsiteY99-10040" fmla="*/ 2028854 h 2344739"/>
              <a:gd name="connsiteX100-10041" fmla="*/ 8090272 w 12192001"/>
              <a:gd name="connsiteY100-10042" fmla="*/ 2075015 h 2344739"/>
              <a:gd name="connsiteX101-10043" fmla="*/ 7905407 w 12192001"/>
              <a:gd name="connsiteY101-10044" fmla="*/ 2116988 h 2344739"/>
              <a:gd name="connsiteX102-10045" fmla="*/ 7718745 w 12192001"/>
              <a:gd name="connsiteY102-10046" fmla="*/ 2142703 h 2344739"/>
              <a:gd name="connsiteX103-10047" fmla="*/ 7614347 w 12192001"/>
              <a:gd name="connsiteY103-10048" fmla="*/ 2139232 h 2344739"/>
              <a:gd name="connsiteX104-10049" fmla="*/ 7527543 w 12192001"/>
              <a:gd name="connsiteY104-10050" fmla="*/ 2145060 h 2344739"/>
              <a:gd name="connsiteX105-10051" fmla="*/ 7519571 w 12192001"/>
              <a:gd name="connsiteY105-10052" fmla="*/ 2147613 h 2344739"/>
              <a:gd name="connsiteX106-10053" fmla="*/ 7507411 w 12192001"/>
              <a:gd name="connsiteY106-10054" fmla="*/ 2148948 h 2344739"/>
              <a:gd name="connsiteX107-10055" fmla="*/ 7507040 w 12192001"/>
              <a:gd name="connsiteY107-10056" fmla="*/ 2148621 h 2344739"/>
              <a:gd name="connsiteX108-10057" fmla="*/ 7495795 w 12192001"/>
              <a:gd name="connsiteY108-10058" fmla="*/ 2150573 h 2344739"/>
              <a:gd name="connsiteX109-10059" fmla="*/ 7405391 w 12192001"/>
              <a:gd name="connsiteY109-10060" fmla="*/ 2142468 h 2344739"/>
              <a:gd name="connsiteX110-10061" fmla="*/ 7218559 w 12192001"/>
              <a:gd name="connsiteY110-10062" fmla="*/ 2156680 h 2344739"/>
              <a:gd name="connsiteX111-10063" fmla="*/ 7201101 w 12192001"/>
              <a:gd name="connsiteY111-10064" fmla="*/ 2161230 h 2344739"/>
              <a:gd name="connsiteX112-10065" fmla="*/ 7197004 w 12192001"/>
              <a:gd name="connsiteY112-10066" fmla="*/ 2166588 h 2344739"/>
              <a:gd name="connsiteX113-10067" fmla="*/ 7170808 w 12192001"/>
              <a:gd name="connsiteY113-10068" fmla="*/ 2171236 h 2344739"/>
              <a:gd name="connsiteX114-10069" fmla="*/ 7096988 w 12192001"/>
              <a:gd name="connsiteY114-10070" fmla="*/ 2183464 h 2344739"/>
              <a:gd name="connsiteX115-10071" fmla="*/ 7018496 w 12192001"/>
              <a:gd name="connsiteY115-10072" fmla="*/ 2183090 h 2344739"/>
              <a:gd name="connsiteX116-10073" fmla="*/ 6904146 w 12192001"/>
              <a:gd name="connsiteY116-10074" fmla="*/ 2212596 h 2344739"/>
              <a:gd name="connsiteX117-10075" fmla="*/ 6708222 w 12192001"/>
              <a:gd name="connsiteY117-10076" fmla="*/ 2240551 h 2344739"/>
              <a:gd name="connsiteX118-10077" fmla="*/ 6549454 w 12192001"/>
              <a:gd name="connsiteY118-10078" fmla="*/ 2269327 h 2344739"/>
              <a:gd name="connsiteX119-10079" fmla="*/ 6317560 w 12192001"/>
              <a:gd name="connsiteY119-10080" fmla="*/ 2316127 h 2344739"/>
              <a:gd name="connsiteX120-10081" fmla="*/ 6168674 w 12192001"/>
              <a:gd name="connsiteY120-10082" fmla="*/ 2318214 h 2344739"/>
              <a:gd name="connsiteX121-10083" fmla="*/ 6073848 w 12192001"/>
              <a:gd name="connsiteY121-10084" fmla="*/ 2338676 h 2344739"/>
              <a:gd name="connsiteX122-10085" fmla="*/ 6068529 w 12192001"/>
              <a:gd name="connsiteY122-10086" fmla="*/ 2337139 h 2344739"/>
              <a:gd name="connsiteX123-10087" fmla="*/ 6048638 w 12192001"/>
              <a:gd name="connsiteY123-10088" fmla="*/ 2337822 h 2344739"/>
              <a:gd name="connsiteX124-10089" fmla="*/ 6041285 w 12192001"/>
              <a:gd name="connsiteY124-10090" fmla="*/ 2329473 h 2344739"/>
              <a:gd name="connsiteX125-10091" fmla="*/ 6010090 w 12192001"/>
              <a:gd name="connsiteY125-10092" fmla="*/ 2324380 h 2344739"/>
              <a:gd name="connsiteX126-10093" fmla="*/ 5957375 w 12192001"/>
              <a:gd name="connsiteY126-10094" fmla="*/ 2328024 h 2344739"/>
              <a:gd name="connsiteX127-10095" fmla="*/ 5758919 w 12192001"/>
              <a:gd name="connsiteY127-10096" fmla="*/ 2343716 h 2344739"/>
              <a:gd name="connsiteX128-10097" fmla="*/ 5626960 w 12192001"/>
              <a:gd name="connsiteY128-10098" fmla="*/ 2344739 h 2344739"/>
              <a:gd name="connsiteX129-10099" fmla="*/ 5470906 w 12192001"/>
              <a:gd name="connsiteY129-10100" fmla="*/ 2330719 h 2344739"/>
              <a:gd name="connsiteX130-10101" fmla="*/ 5432761 w 12192001"/>
              <a:gd name="connsiteY130-10102" fmla="*/ 2319466 h 2344739"/>
              <a:gd name="connsiteX131-10103" fmla="*/ 5381669 w 12192001"/>
              <a:gd name="connsiteY131-10104" fmla="*/ 2301764 h 2344739"/>
              <a:gd name="connsiteX132-10105" fmla="*/ 5261764 w 12192001"/>
              <a:gd name="connsiteY132-10106" fmla="*/ 2281347 h 2344739"/>
              <a:gd name="connsiteX133-10107" fmla="*/ 5222961 w 12192001"/>
              <a:gd name="connsiteY133-10108" fmla="*/ 2270223 h 2344739"/>
              <a:gd name="connsiteX134-10109" fmla="*/ 5174660 w 12192001"/>
              <a:gd name="connsiteY134-10110" fmla="*/ 2267233 h 2344739"/>
              <a:gd name="connsiteX135-10111" fmla="*/ 5156554 w 12192001"/>
              <a:gd name="connsiteY135-10112" fmla="*/ 2260010 h 2344739"/>
              <a:gd name="connsiteX136-10113" fmla="*/ 5142599 w 12192001"/>
              <a:gd name="connsiteY136-10114" fmla="*/ 2256610 h 2344739"/>
              <a:gd name="connsiteX137-10115" fmla="*/ 5139596 w 12192001"/>
              <a:gd name="connsiteY137-10116" fmla="*/ 2254509 h 2344739"/>
              <a:gd name="connsiteX138-10117" fmla="*/ 5121659 w 12192001"/>
              <a:gd name="connsiteY138-10118" fmla="*/ 2243656 h 2344739"/>
              <a:gd name="connsiteX139-10119" fmla="*/ 5065790 w 12192001"/>
              <a:gd name="connsiteY139-10120" fmla="*/ 2250227 h 2344739"/>
              <a:gd name="connsiteX140-10121" fmla="*/ 5011514 w 12192001"/>
              <a:gd name="connsiteY140-10122" fmla="*/ 2233846 h 2344739"/>
              <a:gd name="connsiteX141-10123" fmla="*/ 4840441 w 12192001"/>
              <a:gd name="connsiteY141-10124" fmla="*/ 2209829 h 2344739"/>
              <a:gd name="connsiteX142-10125" fmla="*/ 4762447 w 12192001"/>
              <a:gd name="connsiteY142-10126" fmla="*/ 2182061 h 2344739"/>
              <a:gd name="connsiteX143-10127" fmla="*/ 4723186 w 12192001"/>
              <a:gd name="connsiteY143-10128" fmla="*/ 2173047 h 2344739"/>
              <a:gd name="connsiteX144-10129" fmla="*/ 4721176 w 12192001"/>
              <a:gd name="connsiteY144-10130" fmla="*/ 2172298 h 2344739"/>
              <a:gd name="connsiteX145-10131" fmla="*/ 4722111 w 12192001"/>
              <a:gd name="connsiteY145-10132" fmla="*/ 2172087 h 2344739"/>
              <a:gd name="connsiteX146-10133" fmla="*/ 4717202 w 12192001"/>
              <a:gd name="connsiteY146-10134" fmla="*/ 2170817 h 2344739"/>
              <a:gd name="connsiteX147-10135" fmla="*/ 4721176 w 12192001"/>
              <a:gd name="connsiteY147-10136" fmla="*/ 2172298 h 2344739"/>
              <a:gd name="connsiteX148-10137" fmla="*/ 4715526 w 12192001"/>
              <a:gd name="connsiteY148-10138" fmla="*/ 2173573 h 2344739"/>
              <a:gd name="connsiteX149-10139" fmla="*/ 4515814 w 12192001"/>
              <a:gd name="connsiteY149-10140" fmla="*/ 2163671 h 2344739"/>
              <a:gd name="connsiteX150-10141" fmla="*/ 4428543 w 12192001"/>
              <a:gd name="connsiteY150-10142" fmla="*/ 2153020 h 2344739"/>
              <a:gd name="connsiteX151-10143" fmla="*/ 4362875 w 12192001"/>
              <a:gd name="connsiteY151-10144" fmla="*/ 2151674 h 2344739"/>
              <a:gd name="connsiteX152-10145" fmla="*/ 4316966 w 12192001"/>
              <a:gd name="connsiteY152-10146" fmla="*/ 2158289 h 2344739"/>
              <a:gd name="connsiteX153-10147" fmla="*/ 4315110 w 12192001"/>
              <a:gd name="connsiteY153-10148" fmla="*/ 2156948 h 2344739"/>
              <a:gd name="connsiteX154-10149" fmla="*/ 4295144 w 12192001"/>
              <a:gd name="connsiteY154-10150" fmla="*/ 2155069 h 2344739"/>
              <a:gd name="connsiteX155-10151" fmla="*/ 4290064 w 12192001"/>
              <a:gd name="connsiteY155-10152" fmla="*/ 2157986 h 2344739"/>
              <a:gd name="connsiteX156-10153" fmla="*/ 4276142 w 12192001"/>
              <a:gd name="connsiteY156-10154" fmla="*/ 2157740 h 2344739"/>
              <a:gd name="connsiteX157-10155" fmla="*/ 4248117 w 12192001"/>
              <a:gd name="connsiteY157-10156" fmla="*/ 2160064 h 2344739"/>
              <a:gd name="connsiteX158-10157" fmla="*/ 4202051 w 12192001"/>
              <a:gd name="connsiteY158-10158" fmla="*/ 2157269 h 2344739"/>
              <a:gd name="connsiteX159-10159" fmla="*/ 4201745 w 12192001"/>
              <a:gd name="connsiteY159-10160" fmla="*/ 2156010 h 2344739"/>
              <a:gd name="connsiteX160-10161" fmla="*/ 4191248 w 12192001"/>
              <a:gd name="connsiteY160-10162" fmla="*/ 2150376 h 2344739"/>
              <a:gd name="connsiteX161-10163" fmla="*/ 4142745 w 12192001"/>
              <a:gd name="connsiteY161-10164" fmla="*/ 2134511 h 2344739"/>
              <a:gd name="connsiteX162-10165" fmla="*/ 4083097 w 12192001"/>
              <a:gd name="connsiteY162-10166" fmla="*/ 2107978 h 2344739"/>
              <a:gd name="connsiteX163-10167" fmla="*/ 4074546 w 12192001"/>
              <a:gd name="connsiteY163-10168" fmla="*/ 2107143 h 2344739"/>
              <a:gd name="connsiteX164-10169" fmla="*/ 4074427 w 12192001"/>
              <a:gd name="connsiteY164-10170" fmla="*/ 2106844 h 2344739"/>
              <a:gd name="connsiteX165-10171" fmla="*/ 4065510 w 12192001"/>
              <a:gd name="connsiteY165-10172" fmla="*/ 2105400 h 2344739"/>
              <a:gd name="connsiteX166-10173" fmla="*/ 4058954 w 12192001"/>
              <a:gd name="connsiteY166-10174" fmla="*/ 2105618 h 2344739"/>
              <a:gd name="connsiteX167-10175" fmla="*/ 4042364 w 12192001"/>
              <a:gd name="connsiteY167-10176" fmla="*/ 2103997 h 2344739"/>
              <a:gd name="connsiteX168-10177" fmla="*/ 4036997 w 12192001"/>
              <a:gd name="connsiteY168-10178" fmla="*/ 2101563 h 2344739"/>
              <a:gd name="connsiteX169-10179" fmla="*/ 4035363 w 12192001"/>
              <a:gd name="connsiteY169-10180" fmla="*/ 2097896 h 2344739"/>
              <a:gd name="connsiteX170-10181" fmla="*/ 4033778 w 12192001"/>
              <a:gd name="connsiteY170-10182" fmla="*/ 2098131 h 2344739"/>
              <a:gd name="connsiteX171-10183" fmla="*/ 4004538 w 12192001"/>
              <a:gd name="connsiteY171-10184" fmla="*/ 2085563 h 2344739"/>
              <a:gd name="connsiteX172-10185" fmla="*/ 3936846 w 12192001"/>
              <a:gd name="connsiteY172-10186" fmla="*/ 2068106 h 2344739"/>
              <a:gd name="connsiteX173-10187" fmla="*/ 3897275 w 12192001"/>
              <a:gd name="connsiteY173-10188" fmla="*/ 2062451 h 2344739"/>
              <a:gd name="connsiteX174-10189" fmla="*/ 3789760 w 12192001"/>
              <a:gd name="connsiteY174-10190" fmla="*/ 2042213 h 2344739"/>
              <a:gd name="connsiteX175-10191" fmla="*/ 3682513 w 12192001"/>
              <a:gd name="connsiteY175-10192" fmla="*/ 2018290 h 2344739"/>
              <a:gd name="connsiteX176-10193" fmla="*/ 3610035 w 12192001"/>
              <a:gd name="connsiteY176-10194" fmla="*/ 1986019 h 2344739"/>
              <a:gd name="connsiteX177-10195" fmla="*/ 3603855 w 12192001"/>
              <a:gd name="connsiteY177-10196" fmla="*/ 1987381 h 2344739"/>
              <a:gd name="connsiteX178-10197" fmla="*/ 3594736 w 12192001"/>
              <a:gd name="connsiteY178-10198" fmla="*/ 1987545 h 2344739"/>
              <a:gd name="connsiteX179-10199" fmla="*/ 3594501 w 12192001"/>
              <a:gd name="connsiteY179-10200" fmla="*/ 1987276 h 2344739"/>
              <a:gd name="connsiteX180-10201" fmla="*/ 3585978 w 12192001"/>
              <a:gd name="connsiteY180-10202" fmla="*/ 1987966 h 2344739"/>
              <a:gd name="connsiteX181-10203" fmla="*/ 3536135 w 12192001"/>
              <a:gd name="connsiteY181-10204" fmla="*/ 1978267 h 2344739"/>
              <a:gd name="connsiteX182-10205" fmla="*/ 3473223 w 12192001"/>
              <a:gd name="connsiteY182-10206" fmla="*/ 1974606 h 2344739"/>
              <a:gd name="connsiteX183-10207" fmla="*/ 3400728 w 12192001"/>
              <a:gd name="connsiteY183-10208" fmla="*/ 1962558 h 2344739"/>
              <a:gd name="connsiteX184-10209" fmla="*/ 3363888 w 12192001"/>
              <a:gd name="connsiteY184-10210" fmla="*/ 1979510 h 2344739"/>
              <a:gd name="connsiteX185-10211" fmla="*/ 3344026 w 12192001"/>
              <a:gd name="connsiteY185-10212" fmla="*/ 1981192 h 2344739"/>
              <a:gd name="connsiteX186-10213" fmla="*/ 3341698 w 12192001"/>
              <a:gd name="connsiteY186-10214" fmla="*/ 1980217 h 2344739"/>
              <a:gd name="connsiteX187-10215" fmla="*/ 3262356 w 12192001"/>
              <a:gd name="connsiteY187-10216" fmla="*/ 1986094 h 2344739"/>
              <a:gd name="connsiteX188-10217" fmla="*/ 3142556 w 12192001"/>
              <a:gd name="connsiteY188-10218" fmla="*/ 1993869 h 2344739"/>
              <a:gd name="connsiteX189-10219" fmla="*/ 3030291 w 12192001"/>
              <a:gd name="connsiteY189-10220" fmla="*/ 1996512 h 2344739"/>
              <a:gd name="connsiteX190-10221" fmla="*/ 2781569 w 12192001"/>
              <a:gd name="connsiteY190-10222" fmla="*/ 2018333 h 2344739"/>
              <a:gd name="connsiteX191-10223" fmla="*/ 2646527 w 12192001"/>
              <a:gd name="connsiteY191-10224" fmla="*/ 2028869 h 2344739"/>
              <a:gd name="connsiteX192-10225" fmla="*/ 2568028 w 12192001"/>
              <a:gd name="connsiteY192-10226" fmla="*/ 2002628 h 2344739"/>
              <a:gd name="connsiteX193-10227" fmla="*/ 2443255 w 12192001"/>
              <a:gd name="connsiteY193-10228" fmla="*/ 2016529 h 2344739"/>
              <a:gd name="connsiteX194-10229" fmla="*/ 2315112 w 12192001"/>
              <a:gd name="connsiteY194-10230" fmla="*/ 2024996 h 2344739"/>
              <a:gd name="connsiteX195-10231" fmla="*/ 2208578 w 12192001"/>
              <a:gd name="connsiteY195-10232" fmla="*/ 2019763 h 2344739"/>
              <a:gd name="connsiteX196-10233" fmla="*/ 2094665 w 12192001"/>
              <a:gd name="connsiteY196-10234" fmla="*/ 2003052 h 2344739"/>
              <a:gd name="connsiteX197-10235" fmla="*/ 1997356 w 12192001"/>
              <a:gd name="connsiteY197-10236" fmla="*/ 1995032 h 2344739"/>
              <a:gd name="connsiteX198-10237" fmla="*/ 1928172 w 12192001"/>
              <a:gd name="connsiteY198-10238" fmla="*/ 2016977 h 2344739"/>
              <a:gd name="connsiteX199-10239" fmla="*/ 1921650 w 12192001"/>
              <a:gd name="connsiteY199-10240" fmla="*/ 2012146 h 2344739"/>
              <a:gd name="connsiteX200-10241" fmla="*/ 1873080 w 12192001"/>
              <a:gd name="connsiteY200-10242" fmla="*/ 2013741 h 2344739"/>
              <a:gd name="connsiteX201-10243" fmla="*/ 1786655 w 12192001"/>
              <a:gd name="connsiteY201-10244" fmla="*/ 2041363 h 2344739"/>
              <a:gd name="connsiteX202-10245" fmla="*/ 1738204 w 12192001"/>
              <a:gd name="connsiteY202-10246" fmla="*/ 2036312 h 2344739"/>
              <a:gd name="connsiteX203-10247" fmla="*/ 1675071 w 12192001"/>
              <a:gd name="connsiteY203-10248" fmla="*/ 2019963 h 2344739"/>
              <a:gd name="connsiteX204-10249" fmla="*/ 1608669 w 12192001"/>
              <a:gd name="connsiteY204-10250" fmla="*/ 2013066 h 2344739"/>
              <a:gd name="connsiteX205-10251" fmla="*/ 1496110 w 12192001"/>
              <a:gd name="connsiteY205-10252" fmla="*/ 1987476 h 2344739"/>
              <a:gd name="connsiteX206-10253" fmla="*/ 1149979 w 12192001"/>
              <a:gd name="connsiteY206-10254" fmla="*/ 1938041 h 2344739"/>
              <a:gd name="connsiteX207-10255" fmla="*/ 858269 w 12192001"/>
              <a:gd name="connsiteY207-10256" fmla="*/ 1928608 h 2344739"/>
              <a:gd name="connsiteX208-10257" fmla="*/ 837540 w 12192001"/>
              <a:gd name="connsiteY208-10258" fmla="*/ 1929821 h 2344739"/>
              <a:gd name="connsiteX209-10259" fmla="*/ 816809 w 12192001"/>
              <a:gd name="connsiteY209-10260" fmla="*/ 1927857 h 2344739"/>
              <a:gd name="connsiteX210-10261" fmla="*/ 811506 w 12192001"/>
              <a:gd name="connsiteY210-10262" fmla="*/ 1930751 h 2344739"/>
              <a:gd name="connsiteX211-10263" fmla="*/ 797041 w 12192001"/>
              <a:gd name="connsiteY211-10264" fmla="*/ 1930446 h 2344739"/>
              <a:gd name="connsiteX212-10265" fmla="*/ 767901 w 12192001"/>
              <a:gd name="connsiteY212-10266" fmla="*/ 1932653 h 2344739"/>
              <a:gd name="connsiteX213-10267" fmla="*/ 720047 w 12192001"/>
              <a:gd name="connsiteY213-10268" fmla="*/ 1929661 h 2344739"/>
              <a:gd name="connsiteX214-10269" fmla="*/ 719742 w 12192001"/>
              <a:gd name="connsiteY214-10270" fmla="*/ 1928399 h 2344739"/>
              <a:gd name="connsiteX215-10271" fmla="*/ 708875 w 12192001"/>
              <a:gd name="connsiteY215-10272" fmla="*/ 1922722 h 2344739"/>
              <a:gd name="connsiteX216-10273" fmla="*/ 596792 w 12192001"/>
              <a:gd name="connsiteY216-10274" fmla="*/ 1879864 h 2344739"/>
              <a:gd name="connsiteX217-10275" fmla="*/ 578535 w 12192001"/>
              <a:gd name="connsiteY217-10276" fmla="*/ 1877212 h 2344739"/>
              <a:gd name="connsiteX218-10277" fmla="*/ 571717 w 12192001"/>
              <a:gd name="connsiteY218-10278" fmla="*/ 1877401 h 2344739"/>
              <a:gd name="connsiteX219-10279" fmla="*/ 445099 w 12192001"/>
              <a:gd name="connsiteY219-10280" fmla="*/ 1839371 h 2344739"/>
              <a:gd name="connsiteX220-10281" fmla="*/ 404015 w 12192001"/>
              <a:gd name="connsiteY220-10282" fmla="*/ 1833548 h 2344739"/>
              <a:gd name="connsiteX221-10283" fmla="*/ 292435 w 12192001"/>
              <a:gd name="connsiteY221-10284" fmla="*/ 1812852 h 2344739"/>
              <a:gd name="connsiteX222-10285" fmla="*/ 118381 w 12192001"/>
              <a:gd name="connsiteY222-10286" fmla="*/ 1761047 h 2344739"/>
              <a:gd name="connsiteX223-10287" fmla="*/ 15526 w 12192001"/>
              <a:gd name="connsiteY223-10288" fmla="*/ 1758191 h 2344739"/>
              <a:gd name="connsiteX224-10289" fmla="*/ 2 w 12192001"/>
              <a:gd name="connsiteY224-10290" fmla="*/ 1752722 h 2344739"/>
              <a:gd name="connsiteX225-10291" fmla="*/ 1 w 12192001"/>
              <a:gd name="connsiteY225-10292" fmla="*/ 762497 h 2344739"/>
              <a:gd name="connsiteX226-10293" fmla="*/ 0 w 12192001"/>
              <a:gd name="connsiteY226-10294" fmla="*/ 762497 h 2344739"/>
              <a:gd name="connsiteX227-10295" fmla="*/ 0 w 12192001"/>
              <a:gd name="connsiteY227-10296" fmla="*/ 222213 h 2344739"/>
              <a:gd name="connsiteX228-10297" fmla="*/ 0 w 12192001"/>
              <a:gd name="connsiteY228-10298" fmla="*/ 0 h 2344739"/>
              <a:gd name="connsiteX0-10299" fmla="*/ 0 w 12192001"/>
              <a:gd name="connsiteY0-10300" fmla="*/ 0 h 2344739"/>
              <a:gd name="connsiteX1-10301" fmla="*/ 12192000 w 12192001"/>
              <a:gd name="connsiteY1-10302" fmla="*/ 0 h 2344739"/>
              <a:gd name="connsiteX2-10303" fmla="*/ 12192000 w 12192001"/>
              <a:gd name="connsiteY2-10304" fmla="*/ 222213 h 2344739"/>
              <a:gd name="connsiteX3-10305" fmla="*/ 12192000 w 12192001"/>
              <a:gd name="connsiteY3-10306" fmla="*/ 389190 h 2344739"/>
              <a:gd name="connsiteX4-10307" fmla="*/ 12192001 w 12192001"/>
              <a:gd name="connsiteY4-10308" fmla="*/ 579739 h 2344739"/>
              <a:gd name="connsiteX5-10309" fmla="*/ 12184838 w 12192001"/>
              <a:gd name="connsiteY5-10310" fmla="*/ 584189 h 2344739"/>
              <a:gd name="connsiteX6-10311" fmla="*/ 12155215 w 12192001"/>
              <a:gd name="connsiteY6-10312" fmla="*/ 597366 h 2344739"/>
              <a:gd name="connsiteX7-10313" fmla="*/ 12138067 w 12192001"/>
              <a:gd name="connsiteY7-10314" fmla="*/ 623179 h 2344739"/>
              <a:gd name="connsiteX8-10315" fmla="*/ 12125179 w 12192001"/>
              <a:gd name="connsiteY8-10316" fmla="*/ 624690 h 2344739"/>
              <a:gd name="connsiteX9-10317" fmla="*/ 12122859 w 12192001"/>
              <a:gd name="connsiteY9-10318" fmla="*/ 624794 h 2344739"/>
              <a:gd name="connsiteX10-10319" fmla="*/ 12115706 w 12192001"/>
              <a:gd name="connsiteY10-10320" fmla="*/ 628608 h 2344739"/>
              <a:gd name="connsiteX11-10321" fmla="*/ 12098349 w 12192001"/>
              <a:gd name="connsiteY11-10322" fmla="*/ 628139 h 2344739"/>
              <a:gd name="connsiteX12-10323" fmla="*/ 12085925 w 12192001"/>
              <a:gd name="connsiteY12-10324" fmla="*/ 636341 h 2344739"/>
              <a:gd name="connsiteX13-10325" fmla="*/ 12029925 w 12192001"/>
              <a:gd name="connsiteY13-10326" fmla="*/ 680009 h 2344739"/>
              <a:gd name="connsiteX14-10327" fmla="*/ 11994685 w 12192001"/>
              <a:gd name="connsiteY14-10328" fmla="*/ 703458 h 2344739"/>
              <a:gd name="connsiteX15-10329" fmla="*/ 11978569 w 12192001"/>
              <a:gd name="connsiteY15-10330" fmla="*/ 708161 h 2344739"/>
              <a:gd name="connsiteX16-10331" fmla="*/ 11957898 w 12192001"/>
              <a:gd name="connsiteY16-10332" fmla="*/ 717558 h 2344739"/>
              <a:gd name="connsiteX17-10333" fmla="*/ 11919306 w 12192001"/>
              <a:gd name="connsiteY17-10334" fmla="*/ 730883 h 2344739"/>
              <a:gd name="connsiteX18-10335" fmla="*/ 11902508 w 12192001"/>
              <a:gd name="connsiteY18-10336" fmla="*/ 742426 h 2344739"/>
              <a:gd name="connsiteX19-10337" fmla="*/ 11893900 w 12192001"/>
              <a:gd name="connsiteY19-10338" fmla="*/ 744791 h 2344739"/>
              <a:gd name="connsiteX20-10339" fmla="*/ 11890820 w 12192001"/>
              <a:gd name="connsiteY20-10340" fmla="*/ 755729 h 2344739"/>
              <a:gd name="connsiteX21-10341" fmla="*/ 11869628 w 12192001"/>
              <a:gd name="connsiteY21-10342" fmla="*/ 777816 h 2344739"/>
              <a:gd name="connsiteX22-10343" fmla="*/ 11812228 w 12192001"/>
              <a:gd name="connsiteY22-10344" fmla="*/ 797659 h 2344739"/>
              <a:gd name="connsiteX23-10345" fmla="*/ 11748619 w 12192001"/>
              <a:gd name="connsiteY23-10346" fmla="*/ 872002 h 2344739"/>
              <a:gd name="connsiteX24-10347" fmla="*/ 11589545 w 12192001"/>
              <a:gd name="connsiteY24-10348" fmla="*/ 963777 h 2344739"/>
              <a:gd name="connsiteX25-10349" fmla="*/ 11505669 w 12192001"/>
              <a:gd name="connsiteY25-10350" fmla="*/ 1033623 h 2344739"/>
              <a:gd name="connsiteX26-10351" fmla="*/ 11279184 w 12192001"/>
              <a:gd name="connsiteY26-10352" fmla="*/ 1223571 h 2344739"/>
              <a:gd name="connsiteX27-10353" fmla="*/ 11227161 w 12192001"/>
              <a:gd name="connsiteY27-10354" fmla="*/ 1276236 h 2344739"/>
              <a:gd name="connsiteX28-10355" fmla="*/ 11216939 w 12192001"/>
              <a:gd name="connsiteY28-10356" fmla="*/ 1275961 h 2344739"/>
              <a:gd name="connsiteX29-10357" fmla="*/ 11216036 w 12192001"/>
              <a:gd name="connsiteY29-10358" fmla="*/ 1275018 h 2344739"/>
              <a:gd name="connsiteX30-10359" fmla="*/ 11187737 w 12192001"/>
              <a:gd name="connsiteY30-10360" fmla="*/ 1292383 h 2344739"/>
              <a:gd name="connsiteX31-10361" fmla="*/ 11183353 w 12192001"/>
              <a:gd name="connsiteY31-10362" fmla="*/ 1292525 h 2344739"/>
              <a:gd name="connsiteX32-10363" fmla="*/ 11165706 w 12192001"/>
              <a:gd name="connsiteY32-10364" fmla="*/ 1306612 h 2344739"/>
              <a:gd name="connsiteX33-10365" fmla="*/ 11156163 w 12192001"/>
              <a:gd name="connsiteY33-10366" fmla="*/ 1312414 h 2344739"/>
              <a:gd name="connsiteX34-10367" fmla="*/ 11154348 w 12192001"/>
              <a:gd name="connsiteY34-10368" fmla="*/ 1317097 h 2344739"/>
              <a:gd name="connsiteX35-10369" fmla="*/ 11139813 w 12192001"/>
              <a:gd name="connsiteY35-10370" fmla="*/ 1324115 h 2344739"/>
              <a:gd name="connsiteX36-10371" fmla="*/ 11137813 w 12192001"/>
              <a:gd name="connsiteY36-10372" fmla="*/ 1323772 h 2344739"/>
              <a:gd name="connsiteX37-10373" fmla="*/ 11127060 w 12192001"/>
              <a:gd name="connsiteY37-10374" fmla="*/ 1333832 h 2344739"/>
              <a:gd name="connsiteX38-10375" fmla="*/ 11119543 w 12192001"/>
              <a:gd name="connsiteY38-10376" fmla="*/ 1347424 h 2344739"/>
              <a:gd name="connsiteX39-10377" fmla="*/ 10893535 w 12192001"/>
              <a:gd name="connsiteY39-10378" fmla="*/ 1473399 h 2344739"/>
              <a:gd name="connsiteX40-10379" fmla="*/ 10772152 w 12192001"/>
              <a:gd name="connsiteY40-10380" fmla="*/ 1523191 h 2344739"/>
              <a:gd name="connsiteX41-10381" fmla="*/ 10626520 w 12192001"/>
              <a:gd name="connsiteY41-10382" fmla="*/ 1559229 h 2344739"/>
              <a:gd name="connsiteX42-10383" fmla="*/ 10580747 w 12192001"/>
              <a:gd name="connsiteY42-10384" fmla="*/ 1568689 h 2344739"/>
              <a:gd name="connsiteX43-10385" fmla="*/ 10546642 w 12192001"/>
              <a:gd name="connsiteY43-10386" fmla="*/ 1598423 h 2344739"/>
              <a:gd name="connsiteX44-10387" fmla="*/ 10528495 w 12192001"/>
              <a:gd name="connsiteY44-10388" fmla="*/ 1596907 h 2344739"/>
              <a:gd name="connsiteX45-10389" fmla="*/ 10525298 w 12192001"/>
              <a:gd name="connsiteY45-10390" fmla="*/ 1596411 h 2344739"/>
              <a:gd name="connsiteX46-10391" fmla="*/ 10513981 w 12192001"/>
              <a:gd name="connsiteY46-10392" fmla="*/ 1599537 h 2344739"/>
              <a:gd name="connsiteX47-10393" fmla="*/ 10490587 w 12192001"/>
              <a:gd name="connsiteY47-10394" fmla="*/ 1594156 h 2344739"/>
              <a:gd name="connsiteX48-10395" fmla="*/ 10470270 w 12192001"/>
              <a:gd name="connsiteY48-10396" fmla="*/ 1601693 h 2344739"/>
              <a:gd name="connsiteX49-10397" fmla="*/ 10375894 w 12192001"/>
              <a:gd name="connsiteY49-10398" fmla="*/ 1644598 h 2344739"/>
              <a:gd name="connsiteX50-10399" fmla="*/ 10318190 w 12192001"/>
              <a:gd name="connsiteY50-10400" fmla="*/ 1666221 h 2344739"/>
              <a:gd name="connsiteX51-10401" fmla="*/ 10294319 w 12192001"/>
              <a:gd name="connsiteY51-10402" fmla="*/ 1668079 h 2344739"/>
              <a:gd name="connsiteX52-10403" fmla="*/ 10262295 w 12192001"/>
              <a:gd name="connsiteY52-10404" fmla="*/ 1674948 h 2344739"/>
              <a:gd name="connsiteX53-10405" fmla="*/ 10204270 w 12192001"/>
              <a:gd name="connsiteY53-10406" fmla="*/ 1682149 h 2344739"/>
              <a:gd name="connsiteX54-10407" fmla="*/ 10176611 w 12192001"/>
              <a:gd name="connsiteY54-10408" fmla="*/ 1692943 h 2344739"/>
              <a:gd name="connsiteX55-10409" fmla="*/ 10163922 w 12192001"/>
              <a:gd name="connsiteY55-10410" fmla="*/ 1693739 h 2344739"/>
              <a:gd name="connsiteX56-10411" fmla="*/ 10155160 w 12192001"/>
              <a:gd name="connsiteY56-10412" fmla="*/ 1707487 h 2344739"/>
              <a:gd name="connsiteX57-10413" fmla="*/ 10117119 w 12192001"/>
              <a:gd name="connsiteY57-10414" fmla="*/ 1731142 h 2344739"/>
              <a:gd name="connsiteX58-10415" fmla="*/ 10100445 w 12192001"/>
              <a:gd name="connsiteY58-10416" fmla="*/ 1742432 h 2344739"/>
              <a:gd name="connsiteX59-10417" fmla="*/ 10082169 w 12192001"/>
              <a:gd name="connsiteY59-10418" fmla="*/ 1743296 h 2344739"/>
              <a:gd name="connsiteX60-10419" fmla="*/ 10039240 w 12192001"/>
              <a:gd name="connsiteY60-10420" fmla="*/ 1741632 h 2344739"/>
              <a:gd name="connsiteX61-10421" fmla="*/ 9960019 w 12192001"/>
              <a:gd name="connsiteY61-10422" fmla="*/ 1757147 h 2344739"/>
              <a:gd name="connsiteX62-10423" fmla="*/ 9847792 w 12192001"/>
              <a:gd name="connsiteY62-10424" fmla="*/ 1763915 h 2344739"/>
              <a:gd name="connsiteX63-10425" fmla="*/ 9728309 w 12192001"/>
              <a:gd name="connsiteY63-10426" fmla="*/ 1784122 h 2344739"/>
              <a:gd name="connsiteX64-10427" fmla="*/ 9584507 w 12192001"/>
              <a:gd name="connsiteY64-10428" fmla="*/ 1795542 h 2344739"/>
              <a:gd name="connsiteX65-10429" fmla="*/ 9343052 w 12192001"/>
              <a:gd name="connsiteY65-10430" fmla="*/ 1841244 h 2344739"/>
              <a:gd name="connsiteX66-10431" fmla="*/ 9231370 w 12192001"/>
              <a:gd name="connsiteY66-10432" fmla="*/ 1893149 h 2344739"/>
              <a:gd name="connsiteX67-10433" fmla="*/ 9194810 w 12192001"/>
              <a:gd name="connsiteY67-10434" fmla="*/ 1903228 h 2344739"/>
              <a:gd name="connsiteX68-10435" fmla="*/ 9189246 w 12192001"/>
              <a:gd name="connsiteY68-10436" fmla="*/ 1912467 h 2344739"/>
              <a:gd name="connsiteX69-10437" fmla="*/ 9113812 w 12192001"/>
              <a:gd name="connsiteY69-10438" fmla="*/ 1919069 h 2344739"/>
              <a:gd name="connsiteX70-10439" fmla="*/ 9053453 w 12192001"/>
              <a:gd name="connsiteY70-10440" fmla="*/ 1910755 h 2344739"/>
              <a:gd name="connsiteX71-10441" fmla="*/ 9005486 w 12192001"/>
              <a:gd name="connsiteY71-10442" fmla="*/ 1914040 h 2344739"/>
              <a:gd name="connsiteX72-10443" fmla="*/ 9005201 w 12192001"/>
              <a:gd name="connsiteY72-10444" fmla="*/ 1913800 h 2344739"/>
              <a:gd name="connsiteX73-10445" fmla="*/ 8996232 w 12192001"/>
              <a:gd name="connsiteY73-10446" fmla="*/ 1915011 h 2344739"/>
              <a:gd name="connsiteX74-10447" fmla="*/ 8990394 w 12192001"/>
              <a:gd name="connsiteY74-10448" fmla="*/ 1917072 h 2344739"/>
              <a:gd name="connsiteX75-10449" fmla="*/ 8974337 w 12192001"/>
              <a:gd name="connsiteY75-10450" fmla="*/ 1920298 h 2344739"/>
              <a:gd name="connsiteX76-10451" fmla="*/ 8968011 w 12192001"/>
              <a:gd name="connsiteY76-10452" fmla="*/ 1919598 h 2344739"/>
              <a:gd name="connsiteX77-10453" fmla="*/ 8963048 w 12192001"/>
              <a:gd name="connsiteY77-10454" fmla="*/ 1917373 h 2344739"/>
              <a:gd name="connsiteX78-10455" fmla="*/ 8928988 w 12192001"/>
              <a:gd name="connsiteY78-10456" fmla="*/ 1914185 h 2344739"/>
              <a:gd name="connsiteX79-10457" fmla="*/ 8752444 w 12192001"/>
              <a:gd name="connsiteY79-10458" fmla="*/ 1933417 h 2344739"/>
              <a:gd name="connsiteX80-10459" fmla="*/ 8707847 w 12192001"/>
              <a:gd name="connsiteY80-10460" fmla="*/ 1935518 h 2344739"/>
              <a:gd name="connsiteX81-10461" fmla="*/ 8596071 w 12192001"/>
              <a:gd name="connsiteY81-10462" fmla="*/ 1944090 h 2344739"/>
              <a:gd name="connsiteX82-10463" fmla="*/ 8525230 w 12192001"/>
              <a:gd name="connsiteY82-10464" fmla="*/ 1929248 h 2344739"/>
              <a:gd name="connsiteX83-10465" fmla="*/ 8510983 w 12192001"/>
              <a:gd name="connsiteY83-10466" fmla="*/ 1935163 h 2344739"/>
              <a:gd name="connsiteX84-10467" fmla="*/ 8506167 w 12192001"/>
              <a:gd name="connsiteY84-10468" fmla="*/ 1938164 h 2344739"/>
              <a:gd name="connsiteX85-10469" fmla="*/ 8497968 w 12192001"/>
              <a:gd name="connsiteY85-10470" fmla="*/ 1940902 h 2344739"/>
              <a:gd name="connsiteX86-10471" fmla="*/ 8497594 w 12192001"/>
              <a:gd name="connsiteY86-10472" fmla="*/ 1940723 h 2344739"/>
              <a:gd name="connsiteX87-10473" fmla="*/ 8490249 w 12192001"/>
              <a:gd name="connsiteY87-10474" fmla="*/ 1943773 h 2344739"/>
              <a:gd name="connsiteX88-10475" fmla="*/ 8367182 w 12192001"/>
              <a:gd name="connsiteY88-10476" fmla="*/ 1957815 h 2344739"/>
              <a:gd name="connsiteX89-10477" fmla="*/ 8353799 w 12192001"/>
              <a:gd name="connsiteY89-10478" fmla="*/ 1958009 h 2344739"/>
              <a:gd name="connsiteX90-10479" fmla="*/ 8352373 w 12192001"/>
              <a:gd name="connsiteY90-10480" fmla="*/ 1957169 h 2344739"/>
              <a:gd name="connsiteX91-10481" fmla="*/ 8320104 w 12192001"/>
              <a:gd name="connsiteY91-10482" fmla="*/ 1974587 h 2344739"/>
              <a:gd name="connsiteX92-10483" fmla="*/ 8314433 w 12192001"/>
              <a:gd name="connsiteY92-10484" fmla="*/ 1974913 h 2344739"/>
              <a:gd name="connsiteX93-10485" fmla="*/ 8295174 w 12192001"/>
              <a:gd name="connsiteY93-10486" fmla="*/ 1988808 h 2344739"/>
              <a:gd name="connsiteX94-10487" fmla="*/ 8284276 w 12192001"/>
              <a:gd name="connsiteY94-10488" fmla="*/ 1994631 h 2344739"/>
              <a:gd name="connsiteX95-10489" fmla="*/ 8283150 w 12192001"/>
              <a:gd name="connsiteY95-10490" fmla="*/ 1999074 h 2344739"/>
              <a:gd name="connsiteX96-10491" fmla="*/ 8266076 w 12192001"/>
              <a:gd name="connsiteY96-10492" fmla="*/ 2006249 h 2344739"/>
              <a:gd name="connsiteX97-10493" fmla="*/ 8263377 w 12192001"/>
              <a:gd name="connsiteY97-10494" fmla="*/ 2006019 h 2344739"/>
              <a:gd name="connsiteX98-10495" fmla="*/ 8252033 w 12192001"/>
              <a:gd name="connsiteY98-10496" fmla="*/ 2015862 h 2344739"/>
              <a:gd name="connsiteX99-10497" fmla="*/ 8245834 w 12192001"/>
              <a:gd name="connsiteY99-10498" fmla="*/ 2028854 h 2344739"/>
              <a:gd name="connsiteX100-10499" fmla="*/ 8090272 w 12192001"/>
              <a:gd name="connsiteY100-10500" fmla="*/ 2075015 h 2344739"/>
              <a:gd name="connsiteX101-10501" fmla="*/ 7905407 w 12192001"/>
              <a:gd name="connsiteY101-10502" fmla="*/ 2116988 h 2344739"/>
              <a:gd name="connsiteX102-10503" fmla="*/ 7718745 w 12192001"/>
              <a:gd name="connsiteY102-10504" fmla="*/ 2142703 h 2344739"/>
              <a:gd name="connsiteX103-10505" fmla="*/ 7614347 w 12192001"/>
              <a:gd name="connsiteY103-10506" fmla="*/ 2139232 h 2344739"/>
              <a:gd name="connsiteX104-10507" fmla="*/ 7527543 w 12192001"/>
              <a:gd name="connsiteY104-10508" fmla="*/ 2145060 h 2344739"/>
              <a:gd name="connsiteX105-10509" fmla="*/ 7519571 w 12192001"/>
              <a:gd name="connsiteY105-10510" fmla="*/ 2147613 h 2344739"/>
              <a:gd name="connsiteX106-10511" fmla="*/ 7507411 w 12192001"/>
              <a:gd name="connsiteY106-10512" fmla="*/ 2148948 h 2344739"/>
              <a:gd name="connsiteX107-10513" fmla="*/ 7507040 w 12192001"/>
              <a:gd name="connsiteY107-10514" fmla="*/ 2148621 h 2344739"/>
              <a:gd name="connsiteX108-10515" fmla="*/ 7495795 w 12192001"/>
              <a:gd name="connsiteY108-10516" fmla="*/ 2150573 h 2344739"/>
              <a:gd name="connsiteX109-10517" fmla="*/ 7405391 w 12192001"/>
              <a:gd name="connsiteY109-10518" fmla="*/ 2142468 h 2344739"/>
              <a:gd name="connsiteX110-10519" fmla="*/ 7218559 w 12192001"/>
              <a:gd name="connsiteY110-10520" fmla="*/ 2156680 h 2344739"/>
              <a:gd name="connsiteX111-10521" fmla="*/ 7201101 w 12192001"/>
              <a:gd name="connsiteY111-10522" fmla="*/ 2161230 h 2344739"/>
              <a:gd name="connsiteX112-10523" fmla="*/ 7197004 w 12192001"/>
              <a:gd name="connsiteY112-10524" fmla="*/ 2166588 h 2344739"/>
              <a:gd name="connsiteX113-10525" fmla="*/ 7170808 w 12192001"/>
              <a:gd name="connsiteY113-10526" fmla="*/ 2171236 h 2344739"/>
              <a:gd name="connsiteX114-10527" fmla="*/ 7096988 w 12192001"/>
              <a:gd name="connsiteY114-10528" fmla="*/ 2183464 h 2344739"/>
              <a:gd name="connsiteX115-10529" fmla="*/ 7018496 w 12192001"/>
              <a:gd name="connsiteY115-10530" fmla="*/ 2183090 h 2344739"/>
              <a:gd name="connsiteX116-10531" fmla="*/ 6904146 w 12192001"/>
              <a:gd name="connsiteY116-10532" fmla="*/ 2212596 h 2344739"/>
              <a:gd name="connsiteX117-10533" fmla="*/ 6708222 w 12192001"/>
              <a:gd name="connsiteY117-10534" fmla="*/ 2240551 h 2344739"/>
              <a:gd name="connsiteX118-10535" fmla="*/ 6549454 w 12192001"/>
              <a:gd name="connsiteY118-10536" fmla="*/ 2269327 h 2344739"/>
              <a:gd name="connsiteX119-10537" fmla="*/ 6317560 w 12192001"/>
              <a:gd name="connsiteY119-10538" fmla="*/ 2316127 h 2344739"/>
              <a:gd name="connsiteX120-10539" fmla="*/ 6168674 w 12192001"/>
              <a:gd name="connsiteY120-10540" fmla="*/ 2318214 h 2344739"/>
              <a:gd name="connsiteX121-10541" fmla="*/ 6073848 w 12192001"/>
              <a:gd name="connsiteY121-10542" fmla="*/ 2338676 h 2344739"/>
              <a:gd name="connsiteX122-10543" fmla="*/ 6068529 w 12192001"/>
              <a:gd name="connsiteY122-10544" fmla="*/ 2337139 h 2344739"/>
              <a:gd name="connsiteX123-10545" fmla="*/ 6048638 w 12192001"/>
              <a:gd name="connsiteY123-10546" fmla="*/ 2337822 h 2344739"/>
              <a:gd name="connsiteX124-10547" fmla="*/ 6041285 w 12192001"/>
              <a:gd name="connsiteY124-10548" fmla="*/ 2329473 h 2344739"/>
              <a:gd name="connsiteX125-10549" fmla="*/ 6010090 w 12192001"/>
              <a:gd name="connsiteY125-10550" fmla="*/ 2324380 h 2344739"/>
              <a:gd name="connsiteX126-10551" fmla="*/ 5957375 w 12192001"/>
              <a:gd name="connsiteY126-10552" fmla="*/ 2328024 h 2344739"/>
              <a:gd name="connsiteX127-10553" fmla="*/ 5758919 w 12192001"/>
              <a:gd name="connsiteY127-10554" fmla="*/ 2343716 h 2344739"/>
              <a:gd name="connsiteX128-10555" fmla="*/ 5626960 w 12192001"/>
              <a:gd name="connsiteY128-10556" fmla="*/ 2344739 h 2344739"/>
              <a:gd name="connsiteX129-10557" fmla="*/ 5470906 w 12192001"/>
              <a:gd name="connsiteY129-10558" fmla="*/ 2330719 h 2344739"/>
              <a:gd name="connsiteX130-10559" fmla="*/ 5432761 w 12192001"/>
              <a:gd name="connsiteY130-10560" fmla="*/ 2319466 h 2344739"/>
              <a:gd name="connsiteX131-10561" fmla="*/ 5381669 w 12192001"/>
              <a:gd name="connsiteY131-10562" fmla="*/ 2301764 h 2344739"/>
              <a:gd name="connsiteX132-10563" fmla="*/ 5261764 w 12192001"/>
              <a:gd name="connsiteY132-10564" fmla="*/ 2281347 h 2344739"/>
              <a:gd name="connsiteX133-10565" fmla="*/ 5222961 w 12192001"/>
              <a:gd name="connsiteY133-10566" fmla="*/ 2270223 h 2344739"/>
              <a:gd name="connsiteX134-10567" fmla="*/ 5174660 w 12192001"/>
              <a:gd name="connsiteY134-10568" fmla="*/ 2267233 h 2344739"/>
              <a:gd name="connsiteX135-10569" fmla="*/ 5156554 w 12192001"/>
              <a:gd name="connsiteY135-10570" fmla="*/ 2260010 h 2344739"/>
              <a:gd name="connsiteX136-10571" fmla="*/ 5142599 w 12192001"/>
              <a:gd name="connsiteY136-10572" fmla="*/ 2256610 h 2344739"/>
              <a:gd name="connsiteX137-10573" fmla="*/ 5139596 w 12192001"/>
              <a:gd name="connsiteY137-10574" fmla="*/ 2254509 h 2344739"/>
              <a:gd name="connsiteX138-10575" fmla="*/ 5121659 w 12192001"/>
              <a:gd name="connsiteY138-10576" fmla="*/ 2243656 h 2344739"/>
              <a:gd name="connsiteX139-10577" fmla="*/ 5065790 w 12192001"/>
              <a:gd name="connsiteY139-10578" fmla="*/ 2250227 h 2344739"/>
              <a:gd name="connsiteX140-10579" fmla="*/ 5011514 w 12192001"/>
              <a:gd name="connsiteY140-10580" fmla="*/ 2233846 h 2344739"/>
              <a:gd name="connsiteX141-10581" fmla="*/ 4840441 w 12192001"/>
              <a:gd name="connsiteY141-10582" fmla="*/ 2209829 h 2344739"/>
              <a:gd name="connsiteX142-10583" fmla="*/ 4762447 w 12192001"/>
              <a:gd name="connsiteY142-10584" fmla="*/ 2182061 h 2344739"/>
              <a:gd name="connsiteX143-10585" fmla="*/ 4723186 w 12192001"/>
              <a:gd name="connsiteY143-10586" fmla="*/ 2173047 h 2344739"/>
              <a:gd name="connsiteX144-10587" fmla="*/ 4721176 w 12192001"/>
              <a:gd name="connsiteY144-10588" fmla="*/ 2172298 h 2344739"/>
              <a:gd name="connsiteX145-10589" fmla="*/ 4722111 w 12192001"/>
              <a:gd name="connsiteY145-10590" fmla="*/ 2172087 h 2344739"/>
              <a:gd name="connsiteX146-10591" fmla="*/ 4717202 w 12192001"/>
              <a:gd name="connsiteY146-10592" fmla="*/ 2170817 h 2344739"/>
              <a:gd name="connsiteX147-10593" fmla="*/ 4721176 w 12192001"/>
              <a:gd name="connsiteY147-10594" fmla="*/ 2172298 h 2344739"/>
              <a:gd name="connsiteX148-10595" fmla="*/ 4715526 w 12192001"/>
              <a:gd name="connsiteY148-10596" fmla="*/ 2173573 h 2344739"/>
              <a:gd name="connsiteX149-10597" fmla="*/ 4515814 w 12192001"/>
              <a:gd name="connsiteY149-10598" fmla="*/ 2163671 h 2344739"/>
              <a:gd name="connsiteX150-10599" fmla="*/ 4428543 w 12192001"/>
              <a:gd name="connsiteY150-10600" fmla="*/ 2153020 h 2344739"/>
              <a:gd name="connsiteX151-10601" fmla="*/ 4362875 w 12192001"/>
              <a:gd name="connsiteY151-10602" fmla="*/ 2151674 h 2344739"/>
              <a:gd name="connsiteX152-10603" fmla="*/ 4316966 w 12192001"/>
              <a:gd name="connsiteY152-10604" fmla="*/ 2158289 h 2344739"/>
              <a:gd name="connsiteX153-10605" fmla="*/ 4315110 w 12192001"/>
              <a:gd name="connsiteY153-10606" fmla="*/ 2156948 h 2344739"/>
              <a:gd name="connsiteX154-10607" fmla="*/ 4295144 w 12192001"/>
              <a:gd name="connsiteY154-10608" fmla="*/ 2155069 h 2344739"/>
              <a:gd name="connsiteX155-10609" fmla="*/ 4290064 w 12192001"/>
              <a:gd name="connsiteY155-10610" fmla="*/ 2157986 h 2344739"/>
              <a:gd name="connsiteX156-10611" fmla="*/ 4276142 w 12192001"/>
              <a:gd name="connsiteY156-10612" fmla="*/ 2157740 h 2344739"/>
              <a:gd name="connsiteX157-10613" fmla="*/ 4248117 w 12192001"/>
              <a:gd name="connsiteY157-10614" fmla="*/ 2160064 h 2344739"/>
              <a:gd name="connsiteX158-10615" fmla="*/ 4202051 w 12192001"/>
              <a:gd name="connsiteY158-10616" fmla="*/ 2157269 h 2344739"/>
              <a:gd name="connsiteX159-10617" fmla="*/ 4201745 w 12192001"/>
              <a:gd name="connsiteY159-10618" fmla="*/ 2156010 h 2344739"/>
              <a:gd name="connsiteX160-10619" fmla="*/ 4191248 w 12192001"/>
              <a:gd name="connsiteY160-10620" fmla="*/ 2150376 h 2344739"/>
              <a:gd name="connsiteX161-10621" fmla="*/ 4142745 w 12192001"/>
              <a:gd name="connsiteY161-10622" fmla="*/ 2134511 h 2344739"/>
              <a:gd name="connsiteX162-10623" fmla="*/ 4083097 w 12192001"/>
              <a:gd name="connsiteY162-10624" fmla="*/ 2107978 h 2344739"/>
              <a:gd name="connsiteX163-10625" fmla="*/ 4074546 w 12192001"/>
              <a:gd name="connsiteY163-10626" fmla="*/ 2107143 h 2344739"/>
              <a:gd name="connsiteX164-10627" fmla="*/ 4074427 w 12192001"/>
              <a:gd name="connsiteY164-10628" fmla="*/ 2106844 h 2344739"/>
              <a:gd name="connsiteX165-10629" fmla="*/ 4065510 w 12192001"/>
              <a:gd name="connsiteY165-10630" fmla="*/ 2105400 h 2344739"/>
              <a:gd name="connsiteX166-10631" fmla="*/ 4058954 w 12192001"/>
              <a:gd name="connsiteY166-10632" fmla="*/ 2105618 h 2344739"/>
              <a:gd name="connsiteX167-10633" fmla="*/ 4042364 w 12192001"/>
              <a:gd name="connsiteY167-10634" fmla="*/ 2103997 h 2344739"/>
              <a:gd name="connsiteX168-10635" fmla="*/ 4036997 w 12192001"/>
              <a:gd name="connsiteY168-10636" fmla="*/ 2101563 h 2344739"/>
              <a:gd name="connsiteX169-10637" fmla="*/ 4035363 w 12192001"/>
              <a:gd name="connsiteY169-10638" fmla="*/ 2097896 h 2344739"/>
              <a:gd name="connsiteX170-10639" fmla="*/ 4033778 w 12192001"/>
              <a:gd name="connsiteY170-10640" fmla="*/ 2098131 h 2344739"/>
              <a:gd name="connsiteX171-10641" fmla="*/ 4004538 w 12192001"/>
              <a:gd name="connsiteY171-10642" fmla="*/ 2085563 h 2344739"/>
              <a:gd name="connsiteX172-10643" fmla="*/ 3936846 w 12192001"/>
              <a:gd name="connsiteY172-10644" fmla="*/ 2068106 h 2344739"/>
              <a:gd name="connsiteX173-10645" fmla="*/ 3897275 w 12192001"/>
              <a:gd name="connsiteY173-10646" fmla="*/ 2062451 h 2344739"/>
              <a:gd name="connsiteX174-10647" fmla="*/ 3789760 w 12192001"/>
              <a:gd name="connsiteY174-10648" fmla="*/ 2042213 h 2344739"/>
              <a:gd name="connsiteX175-10649" fmla="*/ 3682513 w 12192001"/>
              <a:gd name="connsiteY175-10650" fmla="*/ 2018290 h 2344739"/>
              <a:gd name="connsiteX176-10651" fmla="*/ 3610035 w 12192001"/>
              <a:gd name="connsiteY176-10652" fmla="*/ 1986019 h 2344739"/>
              <a:gd name="connsiteX177-10653" fmla="*/ 3603855 w 12192001"/>
              <a:gd name="connsiteY177-10654" fmla="*/ 1987381 h 2344739"/>
              <a:gd name="connsiteX178-10655" fmla="*/ 3594736 w 12192001"/>
              <a:gd name="connsiteY178-10656" fmla="*/ 1987545 h 2344739"/>
              <a:gd name="connsiteX179-10657" fmla="*/ 3594501 w 12192001"/>
              <a:gd name="connsiteY179-10658" fmla="*/ 1987276 h 2344739"/>
              <a:gd name="connsiteX180-10659" fmla="*/ 3585978 w 12192001"/>
              <a:gd name="connsiteY180-10660" fmla="*/ 1987966 h 2344739"/>
              <a:gd name="connsiteX181-10661" fmla="*/ 3536135 w 12192001"/>
              <a:gd name="connsiteY181-10662" fmla="*/ 1978267 h 2344739"/>
              <a:gd name="connsiteX182-10663" fmla="*/ 3473223 w 12192001"/>
              <a:gd name="connsiteY182-10664" fmla="*/ 1974606 h 2344739"/>
              <a:gd name="connsiteX183-10665" fmla="*/ 3400728 w 12192001"/>
              <a:gd name="connsiteY183-10666" fmla="*/ 1962558 h 2344739"/>
              <a:gd name="connsiteX184-10667" fmla="*/ 3363888 w 12192001"/>
              <a:gd name="connsiteY184-10668" fmla="*/ 1979510 h 2344739"/>
              <a:gd name="connsiteX185-10669" fmla="*/ 3344026 w 12192001"/>
              <a:gd name="connsiteY185-10670" fmla="*/ 1981192 h 2344739"/>
              <a:gd name="connsiteX186-10671" fmla="*/ 3341698 w 12192001"/>
              <a:gd name="connsiteY186-10672" fmla="*/ 1980217 h 2344739"/>
              <a:gd name="connsiteX187-10673" fmla="*/ 3262356 w 12192001"/>
              <a:gd name="connsiteY187-10674" fmla="*/ 1986094 h 2344739"/>
              <a:gd name="connsiteX188-10675" fmla="*/ 3142556 w 12192001"/>
              <a:gd name="connsiteY188-10676" fmla="*/ 1993869 h 2344739"/>
              <a:gd name="connsiteX189-10677" fmla="*/ 3030291 w 12192001"/>
              <a:gd name="connsiteY189-10678" fmla="*/ 1996512 h 2344739"/>
              <a:gd name="connsiteX190-10679" fmla="*/ 2781569 w 12192001"/>
              <a:gd name="connsiteY190-10680" fmla="*/ 2018333 h 2344739"/>
              <a:gd name="connsiteX191-10681" fmla="*/ 2646527 w 12192001"/>
              <a:gd name="connsiteY191-10682" fmla="*/ 2028869 h 2344739"/>
              <a:gd name="connsiteX192-10683" fmla="*/ 2568028 w 12192001"/>
              <a:gd name="connsiteY192-10684" fmla="*/ 2002628 h 2344739"/>
              <a:gd name="connsiteX193-10685" fmla="*/ 2443255 w 12192001"/>
              <a:gd name="connsiteY193-10686" fmla="*/ 2016529 h 2344739"/>
              <a:gd name="connsiteX194-10687" fmla="*/ 2315112 w 12192001"/>
              <a:gd name="connsiteY194-10688" fmla="*/ 2024996 h 2344739"/>
              <a:gd name="connsiteX195-10689" fmla="*/ 2208578 w 12192001"/>
              <a:gd name="connsiteY195-10690" fmla="*/ 2019763 h 2344739"/>
              <a:gd name="connsiteX196-10691" fmla="*/ 2094665 w 12192001"/>
              <a:gd name="connsiteY196-10692" fmla="*/ 2003052 h 2344739"/>
              <a:gd name="connsiteX197-10693" fmla="*/ 1997356 w 12192001"/>
              <a:gd name="connsiteY197-10694" fmla="*/ 1995032 h 2344739"/>
              <a:gd name="connsiteX198-10695" fmla="*/ 1928172 w 12192001"/>
              <a:gd name="connsiteY198-10696" fmla="*/ 2016977 h 2344739"/>
              <a:gd name="connsiteX199-10697" fmla="*/ 1921650 w 12192001"/>
              <a:gd name="connsiteY199-10698" fmla="*/ 2012146 h 2344739"/>
              <a:gd name="connsiteX200-10699" fmla="*/ 1873080 w 12192001"/>
              <a:gd name="connsiteY200-10700" fmla="*/ 2013741 h 2344739"/>
              <a:gd name="connsiteX201-10701" fmla="*/ 1786655 w 12192001"/>
              <a:gd name="connsiteY201-10702" fmla="*/ 2041363 h 2344739"/>
              <a:gd name="connsiteX202-10703" fmla="*/ 1738204 w 12192001"/>
              <a:gd name="connsiteY202-10704" fmla="*/ 2036312 h 2344739"/>
              <a:gd name="connsiteX203-10705" fmla="*/ 1675071 w 12192001"/>
              <a:gd name="connsiteY203-10706" fmla="*/ 2019963 h 2344739"/>
              <a:gd name="connsiteX204-10707" fmla="*/ 1608669 w 12192001"/>
              <a:gd name="connsiteY204-10708" fmla="*/ 2013066 h 2344739"/>
              <a:gd name="connsiteX205-10709" fmla="*/ 1496110 w 12192001"/>
              <a:gd name="connsiteY205-10710" fmla="*/ 1987476 h 2344739"/>
              <a:gd name="connsiteX206-10711" fmla="*/ 1149979 w 12192001"/>
              <a:gd name="connsiteY206-10712" fmla="*/ 1938041 h 2344739"/>
              <a:gd name="connsiteX207-10713" fmla="*/ 858269 w 12192001"/>
              <a:gd name="connsiteY207-10714" fmla="*/ 1928608 h 2344739"/>
              <a:gd name="connsiteX208-10715" fmla="*/ 837540 w 12192001"/>
              <a:gd name="connsiteY208-10716" fmla="*/ 1929821 h 2344739"/>
              <a:gd name="connsiteX209-10717" fmla="*/ 816809 w 12192001"/>
              <a:gd name="connsiteY209-10718" fmla="*/ 1927857 h 2344739"/>
              <a:gd name="connsiteX210-10719" fmla="*/ 811506 w 12192001"/>
              <a:gd name="connsiteY210-10720" fmla="*/ 1930751 h 2344739"/>
              <a:gd name="connsiteX211-10721" fmla="*/ 767901 w 12192001"/>
              <a:gd name="connsiteY211-10722" fmla="*/ 1932653 h 2344739"/>
              <a:gd name="connsiteX212-10723" fmla="*/ 720047 w 12192001"/>
              <a:gd name="connsiteY212-10724" fmla="*/ 1929661 h 2344739"/>
              <a:gd name="connsiteX213-10725" fmla="*/ 719742 w 12192001"/>
              <a:gd name="connsiteY213-10726" fmla="*/ 1928399 h 2344739"/>
              <a:gd name="connsiteX214-10727" fmla="*/ 708875 w 12192001"/>
              <a:gd name="connsiteY214-10728" fmla="*/ 1922722 h 2344739"/>
              <a:gd name="connsiteX215-10729" fmla="*/ 596792 w 12192001"/>
              <a:gd name="connsiteY215-10730" fmla="*/ 1879864 h 2344739"/>
              <a:gd name="connsiteX216-10731" fmla="*/ 578535 w 12192001"/>
              <a:gd name="connsiteY216-10732" fmla="*/ 1877212 h 2344739"/>
              <a:gd name="connsiteX217-10733" fmla="*/ 571717 w 12192001"/>
              <a:gd name="connsiteY217-10734" fmla="*/ 1877401 h 2344739"/>
              <a:gd name="connsiteX218-10735" fmla="*/ 445099 w 12192001"/>
              <a:gd name="connsiteY218-10736" fmla="*/ 1839371 h 2344739"/>
              <a:gd name="connsiteX219-10737" fmla="*/ 404015 w 12192001"/>
              <a:gd name="connsiteY219-10738" fmla="*/ 1833548 h 2344739"/>
              <a:gd name="connsiteX220-10739" fmla="*/ 292435 w 12192001"/>
              <a:gd name="connsiteY220-10740" fmla="*/ 1812852 h 2344739"/>
              <a:gd name="connsiteX221-10741" fmla="*/ 118381 w 12192001"/>
              <a:gd name="connsiteY221-10742" fmla="*/ 1761047 h 2344739"/>
              <a:gd name="connsiteX222-10743" fmla="*/ 15526 w 12192001"/>
              <a:gd name="connsiteY222-10744" fmla="*/ 1758191 h 2344739"/>
              <a:gd name="connsiteX223-10745" fmla="*/ 2 w 12192001"/>
              <a:gd name="connsiteY223-10746" fmla="*/ 1752722 h 2344739"/>
              <a:gd name="connsiteX224-10747" fmla="*/ 1 w 12192001"/>
              <a:gd name="connsiteY224-10748" fmla="*/ 762497 h 2344739"/>
              <a:gd name="connsiteX225-10749" fmla="*/ 0 w 12192001"/>
              <a:gd name="connsiteY225-10750" fmla="*/ 762497 h 2344739"/>
              <a:gd name="connsiteX226-10751" fmla="*/ 0 w 12192001"/>
              <a:gd name="connsiteY226-10752" fmla="*/ 222213 h 2344739"/>
              <a:gd name="connsiteX227-10753" fmla="*/ 0 w 12192001"/>
              <a:gd name="connsiteY227-10754" fmla="*/ 0 h 2344739"/>
              <a:gd name="connsiteX0-10755" fmla="*/ 0 w 12192001"/>
              <a:gd name="connsiteY0-10756" fmla="*/ 0 h 2344739"/>
              <a:gd name="connsiteX1-10757" fmla="*/ 12192000 w 12192001"/>
              <a:gd name="connsiteY1-10758" fmla="*/ 0 h 2344739"/>
              <a:gd name="connsiteX2-10759" fmla="*/ 12192000 w 12192001"/>
              <a:gd name="connsiteY2-10760" fmla="*/ 222213 h 2344739"/>
              <a:gd name="connsiteX3-10761" fmla="*/ 12192000 w 12192001"/>
              <a:gd name="connsiteY3-10762" fmla="*/ 389190 h 2344739"/>
              <a:gd name="connsiteX4-10763" fmla="*/ 12192001 w 12192001"/>
              <a:gd name="connsiteY4-10764" fmla="*/ 579739 h 2344739"/>
              <a:gd name="connsiteX5-10765" fmla="*/ 12184838 w 12192001"/>
              <a:gd name="connsiteY5-10766" fmla="*/ 584189 h 2344739"/>
              <a:gd name="connsiteX6-10767" fmla="*/ 12155215 w 12192001"/>
              <a:gd name="connsiteY6-10768" fmla="*/ 597366 h 2344739"/>
              <a:gd name="connsiteX7-10769" fmla="*/ 12138067 w 12192001"/>
              <a:gd name="connsiteY7-10770" fmla="*/ 623179 h 2344739"/>
              <a:gd name="connsiteX8-10771" fmla="*/ 12125179 w 12192001"/>
              <a:gd name="connsiteY8-10772" fmla="*/ 624690 h 2344739"/>
              <a:gd name="connsiteX9-10773" fmla="*/ 12122859 w 12192001"/>
              <a:gd name="connsiteY9-10774" fmla="*/ 624794 h 2344739"/>
              <a:gd name="connsiteX10-10775" fmla="*/ 12115706 w 12192001"/>
              <a:gd name="connsiteY10-10776" fmla="*/ 628608 h 2344739"/>
              <a:gd name="connsiteX11-10777" fmla="*/ 12098349 w 12192001"/>
              <a:gd name="connsiteY11-10778" fmla="*/ 628139 h 2344739"/>
              <a:gd name="connsiteX12-10779" fmla="*/ 12085925 w 12192001"/>
              <a:gd name="connsiteY12-10780" fmla="*/ 636341 h 2344739"/>
              <a:gd name="connsiteX13-10781" fmla="*/ 12029925 w 12192001"/>
              <a:gd name="connsiteY13-10782" fmla="*/ 680009 h 2344739"/>
              <a:gd name="connsiteX14-10783" fmla="*/ 11994685 w 12192001"/>
              <a:gd name="connsiteY14-10784" fmla="*/ 703458 h 2344739"/>
              <a:gd name="connsiteX15-10785" fmla="*/ 11978569 w 12192001"/>
              <a:gd name="connsiteY15-10786" fmla="*/ 708161 h 2344739"/>
              <a:gd name="connsiteX16-10787" fmla="*/ 11957898 w 12192001"/>
              <a:gd name="connsiteY16-10788" fmla="*/ 717558 h 2344739"/>
              <a:gd name="connsiteX17-10789" fmla="*/ 11919306 w 12192001"/>
              <a:gd name="connsiteY17-10790" fmla="*/ 730883 h 2344739"/>
              <a:gd name="connsiteX18-10791" fmla="*/ 11902508 w 12192001"/>
              <a:gd name="connsiteY18-10792" fmla="*/ 742426 h 2344739"/>
              <a:gd name="connsiteX19-10793" fmla="*/ 11893900 w 12192001"/>
              <a:gd name="connsiteY19-10794" fmla="*/ 744791 h 2344739"/>
              <a:gd name="connsiteX20-10795" fmla="*/ 11890820 w 12192001"/>
              <a:gd name="connsiteY20-10796" fmla="*/ 755729 h 2344739"/>
              <a:gd name="connsiteX21-10797" fmla="*/ 11869628 w 12192001"/>
              <a:gd name="connsiteY21-10798" fmla="*/ 777816 h 2344739"/>
              <a:gd name="connsiteX22-10799" fmla="*/ 11812228 w 12192001"/>
              <a:gd name="connsiteY22-10800" fmla="*/ 797659 h 2344739"/>
              <a:gd name="connsiteX23-10801" fmla="*/ 11748619 w 12192001"/>
              <a:gd name="connsiteY23-10802" fmla="*/ 872002 h 2344739"/>
              <a:gd name="connsiteX24-10803" fmla="*/ 11589545 w 12192001"/>
              <a:gd name="connsiteY24-10804" fmla="*/ 963777 h 2344739"/>
              <a:gd name="connsiteX25-10805" fmla="*/ 11505669 w 12192001"/>
              <a:gd name="connsiteY25-10806" fmla="*/ 1033623 h 2344739"/>
              <a:gd name="connsiteX26-10807" fmla="*/ 11279184 w 12192001"/>
              <a:gd name="connsiteY26-10808" fmla="*/ 1223571 h 2344739"/>
              <a:gd name="connsiteX27-10809" fmla="*/ 11227161 w 12192001"/>
              <a:gd name="connsiteY27-10810" fmla="*/ 1276236 h 2344739"/>
              <a:gd name="connsiteX28-10811" fmla="*/ 11216939 w 12192001"/>
              <a:gd name="connsiteY28-10812" fmla="*/ 1275961 h 2344739"/>
              <a:gd name="connsiteX29-10813" fmla="*/ 11216036 w 12192001"/>
              <a:gd name="connsiteY29-10814" fmla="*/ 1275018 h 2344739"/>
              <a:gd name="connsiteX30-10815" fmla="*/ 11187737 w 12192001"/>
              <a:gd name="connsiteY30-10816" fmla="*/ 1292383 h 2344739"/>
              <a:gd name="connsiteX31-10817" fmla="*/ 11183353 w 12192001"/>
              <a:gd name="connsiteY31-10818" fmla="*/ 1292525 h 2344739"/>
              <a:gd name="connsiteX32-10819" fmla="*/ 11165706 w 12192001"/>
              <a:gd name="connsiteY32-10820" fmla="*/ 1306612 h 2344739"/>
              <a:gd name="connsiteX33-10821" fmla="*/ 11156163 w 12192001"/>
              <a:gd name="connsiteY33-10822" fmla="*/ 1312414 h 2344739"/>
              <a:gd name="connsiteX34-10823" fmla="*/ 11154348 w 12192001"/>
              <a:gd name="connsiteY34-10824" fmla="*/ 1317097 h 2344739"/>
              <a:gd name="connsiteX35-10825" fmla="*/ 11139813 w 12192001"/>
              <a:gd name="connsiteY35-10826" fmla="*/ 1324115 h 2344739"/>
              <a:gd name="connsiteX36-10827" fmla="*/ 11137813 w 12192001"/>
              <a:gd name="connsiteY36-10828" fmla="*/ 1323772 h 2344739"/>
              <a:gd name="connsiteX37-10829" fmla="*/ 11127060 w 12192001"/>
              <a:gd name="connsiteY37-10830" fmla="*/ 1333832 h 2344739"/>
              <a:gd name="connsiteX38-10831" fmla="*/ 11119543 w 12192001"/>
              <a:gd name="connsiteY38-10832" fmla="*/ 1347424 h 2344739"/>
              <a:gd name="connsiteX39-10833" fmla="*/ 10893535 w 12192001"/>
              <a:gd name="connsiteY39-10834" fmla="*/ 1473399 h 2344739"/>
              <a:gd name="connsiteX40-10835" fmla="*/ 10772152 w 12192001"/>
              <a:gd name="connsiteY40-10836" fmla="*/ 1523191 h 2344739"/>
              <a:gd name="connsiteX41-10837" fmla="*/ 10626520 w 12192001"/>
              <a:gd name="connsiteY41-10838" fmla="*/ 1559229 h 2344739"/>
              <a:gd name="connsiteX42-10839" fmla="*/ 10580747 w 12192001"/>
              <a:gd name="connsiteY42-10840" fmla="*/ 1568689 h 2344739"/>
              <a:gd name="connsiteX43-10841" fmla="*/ 10546642 w 12192001"/>
              <a:gd name="connsiteY43-10842" fmla="*/ 1598423 h 2344739"/>
              <a:gd name="connsiteX44-10843" fmla="*/ 10528495 w 12192001"/>
              <a:gd name="connsiteY44-10844" fmla="*/ 1596907 h 2344739"/>
              <a:gd name="connsiteX45-10845" fmla="*/ 10525298 w 12192001"/>
              <a:gd name="connsiteY45-10846" fmla="*/ 1596411 h 2344739"/>
              <a:gd name="connsiteX46-10847" fmla="*/ 10513981 w 12192001"/>
              <a:gd name="connsiteY46-10848" fmla="*/ 1599537 h 2344739"/>
              <a:gd name="connsiteX47-10849" fmla="*/ 10490587 w 12192001"/>
              <a:gd name="connsiteY47-10850" fmla="*/ 1594156 h 2344739"/>
              <a:gd name="connsiteX48-10851" fmla="*/ 10470270 w 12192001"/>
              <a:gd name="connsiteY48-10852" fmla="*/ 1601693 h 2344739"/>
              <a:gd name="connsiteX49-10853" fmla="*/ 10375894 w 12192001"/>
              <a:gd name="connsiteY49-10854" fmla="*/ 1644598 h 2344739"/>
              <a:gd name="connsiteX50-10855" fmla="*/ 10318190 w 12192001"/>
              <a:gd name="connsiteY50-10856" fmla="*/ 1666221 h 2344739"/>
              <a:gd name="connsiteX51-10857" fmla="*/ 10294319 w 12192001"/>
              <a:gd name="connsiteY51-10858" fmla="*/ 1668079 h 2344739"/>
              <a:gd name="connsiteX52-10859" fmla="*/ 10262295 w 12192001"/>
              <a:gd name="connsiteY52-10860" fmla="*/ 1674948 h 2344739"/>
              <a:gd name="connsiteX53-10861" fmla="*/ 10204270 w 12192001"/>
              <a:gd name="connsiteY53-10862" fmla="*/ 1682149 h 2344739"/>
              <a:gd name="connsiteX54-10863" fmla="*/ 10176611 w 12192001"/>
              <a:gd name="connsiteY54-10864" fmla="*/ 1692943 h 2344739"/>
              <a:gd name="connsiteX55-10865" fmla="*/ 10163922 w 12192001"/>
              <a:gd name="connsiteY55-10866" fmla="*/ 1693739 h 2344739"/>
              <a:gd name="connsiteX56-10867" fmla="*/ 10155160 w 12192001"/>
              <a:gd name="connsiteY56-10868" fmla="*/ 1707487 h 2344739"/>
              <a:gd name="connsiteX57-10869" fmla="*/ 10117119 w 12192001"/>
              <a:gd name="connsiteY57-10870" fmla="*/ 1731142 h 2344739"/>
              <a:gd name="connsiteX58-10871" fmla="*/ 10100445 w 12192001"/>
              <a:gd name="connsiteY58-10872" fmla="*/ 1742432 h 2344739"/>
              <a:gd name="connsiteX59-10873" fmla="*/ 10082169 w 12192001"/>
              <a:gd name="connsiteY59-10874" fmla="*/ 1743296 h 2344739"/>
              <a:gd name="connsiteX60-10875" fmla="*/ 10039240 w 12192001"/>
              <a:gd name="connsiteY60-10876" fmla="*/ 1741632 h 2344739"/>
              <a:gd name="connsiteX61-10877" fmla="*/ 9960019 w 12192001"/>
              <a:gd name="connsiteY61-10878" fmla="*/ 1757147 h 2344739"/>
              <a:gd name="connsiteX62-10879" fmla="*/ 9847792 w 12192001"/>
              <a:gd name="connsiteY62-10880" fmla="*/ 1763915 h 2344739"/>
              <a:gd name="connsiteX63-10881" fmla="*/ 9728309 w 12192001"/>
              <a:gd name="connsiteY63-10882" fmla="*/ 1784122 h 2344739"/>
              <a:gd name="connsiteX64-10883" fmla="*/ 9584507 w 12192001"/>
              <a:gd name="connsiteY64-10884" fmla="*/ 1795542 h 2344739"/>
              <a:gd name="connsiteX65-10885" fmla="*/ 9343052 w 12192001"/>
              <a:gd name="connsiteY65-10886" fmla="*/ 1841244 h 2344739"/>
              <a:gd name="connsiteX66-10887" fmla="*/ 9231370 w 12192001"/>
              <a:gd name="connsiteY66-10888" fmla="*/ 1893149 h 2344739"/>
              <a:gd name="connsiteX67-10889" fmla="*/ 9194810 w 12192001"/>
              <a:gd name="connsiteY67-10890" fmla="*/ 1903228 h 2344739"/>
              <a:gd name="connsiteX68-10891" fmla="*/ 9189246 w 12192001"/>
              <a:gd name="connsiteY68-10892" fmla="*/ 1912467 h 2344739"/>
              <a:gd name="connsiteX69-10893" fmla="*/ 9113812 w 12192001"/>
              <a:gd name="connsiteY69-10894" fmla="*/ 1919069 h 2344739"/>
              <a:gd name="connsiteX70-10895" fmla="*/ 9053453 w 12192001"/>
              <a:gd name="connsiteY70-10896" fmla="*/ 1910755 h 2344739"/>
              <a:gd name="connsiteX71-10897" fmla="*/ 9005486 w 12192001"/>
              <a:gd name="connsiteY71-10898" fmla="*/ 1914040 h 2344739"/>
              <a:gd name="connsiteX72-10899" fmla="*/ 9005201 w 12192001"/>
              <a:gd name="connsiteY72-10900" fmla="*/ 1913800 h 2344739"/>
              <a:gd name="connsiteX73-10901" fmla="*/ 8996232 w 12192001"/>
              <a:gd name="connsiteY73-10902" fmla="*/ 1915011 h 2344739"/>
              <a:gd name="connsiteX74-10903" fmla="*/ 8990394 w 12192001"/>
              <a:gd name="connsiteY74-10904" fmla="*/ 1917072 h 2344739"/>
              <a:gd name="connsiteX75-10905" fmla="*/ 8974337 w 12192001"/>
              <a:gd name="connsiteY75-10906" fmla="*/ 1920298 h 2344739"/>
              <a:gd name="connsiteX76-10907" fmla="*/ 8968011 w 12192001"/>
              <a:gd name="connsiteY76-10908" fmla="*/ 1919598 h 2344739"/>
              <a:gd name="connsiteX77-10909" fmla="*/ 8963048 w 12192001"/>
              <a:gd name="connsiteY77-10910" fmla="*/ 1917373 h 2344739"/>
              <a:gd name="connsiteX78-10911" fmla="*/ 8928988 w 12192001"/>
              <a:gd name="connsiteY78-10912" fmla="*/ 1914185 h 2344739"/>
              <a:gd name="connsiteX79-10913" fmla="*/ 8752444 w 12192001"/>
              <a:gd name="connsiteY79-10914" fmla="*/ 1933417 h 2344739"/>
              <a:gd name="connsiteX80-10915" fmla="*/ 8707847 w 12192001"/>
              <a:gd name="connsiteY80-10916" fmla="*/ 1935518 h 2344739"/>
              <a:gd name="connsiteX81-10917" fmla="*/ 8596071 w 12192001"/>
              <a:gd name="connsiteY81-10918" fmla="*/ 1944090 h 2344739"/>
              <a:gd name="connsiteX82-10919" fmla="*/ 8525230 w 12192001"/>
              <a:gd name="connsiteY82-10920" fmla="*/ 1929248 h 2344739"/>
              <a:gd name="connsiteX83-10921" fmla="*/ 8510983 w 12192001"/>
              <a:gd name="connsiteY83-10922" fmla="*/ 1935163 h 2344739"/>
              <a:gd name="connsiteX84-10923" fmla="*/ 8506167 w 12192001"/>
              <a:gd name="connsiteY84-10924" fmla="*/ 1938164 h 2344739"/>
              <a:gd name="connsiteX85-10925" fmla="*/ 8497968 w 12192001"/>
              <a:gd name="connsiteY85-10926" fmla="*/ 1940902 h 2344739"/>
              <a:gd name="connsiteX86-10927" fmla="*/ 8497594 w 12192001"/>
              <a:gd name="connsiteY86-10928" fmla="*/ 1940723 h 2344739"/>
              <a:gd name="connsiteX87-10929" fmla="*/ 8490249 w 12192001"/>
              <a:gd name="connsiteY87-10930" fmla="*/ 1943773 h 2344739"/>
              <a:gd name="connsiteX88-10931" fmla="*/ 8367182 w 12192001"/>
              <a:gd name="connsiteY88-10932" fmla="*/ 1957815 h 2344739"/>
              <a:gd name="connsiteX89-10933" fmla="*/ 8353799 w 12192001"/>
              <a:gd name="connsiteY89-10934" fmla="*/ 1958009 h 2344739"/>
              <a:gd name="connsiteX90-10935" fmla="*/ 8352373 w 12192001"/>
              <a:gd name="connsiteY90-10936" fmla="*/ 1957169 h 2344739"/>
              <a:gd name="connsiteX91-10937" fmla="*/ 8320104 w 12192001"/>
              <a:gd name="connsiteY91-10938" fmla="*/ 1974587 h 2344739"/>
              <a:gd name="connsiteX92-10939" fmla="*/ 8314433 w 12192001"/>
              <a:gd name="connsiteY92-10940" fmla="*/ 1974913 h 2344739"/>
              <a:gd name="connsiteX93-10941" fmla="*/ 8295174 w 12192001"/>
              <a:gd name="connsiteY93-10942" fmla="*/ 1988808 h 2344739"/>
              <a:gd name="connsiteX94-10943" fmla="*/ 8284276 w 12192001"/>
              <a:gd name="connsiteY94-10944" fmla="*/ 1994631 h 2344739"/>
              <a:gd name="connsiteX95-10945" fmla="*/ 8283150 w 12192001"/>
              <a:gd name="connsiteY95-10946" fmla="*/ 1999074 h 2344739"/>
              <a:gd name="connsiteX96-10947" fmla="*/ 8266076 w 12192001"/>
              <a:gd name="connsiteY96-10948" fmla="*/ 2006249 h 2344739"/>
              <a:gd name="connsiteX97-10949" fmla="*/ 8263377 w 12192001"/>
              <a:gd name="connsiteY97-10950" fmla="*/ 2006019 h 2344739"/>
              <a:gd name="connsiteX98-10951" fmla="*/ 8252033 w 12192001"/>
              <a:gd name="connsiteY98-10952" fmla="*/ 2015862 h 2344739"/>
              <a:gd name="connsiteX99-10953" fmla="*/ 8245834 w 12192001"/>
              <a:gd name="connsiteY99-10954" fmla="*/ 2028854 h 2344739"/>
              <a:gd name="connsiteX100-10955" fmla="*/ 8090272 w 12192001"/>
              <a:gd name="connsiteY100-10956" fmla="*/ 2075015 h 2344739"/>
              <a:gd name="connsiteX101-10957" fmla="*/ 7905407 w 12192001"/>
              <a:gd name="connsiteY101-10958" fmla="*/ 2116988 h 2344739"/>
              <a:gd name="connsiteX102-10959" fmla="*/ 7718745 w 12192001"/>
              <a:gd name="connsiteY102-10960" fmla="*/ 2142703 h 2344739"/>
              <a:gd name="connsiteX103-10961" fmla="*/ 7614347 w 12192001"/>
              <a:gd name="connsiteY103-10962" fmla="*/ 2139232 h 2344739"/>
              <a:gd name="connsiteX104-10963" fmla="*/ 7527543 w 12192001"/>
              <a:gd name="connsiteY104-10964" fmla="*/ 2145060 h 2344739"/>
              <a:gd name="connsiteX105-10965" fmla="*/ 7519571 w 12192001"/>
              <a:gd name="connsiteY105-10966" fmla="*/ 2147613 h 2344739"/>
              <a:gd name="connsiteX106-10967" fmla="*/ 7507411 w 12192001"/>
              <a:gd name="connsiteY106-10968" fmla="*/ 2148948 h 2344739"/>
              <a:gd name="connsiteX107-10969" fmla="*/ 7507040 w 12192001"/>
              <a:gd name="connsiteY107-10970" fmla="*/ 2148621 h 2344739"/>
              <a:gd name="connsiteX108-10971" fmla="*/ 7495795 w 12192001"/>
              <a:gd name="connsiteY108-10972" fmla="*/ 2150573 h 2344739"/>
              <a:gd name="connsiteX109-10973" fmla="*/ 7405391 w 12192001"/>
              <a:gd name="connsiteY109-10974" fmla="*/ 2142468 h 2344739"/>
              <a:gd name="connsiteX110-10975" fmla="*/ 7218559 w 12192001"/>
              <a:gd name="connsiteY110-10976" fmla="*/ 2156680 h 2344739"/>
              <a:gd name="connsiteX111-10977" fmla="*/ 7201101 w 12192001"/>
              <a:gd name="connsiteY111-10978" fmla="*/ 2161230 h 2344739"/>
              <a:gd name="connsiteX112-10979" fmla="*/ 7197004 w 12192001"/>
              <a:gd name="connsiteY112-10980" fmla="*/ 2166588 h 2344739"/>
              <a:gd name="connsiteX113-10981" fmla="*/ 7170808 w 12192001"/>
              <a:gd name="connsiteY113-10982" fmla="*/ 2171236 h 2344739"/>
              <a:gd name="connsiteX114-10983" fmla="*/ 7096988 w 12192001"/>
              <a:gd name="connsiteY114-10984" fmla="*/ 2183464 h 2344739"/>
              <a:gd name="connsiteX115-10985" fmla="*/ 7018496 w 12192001"/>
              <a:gd name="connsiteY115-10986" fmla="*/ 2183090 h 2344739"/>
              <a:gd name="connsiteX116-10987" fmla="*/ 6904146 w 12192001"/>
              <a:gd name="connsiteY116-10988" fmla="*/ 2212596 h 2344739"/>
              <a:gd name="connsiteX117-10989" fmla="*/ 6708222 w 12192001"/>
              <a:gd name="connsiteY117-10990" fmla="*/ 2240551 h 2344739"/>
              <a:gd name="connsiteX118-10991" fmla="*/ 6549454 w 12192001"/>
              <a:gd name="connsiteY118-10992" fmla="*/ 2269327 h 2344739"/>
              <a:gd name="connsiteX119-10993" fmla="*/ 6317560 w 12192001"/>
              <a:gd name="connsiteY119-10994" fmla="*/ 2316127 h 2344739"/>
              <a:gd name="connsiteX120-10995" fmla="*/ 6168674 w 12192001"/>
              <a:gd name="connsiteY120-10996" fmla="*/ 2318214 h 2344739"/>
              <a:gd name="connsiteX121-10997" fmla="*/ 6073848 w 12192001"/>
              <a:gd name="connsiteY121-10998" fmla="*/ 2338676 h 2344739"/>
              <a:gd name="connsiteX122-10999" fmla="*/ 6068529 w 12192001"/>
              <a:gd name="connsiteY122-11000" fmla="*/ 2337139 h 2344739"/>
              <a:gd name="connsiteX123-11001" fmla="*/ 6048638 w 12192001"/>
              <a:gd name="connsiteY123-11002" fmla="*/ 2337822 h 2344739"/>
              <a:gd name="connsiteX124-11003" fmla="*/ 6041285 w 12192001"/>
              <a:gd name="connsiteY124-11004" fmla="*/ 2329473 h 2344739"/>
              <a:gd name="connsiteX125-11005" fmla="*/ 6010090 w 12192001"/>
              <a:gd name="connsiteY125-11006" fmla="*/ 2324380 h 2344739"/>
              <a:gd name="connsiteX126-11007" fmla="*/ 5957375 w 12192001"/>
              <a:gd name="connsiteY126-11008" fmla="*/ 2328024 h 2344739"/>
              <a:gd name="connsiteX127-11009" fmla="*/ 5758919 w 12192001"/>
              <a:gd name="connsiteY127-11010" fmla="*/ 2343716 h 2344739"/>
              <a:gd name="connsiteX128-11011" fmla="*/ 5626960 w 12192001"/>
              <a:gd name="connsiteY128-11012" fmla="*/ 2344739 h 2344739"/>
              <a:gd name="connsiteX129-11013" fmla="*/ 5470906 w 12192001"/>
              <a:gd name="connsiteY129-11014" fmla="*/ 2330719 h 2344739"/>
              <a:gd name="connsiteX130-11015" fmla="*/ 5432761 w 12192001"/>
              <a:gd name="connsiteY130-11016" fmla="*/ 2319466 h 2344739"/>
              <a:gd name="connsiteX131-11017" fmla="*/ 5381669 w 12192001"/>
              <a:gd name="connsiteY131-11018" fmla="*/ 2301764 h 2344739"/>
              <a:gd name="connsiteX132-11019" fmla="*/ 5261764 w 12192001"/>
              <a:gd name="connsiteY132-11020" fmla="*/ 2281347 h 2344739"/>
              <a:gd name="connsiteX133-11021" fmla="*/ 5222961 w 12192001"/>
              <a:gd name="connsiteY133-11022" fmla="*/ 2270223 h 2344739"/>
              <a:gd name="connsiteX134-11023" fmla="*/ 5174660 w 12192001"/>
              <a:gd name="connsiteY134-11024" fmla="*/ 2267233 h 2344739"/>
              <a:gd name="connsiteX135-11025" fmla="*/ 5156554 w 12192001"/>
              <a:gd name="connsiteY135-11026" fmla="*/ 2260010 h 2344739"/>
              <a:gd name="connsiteX136-11027" fmla="*/ 5142599 w 12192001"/>
              <a:gd name="connsiteY136-11028" fmla="*/ 2256610 h 2344739"/>
              <a:gd name="connsiteX137-11029" fmla="*/ 5139596 w 12192001"/>
              <a:gd name="connsiteY137-11030" fmla="*/ 2254509 h 2344739"/>
              <a:gd name="connsiteX138-11031" fmla="*/ 5121659 w 12192001"/>
              <a:gd name="connsiteY138-11032" fmla="*/ 2243656 h 2344739"/>
              <a:gd name="connsiteX139-11033" fmla="*/ 5065790 w 12192001"/>
              <a:gd name="connsiteY139-11034" fmla="*/ 2250227 h 2344739"/>
              <a:gd name="connsiteX140-11035" fmla="*/ 5011514 w 12192001"/>
              <a:gd name="connsiteY140-11036" fmla="*/ 2233846 h 2344739"/>
              <a:gd name="connsiteX141-11037" fmla="*/ 4840441 w 12192001"/>
              <a:gd name="connsiteY141-11038" fmla="*/ 2209829 h 2344739"/>
              <a:gd name="connsiteX142-11039" fmla="*/ 4762447 w 12192001"/>
              <a:gd name="connsiteY142-11040" fmla="*/ 2182061 h 2344739"/>
              <a:gd name="connsiteX143-11041" fmla="*/ 4723186 w 12192001"/>
              <a:gd name="connsiteY143-11042" fmla="*/ 2173047 h 2344739"/>
              <a:gd name="connsiteX144-11043" fmla="*/ 4721176 w 12192001"/>
              <a:gd name="connsiteY144-11044" fmla="*/ 2172298 h 2344739"/>
              <a:gd name="connsiteX145-11045" fmla="*/ 4722111 w 12192001"/>
              <a:gd name="connsiteY145-11046" fmla="*/ 2172087 h 2344739"/>
              <a:gd name="connsiteX146-11047" fmla="*/ 4717202 w 12192001"/>
              <a:gd name="connsiteY146-11048" fmla="*/ 2170817 h 2344739"/>
              <a:gd name="connsiteX147-11049" fmla="*/ 4721176 w 12192001"/>
              <a:gd name="connsiteY147-11050" fmla="*/ 2172298 h 2344739"/>
              <a:gd name="connsiteX148-11051" fmla="*/ 4715526 w 12192001"/>
              <a:gd name="connsiteY148-11052" fmla="*/ 2173573 h 2344739"/>
              <a:gd name="connsiteX149-11053" fmla="*/ 4515814 w 12192001"/>
              <a:gd name="connsiteY149-11054" fmla="*/ 2163671 h 2344739"/>
              <a:gd name="connsiteX150-11055" fmla="*/ 4428543 w 12192001"/>
              <a:gd name="connsiteY150-11056" fmla="*/ 2153020 h 2344739"/>
              <a:gd name="connsiteX151-11057" fmla="*/ 4362875 w 12192001"/>
              <a:gd name="connsiteY151-11058" fmla="*/ 2151674 h 2344739"/>
              <a:gd name="connsiteX152-11059" fmla="*/ 4316966 w 12192001"/>
              <a:gd name="connsiteY152-11060" fmla="*/ 2158289 h 2344739"/>
              <a:gd name="connsiteX153-11061" fmla="*/ 4315110 w 12192001"/>
              <a:gd name="connsiteY153-11062" fmla="*/ 2156948 h 2344739"/>
              <a:gd name="connsiteX154-11063" fmla="*/ 4295144 w 12192001"/>
              <a:gd name="connsiteY154-11064" fmla="*/ 2155069 h 2344739"/>
              <a:gd name="connsiteX155-11065" fmla="*/ 4290064 w 12192001"/>
              <a:gd name="connsiteY155-11066" fmla="*/ 2157986 h 2344739"/>
              <a:gd name="connsiteX156-11067" fmla="*/ 4276142 w 12192001"/>
              <a:gd name="connsiteY156-11068" fmla="*/ 2157740 h 2344739"/>
              <a:gd name="connsiteX157-11069" fmla="*/ 4248117 w 12192001"/>
              <a:gd name="connsiteY157-11070" fmla="*/ 2160064 h 2344739"/>
              <a:gd name="connsiteX158-11071" fmla="*/ 4202051 w 12192001"/>
              <a:gd name="connsiteY158-11072" fmla="*/ 2157269 h 2344739"/>
              <a:gd name="connsiteX159-11073" fmla="*/ 4201745 w 12192001"/>
              <a:gd name="connsiteY159-11074" fmla="*/ 2156010 h 2344739"/>
              <a:gd name="connsiteX160-11075" fmla="*/ 4191248 w 12192001"/>
              <a:gd name="connsiteY160-11076" fmla="*/ 2150376 h 2344739"/>
              <a:gd name="connsiteX161-11077" fmla="*/ 4142745 w 12192001"/>
              <a:gd name="connsiteY161-11078" fmla="*/ 2134511 h 2344739"/>
              <a:gd name="connsiteX162-11079" fmla="*/ 4083097 w 12192001"/>
              <a:gd name="connsiteY162-11080" fmla="*/ 2107978 h 2344739"/>
              <a:gd name="connsiteX163-11081" fmla="*/ 4074546 w 12192001"/>
              <a:gd name="connsiteY163-11082" fmla="*/ 2107143 h 2344739"/>
              <a:gd name="connsiteX164-11083" fmla="*/ 4074427 w 12192001"/>
              <a:gd name="connsiteY164-11084" fmla="*/ 2106844 h 2344739"/>
              <a:gd name="connsiteX165-11085" fmla="*/ 4065510 w 12192001"/>
              <a:gd name="connsiteY165-11086" fmla="*/ 2105400 h 2344739"/>
              <a:gd name="connsiteX166-11087" fmla="*/ 4058954 w 12192001"/>
              <a:gd name="connsiteY166-11088" fmla="*/ 2105618 h 2344739"/>
              <a:gd name="connsiteX167-11089" fmla="*/ 4042364 w 12192001"/>
              <a:gd name="connsiteY167-11090" fmla="*/ 2103997 h 2344739"/>
              <a:gd name="connsiteX168-11091" fmla="*/ 4036997 w 12192001"/>
              <a:gd name="connsiteY168-11092" fmla="*/ 2101563 h 2344739"/>
              <a:gd name="connsiteX169-11093" fmla="*/ 4035363 w 12192001"/>
              <a:gd name="connsiteY169-11094" fmla="*/ 2097896 h 2344739"/>
              <a:gd name="connsiteX170-11095" fmla="*/ 4033778 w 12192001"/>
              <a:gd name="connsiteY170-11096" fmla="*/ 2098131 h 2344739"/>
              <a:gd name="connsiteX171-11097" fmla="*/ 4004538 w 12192001"/>
              <a:gd name="connsiteY171-11098" fmla="*/ 2085563 h 2344739"/>
              <a:gd name="connsiteX172-11099" fmla="*/ 3936846 w 12192001"/>
              <a:gd name="connsiteY172-11100" fmla="*/ 2068106 h 2344739"/>
              <a:gd name="connsiteX173-11101" fmla="*/ 3897275 w 12192001"/>
              <a:gd name="connsiteY173-11102" fmla="*/ 2062451 h 2344739"/>
              <a:gd name="connsiteX174-11103" fmla="*/ 3789760 w 12192001"/>
              <a:gd name="connsiteY174-11104" fmla="*/ 2042213 h 2344739"/>
              <a:gd name="connsiteX175-11105" fmla="*/ 3682513 w 12192001"/>
              <a:gd name="connsiteY175-11106" fmla="*/ 2018290 h 2344739"/>
              <a:gd name="connsiteX176-11107" fmla="*/ 3610035 w 12192001"/>
              <a:gd name="connsiteY176-11108" fmla="*/ 1986019 h 2344739"/>
              <a:gd name="connsiteX177-11109" fmla="*/ 3603855 w 12192001"/>
              <a:gd name="connsiteY177-11110" fmla="*/ 1987381 h 2344739"/>
              <a:gd name="connsiteX178-11111" fmla="*/ 3594736 w 12192001"/>
              <a:gd name="connsiteY178-11112" fmla="*/ 1987545 h 2344739"/>
              <a:gd name="connsiteX179-11113" fmla="*/ 3594501 w 12192001"/>
              <a:gd name="connsiteY179-11114" fmla="*/ 1987276 h 2344739"/>
              <a:gd name="connsiteX180-11115" fmla="*/ 3585978 w 12192001"/>
              <a:gd name="connsiteY180-11116" fmla="*/ 1987966 h 2344739"/>
              <a:gd name="connsiteX181-11117" fmla="*/ 3536135 w 12192001"/>
              <a:gd name="connsiteY181-11118" fmla="*/ 1978267 h 2344739"/>
              <a:gd name="connsiteX182-11119" fmla="*/ 3473223 w 12192001"/>
              <a:gd name="connsiteY182-11120" fmla="*/ 1974606 h 2344739"/>
              <a:gd name="connsiteX183-11121" fmla="*/ 3400728 w 12192001"/>
              <a:gd name="connsiteY183-11122" fmla="*/ 1962558 h 2344739"/>
              <a:gd name="connsiteX184-11123" fmla="*/ 3363888 w 12192001"/>
              <a:gd name="connsiteY184-11124" fmla="*/ 1979510 h 2344739"/>
              <a:gd name="connsiteX185-11125" fmla="*/ 3344026 w 12192001"/>
              <a:gd name="connsiteY185-11126" fmla="*/ 1981192 h 2344739"/>
              <a:gd name="connsiteX186-11127" fmla="*/ 3341698 w 12192001"/>
              <a:gd name="connsiteY186-11128" fmla="*/ 1980217 h 2344739"/>
              <a:gd name="connsiteX187-11129" fmla="*/ 3262356 w 12192001"/>
              <a:gd name="connsiteY187-11130" fmla="*/ 1986094 h 2344739"/>
              <a:gd name="connsiteX188-11131" fmla="*/ 3142556 w 12192001"/>
              <a:gd name="connsiteY188-11132" fmla="*/ 1993869 h 2344739"/>
              <a:gd name="connsiteX189-11133" fmla="*/ 3030291 w 12192001"/>
              <a:gd name="connsiteY189-11134" fmla="*/ 1996512 h 2344739"/>
              <a:gd name="connsiteX190-11135" fmla="*/ 2781569 w 12192001"/>
              <a:gd name="connsiteY190-11136" fmla="*/ 2018333 h 2344739"/>
              <a:gd name="connsiteX191-11137" fmla="*/ 2646527 w 12192001"/>
              <a:gd name="connsiteY191-11138" fmla="*/ 2028869 h 2344739"/>
              <a:gd name="connsiteX192-11139" fmla="*/ 2568028 w 12192001"/>
              <a:gd name="connsiteY192-11140" fmla="*/ 2002628 h 2344739"/>
              <a:gd name="connsiteX193-11141" fmla="*/ 2443255 w 12192001"/>
              <a:gd name="connsiteY193-11142" fmla="*/ 2016529 h 2344739"/>
              <a:gd name="connsiteX194-11143" fmla="*/ 2315112 w 12192001"/>
              <a:gd name="connsiteY194-11144" fmla="*/ 2024996 h 2344739"/>
              <a:gd name="connsiteX195-11145" fmla="*/ 2208578 w 12192001"/>
              <a:gd name="connsiteY195-11146" fmla="*/ 2019763 h 2344739"/>
              <a:gd name="connsiteX196-11147" fmla="*/ 2094665 w 12192001"/>
              <a:gd name="connsiteY196-11148" fmla="*/ 2003052 h 2344739"/>
              <a:gd name="connsiteX197-11149" fmla="*/ 1997356 w 12192001"/>
              <a:gd name="connsiteY197-11150" fmla="*/ 1995032 h 2344739"/>
              <a:gd name="connsiteX198-11151" fmla="*/ 1928172 w 12192001"/>
              <a:gd name="connsiteY198-11152" fmla="*/ 2016977 h 2344739"/>
              <a:gd name="connsiteX199-11153" fmla="*/ 1921650 w 12192001"/>
              <a:gd name="connsiteY199-11154" fmla="*/ 2012146 h 2344739"/>
              <a:gd name="connsiteX200-11155" fmla="*/ 1873080 w 12192001"/>
              <a:gd name="connsiteY200-11156" fmla="*/ 2013741 h 2344739"/>
              <a:gd name="connsiteX201-11157" fmla="*/ 1786655 w 12192001"/>
              <a:gd name="connsiteY201-11158" fmla="*/ 2041363 h 2344739"/>
              <a:gd name="connsiteX202-11159" fmla="*/ 1738204 w 12192001"/>
              <a:gd name="connsiteY202-11160" fmla="*/ 2036312 h 2344739"/>
              <a:gd name="connsiteX203-11161" fmla="*/ 1675071 w 12192001"/>
              <a:gd name="connsiteY203-11162" fmla="*/ 2019963 h 2344739"/>
              <a:gd name="connsiteX204-11163" fmla="*/ 1608669 w 12192001"/>
              <a:gd name="connsiteY204-11164" fmla="*/ 2013066 h 2344739"/>
              <a:gd name="connsiteX205-11165" fmla="*/ 1496110 w 12192001"/>
              <a:gd name="connsiteY205-11166" fmla="*/ 1987476 h 2344739"/>
              <a:gd name="connsiteX206-11167" fmla="*/ 1149979 w 12192001"/>
              <a:gd name="connsiteY206-11168" fmla="*/ 1938041 h 2344739"/>
              <a:gd name="connsiteX207-11169" fmla="*/ 858269 w 12192001"/>
              <a:gd name="connsiteY207-11170" fmla="*/ 1928608 h 2344739"/>
              <a:gd name="connsiteX208-11171" fmla="*/ 837540 w 12192001"/>
              <a:gd name="connsiteY208-11172" fmla="*/ 1929821 h 2344739"/>
              <a:gd name="connsiteX209-11173" fmla="*/ 816809 w 12192001"/>
              <a:gd name="connsiteY209-11174" fmla="*/ 1927857 h 2344739"/>
              <a:gd name="connsiteX210-11175" fmla="*/ 811506 w 12192001"/>
              <a:gd name="connsiteY210-11176" fmla="*/ 1930751 h 2344739"/>
              <a:gd name="connsiteX211-11177" fmla="*/ 720047 w 12192001"/>
              <a:gd name="connsiteY211-11178" fmla="*/ 1929661 h 2344739"/>
              <a:gd name="connsiteX212-11179" fmla="*/ 719742 w 12192001"/>
              <a:gd name="connsiteY212-11180" fmla="*/ 1928399 h 2344739"/>
              <a:gd name="connsiteX213-11181" fmla="*/ 708875 w 12192001"/>
              <a:gd name="connsiteY213-11182" fmla="*/ 1922722 h 2344739"/>
              <a:gd name="connsiteX214-11183" fmla="*/ 596792 w 12192001"/>
              <a:gd name="connsiteY214-11184" fmla="*/ 1879864 h 2344739"/>
              <a:gd name="connsiteX215-11185" fmla="*/ 578535 w 12192001"/>
              <a:gd name="connsiteY215-11186" fmla="*/ 1877212 h 2344739"/>
              <a:gd name="connsiteX216-11187" fmla="*/ 571717 w 12192001"/>
              <a:gd name="connsiteY216-11188" fmla="*/ 1877401 h 2344739"/>
              <a:gd name="connsiteX217-11189" fmla="*/ 445099 w 12192001"/>
              <a:gd name="connsiteY217-11190" fmla="*/ 1839371 h 2344739"/>
              <a:gd name="connsiteX218-11191" fmla="*/ 404015 w 12192001"/>
              <a:gd name="connsiteY218-11192" fmla="*/ 1833548 h 2344739"/>
              <a:gd name="connsiteX219-11193" fmla="*/ 292435 w 12192001"/>
              <a:gd name="connsiteY219-11194" fmla="*/ 1812852 h 2344739"/>
              <a:gd name="connsiteX220-11195" fmla="*/ 118381 w 12192001"/>
              <a:gd name="connsiteY220-11196" fmla="*/ 1761047 h 2344739"/>
              <a:gd name="connsiteX221-11197" fmla="*/ 15526 w 12192001"/>
              <a:gd name="connsiteY221-11198" fmla="*/ 1758191 h 2344739"/>
              <a:gd name="connsiteX222-11199" fmla="*/ 2 w 12192001"/>
              <a:gd name="connsiteY222-11200" fmla="*/ 1752722 h 2344739"/>
              <a:gd name="connsiteX223-11201" fmla="*/ 1 w 12192001"/>
              <a:gd name="connsiteY223-11202" fmla="*/ 762497 h 2344739"/>
              <a:gd name="connsiteX224-11203" fmla="*/ 0 w 12192001"/>
              <a:gd name="connsiteY224-11204" fmla="*/ 762497 h 2344739"/>
              <a:gd name="connsiteX225-11205" fmla="*/ 0 w 12192001"/>
              <a:gd name="connsiteY225-11206" fmla="*/ 222213 h 2344739"/>
              <a:gd name="connsiteX226-11207" fmla="*/ 0 w 12192001"/>
              <a:gd name="connsiteY226-11208" fmla="*/ 0 h 2344739"/>
              <a:gd name="connsiteX0-11209" fmla="*/ 0 w 12192001"/>
              <a:gd name="connsiteY0-11210" fmla="*/ 0 h 2344739"/>
              <a:gd name="connsiteX1-11211" fmla="*/ 12192000 w 12192001"/>
              <a:gd name="connsiteY1-11212" fmla="*/ 0 h 2344739"/>
              <a:gd name="connsiteX2-11213" fmla="*/ 12192000 w 12192001"/>
              <a:gd name="connsiteY2-11214" fmla="*/ 222213 h 2344739"/>
              <a:gd name="connsiteX3-11215" fmla="*/ 12192000 w 12192001"/>
              <a:gd name="connsiteY3-11216" fmla="*/ 389190 h 2344739"/>
              <a:gd name="connsiteX4-11217" fmla="*/ 12192001 w 12192001"/>
              <a:gd name="connsiteY4-11218" fmla="*/ 579739 h 2344739"/>
              <a:gd name="connsiteX5-11219" fmla="*/ 12184838 w 12192001"/>
              <a:gd name="connsiteY5-11220" fmla="*/ 584189 h 2344739"/>
              <a:gd name="connsiteX6-11221" fmla="*/ 12155215 w 12192001"/>
              <a:gd name="connsiteY6-11222" fmla="*/ 597366 h 2344739"/>
              <a:gd name="connsiteX7-11223" fmla="*/ 12138067 w 12192001"/>
              <a:gd name="connsiteY7-11224" fmla="*/ 623179 h 2344739"/>
              <a:gd name="connsiteX8-11225" fmla="*/ 12125179 w 12192001"/>
              <a:gd name="connsiteY8-11226" fmla="*/ 624690 h 2344739"/>
              <a:gd name="connsiteX9-11227" fmla="*/ 12122859 w 12192001"/>
              <a:gd name="connsiteY9-11228" fmla="*/ 624794 h 2344739"/>
              <a:gd name="connsiteX10-11229" fmla="*/ 12115706 w 12192001"/>
              <a:gd name="connsiteY10-11230" fmla="*/ 628608 h 2344739"/>
              <a:gd name="connsiteX11-11231" fmla="*/ 12098349 w 12192001"/>
              <a:gd name="connsiteY11-11232" fmla="*/ 628139 h 2344739"/>
              <a:gd name="connsiteX12-11233" fmla="*/ 12085925 w 12192001"/>
              <a:gd name="connsiteY12-11234" fmla="*/ 636341 h 2344739"/>
              <a:gd name="connsiteX13-11235" fmla="*/ 12029925 w 12192001"/>
              <a:gd name="connsiteY13-11236" fmla="*/ 680009 h 2344739"/>
              <a:gd name="connsiteX14-11237" fmla="*/ 11994685 w 12192001"/>
              <a:gd name="connsiteY14-11238" fmla="*/ 703458 h 2344739"/>
              <a:gd name="connsiteX15-11239" fmla="*/ 11978569 w 12192001"/>
              <a:gd name="connsiteY15-11240" fmla="*/ 708161 h 2344739"/>
              <a:gd name="connsiteX16-11241" fmla="*/ 11957898 w 12192001"/>
              <a:gd name="connsiteY16-11242" fmla="*/ 717558 h 2344739"/>
              <a:gd name="connsiteX17-11243" fmla="*/ 11919306 w 12192001"/>
              <a:gd name="connsiteY17-11244" fmla="*/ 730883 h 2344739"/>
              <a:gd name="connsiteX18-11245" fmla="*/ 11902508 w 12192001"/>
              <a:gd name="connsiteY18-11246" fmla="*/ 742426 h 2344739"/>
              <a:gd name="connsiteX19-11247" fmla="*/ 11893900 w 12192001"/>
              <a:gd name="connsiteY19-11248" fmla="*/ 744791 h 2344739"/>
              <a:gd name="connsiteX20-11249" fmla="*/ 11890820 w 12192001"/>
              <a:gd name="connsiteY20-11250" fmla="*/ 755729 h 2344739"/>
              <a:gd name="connsiteX21-11251" fmla="*/ 11869628 w 12192001"/>
              <a:gd name="connsiteY21-11252" fmla="*/ 777816 h 2344739"/>
              <a:gd name="connsiteX22-11253" fmla="*/ 11812228 w 12192001"/>
              <a:gd name="connsiteY22-11254" fmla="*/ 797659 h 2344739"/>
              <a:gd name="connsiteX23-11255" fmla="*/ 11748619 w 12192001"/>
              <a:gd name="connsiteY23-11256" fmla="*/ 872002 h 2344739"/>
              <a:gd name="connsiteX24-11257" fmla="*/ 11589545 w 12192001"/>
              <a:gd name="connsiteY24-11258" fmla="*/ 963777 h 2344739"/>
              <a:gd name="connsiteX25-11259" fmla="*/ 11505669 w 12192001"/>
              <a:gd name="connsiteY25-11260" fmla="*/ 1033623 h 2344739"/>
              <a:gd name="connsiteX26-11261" fmla="*/ 11279184 w 12192001"/>
              <a:gd name="connsiteY26-11262" fmla="*/ 1223571 h 2344739"/>
              <a:gd name="connsiteX27-11263" fmla="*/ 11227161 w 12192001"/>
              <a:gd name="connsiteY27-11264" fmla="*/ 1276236 h 2344739"/>
              <a:gd name="connsiteX28-11265" fmla="*/ 11216939 w 12192001"/>
              <a:gd name="connsiteY28-11266" fmla="*/ 1275961 h 2344739"/>
              <a:gd name="connsiteX29-11267" fmla="*/ 11216036 w 12192001"/>
              <a:gd name="connsiteY29-11268" fmla="*/ 1275018 h 2344739"/>
              <a:gd name="connsiteX30-11269" fmla="*/ 11187737 w 12192001"/>
              <a:gd name="connsiteY30-11270" fmla="*/ 1292383 h 2344739"/>
              <a:gd name="connsiteX31-11271" fmla="*/ 11183353 w 12192001"/>
              <a:gd name="connsiteY31-11272" fmla="*/ 1292525 h 2344739"/>
              <a:gd name="connsiteX32-11273" fmla="*/ 11165706 w 12192001"/>
              <a:gd name="connsiteY32-11274" fmla="*/ 1306612 h 2344739"/>
              <a:gd name="connsiteX33-11275" fmla="*/ 11156163 w 12192001"/>
              <a:gd name="connsiteY33-11276" fmla="*/ 1312414 h 2344739"/>
              <a:gd name="connsiteX34-11277" fmla="*/ 11154348 w 12192001"/>
              <a:gd name="connsiteY34-11278" fmla="*/ 1317097 h 2344739"/>
              <a:gd name="connsiteX35-11279" fmla="*/ 11139813 w 12192001"/>
              <a:gd name="connsiteY35-11280" fmla="*/ 1324115 h 2344739"/>
              <a:gd name="connsiteX36-11281" fmla="*/ 11137813 w 12192001"/>
              <a:gd name="connsiteY36-11282" fmla="*/ 1323772 h 2344739"/>
              <a:gd name="connsiteX37-11283" fmla="*/ 11127060 w 12192001"/>
              <a:gd name="connsiteY37-11284" fmla="*/ 1333832 h 2344739"/>
              <a:gd name="connsiteX38-11285" fmla="*/ 11119543 w 12192001"/>
              <a:gd name="connsiteY38-11286" fmla="*/ 1347424 h 2344739"/>
              <a:gd name="connsiteX39-11287" fmla="*/ 10893535 w 12192001"/>
              <a:gd name="connsiteY39-11288" fmla="*/ 1473399 h 2344739"/>
              <a:gd name="connsiteX40-11289" fmla="*/ 10772152 w 12192001"/>
              <a:gd name="connsiteY40-11290" fmla="*/ 1523191 h 2344739"/>
              <a:gd name="connsiteX41-11291" fmla="*/ 10626520 w 12192001"/>
              <a:gd name="connsiteY41-11292" fmla="*/ 1559229 h 2344739"/>
              <a:gd name="connsiteX42-11293" fmla="*/ 10580747 w 12192001"/>
              <a:gd name="connsiteY42-11294" fmla="*/ 1568689 h 2344739"/>
              <a:gd name="connsiteX43-11295" fmla="*/ 10546642 w 12192001"/>
              <a:gd name="connsiteY43-11296" fmla="*/ 1598423 h 2344739"/>
              <a:gd name="connsiteX44-11297" fmla="*/ 10528495 w 12192001"/>
              <a:gd name="connsiteY44-11298" fmla="*/ 1596907 h 2344739"/>
              <a:gd name="connsiteX45-11299" fmla="*/ 10525298 w 12192001"/>
              <a:gd name="connsiteY45-11300" fmla="*/ 1596411 h 2344739"/>
              <a:gd name="connsiteX46-11301" fmla="*/ 10513981 w 12192001"/>
              <a:gd name="connsiteY46-11302" fmla="*/ 1599537 h 2344739"/>
              <a:gd name="connsiteX47-11303" fmla="*/ 10490587 w 12192001"/>
              <a:gd name="connsiteY47-11304" fmla="*/ 1594156 h 2344739"/>
              <a:gd name="connsiteX48-11305" fmla="*/ 10470270 w 12192001"/>
              <a:gd name="connsiteY48-11306" fmla="*/ 1601693 h 2344739"/>
              <a:gd name="connsiteX49-11307" fmla="*/ 10375894 w 12192001"/>
              <a:gd name="connsiteY49-11308" fmla="*/ 1644598 h 2344739"/>
              <a:gd name="connsiteX50-11309" fmla="*/ 10318190 w 12192001"/>
              <a:gd name="connsiteY50-11310" fmla="*/ 1666221 h 2344739"/>
              <a:gd name="connsiteX51-11311" fmla="*/ 10294319 w 12192001"/>
              <a:gd name="connsiteY51-11312" fmla="*/ 1668079 h 2344739"/>
              <a:gd name="connsiteX52-11313" fmla="*/ 10262295 w 12192001"/>
              <a:gd name="connsiteY52-11314" fmla="*/ 1674948 h 2344739"/>
              <a:gd name="connsiteX53-11315" fmla="*/ 10204270 w 12192001"/>
              <a:gd name="connsiteY53-11316" fmla="*/ 1682149 h 2344739"/>
              <a:gd name="connsiteX54-11317" fmla="*/ 10176611 w 12192001"/>
              <a:gd name="connsiteY54-11318" fmla="*/ 1692943 h 2344739"/>
              <a:gd name="connsiteX55-11319" fmla="*/ 10163922 w 12192001"/>
              <a:gd name="connsiteY55-11320" fmla="*/ 1693739 h 2344739"/>
              <a:gd name="connsiteX56-11321" fmla="*/ 10155160 w 12192001"/>
              <a:gd name="connsiteY56-11322" fmla="*/ 1707487 h 2344739"/>
              <a:gd name="connsiteX57-11323" fmla="*/ 10117119 w 12192001"/>
              <a:gd name="connsiteY57-11324" fmla="*/ 1731142 h 2344739"/>
              <a:gd name="connsiteX58-11325" fmla="*/ 10100445 w 12192001"/>
              <a:gd name="connsiteY58-11326" fmla="*/ 1742432 h 2344739"/>
              <a:gd name="connsiteX59-11327" fmla="*/ 10082169 w 12192001"/>
              <a:gd name="connsiteY59-11328" fmla="*/ 1743296 h 2344739"/>
              <a:gd name="connsiteX60-11329" fmla="*/ 10039240 w 12192001"/>
              <a:gd name="connsiteY60-11330" fmla="*/ 1741632 h 2344739"/>
              <a:gd name="connsiteX61-11331" fmla="*/ 9960019 w 12192001"/>
              <a:gd name="connsiteY61-11332" fmla="*/ 1757147 h 2344739"/>
              <a:gd name="connsiteX62-11333" fmla="*/ 9847792 w 12192001"/>
              <a:gd name="connsiteY62-11334" fmla="*/ 1763915 h 2344739"/>
              <a:gd name="connsiteX63-11335" fmla="*/ 9728309 w 12192001"/>
              <a:gd name="connsiteY63-11336" fmla="*/ 1784122 h 2344739"/>
              <a:gd name="connsiteX64-11337" fmla="*/ 9584507 w 12192001"/>
              <a:gd name="connsiteY64-11338" fmla="*/ 1795542 h 2344739"/>
              <a:gd name="connsiteX65-11339" fmla="*/ 9343052 w 12192001"/>
              <a:gd name="connsiteY65-11340" fmla="*/ 1841244 h 2344739"/>
              <a:gd name="connsiteX66-11341" fmla="*/ 9231370 w 12192001"/>
              <a:gd name="connsiteY66-11342" fmla="*/ 1893149 h 2344739"/>
              <a:gd name="connsiteX67-11343" fmla="*/ 9194810 w 12192001"/>
              <a:gd name="connsiteY67-11344" fmla="*/ 1903228 h 2344739"/>
              <a:gd name="connsiteX68-11345" fmla="*/ 9189246 w 12192001"/>
              <a:gd name="connsiteY68-11346" fmla="*/ 1912467 h 2344739"/>
              <a:gd name="connsiteX69-11347" fmla="*/ 9113812 w 12192001"/>
              <a:gd name="connsiteY69-11348" fmla="*/ 1919069 h 2344739"/>
              <a:gd name="connsiteX70-11349" fmla="*/ 9053453 w 12192001"/>
              <a:gd name="connsiteY70-11350" fmla="*/ 1910755 h 2344739"/>
              <a:gd name="connsiteX71-11351" fmla="*/ 9005486 w 12192001"/>
              <a:gd name="connsiteY71-11352" fmla="*/ 1914040 h 2344739"/>
              <a:gd name="connsiteX72-11353" fmla="*/ 9005201 w 12192001"/>
              <a:gd name="connsiteY72-11354" fmla="*/ 1913800 h 2344739"/>
              <a:gd name="connsiteX73-11355" fmla="*/ 8996232 w 12192001"/>
              <a:gd name="connsiteY73-11356" fmla="*/ 1915011 h 2344739"/>
              <a:gd name="connsiteX74-11357" fmla="*/ 8990394 w 12192001"/>
              <a:gd name="connsiteY74-11358" fmla="*/ 1917072 h 2344739"/>
              <a:gd name="connsiteX75-11359" fmla="*/ 8974337 w 12192001"/>
              <a:gd name="connsiteY75-11360" fmla="*/ 1920298 h 2344739"/>
              <a:gd name="connsiteX76-11361" fmla="*/ 8968011 w 12192001"/>
              <a:gd name="connsiteY76-11362" fmla="*/ 1919598 h 2344739"/>
              <a:gd name="connsiteX77-11363" fmla="*/ 8963048 w 12192001"/>
              <a:gd name="connsiteY77-11364" fmla="*/ 1917373 h 2344739"/>
              <a:gd name="connsiteX78-11365" fmla="*/ 8928988 w 12192001"/>
              <a:gd name="connsiteY78-11366" fmla="*/ 1914185 h 2344739"/>
              <a:gd name="connsiteX79-11367" fmla="*/ 8752444 w 12192001"/>
              <a:gd name="connsiteY79-11368" fmla="*/ 1933417 h 2344739"/>
              <a:gd name="connsiteX80-11369" fmla="*/ 8707847 w 12192001"/>
              <a:gd name="connsiteY80-11370" fmla="*/ 1935518 h 2344739"/>
              <a:gd name="connsiteX81-11371" fmla="*/ 8596071 w 12192001"/>
              <a:gd name="connsiteY81-11372" fmla="*/ 1944090 h 2344739"/>
              <a:gd name="connsiteX82-11373" fmla="*/ 8525230 w 12192001"/>
              <a:gd name="connsiteY82-11374" fmla="*/ 1929248 h 2344739"/>
              <a:gd name="connsiteX83-11375" fmla="*/ 8510983 w 12192001"/>
              <a:gd name="connsiteY83-11376" fmla="*/ 1935163 h 2344739"/>
              <a:gd name="connsiteX84-11377" fmla="*/ 8506167 w 12192001"/>
              <a:gd name="connsiteY84-11378" fmla="*/ 1938164 h 2344739"/>
              <a:gd name="connsiteX85-11379" fmla="*/ 8497968 w 12192001"/>
              <a:gd name="connsiteY85-11380" fmla="*/ 1940902 h 2344739"/>
              <a:gd name="connsiteX86-11381" fmla="*/ 8497594 w 12192001"/>
              <a:gd name="connsiteY86-11382" fmla="*/ 1940723 h 2344739"/>
              <a:gd name="connsiteX87-11383" fmla="*/ 8490249 w 12192001"/>
              <a:gd name="connsiteY87-11384" fmla="*/ 1943773 h 2344739"/>
              <a:gd name="connsiteX88-11385" fmla="*/ 8367182 w 12192001"/>
              <a:gd name="connsiteY88-11386" fmla="*/ 1957815 h 2344739"/>
              <a:gd name="connsiteX89-11387" fmla="*/ 8353799 w 12192001"/>
              <a:gd name="connsiteY89-11388" fmla="*/ 1958009 h 2344739"/>
              <a:gd name="connsiteX90-11389" fmla="*/ 8352373 w 12192001"/>
              <a:gd name="connsiteY90-11390" fmla="*/ 1957169 h 2344739"/>
              <a:gd name="connsiteX91-11391" fmla="*/ 8320104 w 12192001"/>
              <a:gd name="connsiteY91-11392" fmla="*/ 1974587 h 2344739"/>
              <a:gd name="connsiteX92-11393" fmla="*/ 8314433 w 12192001"/>
              <a:gd name="connsiteY92-11394" fmla="*/ 1974913 h 2344739"/>
              <a:gd name="connsiteX93-11395" fmla="*/ 8295174 w 12192001"/>
              <a:gd name="connsiteY93-11396" fmla="*/ 1988808 h 2344739"/>
              <a:gd name="connsiteX94-11397" fmla="*/ 8284276 w 12192001"/>
              <a:gd name="connsiteY94-11398" fmla="*/ 1994631 h 2344739"/>
              <a:gd name="connsiteX95-11399" fmla="*/ 8283150 w 12192001"/>
              <a:gd name="connsiteY95-11400" fmla="*/ 1999074 h 2344739"/>
              <a:gd name="connsiteX96-11401" fmla="*/ 8266076 w 12192001"/>
              <a:gd name="connsiteY96-11402" fmla="*/ 2006249 h 2344739"/>
              <a:gd name="connsiteX97-11403" fmla="*/ 8263377 w 12192001"/>
              <a:gd name="connsiteY97-11404" fmla="*/ 2006019 h 2344739"/>
              <a:gd name="connsiteX98-11405" fmla="*/ 8252033 w 12192001"/>
              <a:gd name="connsiteY98-11406" fmla="*/ 2015862 h 2344739"/>
              <a:gd name="connsiteX99-11407" fmla="*/ 8245834 w 12192001"/>
              <a:gd name="connsiteY99-11408" fmla="*/ 2028854 h 2344739"/>
              <a:gd name="connsiteX100-11409" fmla="*/ 8090272 w 12192001"/>
              <a:gd name="connsiteY100-11410" fmla="*/ 2075015 h 2344739"/>
              <a:gd name="connsiteX101-11411" fmla="*/ 7905407 w 12192001"/>
              <a:gd name="connsiteY101-11412" fmla="*/ 2116988 h 2344739"/>
              <a:gd name="connsiteX102-11413" fmla="*/ 7718745 w 12192001"/>
              <a:gd name="connsiteY102-11414" fmla="*/ 2142703 h 2344739"/>
              <a:gd name="connsiteX103-11415" fmla="*/ 7614347 w 12192001"/>
              <a:gd name="connsiteY103-11416" fmla="*/ 2139232 h 2344739"/>
              <a:gd name="connsiteX104-11417" fmla="*/ 7527543 w 12192001"/>
              <a:gd name="connsiteY104-11418" fmla="*/ 2145060 h 2344739"/>
              <a:gd name="connsiteX105-11419" fmla="*/ 7519571 w 12192001"/>
              <a:gd name="connsiteY105-11420" fmla="*/ 2147613 h 2344739"/>
              <a:gd name="connsiteX106-11421" fmla="*/ 7507411 w 12192001"/>
              <a:gd name="connsiteY106-11422" fmla="*/ 2148948 h 2344739"/>
              <a:gd name="connsiteX107-11423" fmla="*/ 7507040 w 12192001"/>
              <a:gd name="connsiteY107-11424" fmla="*/ 2148621 h 2344739"/>
              <a:gd name="connsiteX108-11425" fmla="*/ 7495795 w 12192001"/>
              <a:gd name="connsiteY108-11426" fmla="*/ 2150573 h 2344739"/>
              <a:gd name="connsiteX109-11427" fmla="*/ 7405391 w 12192001"/>
              <a:gd name="connsiteY109-11428" fmla="*/ 2142468 h 2344739"/>
              <a:gd name="connsiteX110-11429" fmla="*/ 7218559 w 12192001"/>
              <a:gd name="connsiteY110-11430" fmla="*/ 2156680 h 2344739"/>
              <a:gd name="connsiteX111-11431" fmla="*/ 7201101 w 12192001"/>
              <a:gd name="connsiteY111-11432" fmla="*/ 2161230 h 2344739"/>
              <a:gd name="connsiteX112-11433" fmla="*/ 7197004 w 12192001"/>
              <a:gd name="connsiteY112-11434" fmla="*/ 2166588 h 2344739"/>
              <a:gd name="connsiteX113-11435" fmla="*/ 7170808 w 12192001"/>
              <a:gd name="connsiteY113-11436" fmla="*/ 2171236 h 2344739"/>
              <a:gd name="connsiteX114-11437" fmla="*/ 7096988 w 12192001"/>
              <a:gd name="connsiteY114-11438" fmla="*/ 2183464 h 2344739"/>
              <a:gd name="connsiteX115-11439" fmla="*/ 7018496 w 12192001"/>
              <a:gd name="connsiteY115-11440" fmla="*/ 2183090 h 2344739"/>
              <a:gd name="connsiteX116-11441" fmla="*/ 6904146 w 12192001"/>
              <a:gd name="connsiteY116-11442" fmla="*/ 2212596 h 2344739"/>
              <a:gd name="connsiteX117-11443" fmla="*/ 6708222 w 12192001"/>
              <a:gd name="connsiteY117-11444" fmla="*/ 2240551 h 2344739"/>
              <a:gd name="connsiteX118-11445" fmla="*/ 6549454 w 12192001"/>
              <a:gd name="connsiteY118-11446" fmla="*/ 2269327 h 2344739"/>
              <a:gd name="connsiteX119-11447" fmla="*/ 6317560 w 12192001"/>
              <a:gd name="connsiteY119-11448" fmla="*/ 2316127 h 2344739"/>
              <a:gd name="connsiteX120-11449" fmla="*/ 6168674 w 12192001"/>
              <a:gd name="connsiteY120-11450" fmla="*/ 2318214 h 2344739"/>
              <a:gd name="connsiteX121-11451" fmla="*/ 6073848 w 12192001"/>
              <a:gd name="connsiteY121-11452" fmla="*/ 2338676 h 2344739"/>
              <a:gd name="connsiteX122-11453" fmla="*/ 6068529 w 12192001"/>
              <a:gd name="connsiteY122-11454" fmla="*/ 2337139 h 2344739"/>
              <a:gd name="connsiteX123-11455" fmla="*/ 6048638 w 12192001"/>
              <a:gd name="connsiteY123-11456" fmla="*/ 2337822 h 2344739"/>
              <a:gd name="connsiteX124-11457" fmla="*/ 6041285 w 12192001"/>
              <a:gd name="connsiteY124-11458" fmla="*/ 2329473 h 2344739"/>
              <a:gd name="connsiteX125-11459" fmla="*/ 6010090 w 12192001"/>
              <a:gd name="connsiteY125-11460" fmla="*/ 2324380 h 2344739"/>
              <a:gd name="connsiteX126-11461" fmla="*/ 5957375 w 12192001"/>
              <a:gd name="connsiteY126-11462" fmla="*/ 2328024 h 2344739"/>
              <a:gd name="connsiteX127-11463" fmla="*/ 5758919 w 12192001"/>
              <a:gd name="connsiteY127-11464" fmla="*/ 2343716 h 2344739"/>
              <a:gd name="connsiteX128-11465" fmla="*/ 5626960 w 12192001"/>
              <a:gd name="connsiteY128-11466" fmla="*/ 2344739 h 2344739"/>
              <a:gd name="connsiteX129-11467" fmla="*/ 5470906 w 12192001"/>
              <a:gd name="connsiteY129-11468" fmla="*/ 2330719 h 2344739"/>
              <a:gd name="connsiteX130-11469" fmla="*/ 5432761 w 12192001"/>
              <a:gd name="connsiteY130-11470" fmla="*/ 2319466 h 2344739"/>
              <a:gd name="connsiteX131-11471" fmla="*/ 5381669 w 12192001"/>
              <a:gd name="connsiteY131-11472" fmla="*/ 2301764 h 2344739"/>
              <a:gd name="connsiteX132-11473" fmla="*/ 5261764 w 12192001"/>
              <a:gd name="connsiteY132-11474" fmla="*/ 2281347 h 2344739"/>
              <a:gd name="connsiteX133-11475" fmla="*/ 5222961 w 12192001"/>
              <a:gd name="connsiteY133-11476" fmla="*/ 2270223 h 2344739"/>
              <a:gd name="connsiteX134-11477" fmla="*/ 5174660 w 12192001"/>
              <a:gd name="connsiteY134-11478" fmla="*/ 2267233 h 2344739"/>
              <a:gd name="connsiteX135-11479" fmla="*/ 5156554 w 12192001"/>
              <a:gd name="connsiteY135-11480" fmla="*/ 2260010 h 2344739"/>
              <a:gd name="connsiteX136-11481" fmla="*/ 5142599 w 12192001"/>
              <a:gd name="connsiteY136-11482" fmla="*/ 2256610 h 2344739"/>
              <a:gd name="connsiteX137-11483" fmla="*/ 5139596 w 12192001"/>
              <a:gd name="connsiteY137-11484" fmla="*/ 2254509 h 2344739"/>
              <a:gd name="connsiteX138-11485" fmla="*/ 5121659 w 12192001"/>
              <a:gd name="connsiteY138-11486" fmla="*/ 2243656 h 2344739"/>
              <a:gd name="connsiteX139-11487" fmla="*/ 5065790 w 12192001"/>
              <a:gd name="connsiteY139-11488" fmla="*/ 2250227 h 2344739"/>
              <a:gd name="connsiteX140-11489" fmla="*/ 5011514 w 12192001"/>
              <a:gd name="connsiteY140-11490" fmla="*/ 2233846 h 2344739"/>
              <a:gd name="connsiteX141-11491" fmla="*/ 4840441 w 12192001"/>
              <a:gd name="connsiteY141-11492" fmla="*/ 2209829 h 2344739"/>
              <a:gd name="connsiteX142-11493" fmla="*/ 4762447 w 12192001"/>
              <a:gd name="connsiteY142-11494" fmla="*/ 2182061 h 2344739"/>
              <a:gd name="connsiteX143-11495" fmla="*/ 4723186 w 12192001"/>
              <a:gd name="connsiteY143-11496" fmla="*/ 2173047 h 2344739"/>
              <a:gd name="connsiteX144-11497" fmla="*/ 4721176 w 12192001"/>
              <a:gd name="connsiteY144-11498" fmla="*/ 2172298 h 2344739"/>
              <a:gd name="connsiteX145-11499" fmla="*/ 4722111 w 12192001"/>
              <a:gd name="connsiteY145-11500" fmla="*/ 2172087 h 2344739"/>
              <a:gd name="connsiteX146-11501" fmla="*/ 4717202 w 12192001"/>
              <a:gd name="connsiteY146-11502" fmla="*/ 2170817 h 2344739"/>
              <a:gd name="connsiteX147-11503" fmla="*/ 4721176 w 12192001"/>
              <a:gd name="connsiteY147-11504" fmla="*/ 2172298 h 2344739"/>
              <a:gd name="connsiteX148-11505" fmla="*/ 4715526 w 12192001"/>
              <a:gd name="connsiteY148-11506" fmla="*/ 2173573 h 2344739"/>
              <a:gd name="connsiteX149-11507" fmla="*/ 4515814 w 12192001"/>
              <a:gd name="connsiteY149-11508" fmla="*/ 2163671 h 2344739"/>
              <a:gd name="connsiteX150-11509" fmla="*/ 4428543 w 12192001"/>
              <a:gd name="connsiteY150-11510" fmla="*/ 2153020 h 2344739"/>
              <a:gd name="connsiteX151-11511" fmla="*/ 4362875 w 12192001"/>
              <a:gd name="connsiteY151-11512" fmla="*/ 2151674 h 2344739"/>
              <a:gd name="connsiteX152-11513" fmla="*/ 4316966 w 12192001"/>
              <a:gd name="connsiteY152-11514" fmla="*/ 2158289 h 2344739"/>
              <a:gd name="connsiteX153-11515" fmla="*/ 4315110 w 12192001"/>
              <a:gd name="connsiteY153-11516" fmla="*/ 2156948 h 2344739"/>
              <a:gd name="connsiteX154-11517" fmla="*/ 4295144 w 12192001"/>
              <a:gd name="connsiteY154-11518" fmla="*/ 2155069 h 2344739"/>
              <a:gd name="connsiteX155-11519" fmla="*/ 4290064 w 12192001"/>
              <a:gd name="connsiteY155-11520" fmla="*/ 2157986 h 2344739"/>
              <a:gd name="connsiteX156-11521" fmla="*/ 4276142 w 12192001"/>
              <a:gd name="connsiteY156-11522" fmla="*/ 2157740 h 2344739"/>
              <a:gd name="connsiteX157-11523" fmla="*/ 4248117 w 12192001"/>
              <a:gd name="connsiteY157-11524" fmla="*/ 2160064 h 2344739"/>
              <a:gd name="connsiteX158-11525" fmla="*/ 4202051 w 12192001"/>
              <a:gd name="connsiteY158-11526" fmla="*/ 2157269 h 2344739"/>
              <a:gd name="connsiteX159-11527" fmla="*/ 4201745 w 12192001"/>
              <a:gd name="connsiteY159-11528" fmla="*/ 2156010 h 2344739"/>
              <a:gd name="connsiteX160-11529" fmla="*/ 4191248 w 12192001"/>
              <a:gd name="connsiteY160-11530" fmla="*/ 2150376 h 2344739"/>
              <a:gd name="connsiteX161-11531" fmla="*/ 4142745 w 12192001"/>
              <a:gd name="connsiteY161-11532" fmla="*/ 2134511 h 2344739"/>
              <a:gd name="connsiteX162-11533" fmla="*/ 4083097 w 12192001"/>
              <a:gd name="connsiteY162-11534" fmla="*/ 2107978 h 2344739"/>
              <a:gd name="connsiteX163-11535" fmla="*/ 4074546 w 12192001"/>
              <a:gd name="connsiteY163-11536" fmla="*/ 2107143 h 2344739"/>
              <a:gd name="connsiteX164-11537" fmla="*/ 4074427 w 12192001"/>
              <a:gd name="connsiteY164-11538" fmla="*/ 2106844 h 2344739"/>
              <a:gd name="connsiteX165-11539" fmla="*/ 4065510 w 12192001"/>
              <a:gd name="connsiteY165-11540" fmla="*/ 2105400 h 2344739"/>
              <a:gd name="connsiteX166-11541" fmla="*/ 4058954 w 12192001"/>
              <a:gd name="connsiteY166-11542" fmla="*/ 2105618 h 2344739"/>
              <a:gd name="connsiteX167-11543" fmla="*/ 4042364 w 12192001"/>
              <a:gd name="connsiteY167-11544" fmla="*/ 2103997 h 2344739"/>
              <a:gd name="connsiteX168-11545" fmla="*/ 4036997 w 12192001"/>
              <a:gd name="connsiteY168-11546" fmla="*/ 2101563 h 2344739"/>
              <a:gd name="connsiteX169-11547" fmla="*/ 4035363 w 12192001"/>
              <a:gd name="connsiteY169-11548" fmla="*/ 2097896 h 2344739"/>
              <a:gd name="connsiteX170-11549" fmla="*/ 4033778 w 12192001"/>
              <a:gd name="connsiteY170-11550" fmla="*/ 2098131 h 2344739"/>
              <a:gd name="connsiteX171-11551" fmla="*/ 4004538 w 12192001"/>
              <a:gd name="connsiteY171-11552" fmla="*/ 2085563 h 2344739"/>
              <a:gd name="connsiteX172-11553" fmla="*/ 3936846 w 12192001"/>
              <a:gd name="connsiteY172-11554" fmla="*/ 2068106 h 2344739"/>
              <a:gd name="connsiteX173-11555" fmla="*/ 3897275 w 12192001"/>
              <a:gd name="connsiteY173-11556" fmla="*/ 2062451 h 2344739"/>
              <a:gd name="connsiteX174-11557" fmla="*/ 3789760 w 12192001"/>
              <a:gd name="connsiteY174-11558" fmla="*/ 2042213 h 2344739"/>
              <a:gd name="connsiteX175-11559" fmla="*/ 3682513 w 12192001"/>
              <a:gd name="connsiteY175-11560" fmla="*/ 2018290 h 2344739"/>
              <a:gd name="connsiteX176-11561" fmla="*/ 3610035 w 12192001"/>
              <a:gd name="connsiteY176-11562" fmla="*/ 1986019 h 2344739"/>
              <a:gd name="connsiteX177-11563" fmla="*/ 3603855 w 12192001"/>
              <a:gd name="connsiteY177-11564" fmla="*/ 1987381 h 2344739"/>
              <a:gd name="connsiteX178-11565" fmla="*/ 3594736 w 12192001"/>
              <a:gd name="connsiteY178-11566" fmla="*/ 1987545 h 2344739"/>
              <a:gd name="connsiteX179-11567" fmla="*/ 3594501 w 12192001"/>
              <a:gd name="connsiteY179-11568" fmla="*/ 1987276 h 2344739"/>
              <a:gd name="connsiteX180-11569" fmla="*/ 3585978 w 12192001"/>
              <a:gd name="connsiteY180-11570" fmla="*/ 1987966 h 2344739"/>
              <a:gd name="connsiteX181-11571" fmla="*/ 3536135 w 12192001"/>
              <a:gd name="connsiteY181-11572" fmla="*/ 1978267 h 2344739"/>
              <a:gd name="connsiteX182-11573" fmla="*/ 3473223 w 12192001"/>
              <a:gd name="connsiteY182-11574" fmla="*/ 1974606 h 2344739"/>
              <a:gd name="connsiteX183-11575" fmla="*/ 3400728 w 12192001"/>
              <a:gd name="connsiteY183-11576" fmla="*/ 1962558 h 2344739"/>
              <a:gd name="connsiteX184-11577" fmla="*/ 3363888 w 12192001"/>
              <a:gd name="connsiteY184-11578" fmla="*/ 1979510 h 2344739"/>
              <a:gd name="connsiteX185-11579" fmla="*/ 3344026 w 12192001"/>
              <a:gd name="connsiteY185-11580" fmla="*/ 1981192 h 2344739"/>
              <a:gd name="connsiteX186-11581" fmla="*/ 3341698 w 12192001"/>
              <a:gd name="connsiteY186-11582" fmla="*/ 1980217 h 2344739"/>
              <a:gd name="connsiteX187-11583" fmla="*/ 3262356 w 12192001"/>
              <a:gd name="connsiteY187-11584" fmla="*/ 1986094 h 2344739"/>
              <a:gd name="connsiteX188-11585" fmla="*/ 3142556 w 12192001"/>
              <a:gd name="connsiteY188-11586" fmla="*/ 1993869 h 2344739"/>
              <a:gd name="connsiteX189-11587" fmla="*/ 3030291 w 12192001"/>
              <a:gd name="connsiteY189-11588" fmla="*/ 1996512 h 2344739"/>
              <a:gd name="connsiteX190-11589" fmla="*/ 2781569 w 12192001"/>
              <a:gd name="connsiteY190-11590" fmla="*/ 2018333 h 2344739"/>
              <a:gd name="connsiteX191-11591" fmla="*/ 2646527 w 12192001"/>
              <a:gd name="connsiteY191-11592" fmla="*/ 2028869 h 2344739"/>
              <a:gd name="connsiteX192-11593" fmla="*/ 2568028 w 12192001"/>
              <a:gd name="connsiteY192-11594" fmla="*/ 2002628 h 2344739"/>
              <a:gd name="connsiteX193-11595" fmla="*/ 2443255 w 12192001"/>
              <a:gd name="connsiteY193-11596" fmla="*/ 2016529 h 2344739"/>
              <a:gd name="connsiteX194-11597" fmla="*/ 2315112 w 12192001"/>
              <a:gd name="connsiteY194-11598" fmla="*/ 2024996 h 2344739"/>
              <a:gd name="connsiteX195-11599" fmla="*/ 2208578 w 12192001"/>
              <a:gd name="connsiteY195-11600" fmla="*/ 2019763 h 2344739"/>
              <a:gd name="connsiteX196-11601" fmla="*/ 2094665 w 12192001"/>
              <a:gd name="connsiteY196-11602" fmla="*/ 2003052 h 2344739"/>
              <a:gd name="connsiteX197-11603" fmla="*/ 1997356 w 12192001"/>
              <a:gd name="connsiteY197-11604" fmla="*/ 1995032 h 2344739"/>
              <a:gd name="connsiteX198-11605" fmla="*/ 1928172 w 12192001"/>
              <a:gd name="connsiteY198-11606" fmla="*/ 2016977 h 2344739"/>
              <a:gd name="connsiteX199-11607" fmla="*/ 1921650 w 12192001"/>
              <a:gd name="connsiteY199-11608" fmla="*/ 2012146 h 2344739"/>
              <a:gd name="connsiteX200-11609" fmla="*/ 1873080 w 12192001"/>
              <a:gd name="connsiteY200-11610" fmla="*/ 2013741 h 2344739"/>
              <a:gd name="connsiteX201-11611" fmla="*/ 1786655 w 12192001"/>
              <a:gd name="connsiteY201-11612" fmla="*/ 2041363 h 2344739"/>
              <a:gd name="connsiteX202-11613" fmla="*/ 1738204 w 12192001"/>
              <a:gd name="connsiteY202-11614" fmla="*/ 2036312 h 2344739"/>
              <a:gd name="connsiteX203-11615" fmla="*/ 1675071 w 12192001"/>
              <a:gd name="connsiteY203-11616" fmla="*/ 2019963 h 2344739"/>
              <a:gd name="connsiteX204-11617" fmla="*/ 1608669 w 12192001"/>
              <a:gd name="connsiteY204-11618" fmla="*/ 2013066 h 2344739"/>
              <a:gd name="connsiteX205-11619" fmla="*/ 1496110 w 12192001"/>
              <a:gd name="connsiteY205-11620" fmla="*/ 1987476 h 2344739"/>
              <a:gd name="connsiteX206-11621" fmla="*/ 1149979 w 12192001"/>
              <a:gd name="connsiteY206-11622" fmla="*/ 1938041 h 2344739"/>
              <a:gd name="connsiteX207-11623" fmla="*/ 858269 w 12192001"/>
              <a:gd name="connsiteY207-11624" fmla="*/ 1928608 h 2344739"/>
              <a:gd name="connsiteX208-11625" fmla="*/ 837540 w 12192001"/>
              <a:gd name="connsiteY208-11626" fmla="*/ 1929821 h 2344739"/>
              <a:gd name="connsiteX209-11627" fmla="*/ 816809 w 12192001"/>
              <a:gd name="connsiteY209-11628" fmla="*/ 1927857 h 2344739"/>
              <a:gd name="connsiteX210-11629" fmla="*/ 811506 w 12192001"/>
              <a:gd name="connsiteY210-11630" fmla="*/ 1930751 h 2344739"/>
              <a:gd name="connsiteX211-11631" fmla="*/ 720047 w 12192001"/>
              <a:gd name="connsiteY211-11632" fmla="*/ 1929661 h 2344739"/>
              <a:gd name="connsiteX212-11633" fmla="*/ 719742 w 12192001"/>
              <a:gd name="connsiteY212-11634" fmla="*/ 1928399 h 2344739"/>
              <a:gd name="connsiteX213-11635" fmla="*/ 708875 w 12192001"/>
              <a:gd name="connsiteY213-11636" fmla="*/ 1922722 h 2344739"/>
              <a:gd name="connsiteX214-11637" fmla="*/ 596792 w 12192001"/>
              <a:gd name="connsiteY214-11638" fmla="*/ 1879864 h 2344739"/>
              <a:gd name="connsiteX215-11639" fmla="*/ 578535 w 12192001"/>
              <a:gd name="connsiteY215-11640" fmla="*/ 1877212 h 2344739"/>
              <a:gd name="connsiteX216-11641" fmla="*/ 571717 w 12192001"/>
              <a:gd name="connsiteY216-11642" fmla="*/ 1877401 h 2344739"/>
              <a:gd name="connsiteX217-11643" fmla="*/ 445099 w 12192001"/>
              <a:gd name="connsiteY217-11644" fmla="*/ 1839371 h 2344739"/>
              <a:gd name="connsiteX218-11645" fmla="*/ 404015 w 12192001"/>
              <a:gd name="connsiteY218-11646" fmla="*/ 1833548 h 2344739"/>
              <a:gd name="connsiteX219-11647" fmla="*/ 292435 w 12192001"/>
              <a:gd name="connsiteY219-11648" fmla="*/ 1812852 h 2344739"/>
              <a:gd name="connsiteX220-11649" fmla="*/ 118381 w 12192001"/>
              <a:gd name="connsiteY220-11650" fmla="*/ 1761047 h 2344739"/>
              <a:gd name="connsiteX221-11651" fmla="*/ 15526 w 12192001"/>
              <a:gd name="connsiteY221-11652" fmla="*/ 1758191 h 2344739"/>
              <a:gd name="connsiteX222-11653" fmla="*/ 2 w 12192001"/>
              <a:gd name="connsiteY222-11654" fmla="*/ 1752722 h 2344739"/>
              <a:gd name="connsiteX223-11655" fmla="*/ 1 w 12192001"/>
              <a:gd name="connsiteY223-11656" fmla="*/ 762497 h 2344739"/>
              <a:gd name="connsiteX224-11657" fmla="*/ 0 w 12192001"/>
              <a:gd name="connsiteY224-11658" fmla="*/ 222213 h 2344739"/>
              <a:gd name="connsiteX225-11659" fmla="*/ 0 w 12192001"/>
              <a:gd name="connsiteY225-11660" fmla="*/ 0 h 2344739"/>
              <a:gd name="connsiteX0-11661" fmla="*/ 1148 w 12193149"/>
              <a:gd name="connsiteY0-11662" fmla="*/ 0 h 2344739"/>
              <a:gd name="connsiteX1-11663" fmla="*/ 12193148 w 12193149"/>
              <a:gd name="connsiteY1-11664" fmla="*/ 0 h 2344739"/>
              <a:gd name="connsiteX2-11665" fmla="*/ 12193148 w 12193149"/>
              <a:gd name="connsiteY2-11666" fmla="*/ 222213 h 2344739"/>
              <a:gd name="connsiteX3-11667" fmla="*/ 12193148 w 12193149"/>
              <a:gd name="connsiteY3-11668" fmla="*/ 389190 h 2344739"/>
              <a:gd name="connsiteX4-11669" fmla="*/ 12193149 w 12193149"/>
              <a:gd name="connsiteY4-11670" fmla="*/ 579739 h 2344739"/>
              <a:gd name="connsiteX5-11671" fmla="*/ 12185986 w 12193149"/>
              <a:gd name="connsiteY5-11672" fmla="*/ 584189 h 2344739"/>
              <a:gd name="connsiteX6-11673" fmla="*/ 12156363 w 12193149"/>
              <a:gd name="connsiteY6-11674" fmla="*/ 597366 h 2344739"/>
              <a:gd name="connsiteX7-11675" fmla="*/ 12139215 w 12193149"/>
              <a:gd name="connsiteY7-11676" fmla="*/ 623179 h 2344739"/>
              <a:gd name="connsiteX8-11677" fmla="*/ 12126327 w 12193149"/>
              <a:gd name="connsiteY8-11678" fmla="*/ 624690 h 2344739"/>
              <a:gd name="connsiteX9-11679" fmla="*/ 12124007 w 12193149"/>
              <a:gd name="connsiteY9-11680" fmla="*/ 624794 h 2344739"/>
              <a:gd name="connsiteX10-11681" fmla="*/ 12116854 w 12193149"/>
              <a:gd name="connsiteY10-11682" fmla="*/ 628608 h 2344739"/>
              <a:gd name="connsiteX11-11683" fmla="*/ 12099497 w 12193149"/>
              <a:gd name="connsiteY11-11684" fmla="*/ 628139 h 2344739"/>
              <a:gd name="connsiteX12-11685" fmla="*/ 12087073 w 12193149"/>
              <a:gd name="connsiteY12-11686" fmla="*/ 636341 h 2344739"/>
              <a:gd name="connsiteX13-11687" fmla="*/ 12031073 w 12193149"/>
              <a:gd name="connsiteY13-11688" fmla="*/ 680009 h 2344739"/>
              <a:gd name="connsiteX14-11689" fmla="*/ 11995833 w 12193149"/>
              <a:gd name="connsiteY14-11690" fmla="*/ 703458 h 2344739"/>
              <a:gd name="connsiteX15-11691" fmla="*/ 11979717 w 12193149"/>
              <a:gd name="connsiteY15-11692" fmla="*/ 708161 h 2344739"/>
              <a:gd name="connsiteX16-11693" fmla="*/ 11959046 w 12193149"/>
              <a:gd name="connsiteY16-11694" fmla="*/ 717558 h 2344739"/>
              <a:gd name="connsiteX17-11695" fmla="*/ 11920454 w 12193149"/>
              <a:gd name="connsiteY17-11696" fmla="*/ 730883 h 2344739"/>
              <a:gd name="connsiteX18-11697" fmla="*/ 11903656 w 12193149"/>
              <a:gd name="connsiteY18-11698" fmla="*/ 742426 h 2344739"/>
              <a:gd name="connsiteX19-11699" fmla="*/ 11895048 w 12193149"/>
              <a:gd name="connsiteY19-11700" fmla="*/ 744791 h 2344739"/>
              <a:gd name="connsiteX20-11701" fmla="*/ 11891968 w 12193149"/>
              <a:gd name="connsiteY20-11702" fmla="*/ 755729 h 2344739"/>
              <a:gd name="connsiteX21-11703" fmla="*/ 11870776 w 12193149"/>
              <a:gd name="connsiteY21-11704" fmla="*/ 777816 h 2344739"/>
              <a:gd name="connsiteX22-11705" fmla="*/ 11813376 w 12193149"/>
              <a:gd name="connsiteY22-11706" fmla="*/ 797659 h 2344739"/>
              <a:gd name="connsiteX23-11707" fmla="*/ 11749767 w 12193149"/>
              <a:gd name="connsiteY23-11708" fmla="*/ 872002 h 2344739"/>
              <a:gd name="connsiteX24-11709" fmla="*/ 11590693 w 12193149"/>
              <a:gd name="connsiteY24-11710" fmla="*/ 963777 h 2344739"/>
              <a:gd name="connsiteX25-11711" fmla="*/ 11506817 w 12193149"/>
              <a:gd name="connsiteY25-11712" fmla="*/ 1033623 h 2344739"/>
              <a:gd name="connsiteX26-11713" fmla="*/ 11280332 w 12193149"/>
              <a:gd name="connsiteY26-11714" fmla="*/ 1223571 h 2344739"/>
              <a:gd name="connsiteX27-11715" fmla="*/ 11228309 w 12193149"/>
              <a:gd name="connsiteY27-11716" fmla="*/ 1276236 h 2344739"/>
              <a:gd name="connsiteX28-11717" fmla="*/ 11218087 w 12193149"/>
              <a:gd name="connsiteY28-11718" fmla="*/ 1275961 h 2344739"/>
              <a:gd name="connsiteX29-11719" fmla="*/ 11217184 w 12193149"/>
              <a:gd name="connsiteY29-11720" fmla="*/ 1275018 h 2344739"/>
              <a:gd name="connsiteX30-11721" fmla="*/ 11188885 w 12193149"/>
              <a:gd name="connsiteY30-11722" fmla="*/ 1292383 h 2344739"/>
              <a:gd name="connsiteX31-11723" fmla="*/ 11184501 w 12193149"/>
              <a:gd name="connsiteY31-11724" fmla="*/ 1292525 h 2344739"/>
              <a:gd name="connsiteX32-11725" fmla="*/ 11166854 w 12193149"/>
              <a:gd name="connsiteY32-11726" fmla="*/ 1306612 h 2344739"/>
              <a:gd name="connsiteX33-11727" fmla="*/ 11157311 w 12193149"/>
              <a:gd name="connsiteY33-11728" fmla="*/ 1312414 h 2344739"/>
              <a:gd name="connsiteX34-11729" fmla="*/ 11155496 w 12193149"/>
              <a:gd name="connsiteY34-11730" fmla="*/ 1317097 h 2344739"/>
              <a:gd name="connsiteX35-11731" fmla="*/ 11140961 w 12193149"/>
              <a:gd name="connsiteY35-11732" fmla="*/ 1324115 h 2344739"/>
              <a:gd name="connsiteX36-11733" fmla="*/ 11138961 w 12193149"/>
              <a:gd name="connsiteY36-11734" fmla="*/ 1323772 h 2344739"/>
              <a:gd name="connsiteX37-11735" fmla="*/ 11128208 w 12193149"/>
              <a:gd name="connsiteY37-11736" fmla="*/ 1333832 h 2344739"/>
              <a:gd name="connsiteX38-11737" fmla="*/ 11120691 w 12193149"/>
              <a:gd name="connsiteY38-11738" fmla="*/ 1347424 h 2344739"/>
              <a:gd name="connsiteX39-11739" fmla="*/ 10894683 w 12193149"/>
              <a:gd name="connsiteY39-11740" fmla="*/ 1473399 h 2344739"/>
              <a:gd name="connsiteX40-11741" fmla="*/ 10773300 w 12193149"/>
              <a:gd name="connsiteY40-11742" fmla="*/ 1523191 h 2344739"/>
              <a:gd name="connsiteX41-11743" fmla="*/ 10627668 w 12193149"/>
              <a:gd name="connsiteY41-11744" fmla="*/ 1559229 h 2344739"/>
              <a:gd name="connsiteX42-11745" fmla="*/ 10581895 w 12193149"/>
              <a:gd name="connsiteY42-11746" fmla="*/ 1568689 h 2344739"/>
              <a:gd name="connsiteX43-11747" fmla="*/ 10547790 w 12193149"/>
              <a:gd name="connsiteY43-11748" fmla="*/ 1598423 h 2344739"/>
              <a:gd name="connsiteX44-11749" fmla="*/ 10529643 w 12193149"/>
              <a:gd name="connsiteY44-11750" fmla="*/ 1596907 h 2344739"/>
              <a:gd name="connsiteX45-11751" fmla="*/ 10526446 w 12193149"/>
              <a:gd name="connsiteY45-11752" fmla="*/ 1596411 h 2344739"/>
              <a:gd name="connsiteX46-11753" fmla="*/ 10515129 w 12193149"/>
              <a:gd name="connsiteY46-11754" fmla="*/ 1599537 h 2344739"/>
              <a:gd name="connsiteX47-11755" fmla="*/ 10491735 w 12193149"/>
              <a:gd name="connsiteY47-11756" fmla="*/ 1594156 h 2344739"/>
              <a:gd name="connsiteX48-11757" fmla="*/ 10471418 w 12193149"/>
              <a:gd name="connsiteY48-11758" fmla="*/ 1601693 h 2344739"/>
              <a:gd name="connsiteX49-11759" fmla="*/ 10377042 w 12193149"/>
              <a:gd name="connsiteY49-11760" fmla="*/ 1644598 h 2344739"/>
              <a:gd name="connsiteX50-11761" fmla="*/ 10319338 w 12193149"/>
              <a:gd name="connsiteY50-11762" fmla="*/ 1666221 h 2344739"/>
              <a:gd name="connsiteX51-11763" fmla="*/ 10295467 w 12193149"/>
              <a:gd name="connsiteY51-11764" fmla="*/ 1668079 h 2344739"/>
              <a:gd name="connsiteX52-11765" fmla="*/ 10263443 w 12193149"/>
              <a:gd name="connsiteY52-11766" fmla="*/ 1674948 h 2344739"/>
              <a:gd name="connsiteX53-11767" fmla="*/ 10205418 w 12193149"/>
              <a:gd name="connsiteY53-11768" fmla="*/ 1682149 h 2344739"/>
              <a:gd name="connsiteX54-11769" fmla="*/ 10177759 w 12193149"/>
              <a:gd name="connsiteY54-11770" fmla="*/ 1692943 h 2344739"/>
              <a:gd name="connsiteX55-11771" fmla="*/ 10165070 w 12193149"/>
              <a:gd name="connsiteY55-11772" fmla="*/ 1693739 h 2344739"/>
              <a:gd name="connsiteX56-11773" fmla="*/ 10156308 w 12193149"/>
              <a:gd name="connsiteY56-11774" fmla="*/ 1707487 h 2344739"/>
              <a:gd name="connsiteX57-11775" fmla="*/ 10118267 w 12193149"/>
              <a:gd name="connsiteY57-11776" fmla="*/ 1731142 h 2344739"/>
              <a:gd name="connsiteX58-11777" fmla="*/ 10101593 w 12193149"/>
              <a:gd name="connsiteY58-11778" fmla="*/ 1742432 h 2344739"/>
              <a:gd name="connsiteX59-11779" fmla="*/ 10083317 w 12193149"/>
              <a:gd name="connsiteY59-11780" fmla="*/ 1743296 h 2344739"/>
              <a:gd name="connsiteX60-11781" fmla="*/ 10040388 w 12193149"/>
              <a:gd name="connsiteY60-11782" fmla="*/ 1741632 h 2344739"/>
              <a:gd name="connsiteX61-11783" fmla="*/ 9961167 w 12193149"/>
              <a:gd name="connsiteY61-11784" fmla="*/ 1757147 h 2344739"/>
              <a:gd name="connsiteX62-11785" fmla="*/ 9848940 w 12193149"/>
              <a:gd name="connsiteY62-11786" fmla="*/ 1763915 h 2344739"/>
              <a:gd name="connsiteX63-11787" fmla="*/ 9729457 w 12193149"/>
              <a:gd name="connsiteY63-11788" fmla="*/ 1784122 h 2344739"/>
              <a:gd name="connsiteX64-11789" fmla="*/ 9585655 w 12193149"/>
              <a:gd name="connsiteY64-11790" fmla="*/ 1795542 h 2344739"/>
              <a:gd name="connsiteX65-11791" fmla="*/ 9344200 w 12193149"/>
              <a:gd name="connsiteY65-11792" fmla="*/ 1841244 h 2344739"/>
              <a:gd name="connsiteX66-11793" fmla="*/ 9232518 w 12193149"/>
              <a:gd name="connsiteY66-11794" fmla="*/ 1893149 h 2344739"/>
              <a:gd name="connsiteX67-11795" fmla="*/ 9195958 w 12193149"/>
              <a:gd name="connsiteY67-11796" fmla="*/ 1903228 h 2344739"/>
              <a:gd name="connsiteX68-11797" fmla="*/ 9190394 w 12193149"/>
              <a:gd name="connsiteY68-11798" fmla="*/ 1912467 h 2344739"/>
              <a:gd name="connsiteX69-11799" fmla="*/ 9114960 w 12193149"/>
              <a:gd name="connsiteY69-11800" fmla="*/ 1919069 h 2344739"/>
              <a:gd name="connsiteX70-11801" fmla="*/ 9054601 w 12193149"/>
              <a:gd name="connsiteY70-11802" fmla="*/ 1910755 h 2344739"/>
              <a:gd name="connsiteX71-11803" fmla="*/ 9006634 w 12193149"/>
              <a:gd name="connsiteY71-11804" fmla="*/ 1914040 h 2344739"/>
              <a:gd name="connsiteX72-11805" fmla="*/ 9006349 w 12193149"/>
              <a:gd name="connsiteY72-11806" fmla="*/ 1913800 h 2344739"/>
              <a:gd name="connsiteX73-11807" fmla="*/ 8997380 w 12193149"/>
              <a:gd name="connsiteY73-11808" fmla="*/ 1915011 h 2344739"/>
              <a:gd name="connsiteX74-11809" fmla="*/ 8991542 w 12193149"/>
              <a:gd name="connsiteY74-11810" fmla="*/ 1917072 h 2344739"/>
              <a:gd name="connsiteX75-11811" fmla="*/ 8975485 w 12193149"/>
              <a:gd name="connsiteY75-11812" fmla="*/ 1920298 h 2344739"/>
              <a:gd name="connsiteX76-11813" fmla="*/ 8969159 w 12193149"/>
              <a:gd name="connsiteY76-11814" fmla="*/ 1919598 h 2344739"/>
              <a:gd name="connsiteX77-11815" fmla="*/ 8964196 w 12193149"/>
              <a:gd name="connsiteY77-11816" fmla="*/ 1917373 h 2344739"/>
              <a:gd name="connsiteX78-11817" fmla="*/ 8930136 w 12193149"/>
              <a:gd name="connsiteY78-11818" fmla="*/ 1914185 h 2344739"/>
              <a:gd name="connsiteX79-11819" fmla="*/ 8753592 w 12193149"/>
              <a:gd name="connsiteY79-11820" fmla="*/ 1933417 h 2344739"/>
              <a:gd name="connsiteX80-11821" fmla="*/ 8708995 w 12193149"/>
              <a:gd name="connsiteY80-11822" fmla="*/ 1935518 h 2344739"/>
              <a:gd name="connsiteX81-11823" fmla="*/ 8597219 w 12193149"/>
              <a:gd name="connsiteY81-11824" fmla="*/ 1944090 h 2344739"/>
              <a:gd name="connsiteX82-11825" fmla="*/ 8526378 w 12193149"/>
              <a:gd name="connsiteY82-11826" fmla="*/ 1929248 h 2344739"/>
              <a:gd name="connsiteX83-11827" fmla="*/ 8512131 w 12193149"/>
              <a:gd name="connsiteY83-11828" fmla="*/ 1935163 h 2344739"/>
              <a:gd name="connsiteX84-11829" fmla="*/ 8507315 w 12193149"/>
              <a:gd name="connsiteY84-11830" fmla="*/ 1938164 h 2344739"/>
              <a:gd name="connsiteX85-11831" fmla="*/ 8499116 w 12193149"/>
              <a:gd name="connsiteY85-11832" fmla="*/ 1940902 h 2344739"/>
              <a:gd name="connsiteX86-11833" fmla="*/ 8498742 w 12193149"/>
              <a:gd name="connsiteY86-11834" fmla="*/ 1940723 h 2344739"/>
              <a:gd name="connsiteX87-11835" fmla="*/ 8491397 w 12193149"/>
              <a:gd name="connsiteY87-11836" fmla="*/ 1943773 h 2344739"/>
              <a:gd name="connsiteX88-11837" fmla="*/ 8368330 w 12193149"/>
              <a:gd name="connsiteY88-11838" fmla="*/ 1957815 h 2344739"/>
              <a:gd name="connsiteX89-11839" fmla="*/ 8354947 w 12193149"/>
              <a:gd name="connsiteY89-11840" fmla="*/ 1958009 h 2344739"/>
              <a:gd name="connsiteX90-11841" fmla="*/ 8353521 w 12193149"/>
              <a:gd name="connsiteY90-11842" fmla="*/ 1957169 h 2344739"/>
              <a:gd name="connsiteX91-11843" fmla="*/ 8321252 w 12193149"/>
              <a:gd name="connsiteY91-11844" fmla="*/ 1974587 h 2344739"/>
              <a:gd name="connsiteX92-11845" fmla="*/ 8315581 w 12193149"/>
              <a:gd name="connsiteY92-11846" fmla="*/ 1974913 h 2344739"/>
              <a:gd name="connsiteX93-11847" fmla="*/ 8296322 w 12193149"/>
              <a:gd name="connsiteY93-11848" fmla="*/ 1988808 h 2344739"/>
              <a:gd name="connsiteX94-11849" fmla="*/ 8285424 w 12193149"/>
              <a:gd name="connsiteY94-11850" fmla="*/ 1994631 h 2344739"/>
              <a:gd name="connsiteX95-11851" fmla="*/ 8284298 w 12193149"/>
              <a:gd name="connsiteY95-11852" fmla="*/ 1999074 h 2344739"/>
              <a:gd name="connsiteX96-11853" fmla="*/ 8267224 w 12193149"/>
              <a:gd name="connsiteY96-11854" fmla="*/ 2006249 h 2344739"/>
              <a:gd name="connsiteX97-11855" fmla="*/ 8264525 w 12193149"/>
              <a:gd name="connsiteY97-11856" fmla="*/ 2006019 h 2344739"/>
              <a:gd name="connsiteX98-11857" fmla="*/ 8253181 w 12193149"/>
              <a:gd name="connsiteY98-11858" fmla="*/ 2015862 h 2344739"/>
              <a:gd name="connsiteX99-11859" fmla="*/ 8246982 w 12193149"/>
              <a:gd name="connsiteY99-11860" fmla="*/ 2028854 h 2344739"/>
              <a:gd name="connsiteX100-11861" fmla="*/ 8091420 w 12193149"/>
              <a:gd name="connsiteY100-11862" fmla="*/ 2075015 h 2344739"/>
              <a:gd name="connsiteX101-11863" fmla="*/ 7906555 w 12193149"/>
              <a:gd name="connsiteY101-11864" fmla="*/ 2116988 h 2344739"/>
              <a:gd name="connsiteX102-11865" fmla="*/ 7719893 w 12193149"/>
              <a:gd name="connsiteY102-11866" fmla="*/ 2142703 h 2344739"/>
              <a:gd name="connsiteX103-11867" fmla="*/ 7615495 w 12193149"/>
              <a:gd name="connsiteY103-11868" fmla="*/ 2139232 h 2344739"/>
              <a:gd name="connsiteX104-11869" fmla="*/ 7528691 w 12193149"/>
              <a:gd name="connsiteY104-11870" fmla="*/ 2145060 h 2344739"/>
              <a:gd name="connsiteX105-11871" fmla="*/ 7520719 w 12193149"/>
              <a:gd name="connsiteY105-11872" fmla="*/ 2147613 h 2344739"/>
              <a:gd name="connsiteX106-11873" fmla="*/ 7508559 w 12193149"/>
              <a:gd name="connsiteY106-11874" fmla="*/ 2148948 h 2344739"/>
              <a:gd name="connsiteX107-11875" fmla="*/ 7508188 w 12193149"/>
              <a:gd name="connsiteY107-11876" fmla="*/ 2148621 h 2344739"/>
              <a:gd name="connsiteX108-11877" fmla="*/ 7496943 w 12193149"/>
              <a:gd name="connsiteY108-11878" fmla="*/ 2150573 h 2344739"/>
              <a:gd name="connsiteX109-11879" fmla="*/ 7406539 w 12193149"/>
              <a:gd name="connsiteY109-11880" fmla="*/ 2142468 h 2344739"/>
              <a:gd name="connsiteX110-11881" fmla="*/ 7219707 w 12193149"/>
              <a:gd name="connsiteY110-11882" fmla="*/ 2156680 h 2344739"/>
              <a:gd name="connsiteX111-11883" fmla="*/ 7202249 w 12193149"/>
              <a:gd name="connsiteY111-11884" fmla="*/ 2161230 h 2344739"/>
              <a:gd name="connsiteX112-11885" fmla="*/ 7198152 w 12193149"/>
              <a:gd name="connsiteY112-11886" fmla="*/ 2166588 h 2344739"/>
              <a:gd name="connsiteX113-11887" fmla="*/ 7171956 w 12193149"/>
              <a:gd name="connsiteY113-11888" fmla="*/ 2171236 h 2344739"/>
              <a:gd name="connsiteX114-11889" fmla="*/ 7098136 w 12193149"/>
              <a:gd name="connsiteY114-11890" fmla="*/ 2183464 h 2344739"/>
              <a:gd name="connsiteX115-11891" fmla="*/ 7019644 w 12193149"/>
              <a:gd name="connsiteY115-11892" fmla="*/ 2183090 h 2344739"/>
              <a:gd name="connsiteX116-11893" fmla="*/ 6905294 w 12193149"/>
              <a:gd name="connsiteY116-11894" fmla="*/ 2212596 h 2344739"/>
              <a:gd name="connsiteX117-11895" fmla="*/ 6709370 w 12193149"/>
              <a:gd name="connsiteY117-11896" fmla="*/ 2240551 h 2344739"/>
              <a:gd name="connsiteX118-11897" fmla="*/ 6550602 w 12193149"/>
              <a:gd name="connsiteY118-11898" fmla="*/ 2269327 h 2344739"/>
              <a:gd name="connsiteX119-11899" fmla="*/ 6318708 w 12193149"/>
              <a:gd name="connsiteY119-11900" fmla="*/ 2316127 h 2344739"/>
              <a:gd name="connsiteX120-11901" fmla="*/ 6169822 w 12193149"/>
              <a:gd name="connsiteY120-11902" fmla="*/ 2318214 h 2344739"/>
              <a:gd name="connsiteX121-11903" fmla="*/ 6074996 w 12193149"/>
              <a:gd name="connsiteY121-11904" fmla="*/ 2338676 h 2344739"/>
              <a:gd name="connsiteX122-11905" fmla="*/ 6069677 w 12193149"/>
              <a:gd name="connsiteY122-11906" fmla="*/ 2337139 h 2344739"/>
              <a:gd name="connsiteX123-11907" fmla="*/ 6049786 w 12193149"/>
              <a:gd name="connsiteY123-11908" fmla="*/ 2337822 h 2344739"/>
              <a:gd name="connsiteX124-11909" fmla="*/ 6042433 w 12193149"/>
              <a:gd name="connsiteY124-11910" fmla="*/ 2329473 h 2344739"/>
              <a:gd name="connsiteX125-11911" fmla="*/ 6011238 w 12193149"/>
              <a:gd name="connsiteY125-11912" fmla="*/ 2324380 h 2344739"/>
              <a:gd name="connsiteX126-11913" fmla="*/ 5958523 w 12193149"/>
              <a:gd name="connsiteY126-11914" fmla="*/ 2328024 h 2344739"/>
              <a:gd name="connsiteX127-11915" fmla="*/ 5760067 w 12193149"/>
              <a:gd name="connsiteY127-11916" fmla="*/ 2343716 h 2344739"/>
              <a:gd name="connsiteX128-11917" fmla="*/ 5628108 w 12193149"/>
              <a:gd name="connsiteY128-11918" fmla="*/ 2344739 h 2344739"/>
              <a:gd name="connsiteX129-11919" fmla="*/ 5472054 w 12193149"/>
              <a:gd name="connsiteY129-11920" fmla="*/ 2330719 h 2344739"/>
              <a:gd name="connsiteX130-11921" fmla="*/ 5433909 w 12193149"/>
              <a:gd name="connsiteY130-11922" fmla="*/ 2319466 h 2344739"/>
              <a:gd name="connsiteX131-11923" fmla="*/ 5382817 w 12193149"/>
              <a:gd name="connsiteY131-11924" fmla="*/ 2301764 h 2344739"/>
              <a:gd name="connsiteX132-11925" fmla="*/ 5262912 w 12193149"/>
              <a:gd name="connsiteY132-11926" fmla="*/ 2281347 h 2344739"/>
              <a:gd name="connsiteX133-11927" fmla="*/ 5224109 w 12193149"/>
              <a:gd name="connsiteY133-11928" fmla="*/ 2270223 h 2344739"/>
              <a:gd name="connsiteX134-11929" fmla="*/ 5175808 w 12193149"/>
              <a:gd name="connsiteY134-11930" fmla="*/ 2267233 h 2344739"/>
              <a:gd name="connsiteX135-11931" fmla="*/ 5157702 w 12193149"/>
              <a:gd name="connsiteY135-11932" fmla="*/ 2260010 h 2344739"/>
              <a:gd name="connsiteX136-11933" fmla="*/ 5143747 w 12193149"/>
              <a:gd name="connsiteY136-11934" fmla="*/ 2256610 h 2344739"/>
              <a:gd name="connsiteX137-11935" fmla="*/ 5140744 w 12193149"/>
              <a:gd name="connsiteY137-11936" fmla="*/ 2254509 h 2344739"/>
              <a:gd name="connsiteX138-11937" fmla="*/ 5122807 w 12193149"/>
              <a:gd name="connsiteY138-11938" fmla="*/ 2243656 h 2344739"/>
              <a:gd name="connsiteX139-11939" fmla="*/ 5066938 w 12193149"/>
              <a:gd name="connsiteY139-11940" fmla="*/ 2250227 h 2344739"/>
              <a:gd name="connsiteX140-11941" fmla="*/ 5012662 w 12193149"/>
              <a:gd name="connsiteY140-11942" fmla="*/ 2233846 h 2344739"/>
              <a:gd name="connsiteX141-11943" fmla="*/ 4841589 w 12193149"/>
              <a:gd name="connsiteY141-11944" fmla="*/ 2209829 h 2344739"/>
              <a:gd name="connsiteX142-11945" fmla="*/ 4763595 w 12193149"/>
              <a:gd name="connsiteY142-11946" fmla="*/ 2182061 h 2344739"/>
              <a:gd name="connsiteX143-11947" fmla="*/ 4724334 w 12193149"/>
              <a:gd name="connsiteY143-11948" fmla="*/ 2173047 h 2344739"/>
              <a:gd name="connsiteX144-11949" fmla="*/ 4722324 w 12193149"/>
              <a:gd name="connsiteY144-11950" fmla="*/ 2172298 h 2344739"/>
              <a:gd name="connsiteX145-11951" fmla="*/ 4723259 w 12193149"/>
              <a:gd name="connsiteY145-11952" fmla="*/ 2172087 h 2344739"/>
              <a:gd name="connsiteX146-11953" fmla="*/ 4718350 w 12193149"/>
              <a:gd name="connsiteY146-11954" fmla="*/ 2170817 h 2344739"/>
              <a:gd name="connsiteX147-11955" fmla="*/ 4722324 w 12193149"/>
              <a:gd name="connsiteY147-11956" fmla="*/ 2172298 h 2344739"/>
              <a:gd name="connsiteX148-11957" fmla="*/ 4716674 w 12193149"/>
              <a:gd name="connsiteY148-11958" fmla="*/ 2173573 h 2344739"/>
              <a:gd name="connsiteX149-11959" fmla="*/ 4516962 w 12193149"/>
              <a:gd name="connsiteY149-11960" fmla="*/ 2163671 h 2344739"/>
              <a:gd name="connsiteX150-11961" fmla="*/ 4429691 w 12193149"/>
              <a:gd name="connsiteY150-11962" fmla="*/ 2153020 h 2344739"/>
              <a:gd name="connsiteX151-11963" fmla="*/ 4364023 w 12193149"/>
              <a:gd name="connsiteY151-11964" fmla="*/ 2151674 h 2344739"/>
              <a:gd name="connsiteX152-11965" fmla="*/ 4318114 w 12193149"/>
              <a:gd name="connsiteY152-11966" fmla="*/ 2158289 h 2344739"/>
              <a:gd name="connsiteX153-11967" fmla="*/ 4316258 w 12193149"/>
              <a:gd name="connsiteY153-11968" fmla="*/ 2156948 h 2344739"/>
              <a:gd name="connsiteX154-11969" fmla="*/ 4296292 w 12193149"/>
              <a:gd name="connsiteY154-11970" fmla="*/ 2155069 h 2344739"/>
              <a:gd name="connsiteX155-11971" fmla="*/ 4291212 w 12193149"/>
              <a:gd name="connsiteY155-11972" fmla="*/ 2157986 h 2344739"/>
              <a:gd name="connsiteX156-11973" fmla="*/ 4277290 w 12193149"/>
              <a:gd name="connsiteY156-11974" fmla="*/ 2157740 h 2344739"/>
              <a:gd name="connsiteX157-11975" fmla="*/ 4249265 w 12193149"/>
              <a:gd name="connsiteY157-11976" fmla="*/ 2160064 h 2344739"/>
              <a:gd name="connsiteX158-11977" fmla="*/ 4203199 w 12193149"/>
              <a:gd name="connsiteY158-11978" fmla="*/ 2157269 h 2344739"/>
              <a:gd name="connsiteX159-11979" fmla="*/ 4202893 w 12193149"/>
              <a:gd name="connsiteY159-11980" fmla="*/ 2156010 h 2344739"/>
              <a:gd name="connsiteX160-11981" fmla="*/ 4192396 w 12193149"/>
              <a:gd name="connsiteY160-11982" fmla="*/ 2150376 h 2344739"/>
              <a:gd name="connsiteX161-11983" fmla="*/ 4143893 w 12193149"/>
              <a:gd name="connsiteY161-11984" fmla="*/ 2134511 h 2344739"/>
              <a:gd name="connsiteX162-11985" fmla="*/ 4084245 w 12193149"/>
              <a:gd name="connsiteY162-11986" fmla="*/ 2107978 h 2344739"/>
              <a:gd name="connsiteX163-11987" fmla="*/ 4075694 w 12193149"/>
              <a:gd name="connsiteY163-11988" fmla="*/ 2107143 h 2344739"/>
              <a:gd name="connsiteX164-11989" fmla="*/ 4075575 w 12193149"/>
              <a:gd name="connsiteY164-11990" fmla="*/ 2106844 h 2344739"/>
              <a:gd name="connsiteX165-11991" fmla="*/ 4066658 w 12193149"/>
              <a:gd name="connsiteY165-11992" fmla="*/ 2105400 h 2344739"/>
              <a:gd name="connsiteX166-11993" fmla="*/ 4060102 w 12193149"/>
              <a:gd name="connsiteY166-11994" fmla="*/ 2105618 h 2344739"/>
              <a:gd name="connsiteX167-11995" fmla="*/ 4043512 w 12193149"/>
              <a:gd name="connsiteY167-11996" fmla="*/ 2103997 h 2344739"/>
              <a:gd name="connsiteX168-11997" fmla="*/ 4038145 w 12193149"/>
              <a:gd name="connsiteY168-11998" fmla="*/ 2101563 h 2344739"/>
              <a:gd name="connsiteX169-11999" fmla="*/ 4036511 w 12193149"/>
              <a:gd name="connsiteY169-12000" fmla="*/ 2097896 h 2344739"/>
              <a:gd name="connsiteX170-12001" fmla="*/ 4034926 w 12193149"/>
              <a:gd name="connsiteY170-12002" fmla="*/ 2098131 h 2344739"/>
              <a:gd name="connsiteX171-12003" fmla="*/ 4005686 w 12193149"/>
              <a:gd name="connsiteY171-12004" fmla="*/ 2085563 h 2344739"/>
              <a:gd name="connsiteX172-12005" fmla="*/ 3937994 w 12193149"/>
              <a:gd name="connsiteY172-12006" fmla="*/ 2068106 h 2344739"/>
              <a:gd name="connsiteX173-12007" fmla="*/ 3898423 w 12193149"/>
              <a:gd name="connsiteY173-12008" fmla="*/ 2062451 h 2344739"/>
              <a:gd name="connsiteX174-12009" fmla="*/ 3790908 w 12193149"/>
              <a:gd name="connsiteY174-12010" fmla="*/ 2042213 h 2344739"/>
              <a:gd name="connsiteX175-12011" fmla="*/ 3683661 w 12193149"/>
              <a:gd name="connsiteY175-12012" fmla="*/ 2018290 h 2344739"/>
              <a:gd name="connsiteX176-12013" fmla="*/ 3611183 w 12193149"/>
              <a:gd name="connsiteY176-12014" fmla="*/ 1986019 h 2344739"/>
              <a:gd name="connsiteX177-12015" fmla="*/ 3605003 w 12193149"/>
              <a:gd name="connsiteY177-12016" fmla="*/ 1987381 h 2344739"/>
              <a:gd name="connsiteX178-12017" fmla="*/ 3595884 w 12193149"/>
              <a:gd name="connsiteY178-12018" fmla="*/ 1987545 h 2344739"/>
              <a:gd name="connsiteX179-12019" fmla="*/ 3595649 w 12193149"/>
              <a:gd name="connsiteY179-12020" fmla="*/ 1987276 h 2344739"/>
              <a:gd name="connsiteX180-12021" fmla="*/ 3587126 w 12193149"/>
              <a:gd name="connsiteY180-12022" fmla="*/ 1987966 h 2344739"/>
              <a:gd name="connsiteX181-12023" fmla="*/ 3537283 w 12193149"/>
              <a:gd name="connsiteY181-12024" fmla="*/ 1978267 h 2344739"/>
              <a:gd name="connsiteX182-12025" fmla="*/ 3474371 w 12193149"/>
              <a:gd name="connsiteY182-12026" fmla="*/ 1974606 h 2344739"/>
              <a:gd name="connsiteX183-12027" fmla="*/ 3401876 w 12193149"/>
              <a:gd name="connsiteY183-12028" fmla="*/ 1962558 h 2344739"/>
              <a:gd name="connsiteX184-12029" fmla="*/ 3365036 w 12193149"/>
              <a:gd name="connsiteY184-12030" fmla="*/ 1979510 h 2344739"/>
              <a:gd name="connsiteX185-12031" fmla="*/ 3345174 w 12193149"/>
              <a:gd name="connsiteY185-12032" fmla="*/ 1981192 h 2344739"/>
              <a:gd name="connsiteX186-12033" fmla="*/ 3342846 w 12193149"/>
              <a:gd name="connsiteY186-12034" fmla="*/ 1980217 h 2344739"/>
              <a:gd name="connsiteX187-12035" fmla="*/ 3263504 w 12193149"/>
              <a:gd name="connsiteY187-12036" fmla="*/ 1986094 h 2344739"/>
              <a:gd name="connsiteX188-12037" fmla="*/ 3143704 w 12193149"/>
              <a:gd name="connsiteY188-12038" fmla="*/ 1993869 h 2344739"/>
              <a:gd name="connsiteX189-12039" fmla="*/ 3031439 w 12193149"/>
              <a:gd name="connsiteY189-12040" fmla="*/ 1996512 h 2344739"/>
              <a:gd name="connsiteX190-12041" fmla="*/ 2782717 w 12193149"/>
              <a:gd name="connsiteY190-12042" fmla="*/ 2018333 h 2344739"/>
              <a:gd name="connsiteX191-12043" fmla="*/ 2647675 w 12193149"/>
              <a:gd name="connsiteY191-12044" fmla="*/ 2028869 h 2344739"/>
              <a:gd name="connsiteX192-12045" fmla="*/ 2569176 w 12193149"/>
              <a:gd name="connsiteY192-12046" fmla="*/ 2002628 h 2344739"/>
              <a:gd name="connsiteX193-12047" fmla="*/ 2444403 w 12193149"/>
              <a:gd name="connsiteY193-12048" fmla="*/ 2016529 h 2344739"/>
              <a:gd name="connsiteX194-12049" fmla="*/ 2316260 w 12193149"/>
              <a:gd name="connsiteY194-12050" fmla="*/ 2024996 h 2344739"/>
              <a:gd name="connsiteX195-12051" fmla="*/ 2209726 w 12193149"/>
              <a:gd name="connsiteY195-12052" fmla="*/ 2019763 h 2344739"/>
              <a:gd name="connsiteX196-12053" fmla="*/ 2095813 w 12193149"/>
              <a:gd name="connsiteY196-12054" fmla="*/ 2003052 h 2344739"/>
              <a:gd name="connsiteX197-12055" fmla="*/ 1998504 w 12193149"/>
              <a:gd name="connsiteY197-12056" fmla="*/ 1995032 h 2344739"/>
              <a:gd name="connsiteX198-12057" fmla="*/ 1929320 w 12193149"/>
              <a:gd name="connsiteY198-12058" fmla="*/ 2016977 h 2344739"/>
              <a:gd name="connsiteX199-12059" fmla="*/ 1922798 w 12193149"/>
              <a:gd name="connsiteY199-12060" fmla="*/ 2012146 h 2344739"/>
              <a:gd name="connsiteX200-12061" fmla="*/ 1874228 w 12193149"/>
              <a:gd name="connsiteY200-12062" fmla="*/ 2013741 h 2344739"/>
              <a:gd name="connsiteX201-12063" fmla="*/ 1787803 w 12193149"/>
              <a:gd name="connsiteY201-12064" fmla="*/ 2041363 h 2344739"/>
              <a:gd name="connsiteX202-12065" fmla="*/ 1739352 w 12193149"/>
              <a:gd name="connsiteY202-12066" fmla="*/ 2036312 h 2344739"/>
              <a:gd name="connsiteX203-12067" fmla="*/ 1676219 w 12193149"/>
              <a:gd name="connsiteY203-12068" fmla="*/ 2019963 h 2344739"/>
              <a:gd name="connsiteX204-12069" fmla="*/ 1609817 w 12193149"/>
              <a:gd name="connsiteY204-12070" fmla="*/ 2013066 h 2344739"/>
              <a:gd name="connsiteX205-12071" fmla="*/ 1497258 w 12193149"/>
              <a:gd name="connsiteY205-12072" fmla="*/ 1987476 h 2344739"/>
              <a:gd name="connsiteX206-12073" fmla="*/ 1151127 w 12193149"/>
              <a:gd name="connsiteY206-12074" fmla="*/ 1938041 h 2344739"/>
              <a:gd name="connsiteX207-12075" fmla="*/ 859417 w 12193149"/>
              <a:gd name="connsiteY207-12076" fmla="*/ 1928608 h 2344739"/>
              <a:gd name="connsiteX208-12077" fmla="*/ 838688 w 12193149"/>
              <a:gd name="connsiteY208-12078" fmla="*/ 1929821 h 2344739"/>
              <a:gd name="connsiteX209-12079" fmla="*/ 817957 w 12193149"/>
              <a:gd name="connsiteY209-12080" fmla="*/ 1927857 h 2344739"/>
              <a:gd name="connsiteX210-12081" fmla="*/ 812654 w 12193149"/>
              <a:gd name="connsiteY210-12082" fmla="*/ 1930751 h 2344739"/>
              <a:gd name="connsiteX211-12083" fmla="*/ 721195 w 12193149"/>
              <a:gd name="connsiteY211-12084" fmla="*/ 1929661 h 2344739"/>
              <a:gd name="connsiteX212-12085" fmla="*/ 720890 w 12193149"/>
              <a:gd name="connsiteY212-12086" fmla="*/ 1928399 h 2344739"/>
              <a:gd name="connsiteX213-12087" fmla="*/ 710023 w 12193149"/>
              <a:gd name="connsiteY213-12088" fmla="*/ 1922722 h 2344739"/>
              <a:gd name="connsiteX214-12089" fmla="*/ 597940 w 12193149"/>
              <a:gd name="connsiteY214-12090" fmla="*/ 1879864 h 2344739"/>
              <a:gd name="connsiteX215-12091" fmla="*/ 579683 w 12193149"/>
              <a:gd name="connsiteY215-12092" fmla="*/ 1877212 h 2344739"/>
              <a:gd name="connsiteX216-12093" fmla="*/ 572865 w 12193149"/>
              <a:gd name="connsiteY216-12094" fmla="*/ 1877401 h 2344739"/>
              <a:gd name="connsiteX217-12095" fmla="*/ 446247 w 12193149"/>
              <a:gd name="connsiteY217-12096" fmla="*/ 1839371 h 2344739"/>
              <a:gd name="connsiteX218-12097" fmla="*/ 405163 w 12193149"/>
              <a:gd name="connsiteY218-12098" fmla="*/ 1833548 h 2344739"/>
              <a:gd name="connsiteX219-12099" fmla="*/ 293583 w 12193149"/>
              <a:gd name="connsiteY219-12100" fmla="*/ 1812852 h 2344739"/>
              <a:gd name="connsiteX220-12101" fmla="*/ 119529 w 12193149"/>
              <a:gd name="connsiteY220-12102" fmla="*/ 1761047 h 2344739"/>
              <a:gd name="connsiteX221-12103" fmla="*/ 16674 w 12193149"/>
              <a:gd name="connsiteY221-12104" fmla="*/ 1758191 h 2344739"/>
              <a:gd name="connsiteX222-12105" fmla="*/ 1150 w 12193149"/>
              <a:gd name="connsiteY222-12106" fmla="*/ 1752722 h 2344739"/>
              <a:gd name="connsiteX223-12107" fmla="*/ 1148 w 12193149"/>
              <a:gd name="connsiteY223-12108" fmla="*/ 222213 h 2344739"/>
              <a:gd name="connsiteX224-12109" fmla="*/ 1148 w 12193149"/>
              <a:gd name="connsiteY224-12110" fmla="*/ 0 h 2344739"/>
              <a:gd name="connsiteX0-12111" fmla="*/ 1148 w 12193149"/>
              <a:gd name="connsiteY0-12112" fmla="*/ 0 h 2344739"/>
              <a:gd name="connsiteX1-12113" fmla="*/ 12193148 w 12193149"/>
              <a:gd name="connsiteY1-12114" fmla="*/ 0 h 2344739"/>
              <a:gd name="connsiteX2-12115" fmla="*/ 12193148 w 12193149"/>
              <a:gd name="connsiteY2-12116" fmla="*/ 222213 h 2344739"/>
              <a:gd name="connsiteX3-12117" fmla="*/ 12193148 w 12193149"/>
              <a:gd name="connsiteY3-12118" fmla="*/ 389190 h 2344739"/>
              <a:gd name="connsiteX4-12119" fmla="*/ 12193149 w 12193149"/>
              <a:gd name="connsiteY4-12120" fmla="*/ 579739 h 2344739"/>
              <a:gd name="connsiteX5-12121" fmla="*/ 12185986 w 12193149"/>
              <a:gd name="connsiteY5-12122" fmla="*/ 584189 h 2344739"/>
              <a:gd name="connsiteX6-12123" fmla="*/ 12156363 w 12193149"/>
              <a:gd name="connsiteY6-12124" fmla="*/ 597366 h 2344739"/>
              <a:gd name="connsiteX7-12125" fmla="*/ 12139215 w 12193149"/>
              <a:gd name="connsiteY7-12126" fmla="*/ 623179 h 2344739"/>
              <a:gd name="connsiteX8-12127" fmla="*/ 12126327 w 12193149"/>
              <a:gd name="connsiteY8-12128" fmla="*/ 624690 h 2344739"/>
              <a:gd name="connsiteX9-12129" fmla="*/ 12124007 w 12193149"/>
              <a:gd name="connsiteY9-12130" fmla="*/ 624794 h 2344739"/>
              <a:gd name="connsiteX10-12131" fmla="*/ 12116854 w 12193149"/>
              <a:gd name="connsiteY10-12132" fmla="*/ 628608 h 2344739"/>
              <a:gd name="connsiteX11-12133" fmla="*/ 12099497 w 12193149"/>
              <a:gd name="connsiteY11-12134" fmla="*/ 628139 h 2344739"/>
              <a:gd name="connsiteX12-12135" fmla="*/ 12087073 w 12193149"/>
              <a:gd name="connsiteY12-12136" fmla="*/ 636341 h 2344739"/>
              <a:gd name="connsiteX13-12137" fmla="*/ 12031073 w 12193149"/>
              <a:gd name="connsiteY13-12138" fmla="*/ 680009 h 2344739"/>
              <a:gd name="connsiteX14-12139" fmla="*/ 11995833 w 12193149"/>
              <a:gd name="connsiteY14-12140" fmla="*/ 703458 h 2344739"/>
              <a:gd name="connsiteX15-12141" fmla="*/ 11979717 w 12193149"/>
              <a:gd name="connsiteY15-12142" fmla="*/ 708161 h 2344739"/>
              <a:gd name="connsiteX16-12143" fmla="*/ 11959046 w 12193149"/>
              <a:gd name="connsiteY16-12144" fmla="*/ 717558 h 2344739"/>
              <a:gd name="connsiteX17-12145" fmla="*/ 11920454 w 12193149"/>
              <a:gd name="connsiteY17-12146" fmla="*/ 730883 h 2344739"/>
              <a:gd name="connsiteX18-12147" fmla="*/ 11903656 w 12193149"/>
              <a:gd name="connsiteY18-12148" fmla="*/ 742426 h 2344739"/>
              <a:gd name="connsiteX19-12149" fmla="*/ 11895048 w 12193149"/>
              <a:gd name="connsiteY19-12150" fmla="*/ 744791 h 2344739"/>
              <a:gd name="connsiteX20-12151" fmla="*/ 11891968 w 12193149"/>
              <a:gd name="connsiteY20-12152" fmla="*/ 755729 h 2344739"/>
              <a:gd name="connsiteX21-12153" fmla="*/ 11870776 w 12193149"/>
              <a:gd name="connsiteY21-12154" fmla="*/ 777816 h 2344739"/>
              <a:gd name="connsiteX22-12155" fmla="*/ 11813376 w 12193149"/>
              <a:gd name="connsiteY22-12156" fmla="*/ 797659 h 2344739"/>
              <a:gd name="connsiteX23-12157" fmla="*/ 11749767 w 12193149"/>
              <a:gd name="connsiteY23-12158" fmla="*/ 872002 h 2344739"/>
              <a:gd name="connsiteX24-12159" fmla="*/ 11590693 w 12193149"/>
              <a:gd name="connsiteY24-12160" fmla="*/ 963777 h 2344739"/>
              <a:gd name="connsiteX25-12161" fmla="*/ 11506817 w 12193149"/>
              <a:gd name="connsiteY25-12162" fmla="*/ 1033623 h 2344739"/>
              <a:gd name="connsiteX26-12163" fmla="*/ 11280332 w 12193149"/>
              <a:gd name="connsiteY26-12164" fmla="*/ 1223571 h 2344739"/>
              <a:gd name="connsiteX27-12165" fmla="*/ 11228309 w 12193149"/>
              <a:gd name="connsiteY27-12166" fmla="*/ 1276236 h 2344739"/>
              <a:gd name="connsiteX28-12167" fmla="*/ 11218087 w 12193149"/>
              <a:gd name="connsiteY28-12168" fmla="*/ 1275961 h 2344739"/>
              <a:gd name="connsiteX29-12169" fmla="*/ 11217184 w 12193149"/>
              <a:gd name="connsiteY29-12170" fmla="*/ 1275018 h 2344739"/>
              <a:gd name="connsiteX30-12171" fmla="*/ 11188885 w 12193149"/>
              <a:gd name="connsiteY30-12172" fmla="*/ 1292383 h 2344739"/>
              <a:gd name="connsiteX31-12173" fmla="*/ 11184501 w 12193149"/>
              <a:gd name="connsiteY31-12174" fmla="*/ 1292525 h 2344739"/>
              <a:gd name="connsiteX32-12175" fmla="*/ 11166854 w 12193149"/>
              <a:gd name="connsiteY32-12176" fmla="*/ 1306612 h 2344739"/>
              <a:gd name="connsiteX33-12177" fmla="*/ 11157311 w 12193149"/>
              <a:gd name="connsiteY33-12178" fmla="*/ 1312414 h 2344739"/>
              <a:gd name="connsiteX34-12179" fmla="*/ 11155496 w 12193149"/>
              <a:gd name="connsiteY34-12180" fmla="*/ 1317097 h 2344739"/>
              <a:gd name="connsiteX35-12181" fmla="*/ 11140961 w 12193149"/>
              <a:gd name="connsiteY35-12182" fmla="*/ 1324115 h 2344739"/>
              <a:gd name="connsiteX36-12183" fmla="*/ 11138961 w 12193149"/>
              <a:gd name="connsiteY36-12184" fmla="*/ 1323772 h 2344739"/>
              <a:gd name="connsiteX37-12185" fmla="*/ 11128208 w 12193149"/>
              <a:gd name="connsiteY37-12186" fmla="*/ 1333832 h 2344739"/>
              <a:gd name="connsiteX38-12187" fmla="*/ 11120691 w 12193149"/>
              <a:gd name="connsiteY38-12188" fmla="*/ 1347424 h 2344739"/>
              <a:gd name="connsiteX39-12189" fmla="*/ 10894683 w 12193149"/>
              <a:gd name="connsiteY39-12190" fmla="*/ 1473399 h 2344739"/>
              <a:gd name="connsiteX40-12191" fmla="*/ 10773300 w 12193149"/>
              <a:gd name="connsiteY40-12192" fmla="*/ 1523191 h 2344739"/>
              <a:gd name="connsiteX41-12193" fmla="*/ 10627668 w 12193149"/>
              <a:gd name="connsiteY41-12194" fmla="*/ 1559229 h 2344739"/>
              <a:gd name="connsiteX42-12195" fmla="*/ 10581895 w 12193149"/>
              <a:gd name="connsiteY42-12196" fmla="*/ 1568689 h 2344739"/>
              <a:gd name="connsiteX43-12197" fmla="*/ 10547790 w 12193149"/>
              <a:gd name="connsiteY43-12198" fmla="*/ 1598423 h 2344739"/>
              <a:gd name="connsiteX44-12199" fmla="*/ 10529643 w 12193149"/>
              <a:gd name="connsiteY44-12200" fmla="*/ 1596907 h 2344739"/>
              <a:gd name="connsiteX45-12201" fmla="*/ 10526446 w 12193149"/>
              <a:gd name="connsiteY45-12202" fmla="*/ 1596411 h 2344739"/>
              <a:gd name="connsiteX46-12203" fmla="*/ 10515129 w 12193149"/>
              <a:gd name="connsiteY46-12204" fmla="*/ 1599537 h 2344739"/>
              <a:gd name="connsiteX47-12205" fmla="*/ 10491735 w 12193149"/>
              <a:gd name="connsiteY47-12206" fmla="*/ 1594156 h 2344739"/>
              <a:gd name="connsiteX48-12207" fmla="*/ 10471418 w 12193149"/>
              <a:gd name="connsiteY48-12208" fmla="*/ 1601693 h 2344739"/>
              <a:gd name="connsiteX49-12209" fmla="*/ 10377042 w 12193149"/>
              <a:gd name="connsiteY49-12210" fmla="*/ 1644598 h 2344739"/>
              <a:gd name="connsiteX50-12211" fmla="*/ 10319338 w 12193149"/>
              <a:gd name="connsiteY50-12212" fmla="*/ 1666221 h 2344739"/>
              <a:gd name="connsiteX51-12213" fmla="*/ 10295467 w 12193149"/>
              <a:gd name="connsiteY51-12214" fmla="*/ 1668079 h 2344739"/>
              <a:gd name="connsiteX52-12215" fmla="*/ 10263443 w 12193149"/>
              <a:gd name="connsiteY52-12216" fmla="*/ 1674948 h 2344739"/>
              <a:gd name="connsiteX53-12217" fmla="*/ 10205418 w 12193149"/>
              <a:gd name="connsiteY53-12218" fmla="*/ 1682149 h 2344739"/>
              <a:gd name="connsiteX54-12219" fmla="*/ 10177759 w 12193149"/>
              <a:gd name="connsiteY54-12220" fmla="*/ 1692943 h 2344739"/>
              <a:gd name="connsiteX55-12221" fmla="*/ 10165070 w 12193149"/>
              <a:gd name="connsiteY55-12222" fmla="*/ 1693739 h 2344739"/>
              <a:gd name="connsiteX56-12223" fmla="*/ 10156308 w 12193149"/>
              <a:gd name="connsiteY56-12224" fmla="*/ 1707487 h 2344739"/>
              <a:gd name="connsiteX57-12225" fmla="*/ 10118267 w 12193149"/>
              <a:gd name="connsiteY57-12226" fmla="*/ 1731142 h 2344739"/>
              <a:gd name="connsiteX58-12227" fmla="*/ 10101593 w 12193149"/>
              <a:gd name="connsiteY58-12228" fmla="*/ 1742432 h 2344739"/>
              <a:gd name="connsiteX59-12229" fmla="*/ 10083317 w 12193149"/>
              <a:gd name="connsiteY59-12230" fmla="*/ 1743296 h 2344739"/>
              <a:gd name="connsiteX60-12231" fmla="*/ 10040388 w 12193149"/>
              <a:gd name="connsiteY60-12232" fmla="*/ 1741632 h 2344739"/>
              <a:gd name="connsiteX61-12233" fmla="*/ 9961167 w 12193149"/>
              <a:gd name="connsiteY61-12234" fmla="*/ 1757147 h 2344739"/>
              <a:gd name="connsiteX62-12235" fmla="*/ 9848940 w 12193149"/>
              <a:gd name="connsiteY62-12236" fmla="*/ 1763915 h 2344739"/>
              <a:gd name="connsiteX63-12237" fmla="*/ 9729457 w 12193149"/>
              <a:gd name="connsiteY63-12238" fmla="*/ 1784122 h 2344739"/>
              <a:gd name="connsiteX64-12239" fmla="*/ 9585655 w 12193149"/>
              <a:gd name="connsiteY64-12240" fmla="*/ 1795542 h 2344739"/>
              <a:gd name="connsiteX65-12241" fmla="*/ 9344200 w 12193149"/>
              <a:gd name="connsiteY65-12242" fmla="*/ 1841244 h 2344739"/>
              <a:gd name="connsiteX66-12243" fmla="*/ 9232518 w 12193149"/>
              <a:gd name="connsiteY66-12244" fmla="*/ 1893149 h 2344739"/>
              <a:gd name="connsiteX67-12245" fmla="*/ 9195958 w 12193149"/>
              <a:gd name="connsiteY67-12246" fmla="*/ 1903228 h 2344739"/>
              <a:gd name="connsiteX68-12247" fmla="*/ 9190394 w 12193149"/>
              <a:gd name="connsiteY68-12248" fmla="*/ 1912467 h 2344739"/>
              <a:gd name="connsiteX69-12249" fmla="*/ 9114960 w 12193149"/>
              <a:gd name="connsiteY69-12250" fmla="*/ 1919069 h 2344739"/>
              <a:gd name="connsiteX70-12251" fmla="*/ 9054601 w 12193149"/>
              <a:gd name="connsiteY70-12252" fmla="*/ 1910755 h 2344739"/>
              <a:gd name="connsiteX71-12253" fmla="*/ 9006634 w 12193149"/>
              <a:gd name="connsiteY71-12254" fmla="*/ 1914040 h 2344739"/>
              <a:gd name="connsiteX72-12255" fmla="*/ 9006349 w 12193149"/>
              <a:gd name="connsiteY72-12256" fmla="*/ 1913800 h 2344739"/>
              <a:gd name="connsiteX73-12257" fmla="*/ 8997380 w 12193149"/>
              <a:gd name="connsiteY73-12258" fmla="*/ 1915011 h 2344739"/>
              <a:gd name="connsiteX74-12259" fmla="*/ 8991542 w 12193149"/>
              <a:gd name="connsiteY74-12260" fmla="*/ 1917072 h 2344739"/>
              <a:gd name="connsiteX75-12261" fmla="*/ 8975485 w 12193149"/>
              <a:gd name="connsiteY75-12262" fmla="*/ 1920298 h 2344739"/>
              <a:gd name="connsiteX76-12263" fmla="*/ 8969159 w 12193149"/>
              <a:gd name="connsiteY76-12264" fmla="*/ 1919598 h 2344739"/>
              <a:gd name="connsiteX77-12265" fmla="*/ 8964196 w 12193149"/>
              <a:gd name="connsiteY77-12266" fmla="*/ 1917373 h 2344739"/>
              <a:gd name="connsiteX78-12267" fmla="*/ 8930136 w 12193149"/>
              <a:gd name="connsiteY78-12268" fmla="*/ 1914185 h 2344739"/>
              <a:gd name="connsiteX79-12269" fmla="*/ 8753592 w 12193149"/>
              <a:gd name="connsiteY79-12270" fmla="*/ 1933417 h 2344739"/>
              <a:gd name="connsiteX80-12271" fmla="*/ 8708995 w 12193149"/>
              <a:gd name="connsiteY80-12272" fmla="*/ 1935518 h 2344739"/>
              <a:gd name="connsiteX81-12273" fmla="*/ 8597219 w 12193149"/>
              <a:gd name="connsiteY81-12274" fmla="*/ 1944090 h 2344739"/>
              <a:gd name="connsiteX82-12275" fmla="*/ 8526378 w 12193149"/>
              <a:gd name="connsiteY82-12276" fmla="*/ 1929248 h 2344739"/>
              <a:gd name="connsiteX83-12277" fmla="*/ 8512131 w 12193149"/>
              <a:gd name="connsiteY83-12278" fmla="*/ 1935163 h 2344739"/>
              <a:gd name="connsiteX84-12279" fmla="*/ 8507315 w 12193149"/>
              <a:gd name="connsiteY84-12280" fmla="*/ 1938164 h 2344739"/>
              <a:gd name="connsiteX85-12281" fmla="*/ 8499116 w 12193149"/>
              <a:gd name="connsiteY85-12282" fmla="*/ 1940902 h 2344739"/>
              <a:gd name="connsiteX86-12283" fmla="*/ 8498742 w 12193149"/>
              <a:gd name="connsiteY86-12284" fmla="*/ 1940723 h 2344739"/>
              <a:gd name="connsiteX87-12285" fmla="*/ 8491397 w 12193149"/>
              <a:gd name="connsiteY87-12286" fmla="*/ 1943773 h 2344739"/>
              <a:gd name="connsiteX88-12287" fmla="*/ 8368330 w 12193149"/>
              <a:gd name="connsiteY88-12288" fmla="*/ 1957815 h 2344739"/>
              <a:gd name="connsiteX89-12289" fmla="*/ 8354947 w 12193149"/>
              <a:gd name="connsiteY89-12290" fmla="*/ 1958009 h 2344739"/>
              <a:gd name="connsiteX90-12291" fmla="*/ 8321252 w 12193149"/>
              <a:gd name="connsiteY90-12292" fmla="*/ 1974587 h 2344739"/>
              <a:gd name="connsiteX91-12293" fmla="*/ 8315581 w 12193149"/>
              <a:gd name="connsiteY91-12294" fmla="*/ 1974913 h 2344739"/>
              <a:gd name="connsiteX92-12295" fmla="*/ 8296322 w 12193149"/>
              <a:gd name="connsiteY92-12296" fmla="*/ 1988808 h 2344739"/>
              <a:gd name="connsiteX93-12297" fmla="*/ 8285424 w 12193149"/>
              <a:gd name="connsiteY93-12298" fmla="*/ 1994631 h 2344739"/>
              <a:gd name="connsiteX94-12299" fmla="*/ 8284298 w 12193149"/>
              <a:gd name="connsiteY94-12300" fmla="*/ 1999074 h 2344739"/>
              <a:gd name="connsiteX95-12301" fmla="*/ 8267224 w 12193149"/>
              <a:gd name="connsiteY95-12302" fmla="*/ 2006249 h 2344739"/>
              <a:gd name="connsiteX96-12303" fmla="*/ 8264525 w 12193149"/>
              <a:gd name="connsiteY96-12304" fmla="*/ 2006019 h 2344739"/>
              <a:gd name="connsiteX97-12305" fmla="*/ 8253181 w 12193149"/>
              <a:gd name="connsiteY97-12306" fmla="*/ 2015862 h 2344739"/>
              <a:gd name="connsiteX98-12307" fmla="*/ 8246982 w 12193149"/>
              <a:gd name="connsiteY98-12308" fmla="*/ 2028854 h 2344739"/>
              <a:gd name="connsiteX99-12309" fmla="*/ 8091420 w 12193149"/>
              <a:gd name="connsiteY99-12310" fmla="*/ 2075015 h 2344739"/>
              <a:gd name="connsiteX100-12311" fmla="*/ 7906555 w 12193149"/>
              <a:gd name="connsiteY100-12312" fmla="*/ 2116988 h 2344739"/>
              <a:gd name="connsiteX101-12313" fmla="*/ 7719893 w 12193149"/>
              <a:gd name="connsiteY101-12314" fmla="*/ 2142703 h 2344739"/>
              <a:gd name="connsiteX102-12315" fmla="*/ 7615495 w 12193149"/>
              <a:gd name="connsiteY102-12316" fmla="*/ 2139232 h 2344739"/>
              <a:gd name="connsiteX103-12317" fmla="*/ 7528691 w 12193149"/>
              <a:gd name="connsiteY103-12318" fmla="*/ 2145060 h 2344739"/>
              <a:gd name="connsiteX104-12319" fmla="*/ 7520719 w 12193149"/>
              <a:gd name="connsiteY104-12320" fmla="*/ 2147613 h 2344739"/>
              <a:gd name="connsiteX105-12321" fmla="*/ 7508559 w 12193149"/>
              <a:gd name="connsiteY105-12322" fmla="*/ 2148948 h 2344739"/>
              <a:gd name="connsiteX106-12323" fmla="*/ 7508188 w 12193149"/>
              <a:gd name="connsiteY106-12324" fmla="*/ 2148621 h 2344739"/>
              <a:gd name="connsiteX107-12325" fmla="*/ 7496943 w 12193149"/>
              <a:gd name="connsiteY107-12326" fmla="*/ 2150573 h 2344739"/>
              <a:gd name="connsiteX108-12327" fmla="*/ 7406539 w 12193149"/>
              <a:gd name="connsiteY108-12328" fmla="*/ 2142468 h 2344739"/>
              <a:gd name="connsiteX109-12329" fmla="*/ 7219707 w 12193149"/>
              <a:gd name="connsiteY109-12330" fmla="*/ 2156680 h 2344739"/>
              <a:gd name="connsiteX110-12331" fmla="*/ 7202249 w 12193149"/>
              <a:gd name="connsiteY110-12332" fmla="*/ 2161230 h 2344739"/>
              <a:gd name="connsiteX111-12333" fmla="*/ 7198152 w 12193149"/>
              <a:gd name="connsiteY111-12334" fmla="*/ 2166588 h 2344739"/>
              <a:gd name="connsiteX112-12335" fmla="*/ 7171956 w 12193149"/>
              <a:gd name="connsiteY112-12336" fmla="*/ 2171236 h 2344739"/>
              <a:gd name="connsiteX113-12337" fmla="*/ 7098136 w 12193149"/>
              <a:gd name="connsiteY113-12338" fmla="*/ 2183464 h 2344739"/>
              <a:gd name="connsiteX114-12339" fmla="*/ 7019644 w 12193149"/>
              <a:gd name="connsiteY114-12340" fmla="*/ 2183090 h 2344739"/>
              <a:gd name="connsiteX115-12341" fmla="*/ 6905294 w 12193149"/>
              <a:gd name="connsiteY115-12342" fmla="*/ 2212596 h 2344739"/>
              <a:gd name="connsiteX116-12343" fmla="*/ 6709370 w 12193149"/>
              <a:gd name="connsiteY116-12344" fmla="*/ 2240551 h 2344739"/>
              <a:gd name="connsiteX117-12345" fmla="*/ 6550602 w 12193149"/>
              <a:gd name="connsiteY117-12346" fmla="*/ 2269327 h 2344739"/>
              <a:gd name="connsiteX118-12347" fmla="*/ 6318708 w 12193149"/>
              <a:gd name="connsiteY118-12348" fmla="*/ 2316127 h 2344739"/>
              <a:gd name="connsiteX119-12349" fmla="*/ 6169822 w 12193149"/>
              <a:gd name="connsiteY119-12350" fmla="*/ 2318214 h 2344739"/>
              <a:gd name="connsiteX120-12351" fmla="*/ 6074996 w 12193149"/>
              <a:gd name="connsiteY120-12352" fmla="*/ 2338676 h 2344739"/>
              <a:gd name="connsiteX121-12353" fmla="*/ 6069677 w 12193149"/>
              <a:gd name="connsiteY121-12354" fmla="*/ 2337139 h 2344739"/>
              <a:gd name="connsiteX122-12355" fmla="*/ 6049786 w 12193149"/>
              <a:gd name="connsiteY122-12356" fmla="*/ 2337822 h 2344739"/>
              <a:gd name="connsiteX123-12357" fmla="*/ 6042433 w 12193149"/>
              <a:gd name="connsiteY123-12358" fmla="*/ 2329473 h 2344739"/>
              <a:gd name="connsiteX124-12359" fmla="*/ 6011238 w 12193149"/>
              <a:gd name="connsiteY124-12360" fmla="*/ 2324380 h 2344739"/>
              <a:gd name="connsiteX125-12361" fmla="*/ 5958523 w 12193149"/>
              <a:gd name="connsiteY125-12362" fmla="*/ 2328024 h 2344739"/>
              <a:gd name="connsiteX126-12363" fmla="*/ 5760067 w 12193149"/>
              <a:gd name="connsiteY126-12364" fmla="*/ 2343716 h 2344739"/>
              <a:gd name="connsiteX127-12365" fmla="*/ 5628108 w 12193149"/>
              <a:gd name="connsiteY127-12366" fmla="*/ 2344739 h 2344739"/>
              <a:gd name="connsiteX128-12367" fmla="*/ 5472054 w 12193149"/>
              <a:gd name="connsiteY128-12368" fmla="*/ 2330719 h 2344739"/>
              <a:gd name="connsiteX129-12369" fmla="*/ 5433909 w 12193149"/>
              <a:gd name="connsiteY129-12370" fmla="*/ 2319466 h 2344739"/>
              <a:gd name="connsiteX130-12371" fmla="*/ 5382817 w 12193149"/>
              <a:gd name="connsiteY130-12372" fmla="*/ 2301764 h 2344739"/>
              <a:gd name="connsiteX131-12373" fmla="*/ 5262912 w 12193149"/>
              <a:gd name="connsiteY131-12374" fmla="*/ 2281347 h 2344739"/>
              <a:gd name="connsiteX132-12375" fmla="*/ 5224109 w 12193149"/>
              <a:gd name="connsiteY132-12376" fmla="*/ 2270223 h 2344739"/>
              <a:gd name="connsiteX133-12377" fmla="*/ 5175808 w 12193149"/>
              <a:gd name="connsiteY133-12378" fmla="*/ 2267233 h 2344739"/>
              <a:gd name="connsiteX134-12379" fmla="*/ 5157702 w 12193149"/>
              <a:gd name="connsiteY134-12380" fmla="*/ 2260010 h 2344739"/>
              <a:gd name="connsiteX135-12381" fmla="*/ 5143747 w 12193149"/>
              <a:gd name="connsiteY135-12382" fmla="*/ 2256610 h 2344739"/>
              <a:gd name="connsiteX136-12383" fmla="*/ 5140744 w 12193149"/>
              <a:gd name="connsiteY136-12384" fmla="*/ 2254509 h 2344739"/>
              <a:gd name="connsiteX137-12385" fmla="*/ 5122807 w 12193149"/>
              <a:gd name="connsiteY137-12386" fmla="*/ 2243656 h 2344739"/>
              <a:gd name="connsiteX138-12387" fmla="*/ 5066938 w 12193149"/>
              <a:gd name="connsiteY138-12388" fmla="*/ 2250227 h 2344739"/>
              <a:gd name="connsiteX139-12389" fmla="*/ 5012662 w 12193149"/>
              <a:gd name="connsiteY139-12390" fmla="*/ 2233846 h 2344739"/>
              <a:gd name="connsiteX140-12391" fmla="*/ 4841589 w 12193149"/>
              <a:gd name="connsiteY140-12392" fmla="*/ 2209829 h 2344739"/>
              <a:gd name="connsiteX141-12393" fmla="*/ 4763595 w 12193149"/>
              <a:gd name="connsiteY141-12394" fmla="*/ 2182061 h 2344739"/>
              <a:gd name="connsiteX142-12395" fmla="*/ 4724334 w 12193149"/>
              <a:gd name="connsiteY142-12396" fmla="*/ 2173047 h 2344739"/>
              <a:gd name="connsiteX143-12397" fmla="*/ 4722324 w 12193149"/>
              <a:gd name="connsiteY143-12398" fmla="*/ 2172298 h 2344739"/>
              <a:gd name="connsiteX144-12399" fmla="*/ 4723259 w 12193149"/>
              <a:gd name="connsiteY144-12400" fmla="*/ 2172087 h 2344739"/>
              <a:gd name="connsiteX145-12401" fmla="*/ 4718350 w 12193149"/>
              <a:gd name="connsiteY145-12402" fmla="*/ 2170817 h 2344739"/>
              <a:gd name="connsiteX146-12403" fmla="*/ 4722324 w 12193149"/>
              <a:gd name="connsiteY146-12404" fmla="*/ 2172298 h 2344739"/>
              <a:gd name="connsiteX147-12405" fmla="*/ 4716674 w 12193149"/>
              <a:gd name="connsiteY147-12406" fmla="*/ 2173573 h 2344739"/>
              <a:gd name="connsiteX148-12407" fmla="*/ 4516962 w 12193149"/>
              <a:gd name="connsiteY148-12408" fmla="*/ 2163671 h 2344739"/>
              <a:gd name="connsiteX149-12409" fmla="*/ 4429691 w 12193149"/>
              <a:gd name="connsiteY149-12410" fmla="*/ 2153020 h 2344739"/>
              <a:gd name="connsiteX150-12411" fmla="*/ 4364023 w 12193149"/>
              <a:gd name="connsiteY150-12412" fmla="*/ 2151674 h 2344739"/>
              <a:gd name="connsiteX151-12413" fmla="*/ 4318114 w 12193149"/>
              <a:gd name="connsiteY151-12414" fmla="*/ 2158289 h 2344739"/>
              <a:gd name="connsiteX152-12415" fmla="*/ 4316258 w 12193149"/>
              <a:gd name="connsiteY152-12416" fmla="*/ 2156948 h 2344739"/>
              <a:gd name="connsiteX153-12417" fmla="*/ 4296292 w 12193149"/>
              <a:gd name="connsiteY153-12418" fmla="*/ 2155069 h 2344739"/>
              <a:gd name="connsiteX154-12419" fmla="*/ 4291212 w 12193149"/>
              <a:gd name="connsiteY154-12420" fmla="*/ 2157986 h 2344739"/>
              <a:gd name="connsiteX155-12421" fmla="*/ 4277290 w 12193149"/>
              <a:gd name="connsiteY155-12422" fmla="*/ 2157740 h 2344739"/>
              <a:gd name="connsiteX156-12423" fmla="*/ 4249265 w 12193149"/>
              <a:gd name="connsiteY156-12424" fmla="*/ 2160064 h 2344739"/>
              <a:gd name="connsiteX157-12425" fmla="*/ 4203199 w 12193149"/>
              <a:gd name="connsiteY157-12426" fmla="*/ 2157269 h 2344739"/>
              <a:gd name="connsiteX158-12427" fmla="*/ 4202893 w 12193149"/>
              <a:gd name="connsiteY158-12428" fmla="*/ 2156010 h 2344739"/>
              <a:gd name="connsiteX159-12429" fmla="*/ 4192396 w 12193149"/>
              <a:gd name="connsiteY159-12430" fmla="*/ 2150376 h 2344739"/>
              <a:gd name="connsiteX160-12431" fmla="*/ 4143893 w 12193149"/>
              <a:gd name="connsiteY160-12432" fmla="*/ 2134511 h 2344739"/>
              <a:gd name="connsiteX161-12433" fmla="*/ 4084245 w 12193149"/>
              <a:gd name="connsiteY161-12434" fmla="*/ 2107978 h 2344739"/>
              <a:gd name="connsiteX162-12435" fmla="*/ 4075694 w 12193149"/>
              <a:gd name="connsiteY162-12436" fmla="*/ 2107143 h 2344739"/>
              <a:gd name="connsiteX163-12437" fmla="*/ 4075575 w 12193149"/>
              <a:gd name="connsiteY163-12438" fmla="*/ 2106844 h 2344739"/>
              <a:gd name="connsiteX164-12439" fmla="*/ 4066658 w 12193149"/>
              <a:gd name="connsiteY164-12440" fmla="*/ 2105400 h 2344739"/>
              <a:gd name="connsiteX165-12441" fmla="*/ 4060102 w 12193149"/>
              <a:gd name="connsiteY165-12442" fmla="*/ 2105618 h 2344739"/>
              <a:gd name="connsiteX166-12443" fmla="*/ 4043512 w 12193149"/>
              <a:gd name="connsiteY166-12444" fmla="*/ 2103997 h 2344739"/>
              <a:gd name="connsiteX167-12445" fmla="*/ 4038145 w 12193149"/>
              <a:gd name="connsiteY167-12446" fmla="*/ 2101563 h 2344739"/>
              <a:gd name="connsiteX168-12447" fmla="*/ 4036511 w 12193149"/>
              <a:gd name="connsiteY168-12448" fmla="*/ 2097896 h 2344739"/>
              <a:gd name="connsiteX169-12449" fmla="*/ 4034926 w 12193149"/>
              <a:gd name="connsiteY169-12450" fmla="*/ 2098131 h 2344739"/>
              <a:gd name="connsiteX170-12451" fmla="*/ 4005686 w 12193149"/>
              <a:gd name="connsiteY170-12452" fmla="*/ 2085563 h 2344739"/>
              <a:gd name="connsiteX171-12453" fmla="*/ 3937994 w 12193149"/>
              <a:gd name="connsiteY171-12454" fmla="*/ 2068106 h 2344739"/>
              <a:gd name="connsiteX172-12455" fmla="*/ 3898423 w 12193149"/>
              <a:gd name="connsiteY172-12456" fmla="*/ 2062451 h 2344739"/>
              <a:gd name="connsiteX173-12457" fmla="*/ 3790908 w 12193149"/>
              <a:gd name="connsiteY173-12458" fmla="*/ 2042213 h 2344739"/>
              <a:gd name="connsiteX174-12459" fmla="*/ 3683661 w 12193149"/>
              <a:gd name="connsiteY174-12460" fmla="*/ 2018290 h 2344739"/>
              <a:gd name="connsiteX175-12461" fmla="*/ 3611183 w 12193149"/>
              <a:gd name="connsiteY175-12462" fmla="*/ 1986019 h 2344739"/>
              <a:gd name="connsiteX176-12463" fmla="*/ 3605003 w 12193149"/>
              <a:gd name="connsiteY176-12464" fmla="*/ 1987381 h 2344739"/>
              <a:gd name="connsiteX177-12465" fmla="*/ 3595884 w 12193149"/>
              <a:gd name="connsiteY177-12466" fmla="*/ 1987545 h 2344739"/>
              <a:gd name="connsiteX178-12467" fmla="*/ 3595649 w 12193149"/>
              <a:gd name="connsiteY178-12468" fmla="*/ 1987276 h 2344739"/>
              <a:gd name="connsiteX179-12469" fmla="*/ 3587126 w 12193149"/>
              <a:gd name="connsiteY179-12470" fmla="*/ 1987966 h 2344739"/>
              <a:gd name="connsiteX180-12471" fmla="*/ 3537283 w 12193149"/>
              <a:gd name="connsiteY180-12472" fmla="*/ 1978267 h 2344739"/>
              <a:gd name="connsiteX181-12473" fmla="*/ 3474371 w 12193149"/>
              <a:gd name="connsiteY181-12474" fmla="*/ 1974606 h 2344739"/>
              <a:gd name="connsiteX182-12475" fmla="*/ 3401876 w 12193149"/>
              <a:gd name="connsiteY182-12476" fmla="*/ 1962558 h 2344739"/>
              <a:gd name="connsiteX183-12477" fmla="*/ 3365036 w 12193149"/>
              <a:gd name="connsiteY183-12478" fmla="*/ 1979510 h 2344739"/>
              <a:gd name="connsiteX184-12479" fmla="*/ 3345174 w 12193149"/>
              <a:gd name="connsiteY184-12480" fmla="*/ 1981192 h 2344739"/>
              <a:gd name="connsiteX185-12481" fmla="*/ 3342846 w 12193149"/>
              <a:gd name="connsiteY185-12482" fmla="*/ 1980217 h 2344739"/>
              <a:gd name="connsiteX186-12483" fmla="*/ 3263504 w 12193149"/>
              <a:gd name="connsiteY186-12484" fmla="*/ 1986094 h 2344739"/>
              <a:gd name="connsiteX187-12485" fmla="*/ 3143704 w 12193149"/>
              <a:gd name="connsiteY187-12486" fmla="*/ 1993869 h 2344739"/>
              <a:gd name="connsiteX188-12487" fmla="*/ 3031439 w 12193149"/>
              <a:gd name="connsiteY188-12488" fmla="*/ 1996512 h 2344739"/>
              <a:gd name="connsiteX189-12489" fmla="*/ 2782717 w 12193149"/>
              <a:gd name="connsiteY189-12490" fmla="*/ 2018333 h 2344739"/>
              <a:gd name="connsiteX190-12491" fmla="*/ 2647675 w 12193149"/>
              <a:gd name="connsiteY190-12492" fmla="*/ 2028869 h 2344739"/>
              <a:gd name="connsiteX191-12493" fmla="*/ 2569176 w 12193149"/>
              <a:gd name="connsiteY191-12494" fmla="*/ 2002628 h 2344739"/>
              <a:gd name="connsiteX192-12495" fmla="*/ 2444403 w 12193149"/>
              <a:gd name="connsiteY192-12496" fmla="*/ 2016529 h 2344739"/>
              <a:gd name="connsiteX193-12497" fmla="*/ 2316260 w 12193149"/>
              <a:gd name="connsiteY193-12498" fmla="*/ 2024996 h 2344739"/>
              <a:gd name="connsiteX194-12499" fmla="*/ 2209726 w 12193149"/>
              <a:gd name="connsiteY194-12500" fmla="*/ 2019763 h 2344739"/>
              <a:gd name="connsiteX195-12501" fmla="*/ 2095813 w 12193149"/>
              <a:gd name="connsiteY195-12502" fmla="*/ 2003052 h 2344739"/>
              <a:gd name="connsiteX196-12503" fmla="*/ 1998504 w 12193149"/>
              <a:gd name="connsiteY196-12504" fmla="*/ 1995032 h 2344739"/>
              <a:gd name="connsiteX197-12505" fmla="*/ 1929320 w 12193149"/>
              <a:gd name="connsiteY197-12506" fmla="*/ 2016977 h 2344739"/>
              <a:gd name="connsiteX198-12507" fmla="*/ 1922798 w 12193149"/>
              <a:gd name="connsiteY198-12508" fmla="*/ 2012146 h 2344739"/>
              <a:gd name="connsiteX199-12509" fmla="*/ 1874228 w 12193149"/>
              <a:gd name="connsiteY199-12510" fmla="*/ 2013741 h 2344739"/>
              <a:gd name="connsiteX200-12511" fmla="*/ 1787803 w 12193149"/>
              <a:gd name="connsiteY200-12512" fmla="*/ 2041363 h 2344739"/>
              <a:gd name="connsiteX201-12513" fmla="*/ 1739352 w 12193149"/>
              <a:gd name="connsiteY201-12514" fmla="*/ 2036312 h 2344739"/>
              <a:gd name="connsiteX202-12515" fmla="*/ 1676219 w 12193149"/>
              <a:gd name="connsiteY202-12516" fmla="*/ 2019963 h 2344739"/>
              <a:gd name="connsiteX203-12517" fmla="*/ 1609817 w 12193149"/>
              <a:gd name="connsiteY203-12518" fmla="*/ 2013066 h 2344739"/>
              <a:gd name="connsiteX204-12519" fmla="*/ 1497258 w 12193149"/>
              <a:gd name="connsiteY204-12520" fmla="*/ 1987476 h 2344739"/>
              <a:gd name="connsiteX205-12521" fmla="*/ 1151127 w 12193149"/>
              <a:gd name="connsiteY205-12522" fmla="*/ 1938041 h 2344739"/>
              <a:gd name="connsiteX206-12523" fmla="*/ 859417 w 12193149"/>
              <a:gd name="connsiteY206-12524" fmla="*/ 1928608 h 2344739"/>
              <a:gd name="connsiteX207-12525" fmla="*/ 838688 w 12193149"/>
              <a:gd name="connsiteY207-12526" fmla="*/ 1929821 h 2344739"/>
              <a:gd name="connsiteX208-12527" fmla="*/ 817957 w 12193149"/>
              <a:gd name="connsiteY208-12528" fmla="*/ 1927857 h 2344739"/>
              <a:gd name="connsiteX209-12529" fmla="*/ 812654 w 12193149"/>
              <a:gd name="connsiteY209-12530" fmla="*/ 1930751 h 2344739"/>
              <a:gd name="connsiteX210-12531" fmla="*/ 721195 w 12193149"/>
              <a:gd name="connsiteY210-12532" fmla="*/ 1929661 h 2344739"/>
              <a:gd name="connsiteX211-12533" fmla="*/ 720890 w 12193149"/>
              <a:gd name="connsiteY211-12534" fmla="*/ 1928399 h 2344739"/>
              <a:gd name="connsiteX212-12535" fmla="*/ 710023 w 12193149"/>
              <a:gd name="connsiteY212-12536" fmla="*/ 1922722 h 2344739"/>
              <a:gd name="connsiteX213-12537" fmla="*/ 597940 w 12193149"/>
              <a:gd name="connsiteY213-12538" fmla="*/ 1879864 h 2344739"/>
              <a:gd name="connsiteX214-12539" fmla="*/ 579683 w 12193149"/>
              <a:gd name="connsiteY214-12540" fmla="*/ 1877212 h 2344739"/>
              <a:gd name="connsiteX215-12541" fmla="*/ 572865 w 12193149"/>
              <a:gd name="connsiteY215-12542" fmla="*/ 1877401 h 2344739"/>
              <a:gd name="connsiteX216-12543" fmla="*/ 446247 w 12193149"/>
              <a:gd name="connsiteY216-12544" fmla="*/ 1839371 h 2344739"/>
              <a:gd name="connsiteX217-12545" fmla="*/ 405163 w 12193149"/>
              <a:gd name="connsiteY217-12546" fmla="*/ 1833548 h 2344739"/>
              <a:gd name="connsiteX218-12547" fmla="*/ 293583 w 12193149"/>
              <a:gd name="connsiteY218-12548" fmla="*/ 1812852 h 2344739"/>
              <a:gd name="connsiteX219-12549" fmla="*/ 119529 w 12193149"/>
              <a:gd name="connsiteY219-12550" fmla="*/ 1761047 h 2344739"/>
              <a:gd name="connsiteX220-12551" fmla="*/ 16674 w 12193149"/>
              <a:gd name="connsiteY220-12552" fmla="*/ 1758191 h 2344739"/>
              <a:gd name="connsiteX221-12553" fmla="*/ 1150 w 12193149"/>
              <a:gd name="connsiteY221-12554" fmla="*/ 1752722 h 2344739"/>
              <a:gd name="connsiteX222-12555" fmla="*/ 1148 w 12193149"/>
              <a:gd name="connsiteY222-12556" fmla="*/ 222213 h 2344739"/>
              <a:gd name="connsiteX223-12557" fmla="*/ 1148 w 12193149"/>
              <a:gd name="connsiteY223-12558" fmla="*/ 0 h 2344739"/>
              <a:gd name="connsiteX0-12559" fmla="*/ 1148 w 12193149"/>
              <a:gd name="connsiteY0-12560" fmla="*/ 0 h 2344739"/>
              <a:gd name="connsiteX1-12561" fmla="*/ 12193148 w 12193149"/>
              <a:gd name="connsiteY1-12562" fmla="*/ 0 h 2344739"/>
              <a:gd name="connsiteX2-12563" fmla="*/ 12193148 w 12193149"/>
              <a:gd name="connsiteY2-12564" fmla="*/ 222213 h 2344739"/>
              <a:gd name="connsiteX3-12565" fmla="*/ 12193148 w 12193149"/>
              <a:gd name="connsiteY3-12566" fmla="*/ 389190 h 2344739"/>
              <a:gd name="connsiteX4-12567" fmla="*/ 12193149 w 12193149"/>
              <a:gd name="connsiteY4-12568" fmla="*/ 579739 h 2344739"/>
              <a:gd name="connsiteX5-12569" fmla="*/ 12185986 w 12193149"/>
              <a:gd name="connsiteY5-12570" fmla="*/ 584189 h 2344739"/>
              <a:gd name="connsiteX6-12571" fmla="*/ 12156363 w 12193149"/>
              <a:gd name="connsiteY6-12572" fmla="*/ 597366 h 2344739"/>
              <a:gd name="connsiteX7-12573" fmla="*/ 12139215 w 12193149"/>
              <a:gd name="connsiteY7-12574" fmla="*/ 623179 h 2344739"/>
              <a:gd name="connsiteX8-12575" fmla="*/ 12126327 w 12193149"/>
              <a:gd name="connsiteY8-12576" fmla="*/ 624690 h 2344739"/>
              <a:gd name="connsiteX9-12577" fmla="*/ 12124007 w 12193149"/>
              <a:gd name="connsiteY9-12578" fmla="*/ 624794 h 2344739"/>
              <a:gd name="connsiteX10-12579" fmla="*/ 12116854 w 12193149"/>
              <a:gd name="connsiteY10-12580" fmla="*/ 628608 h 2344739"/>
              <a:gd name="connsiteX11-12581" fmla="*/ 12099497 w 12193149"/>
              <a:gd name="connsiteY11-12582" fmla="*/ 628139 h 2344739"/>
              <a:gd name="connsiteX12-12583" fmla="*/ 12087073 w 12193149"/>
              <a:gd name="connsiteY12-12584" fmla="*/ 636341 h 2344739"/>
              <a:gd name="connsiteX13-12585" fmla="*/ 12031073 w 12193149"/>
              <a:gd name="connsiteY13-12586" fmla="*/ 680009 h 2344739"/>
              <a:gd name="connsiteX14-12587" fmla="*/ 11995833 w 12193149"/>
              <a:gd name="connsiteY14-12588" fmla="*/ 703458 h 2344739"/>
              <a:gd name="connsiteX15-12589" fmla="*/ 11979717 w 12193149"/>
              <a:gd name="connsiteY15-12590" fmla="*/ 708161 h 2344739"/>
              <a:gd name="connsiteX16-12591" fmla="*/ 11959046 w 12193149"/>
              <a:gd name="connsiteY16-12592" fmla="*/ 717558 h 2344739"/>
              <a:gd name="connsiteX17-12593" fmla="*/ 11920454 w 12193149"/>
              <a:gd name="connsiteY17-12594" fmla="*/ 730883 h 2344739"/>
              <a:gd name="connsiteX18-12595" fmla="*/ 11903656 w 12193149"/>
              <a:gd name="connsiteY18-12596" fmla="*/ 742426 h 2344739"/>
              <a:gd name="connsiteX19-12597" fmla="*/ 11895048 w 12193149"/>
              <a:gd name="connsiteY19-12598" fmla="*/ 744791 h 2344739"/>
              <a:gd name="connsiteX20-12599" fmla="*/ 11891968 w 12193149"/>
              <a:gd name="connsiteY20-12600" fmla="*/ 755729 h 2344739"/>
              <a:gd name="connsiteX21-12601" fmla="*/ 11870776 w 12193149"/>
              <a:gd name="connsiteY21-12602" fmla="*/ 777816 h 2344739"/>
              <a:gd name="connsiteX22-12603" fmla="*/ 11813376 w 12193149"/>
              <a:gd name="connsiteY22-12604" fmla="*/ 797659 h 2344739"/>
              <a:gd name="connsiteX23-12605" fmla="*/ 11749767 w 12193149"/>
              <a:gd name="connsiteY23-12606" fmla="*/ 872002 h 2344739"/>
              <a:gd name="connsiteX24-12607" fmla="*/ 11590693 w 12193149"/>
              <a:gd name="connsiteY24-12608" fmla="*/ 963777 h 2344739"/>
              <a:gd name="connsiteX25-12609" fmla="*/ 11506817 w 12193149"/>
              <a:gd name="connsiteY25-12610" fmla="*/ 1033623 h 2344739"/>
              <a:gd name="connsiteX26-12611" fmla="*/ 11280332 w 12193149"/>
              <a:gd name="connsiteY26-12612" fmla="*/ 1223571 h 2344739"/>
              <a:gd name="connsiteX27-12613" fmla="*/ 11228309 w 12193149"/>
              <a:gd name="connsiteY27-12614" fmla="*/ 1276236 h 2344739"/>
              <a:gd name="connsiteX28-12615" fmla="*/ 11218087 w 12193149"/>
              <a:gd name="connsiteY28-12616" fmla="*/ 1275961 h 2344739"/>
              <a:gd name="connsiteX29-12617" fmla="*/ 11217184 w 12193149"/>
              <a:gd name="connsiteY29-12618" fmla="*/ 1275018 h 2344739"/>
              <a:gd name="connsiteX30-12619" fmla="*/ 11188885 w 12193149"/>
              <a:gd name="connsiteY30-12620" fmla="*/ 1292383 h 2344739"/>
              <a:gd name="connsiteX31-12621" fmla="*/ 11184501 w 12193149"/>
              <a:gd name="connsiteY31-12622" fmla="*/ 1292525 h 2344739"/>
              <a:gd name="connsiteX32-12623" fmla="*/ 11166854 w 12193149"/>
              <a:gd name="connsiteY32-12624" fmla="*/ 1306612 h 2344739"/>
              <a:gd name="connsiteX33-12625" fmla="*/ 11157311 w 12193149"/>
              <a:gd name="connsiteY33-12626" fmla="*/ 1312414 h 2344739"/>
              <a:gd name="connsiteX34-12627" fmla="*/ 11155496 w 12193149"/>
              <a:gd name="connsiteY34-12628" fmla="*/ 1317097 h 2344739"/>
              <a:gd name="connsiteX35-12629" fmla="*/ 11140961 w 12193149"/>
              <a:gd name="connsiteY35-12630" fmla="*/ 1324115 h 2344739"/>
              <a:gd name="connsiteX36-12631" fmla="*/ 11138961 w 12193149"/>
              <a:gd name="connsiteY36-12632" fmla="*/ 1323772 h 2344739"/>
              <a:gd name="connsiteX37-12633" fmla="*/ 11128208 w 12193149"/>
              <a:gd name="connsiteY37-12634" fmla="*/ 1333832 h 2344739"/>
              <a:gd name="connsiteX38-12635" fmla="*/ 11120691 w 12193149"/>
              <a:gd name="connsiteY38-12636" fmla="*/ 1347424 h 2344739"/>
              <a:gd name="connsiteX39-12637" fmla="*/ 10894683 w 12193149"/>
              <a:gd name="connsiteY39-12638" fmla="*/ 1473399 h 2344739"/>
              <a:gd name="connsiteX40-12639" fmla="*/ 10773300 w 12193149"/>
              <a:gd name="connsiteY40-12640" fmla="*/ 1523191 h 2344739"/>
              <a:gd name="connsiteX41-12641" fmla="*/ 10627668 w 12193149"/>
              <a:gd name="connsiteY41-12642" fmla="*/ 1559229 h 2344739"/>
              <a:gd name="connsiteX42-12643" fmla="*/ 10581895 w 12193149"/>
              <a:gd name="connsiteY42-12644" fmla="*/ 1568689 h 2344739"/>
              <a:gd name="connsiteX43-12645" fmla="*/ 10547790 w 12193149"/>
              <a:gd name="connsiteY43-12646" fmla="*/ 1598423 h 2344739"/>
              <a:gd name="connsiteX44-12647" fmla="*/ 10529643 w 12193149"/>
              <a:gd name="connsiteY44-12648" fmla="*/ 1596907 h 2344739"/>
              <a:gd name="connsiteX45-12649" fmla="*/ 10526446 w 12193149"/>
              <a:gd name="connsiteY45-12650" fmla="*/ 1596411 h 2344739"/>
              <a:gd name="connsiteX46-12651" fmla="*/ 10515129 w 12193149"/>
              <a:gd name="connsiteY46-12652" fmla="*/ 1599537 h 2344739"/>
              <a:gd name="connsiteX47-12653" fmla="*/ 10491735 w 12193149"/>
              <a:gd name="connsiteY47-12654" fmla="*/ 1594156 h 2344739"/>
              <a:gd name="connsiteX48-12655" fmla="*/ 10471418 w 12193149"/>
              <a:gd name="connsiteY48-12656" fmla="*/ 1601693 h 2344739"/>
              <a:gd name="connsiteX49-12657" fmla="*/ 10377042 w 12193149"/>
              <a:gd name="connsiteY49-12658" fmla="*/ 1644598 h 2344739"/>
              <a:gd name="connsiteX50-12659" fmla="*/ 10319338 w 12193149"/>
              <a:gd name="connsiteY50-12660" fmla="*/ 1666221 h 2344739"/>
              <a:gd name="connsiteX51-12661" fmla="*/ 10295467 w 12193149"/>
              <a:gd name="connsiteY51-12662" fmla="*/ 1668079 h 2344739"/>
              <a:gd name="connsiteX52-12663" fmla="*/ 10263443 w 12193149"/>
              <a:gd name="connsiteY52-12664" fmla="*/ 1674948 h 2344739"/>
              <a:gd name="connsiteX53-12665" fmla="*/ 10205418 w 12193149"/>
              <a:gd name="connsiteY53-12666" fmla="*/ 1682149 h 2344739"/>
              <a:gd name="connsiteX54-12667" fmla="*/ 10177759 w 12193149"/>
              <a:gd name="connsiteY54-12668" fmla="*/ 1692943 h 2344739"/>
              <a:gd name="connsiteX55-12669" fmla="*/ 10165070 w 12193149"/>
              <a:gd name="connsiteY55-12670" fmla="*/ 1693739 h 2344739"/>
              <a:gd name="connsiteX56-12671" fmla="*/ 10156308 w 12193149"/>
              <a:gd name="connsiteY56-12672" fmla="*/ 1707487 h 2344739"/>
              <a:gd name="connsiteX57-12673" fmla="*/ 10118267 w 12193149"/>
              <a:gd name="connsiteY57-12674" fmla="*/ 1731142 h 2344739"/>
              <a:gd name="connsiteX58-12675" fmla="*/ 10101593 w 12193149"/>
              <a:gd name="connsiteY58-12676" fmla="*/ 1742432 h 2344739"/>
              <a:gd name="connsiteX59-12677" fmla="*/ 10083317 w 12193149"/>
              <a:gd name="connsiteY59-12678" fmla="*/ 1743296 h 2344739"/>
              <a:gd name="connsiteX60-12679" fmla="*/ 10040388 w 12193149"/>
              <a:gd name="connsiteY60-12680" fmla="*/ 1741632 h 2344739"/>
              <a:gd name="connsiteX61-12681" fmla="*/ 9961167 w 12193149"/>
              <a:gd name="connsiteY61-12682" fmla="*/ 1757147 h 2344739"/>
              <a:gd name="connsiteX62-12683" fmla="*/ 9848940 w 12193149"/>
              <a:gd name="connsiteY62-12684" fmla="*/ 1763915 h 2344739"/>
              <a:gd name="connsiteX63-12685" fmla="*/ 9729457 w 12193149"/>
              <a:gd name="connsiteY63-12686" fmla="*/ 1784122 h 2344739"/>
              <a:gd name="connsiteX64-12687" fmla="*/ 9585655 w 12193149"/>
              <a:gd name="connsiteY64-12688" fmla="*/ 1795542 h 2344739"/>
              <a:gd name="connsiteX65-12689" fmla="*/ 9344200 w 12193149"/>
              <a:gd name="connsiteY65-12690" fmla="*/ 1841244 h 2344739"/>
              <a:gd name="connsiteX66-12691" fmla="*/ 9232518 w 12193149"/>
              <a:gd name="connsiteY66-12692" fmla="*/ 1893149 h 2344739"/>
              <a:gd name="connsiteX67-12693" fmla="*/ 9195958 w 12193149"/>
              <a:gd name="connsiteY67-12694" fmla="*/ 1903228 h 2344739"/>
              <a:gd name="connsiteX68-12695" fmla="*/ 9114960 w 12193149"/>
              <a:gd name="connsiteY68-12696" fmla="*/ 1919069 h 2344739"/>
              <a:gd name="connsiteX69-12697" fmla="*/ 9054601 w 12193149"/>
              <a:gd name="connsiteY69-12698" fmla="*/ 1910755 h 2344739"/>
              <a:gd name="connsiteX70-12699" fmla="*/ 9006634 w 12193149"/>
              <a:gd name="connsiteY70-12700" fmla="*/ 1914040 h 2344739"/>
              <a:gd name="connsiteX71-12701" fmla="*/ 9006349 w 12193149"/>
              <a:gd name="connsiteY71-12702" fmla="*/ 1913800 h 2344739"/>
              <a:gd name="connsiteX72-12703" fmla="*/ 8997380 w 12193149"/>
              <a:gd name="connsiteY72-12704" fmla="*/ 1915011 h 2344739"/>
              <a:gd name="connsiteX73-12705" fmla="*/ 8991542 w 12193149"/>
              <a:gd name="connsiteY73-12706" fmla="*/ 1917072 h 2344739"/>
              <a:gd name="connsiteX74-12707" fmla="*/ 8975485 w 12193149"/>
              <a:gd name="connsiteY74-12708" fmla="*/ 1920298 h 2344739"/>
              <a:gd name="connsiteX75-12709" fmla="*/ 8969159 w 12193149"/>
              <a:gd name="connsiteY75-12710" fmla="*/ 1919598 h 2344739"/>
              <a:gd name="connsiteX76-12711" fmla="*/ 8964196 w 12193149"/>
              <a:gd name="connsiteY76-12712" fmla="*/ 1917373 h 2344739"/>
              <a:gd name="connsiteX77-12713" fmla="*/ 8930136 w 12193149"/>
              <a:gd name="connsiteY77-12714" fmla="*/ 1914185 h 2344739"/>
              <a:gd name="connsiteX78-12715" fmla="*/ 8753592 w 12193149"/>
              <a:gd name="connsiteY78-12716" fmla="*/ 1933417 h 2344739"/>
              <a:gd name="connsiteX79-12717" fmla="*/ 8708995 w 12193149"/>
              <a:gd name="connsiteY79-12718" fmla="*/ 1935518 h 2344739"/>
              <a:gd name="connsiteX80-12719" fmla="*/ 8597219 w 12193149"/>
              <a:gd name="connsiteY80-12720" fmla="*/ 1944090 h 2344739"/>
              <a:gd name="connsiteX81-12721" fmla="*/ 8526378 w 12193149"/>
              <a:gd name="connsiteY81-12722" fmla="*/ 1929248 h 2344739"/>
              <a:gd name="connsiteX82-12723" fmla="*/ 8512131 w 12193149"/>
              <a:gd name="connsiteY82-12724" fmla="*/ 1935163 h 2344739"/>
              <a:gd name="connsiteX83-12725" fmla="*/ 8507315 w 12193149"/>
              <a:gd name="connsiteY83-12726" fmla="*/ 1938164 h 2344739"/>
              <a:gd name="connsiteX84-12727" fmla="*/ 8499116 w 12193149"/>
              <a:gd name="connsiteY84-12728" fmla="*/ 1940902 h 2344739"/>
              <a:gd name="connsiteX85-12729" fmla="*/ 8498742 w 12193149"/>
              <a:gd name="connsiteY85-12730" fmla="*/ 1940723 h 2344739"/>
              <a:gd name="connsiteX86-12731" fmla="*/ 8491397 w 12193149"/>
              <a:gd name="connsiteY86-12732" fmla="*/ 1943773 h 2344739"/>
              <a:gd name="connsiteX87-12733" fmla="*/ 8368330 w 12193149"/>
              <a:gd name="connsiteY87-12734" fmla="*/ 1957815 h 2344739"/>
              <a:gd name="connsiteX88-12735" fmla="*/ 8354947 w 12193149"/>
              <a:gd name="connsiteY88-12736" fmla="*/ 1958009 h 2344739"/>
              <a:gd name="connsiteX89-12737" fmla="*/ 8321252 w 12193149"/>
              <a:gd name="connsiteY89-12738" fmla="*/ 1974587 h 2344739"/>
              <a:gd name="connsiteX90-12739" fmla="*/ 8315581 w 12193149"/>
              <a:gd name="connsiteY90-12740" fmla="*/ 1974913 h 2344739"/>
              <a:gd name="connsiteX91-12741" fmla="*/ 8296322 w 12193149"/>
              <a:gd name="connsiteY91-12742" fmla="*/ 1988808 h 2344739"/>
              <a:gd name="connsiteX92-12743" fmla="*/ 8285424 w 12193149"/>
              <a:gd name="connsiteY92-12744" fmla="*/ 1994631 h 2344739"/>
              <a:gd name="connsiteX93-12745" fmla="*/ 8284298 w 12193149"/>
              <a:gd name="connsiteY93-12746" fmla="*/ 1999074 h 2344739"/>
              <a:gd name="connsiteX94-12747" fmla="*/ 8267224 w 12193149"/>
              <a:gd name="connsiteY94-12748" fmla="*/ 2006249 h 2344739"/>
              <a:gd name="connsiteX95-12749" fmla="*/ 8264525 w 12193149"/>
              <a:gd name="connsiteY95-12750" fmla="*/ 2006019 h 2344739"/>
              <a:gd name="connsiteX96-12751" fmla="*/ 8253181 w 12193149"/>
              <a:gd name="connsiteY96-12752" fmla="*/ 2015862 h 2344739"/>
              <a:gd name="connsiteX97-12753" fmla="*/ 8246982 w 12193149"/>
              <a:gd name="connsiteY97-12754" fmla="*/ 2028854 h 2344739"/>
              <a:gd name="connsiteX98-12755" fmla="*/ 8091420 w 12193149"/>
              <a:gd name="connsiteY98-12756" fmla="*/ 2075015 h 2344739"/>
              <a:gd name="connsiteX99-12757" fmla="*/ 7906555 w 12193149"/>
              <a:gd name="connsiteY99-12758" fmla="*/ 2116988 h 2344739"/>
              <a:gd name="connsiteX100-12759" fmla="*/ 7719893 w 12193149"/>
              <a:gd name="connsiteY100-12760" fmla="*/ 2142703 h 2344739"/>
              <a:gd name="connsiteX101-12761" fmla="*/ 7615495 w 12193149"/>
              <a:gd name="connsiteY101-12762" fmla="*/ 2139232 h 2344739"/>
              <a:gd name="connsiteX102-12763" fmla="*/ 7528691 w 12193149"/>
              <a:gd name="connsiteY102-12764" fmla="*/ 2145060 h 2344739"/>
              <a:gd name="connsiteX103-12765" fmla="*/ 7520719 w 12193149"/>
              <a:gd name="connsiteY103-12766" fmla="*/ 2147613 h 2344739"/>
              <a:gd name="connsiteX104-12767" fmla="*/ 7508559 w 12193149"/>
              <a:gd name="connsiteY104-12768" fmla="*/ 2148948 h 2344739"/>
              <a:gd name="connsiteX105-12769" fmla="*/ 7508188 w 12193149"/>
              <a:gd name="connsiteY105-12770" fmla="*/ 2148621 h 2344739"/>
              <a:gd name="connsiteX106-12771" fmla="*/ 7496943 w 12193149"/>
              <a:gd name="connsiteY106-12772" fmla="*/ 2150573 h 2344739"/>
              <a:gd name="connsiteX107-12773" fmla="*/ 7406539 w 12193149"/>
              <a:gd name="connsiteY107-12774" fmla="*/ 2142468 h 2344739"/>
              <a:gd name="connsiteX108-12775" fmla="*/ 7219707 w 12193149"/>
              <a:gd name="connsiteY108-12776" fmla="*/ 2156680 h 2344739"/>
              <a:gd name="connsiteX109-12777" fmla="*/ 7202249 w 12193149"/>
              <a:gd name="connsiteY109-12778" fmla="*/ 2161230 h 2344739"/>
              <a:gd name="connsiteX110-12779" fmla="*/ 7198152 w 12193149"/>
              <a:gd name="connsiteY110-12780" fmla="*/ 2166588 h 2344739"/>
              <a:gd name="connsiteX111-12781" fmla="*/ 7171956 w 12193149"/>
              <a:gd name="connsiteY111-12782" fmla="*/ 2171236 h 2344739"/>
              <a:gd name="connsiteX112-12783" fmla="*/ 7098136 w 12193149"/>
              <a:gd name="connsiteY112-12784" fmla="*/ 2183464 h 2344739"/>
              <a:gd name="connsiteX113-12785" fmla="*/ 7019644 w 12193149"/>
              <a:gd name="connsiteY113-12786" fmla="*/ 2183090 h 2344739"/>
              <a:gd name="connsiteX114-12787" fmla="*/ 6905294 w 12193149"/>
              <a:gd name="connsiteY114-12788" fmla="*/ 2212596 h 2344739"/>
              <a:gd name="connsiteX115-12789" fmla="*/ 6709370 w 12193149"/>
              <a:gd name="connsiteY115-12790" fmla="*/ 2240551 h 2344739"/>
              <a:gd name="connsiteX116-12791" fmla="*/ 6550602 w 12193149"/>
              <a:gd name="connsiteY116-12792" fmla="*/ 2269327 h 2344739"/>
              <a:gd name="connsiteX117-12793" fmla="*/ 6318708 w 12193149"/>
              <a:gd name="connsiteY117-12794" fmla="*/ 2316127 h 2344739"/>
              <a:gd name="connsiteX118-12795" fmla="*/ 6169822 w 12193149"/>
              <a:gd name="connsiteY118-12796" fmla="*/ 2318214 h 2344739"/>
              <a:gd name="connsiteX119-12797" fmla="*/ 6074996 w 12193149"/>
              <a:gd name="connsiteY119-12798" fmla="*/ 2338676 h 2344739"/>
              <a:gd name="connsiteX120-12799" fmla="*/ 6069677 w 12193149"/>
              <a:gd name="connsiteY120-12800" fmla="*/ 2337139 h 2344739"/>
              <a:gd name="connsiteX121-12801" fmla="*/ 6049786 w 12193149"/>
              <a:gd name="connsiteY121-12802" fmla="*/ 2337822 h 2344739"/>
              <a:gd name="connsiteX122-12803" fmla="*/ 6042433 w 12193149"/>
              <a:gd name="connsiteY122-12804" fmla="*/ 2329473 h 2344739"/>
              <a:gd name="connsiteX123-12805" fmla="*/ 6011238 w 12193149"/>
              <a:gd name="connsiteY123-12806" fmla="*/ 2324380 h 2344739"/>
              <a:gd name="connsiteX124-12807" fmla="*/ 5958523 w 12193149"/>
              <a:gd name="connsiteY124-12808" fmla="*/ 2328024 h 2344739"/>
              <a:gd name="connsiteX125-12809" fmla="*/ 5760067 w 12193149"/>
              <a:gd name="connsiteY125-12810" fmla="*/ 2343716 h 2344739"/>
              <a:gd name="connsiteX126-12811" fmla="*/ 5628108 w 12193149"/>
              <a:gd name="connsiteY126-12812" fmla="*/ 2344739 h 2344739"/>
              <a:gd name="connsiteX127-12813" fmla="*/ 5472054 w 12193149"/>
              <a:gd name="connsiteY127-12814" fmla="*/ 2330719 h 2344739"/>
              <a:gd name="connsiteX128-12815" fmla="*/ 5433909 w 12193149"/>
              <a:gd name="connsiteY128-12816" fmla="*/ 2319466 h 2344739"/>
              <a:gd name="connsiteX129-12817" fmla="*/ 5382817 w 12193149"/>
              <a:gd name="connsiteY129-12818" fmla="*/ 2301764 h 2344739"/>
              <a:gd name="connsiteX130-12819" fmla="*/ 5262912 w 12193149"/>
              <a:gd name="connsiteY130-12820" fmla="*/ 2281347 h 2344739"/>
              <a:gd name="connsiteX131-12821" fmla="*/ 5224109 w 12193149"/>
              <a:gd name="connsiteY131-12822" fmla="*/ 2270223 h 2344739"/>
              <a:gd name="connsiteX132-12823" fmla="*/ 5175808 w 12193149"/>
              <a:gd name="connsiteY132-12824" fmla="*/ 2267233 h 2344739"/>
              <a:gd name="connsiteX133-12825" fmla="*/ 5157702 w 12193149"/>
              <a:gd name="connsiteY133-12826" fmla="*/ 2260010 h 2344739"/>
              <a:gd name="connsiteX134-12827" fmla="*/ 5143747 w 12193149"/>
              <a:gd name="connsiteY134-12828" fmla="*/ 2256610 h 2344739"/>
              <a:gd name="connsiteX135-12829" fmla="*/ 5140744 w 12193149"/>
              <a:gd name="connsiteY135-12830" fmla="*/ 2254509 h 2344739"/>
              <a:gd name="connsiteX136-12831" fmla="*/ 5122807 w 12193149"/>
              <a:gd name="connsiteY136-12832" fmla="*/ 2243656 h 2344739"/>
              <a:gd name="connsiteX137-12833" fmla="*/ 5066938 w 12193149"/>
              <a:gd name="connsiteY137-12834" fmla="*/ 2250227 h 2344739"/>
              <a:gd name="connsiteX138-12835" fmla="*/ 5012662 w 12193149"/>
              <a:gd name="connsiteY138-12836" fmla="*/ 2233846 h 2344739"/>
              <a:gd name="connsiteX139-12837" fmla="*/ 4841589 w 12193149"/>
              <a:gd name="connsiteY139-12838" fmla="*/ 2209829 h 2344739"/>
              <a:gd name="connsiteX140-12839" fmla="*/ 4763595 w 12193149"/>
              <a:gd name="connsiteY140-12840" fmla="*/ 2182061 h 2344739"/>
              <a:gd name="connsiteX141-12841" fmla="*/ 4724334 w 12193149"/>
              <a:gd name="connsiteY141-12842" fmla="*/ 2173047 h 2344739"/>
              <a:gd name="connsiteX142-12843" fmla="*/ 4722324 w 12193149"/>
              <a:gd name="connsiteY142-12844" fmla="*/ 2172298 h 2344739"/>
              <a:gd name="connsiteX143-12845" fmla="*/ 4723259 w 12193149"/>
              <a:gd name="connsiteY143-12846" fmla="*/ 2172087 h 2344739"/>
              <a:gd name="connsiteX144-12847" fmla="*/ 4718350 w 12193149"/>
              <a:gd name="connsiteY144-12848" fmla="*/ 2170817 h 2344739"/>
              <a:gd name="connsiteX145-12849" fmla="*/ 4722324 w 12193149"/>
              <a:gd name="connsiteY145-12850" fmla="*/ 2172298 h 2344739"/>
              <a:gd name="connsiteX146-12851" fmla="*/ 4716674 w 12193149"/>
              <a:gd name="connsiteY146-12852" fmla="*/ 2173573 h 2344739"/>
              <a:gd name="connsiteX147-12853" fmla="*/ 4516962 w 12193149"/>
              <a:gd name="connsiteY147-12854" fmla="*/ 2163671 h 2344739"/>
              <a:gd name="connsiteX148-12855" fmla="*/ 4429691 w 12193149"/>
              <a:gd name="connsiteY148-12856" fmla="*/ 2153020 h 2344739"/>
              <a:gd name="connsiteX149-12857" fmla="*/ 4364023 w 12193149"/>
              <a:gd name="connsiteY149-12858" fmla="*/ 2151674 h 2344739"/>
              <a:gd name="connsiteX150-12859" fmla="*/ 4318114 w 12193149"/>
              <a:gd name="connsiteY150-12860" fmla="*/ 2158289 h 2344739"/>
              <a:gd name="connsiteX151-12861" fmla="*/ 4316258 w 12193149"/>
              <a:gd name="connsiteY151-12862" fmla="*/ 2156948 h 2344739"/>
              <a:gd name="connsiteX152-12863" fmla="*/ 4296292 w 12193149"/>
              <a:gd name="connsiteY152-12864" fmla="*/ 2155069 h 2344739"/>
              <a:gd name="connsiteX153-12865" fmla="*/ 4291212 w 12193149"/>
              <a:gd name="connsiteY153-12866" fmla="*/ 2157986 h 2344739"/>
              <a:gd name="connsiteX154-12867" fmla="*/ 4277290 w 12193149"/>
              <a:gd name="connsiteY154-12868" fmla="*/ 2157740 h 2344739"/>
              <a:gd name="connsiteX155-12869" fmla="*/ 4249265 w 12193149"/>
              <a:gd name="connsiteY155-12870" fmla="*/ 2160064 h 2344739"/>
              <a:gd name="connsiteX156-12871" fmla="*/ 4203199 w 12193149"/>
              <a:gd name="connsiteY156-12872" fmla="*/ 2157269 h 2344739"/>
              <a:gd name="connsiteX157-12873" fmla="*/ 4202893 w 12193149"/>
              <a:gd name="connsiteY157-12874" fmla="*/ 2156010 h 2344739"/>
              <a:gd name="connsiteX158-12875" fmla="*/ 4192396 w 12193149"/>
              <a:gd name="connsiteY158-12876" fmla="*/ 2150376 h 2344739"/>
              <a:gd name="connsiteX159-12877" fmla="*/ 4143893 w 12193149"/>
              <a:gd name="connsiteY159-12878" fmla="*/ 2134511 h 2344739"/>
              <a:gd name="connsiteX160-12879" fmla="*/ 4084245 w 12193149"/>
              <a:gd name="connsiteY160-12880" fmla="*/ 2107978 h 2344739"/>
              <a:gd name="connsiteX161-12881" fmla="*/ 4075694 w 12193149"/>
              <a:gd name="connsiteY161-12882" fmla="*/ 2107143 h 2344739"/>
              <a:gd name="connsiteX162-12883" fmla="*/ 4075575 w 12193149"/>
              <a:gd name="connsiteY162-12884" fmla="*/ 2106844 h 2344739"/>
              <a:gd name="connsiteX163-12885" fmla="*/ 4066658 w 12193149"/>
              <a:gd name="connsiteY163-12886" fmla="*/ 2105400 h 2344739"/>
              <a:gd name="connsiteX164-12887" fmla="*/ 4060102 w 12193149"/>
              <a:gd name="connsiteY164-12888" fmla="*/ 2105618 h 2344739"/>
              <a:gd name="connsiteX165-12889" fmla="*/ 4043512 w 12193149"/>
              <a:gd name="connsiteY165-12890" fmla="*/ 2103997 h 2344739"/>
              <a:gd name="connsiteX166-12891" fmla="*/ 4038145 w 12193149"/>
              <a:gd name="connsiteY166-12892" fmla="*/ 2101563 h 2344739"/>
              <a:gd name="connsiteX167-12893" fmla="*/ 4036511 w 12193149"/>
              <a:gd name="connsiteY167-12894" fmla="*/ 2097896 h 2344739"/>
              <a:gd name="connsiteX168-12895" fmla="*/ 4034926 w 12193149"/>
              <a:gd name="connsiteY168-12896" fmla="*/ 2098131 h 2344739"/>
              <a:gd name="connsiteX169-12897" fmla="*/ 4005686 w 12193149"/>
              <a:gd name="connsiteY169-12898" fmla="*/ 2085563 h 2344739"/>
              <a:gd name="connsiteX170-12899" fmla="*/ 3937994 w 12193149"/>
              <a:gd name="connsiteY170-12900" fmla="*/ 2068106 h 2344739"/>
              <a:gd name="connsiteX171-12901" fmla="*/ 3898423 w 12193149"/>
              <a:gd name="connsiteY171-12902" fmla="*/ 2062451 h 2344739"/>
              <a:gd name="connsiteX172-12903" fmla="*/ 3790908 w 12193149"/>
              <a:gd name="connsiteY172-12904" fmla="*/ 2042213 h 2344739"/>
              <a:gd name="connsiteX173-12905" fmla="*/ 3683661 w 12193149"/>
              <a:gd name="connsiteY173-12906" fmla="*/ 2018290 h 2344739"/>
              <a:gd name="connsiteX174-12907" fmla="*/ 3611183 w 12193149"/>
              <a:gd name="connsiteY174-12908" fmla="*/ 1986019 h 2344739"/>
              <a:gd name="connsiteX175-12909" fmla="*/ 3605003 w 12193149"/>
              <a:gd name="connsiteY175-12910" fmla="*/ 1987381 h 2344739"/>
              <a:gd name="connsiteX176-12911" fmla="*/ 3595884 w 12193149"/>
              <a:gd name="connsiteY176-12912" fmla="*/ 1987545 h 2344739"/>
              <a:gd name="connsiteX177-12913" fmla="*/ 3595649 w 12193149"/>
              <a:gd name="connsiteY177-12914" fmla="*/ 1987276 h 2344739"/>
              <a:gd name="connsiteX178-12915" fmla="*/ 3587126 w 12193149"/>
              <a:gd name="connsiteY178-12916" fmla="*/ 1987966 h 2344739"/>
              <a:gd name="connsiteX179-12917" fmla="*/ 3537283 w 12193149"/>
              <a:gd name="connsiteY179-12918" fmla="*/ 1978267 h 2344739"/>
              <a:gd name="connsiteX180-12919" fmla="*/ 3474371 w 12193149"/>
              <a:gd name="connsiteY180-12920" fmla="*/ 1974606 h 2344739"/>
              <a:gd name="connsiteX181-12921" fmla="*/ 3401876 w 12193149"/>
              <a:gd name="connsiteY181-12922" fmla="*/ 1962558 h 2344739"/>
              <a:gd name="connsiteX182-12923" fmla="*/ 3365036 w 12193149"/>
              <a:gd name="connsiteY182-12924" fmla="*/ 1979510 h 2344739"/>
              <a:gd name="connsiteX183-12925" fmla="*/ 3345174 w 12193149"/>
              <a:gd name="connsiteY183-12926" fmla="*/ 1981192 h 2344739"/>
              <a:gd name="connsiteX184-12927" fmla="*/ 3342846 w 12193149"/>
              <a:gd name="connsiteY184-12928" fmla="*/ 1980217 h 2344739"/>
              <a:gd name="connsiteX185-12929" fmla="*/ 3263504 w 12193149"/>
              <a:gd name="connsiteY185-12930" fmla="*/ 1986094 h 2344739"/>
              <a:gd name="connsiteX186-12931" fmla="*/ 3143704 w 12193149"/>
              <a:gd name="connsiteY186-12932" fmla="*/ 1993869 h 2344739"/>
              <a:gd name="connsiteX187-12933" fmla="*/ 3031439 w 12193149"/>
              <a:gd name="connsiteY187-12934" fmla="*/ 1996512 h 2344739"/>
              <a:gd name="connsiteX188-12935" fmla="*/ 2782717 w 12193149"/>
              <a:gd name="connsiteY188-12936" fmla="*/ 2018333 h 2344739"/>
              <a:gd name="connsiteX189-12937" fmla="*/ 2647675 w 12193149"/>
              <a:gd name="connsiteY189-12938" fmla="*/ 2028869 h 2344739"/>
              <a:gd name="connsiteX190-12939" fmla="*/ 2569176 w 12193149"/>
              <a:gd name="connsiteY190-12940" fmla="*/ 2002628 h 2344739"/>
              <a:gd name="connsiteX191-12941" fmla="*/ 2444403 w 12193149"/>
              <a:gd name="connsiteY191-12942" fmla="*/ 2016529 h 2344739"/>
              <a:gd name="connsiteX192-12943" fmla="*/ 2316260 w 12193149"/>
              <a:gd name="connsiteY192-12944" fmla="*/ 2024996 h 2344739"/>
              <a:gd name="connsiteX193-12945" fmla="*/ 2209726 w 12193149"/>
              <a:gd name="connsiteY193-12946" fmla="*/ 2019763 h 2344739"/>
              <a:gd name="connsiteX194-12947" fmla="*/ 2095813 w 12193149"/>
              <a:gd name="connsiteY194-12948" fmla="*/ 2003052 h 2344739"/>
              <a:gd name="connsiteX195-12949" fmla="*/ 1998504 w 12193149"/>
              <a:gd name="connsiteY195-12950" fmla="*/ 1995032 h 2344739"/>
              <a:gd name="connsiteX196-12951" fmla="*/ 1929320 w 12193149"/>
              <a:gd name="connsiteY196-12952" fmla="*/ 2016977 h 2344739"/>
              <a:gd name="connsiteX197-12953" fmla="*/ 1922798 w 12193149"/>
              <a:gd name="connsiteY197-12954" fmla="*/ 2012146 h 2344739"/>
              <a:gd name="connsiteX198-12955" fmla="*/ 1874228 w 12193149"/>
              <a:gd name="connsiteY198-12956" fmla="*/ 2013741 h 2344739"/>
              <a:gd name="connsiteX199-12957" fmla="*/ 1787803 w 12193149"/>
              <a:gd name="connsiteY199-12958" fmla="*/ 2041363 h 2344739"/>
              <a:gd name="connsiteX200-12959" fmla="*/ 1739352 w 12193149"/>
              <a:gd name="connsiteY200-12960" fmla="*/ 2036312 h 2344739"/>
              <a:gd name="connsiteX201-12961" fmla="*/ 1676219 w 12193149"/>
              <a:gd name="connsiteY201-12962" fmla="*/ 2019963 h 2344739"/>
              <a:gd name="connsiteX202-12963" fmla="*/ 1609817 w 12193149"/>
              <a:gd name="connsiteY202-12964" fmla="*/ 2013066 h 2344739"/>
              <a:gd name="connsiteX203-12965" fmla="*/ 1497258 w 12193149"/>
              <a:gd name="connsiteY203-12966" fmla="*/ 1987476 h 2344739"/>
              <a:gd name="connsiteX204-12967" fmla="*/ 1151127 w 12193149"/>
              <a:gd name="connsiteY204-12968" fmla="*/ 1938041 h 2344739"/>
              <a:gd name="connsiteX205-12969" fmla="*/ 859417 w 12193149"/>
              <a:gd name="connsiteY205-12970" fmla="*/ 1928608 h 2344739"/>
              <a:gd name="connsiteX206-12971" fmla="*/ 838688 w 12193149"/>
              <a:gd name="connsiteY206-12972" fmla="*/ 1929821 h 2344739"/>
              <a:gd name="connsiteX207-12973" fmla="*/ 817957 w 12193149"/>
              <a:gd name="connsiteY207-12974" fmla="*/ 1927857 h 2344739"/>
              <a:gd name="connsiteX208-12975" fmla="*/ 812654 w 12193149"/>
              <a:gd name="connsiteY208-12976" fmla="*/ 1930751 h 2344739"/>
              <a:gd name="connsiteX209-12977" fmla="*/ 721195 w 12193149"/>
              <a:gd name="connsiteY209-12978" fmla="*/ 1929661 h 2344739"/>
              <a:gd name="connsiteX210-12979" fmla="*/ 720890 w 12193149"/>
              <a:gd name="connsiteY210-12980" fmla="*/ 1928399 h 2344739"/>
              <a:gd name="connsiteX211-12981" fmla="*/ 710023 w 12193149"/>
              <a:gd name="connsiteY211-12982" fmla="*/ 1922722 h 2344739"/>
              <a:gd name="connsiteX212-12983" fmla="*/ 597940 w 12193149"/>
              <a:gd name="connsiteY212-12984" fmla="*/ 1879864 h 2344739"/>
              <a:gd name="connsiteX213-12985" fmla="*/ 579683 w 12193149"/>
              <a:gd name="connsiteY213-12986" fmla="*/ 1877212 h 2344739"/>
              <a:gd name="connsiteX214-12987" fmla="*/ 572865 w 12193149"/>
              <a:gd name="connsiteY214-12988" fmla="*/ 1877401 h 2344739"/>
              <a:gd name="connsiteX215-12989" fmla="*/ 446247 w 12193149"/>
              <a:gd name="connsiteY215-12990" fmla="*/ 1839371 h 2344739"/>
              <a:gd name="connsiteX216-12991" fmla="*/ 405163 w 12193149"/>
              <a:gd name="connsiteY216-12992" fmla="*/ 1833548 h 2344739"/>
              <a:gd name="connsiteX217-12993" fmla="*/ 293583 w 12193149"/>
              <a:gd name="connsiteY217-12994" fmla="*/ 1812852 h 2344739"/>
              <a:gd name="connsiteX218-12995" fmla="*/ 119529 w 12193149"/>
              <a:gd name="connsiteY218-12996" fmla="*/ 1761047 h 2344739"/>
              <a:gd name="connsiteX219-12997" fmla="*/ 16674 w 12193149"/>
              <a:gd name="connsiteY219-12998" fmla="*/ 1758191 h 2344739"/>
              <a:gd name="connsiteX220-12999" fmla="*/ 1150 w 12193149"/>
              <a:gd name="connsiteY220-13000" fmla="*/ 1752722 h 2344739"/>
              <a:gd name="connsiteX221-13001" fmla="*/ 1148 w 12193149"/>
              <a:gd name="connsiteY221-13002" fmla="*/ 222213 h 2344739"/>
              <a:gd name="connsiteX222-13003" fmla="*/ 1148 w 12193149"/>
              <a:gd name="connsiteY222-13004" fmla="*/ 0 h 2344739"/>
              <a:gd name="connsiteX0-13005" fmla="*/ 1148 w 12193149"/>
              <a:gd name="connsiteY0-13006" fmla="*/ 0 h 2344739"/>
              <a:gd name="connsiteX1-13007" fmla="*/ 12193148 w 12193149"/>
              <a:gd name="connsiteY1-13008" fmla="*/ 0 h 2344739"/>
              <a:gd name="connsiteX2-13009" fmla="*/ 12193148 w 12193149"/>
              <a:gd name="connsiteY2-13010" fmla="*/ 222213 h 2344739"/>
              <a:gd name="connsiteX3-13011" fmla="*/ 12193148 w 12193149"/>
              <a:gd name="connsiteY3-13012" fmla="*/ 389190 h 2344739"/>
              <a:gd name="connsiteX4-13013" fmla="*/ 12193149 w 12193149"/>
              <a:gd name="connsiteY4-13014" fmla="*/ 579739 h 2344739"/>
              <a:gd name="connsiteX5-13015" fmla="*/ 12185986 w 12193149"/>
              <a:gd name="connsiteY5-13016" fmla="*/ 584189 h 2344739"/>
              <a:gd name="connsiteX6-13017" fmla="*/ 12156363 w 12193149"/>
              <a:gd name="connsiteY6-13018" fmla="*/ 597366 h 2344739"/>
              <a:gd name="connsiteX7-13019" fmla="*/ 12139215 w 12193149"/>
              <a:gd name="connsiteY7-13020" fmla="*/ 623179 h 2344739"/>
              <a:gd name="connsiteX8-13021" fmla="*/ 12126327 w 12193149"/>
              <a:gd name="connsiteY8-13022" fmla="*/ 624690 h 2344739"/>
              <a:gd name="connsiteX9-13023" fmla="*/ 12124007 w 12193149"/>
              <a:gd name="connsiteY9-13024" fmla="*/ 624794 h 2344739"/>
              <a:gd name="connsiteX10-13025" fmla="*/ 12116854 w 12193149"/>
              <a:gd name="connsiteY10-13026" fmla="*/ 628608 h 2344739"/>
              <a:gd name="connsiteX11-13027" fmla="*/ 12099497 w 12193149"/>
              <a:gd name="connsiteY11-13028" fmla="*/ 628139 h 2344739"/>
              <a:gd name="connsiteX12-13029" fmla="*/ 12087073 w 12193149"/>
              <a:gd name="connsiteY12-13030" fmla="*/ 636341 h 2344739"/>
              <a:gd name="connsiteX13-13031" fmla="*/ 12031073 w 12193149"/>
              <a:gd name="connsiteY13-13032" fmla="*/ 680009 h 2344739"/>
              <a:gd name="connsiteX14-13033" fmla="*/ 11995833 w 12193149"/>
              <a:gd name="connsiteY14-13034" fmla="*/ 703458 h 2344739"/>
              <a:gd name="connsiteX15-13035" fmla="*/ 11979717 w 12193149"/>
              <a:gd name="connsiteY15-13036" fmla="*/ 708161 h 2344739"/>
              <a:gd name="connsiteX16-13037" fmla="*/ 11959046 w 12193149"/>
              <a:gd name="connsiteY16-13038" fmla="*/ 717558 h 2344739"/>
              <a:gd name="connsiteX17-13039" fmla="*/ 11920454 w 12193149"/>
              <a:gd name="connsiteY17-13040" fmla="*/ 730883 h 2344739"/>
              <a:gd name="connsiteX18-13041" fmla="*/ 11903656 w 12193149"/>
              <a:gd name="connsiteY18-13042" fmla="*/ 742426 h 2344739"/>
              <a:gd name="connsiteX19-13043" fmla="*/ 11895048 w 12193149"/>
              <a:gd name="connsiteY19-13044" fmla="*/ 744791 h 2344739"/>
              <a:gd name="connsiteX20-13045" fmla="*/ 11891968 w 12193149"/>
              <a:gd name="connsiteY20-13046" fmla="*/ 755729 h 2344739"/>
              <a:gd name="connsiteX21-13047" fmla="*/ 11870776 w 12193149"/>
              <a:gd name="connsiteY21-13048" fmla="*/ 777816 h 2344739"/>
              <a:gd name="connsiteX22-13049" fmla="*/ 11813376 w 12193149"/>
              <a:gd name="connsiteY22-13050" fmla="*/ 797659 h 2344739"/>
              <a:gd name="connsiteX23-13051" fmla="*/ 11749767 w 12193149"/>
              <a:gd name="connsiteY23-13052" fmla="*/ 872002 h 2344739"/>
              <a:gd name="connsiteX24-13053" fmla="*/ 11590693 w 12193149"/>
              <a:gd name="connsiteY24-13054" fmla="*/ 963777 h 2344739"/>
              <a:gd name="connsiteX25-13055" fmla="*/ 11506817 w 12193149"/>
              <a:gd name="connsiteY25-13056" fmla="*/ 1033623 h 2344739"/>
              <a:gd name="connsiteX26-13057" fmla="*/ 11280332 w 12193149"/>
              <a:gd name="connsiteY26-13058" fmla="*/ 1223571 h 2344739"/>
              <a:gd name="connsiteX27-13059" fmla="*/ 11228309 w 12193149"/>
              <a:gd name="connsiteY27-13060" fmla="*/ 1276236 h 2344739"/>
              <a:gd name="connsiteX28-13061" fmla="*/ 11218087 w 12193149"/>
              <a:gd name="connsiteY28-13062" fmla="*/ 1275961 h 2344739"/>
              <a:gd name="connsiteX29-13063" fmla="*/ 11217184 w 12193149"/>
              <a:gd name="connsiteY29-13064" fmla="*/ 1275018 h 2344739"/>
              <a:gd name="connsiteX30-13065" fmla="*/ 11188885 w 12193149"/>
              <a:gd name="connsiteY30-13066" fmla="*/ 1292383 h 2344739"/>
              <a:gd name="connsiteX31-13067" fmla="*/ 11184501 w 12193149"/>
              <a:gd name="connsiteY31-13068" fmla="*/ 1292525 h 2344739"/>
              <a:gd name="connsiteX32-13069" fmla="*/ 11166854 w 12193149"/>
              <a:gd name="connsiteY32-13070" fmla="*/ 1306612 h 2344739"/>
              <a:gd name="connsiteX33-13071" fmla="*/ 11157311 w 12193149"/>
              <a:gd name="connsiteY33-13072" fmla="*/ 1312414 h 2344739"/>
              <a:gd name="connsiteX34-13073" fmla="*/ 11155496 w 12193149"/>
              <a:gd name="connsiteY34-13074" fmla="*/ 1317097 h 2344739"/>
              <a:gd name="connsiteX35-13075" fmla="*/ 11140961 w 12193149"/>
              <a:gd name="connsiteY35-13076" fmla="*/ 1324115 h 2344739"/>
              <a:gd name="connsiteX36-13077" fmla="*/ 11138961 w 12193149"/>
              <a:gd name="connsiteY36-13078" fmla="*/ 1323772 h 2344739"/>
              <a:gd name="connsiteX37-13079" fmla="*/ 11128208 w 12193149"/>
              <a:gd name="connsiteY37-13080" fmla="*/ 1333832 h 2344739"/>
              <a:gd name="connsiteX38-13081" fmla="*/ 11120691 w 12193149"/>
              <a:gd name="connsiteY38-13082" fmla="*/ 1347424 h 2344739"/>
              <a:gd name="connsiteX39-13083" fmla="*/ 10894683 w 12193149"/>
              <a:gd name="connsiteY39-13084" fmla="*/ 1473399 h 2344739"/>
              <a:gd name="connsiteX40-13085" fmla="*/ 10773300 w 12193149"/>
              <a:gd name="connsiteY40-13086" fmla="*/ 1523191 h 2344739"/>
              <a:gd name="connsiteX41-13087" fmla="*/ 10627668 w 12193149"/>
              <a:gd name="connsiteY41-13088" fmla="*/ 1559229 h 2344739"/>
              <a:gd name="connsiteX42-13089" fmla="*/ 10581895 w 12193149"/>
              <a:gd name="connsiteY42-13090" fmla="*/ 1568689 h 2344739"/>
              <a:gd name="connsiteX43-13091" fmla="*/ 10547790 w 12193149"/>
              <a:gd name="connsiteY43-13092" fmla="*/ 1598423 h 2344739"/>
              <a:gd name="connsiteX44-13093" fmla="*/ 10529643 w 12193149"/>
              <a:gd name="connsiteY44-13094" fmla="*/ 1596907 h 2344739"/>
              <a:gd name="connsiteX45-13095" fmla="*/ 10526446 w 12193149"/>
              <a:gd name="connsiteY45-13096" fmla="*/ 1596411 h 2344739"/>
              <a:gd name="connsiteX46-13097" fmla="*/ 10515129 w 12193149"/>
              <a:gd name="connsiteY46-13098" fmla="*/ 1599537 h 2344739"/>
              <a:gd name="connsiteX47-13099" fmla="*/ 10491735 w 12193149"/>
              <a:gd name="connsiteY47-13100" fmla="*/ 1594156 h 2344739"/>
              <a:gd name="connsiteX48-13101" fmla="*/ 10471418 w 12193149"/>
              <a:gd name="connsiteY48-13102" fmla="*/ 1601693 h 2344739"/>
              <a:gd name="connsiteX49-13103" fmla="*/ 10377042 w 12193149"/>
              <a:gd name="connsiteY49-13104" fmla="*/ 1644598 h 2344739"/>
              <a:gd name="connsiteX50-13105" fmla="*/ 10319338 w 12193149"/>
              <a:gd name="connsiteY50-13106" fmla="*/ 1666221 h 2344739"/>
              <a:gd name="connsiteX51-13107" fmla="*/ 10295467 w 12193149"/>
              <a:gd name="connsiteY51-13108" fmla="*/ 1668079 h 2344739"/>
              <a:gd name="connsiteX52-13109" fmla="*/ 10263443 w 12193149"/>
              <a:gd name="connsiteY52-13110" fmla="*/ 1674948 h 2344739"/>
              <a:gd name="connsiteX53-13111" fmla="*/ 10205418 w 12193149"/>
              <a:gd name="connsiteY53-13112" fmla="*/ 1682149 h 2344739"/>
              <a:gd name="connsiteX54-13113" fmla="*/ 10177759 w 12193149"/>
              <a:gd name="connsiteY54-13114" fmla="*/ 1692943 h 2344739"/>
              <a:gd name="connsiteX55-13115" fmla="*/ 10165070 w 12193149"/>
              <a:gd name="connsiteY55-13116" fmla="*/ 1693739 h 2344739"/>
              <a:gd name="connsiteX56-13117" fmla="*/ 10156308 w 12193149"/>
              <a:gd name="connsiteY56-13118" fmla="*/ 1707487 h 2344739"/>
              <a:gd name="connsiteX57-13119" fmla="*/ 10118267 w 12193149"/>
              <a:gd name="connsiteY57-13120" fmla="*/ 1731142 h 2344739"/>
              <a:gd name="connsiteX58-13121" fmla="*/ 10101593 w 12193149"/>
              <a:gd name="connsiteY58-13122" fmla="*/ 1742432 h 2344739"/>
              <a:gd name="connsiteX59-13123" fmla="*/ 10083317 w 12193149"/>
              <a:gd name="connsiteY59-13124" fmla="*/ 1743296 h 2344739"/>
              <a:gd name="connsiteX60-13125" fmla="*/ 10040388 w 12193149"/>
              <a:gd name="connsiteY60-13126" fmla="*/ 1741632 h 2344739"/>
              <a:gd name="connsiteX61-13127" fmla="*/ 9961167 w 12193149"/>
              <a:gd name="connsiteY61-13128" fmla="*/ 1757147 h 2344739"/>
              <a:gd name="connsiteX62-13129" fmla="*/ 9848940 w 12193149"/>
              <a:gd name="connsiteY62-13130" fmla="*/ 1763915 h 2344739"/>
              <a:gd name="connsiteX63-13131" fmla="*/ 9729457 w 12193149"/>
              <a:gd name="connsiteY63-13132" fmla="*/ 1784122 h 2344739"/>
              <a:gd name="connsiteX64-13133" fmla="*/ 9585655 w 12193149"/>
              <a:gd name="connsiteY64-13134" fmla="*/ 1795542 h 2344739"/>
              <a:gd name="connsiteX65-13135" fmla="*/ 9344200 w 12193149"/>
              <a:gd name="connsiteY65-13136" fmla="*/ 1841244 h 2344739"/>
              <a:gd name="connsiteX66-13137" fmla="*/ 9232518 w 12193149"/>
              <a:gd name="connsiteY66-13138" fmla="*/ 1893149 h 2344739"/>
              <a:gd name="connsiteX67-13139" fmla="*/ 9195958 w 12193149"/>
              <a:gd name="connsiteY67-13140" fmla="*/ 1903228 h 2344739"/>
              <a:gd name="connsiteX68-13141" fmla="*/ 9054601 w 12193149"/>
              <a:gd name="connsiteY68-13142" fmla="*/ 1910755 h 2344739"/>
              <a:gd name="connsiteX69-13143" fmla="*/ 9006634 w 12193149"/>
              <a:gd name="connsiteY69-13144" fmla="*/ 1914040 h 2344739"/>
              <a:gd name="connsiteX70-13145" fmla="*/ 9006349 w 12193149"/>
              <a:gd name="connsiteY70-13146" fmla="*/ 1913800 h 2344739"/>
              <a:gd name="connsiteX71-13147" fmla="*/ 8997380 w 12193149"/>
              <a:gd name="connsiteY71-13148" fmla="*/ 1915011 h 2344739"/>
              <a:gd name="connsiteX72-13149" fmla="*/ 8991542 w 12193149"/>
              <a:gd name="connsiteY72-13150" fmla="*/ 1917072 h 2344739"/>
              <a:gd name="connsiteX73-13151" fmla="*/ 8975485 w 12193149"/>
              <a:gd name="connsiteY73-13152" fmla="*/ 1920298 h 2344739"/>
              <a:gd name="connsiteX74-13153" fmla="*/ 8969159 w 12193149"/>
              <a:gd name="connsiteY74-13154" fmla="*/ 1919598 h 2344739"/>
              <a:gd name="connsiteX75-13155" fmla="*/ 8964196 w 12193149"/>
              <a:gd name="connsiteY75-13156" fmla="*/ 1917373 h 2344739"/>
              <a:gd name="connsiteX76-13157" fmla="*/ 8930136 w 12193149"/>
              <a:gd name="connsiteY76-13158" fmla="*/ 1914185 h 2344739"/>
              <a:gd name="connsiteX77-13159" fmla="*/ 8753592 w 12193149"/>
              <a:gd name="connsiteY77-13160" fmla="*/ 1933417 h 2344739"/>
              <a:gd name="connsiteX78-13161" fmla="*/ 8708995 w 12193149"/>
              <a:gd name="connsiteY78-13162" fmla="*/ 1935518 h 2344739"/>
              <a:gd name="connsiteX79-13163" fmla="*/ 8597219 w 12193149"/>
              <a:gd name="connsiteY79-13164" fmla="*/ 1944090 h 2344739"/>
              <a:gd name="connsiteX80-13165" fmla="*/ 8526378 w 12193149"/>
              <a:gd name="connsiteY80-13166" fmla="*/ 1929248 h 2344739"/>
              <a:gd name="connsiteX81-13167" fmla="*/ 8512131 w 12193149"/>
              <a:gd name="connsiteY81-13168" fmla="*/ 1935163 h 2344739"/>
              <a:gd name="connsiteX82-13169" fmla="*/ 8507315 w 12193149"/>
              <a:gd name="connsiteY82-13170" fmla="*/ 1938164 h 2344739"/>
              <a:gd name="connsiteX83-13171" fmla="*/ 8499116 w 12193149"/>
              <a:gd name="connsiteY83-13172" fmla="*/ 1940902 h 2344739"/>
              <a:gd name="connsiteX84-13173" fmla="*/ 8498742 w 12193149"/>
              <a:gd name="connsiteY84-13174" fmla="*/ 1940723 h 2344739"/>
              <a:gd name="connsiteX85-13175" fmla="*/ 8491397 w 12193149"/>
              <a:gd name="connsiteY85-13176" fmla="*/ 1943773 h 2344739"/>
              <a:gd name="connsiteX86-13177" fmla="*/ 8368330 w 12193149"/>
              <a:gd name="connsiteY86-13178" fmla="*/ 1957815 h 2344739"/>
              <a:gd name="connsiteX87-13179" fmla="*/ 8354947 w 12193149"/>
              <a:gd name="connsiteY87-13180" fmla="*/ 1958009 h 2344739"/>
              <a:gd name="connsiteX88-13181" fmla="*/ 8321252 w 12193149"/>
              <a:gd name="connsiteY88-13182" fmla="*/ 1974587 h 2344739"/>
              <a:gd name="connsiteX89-13183" fmla="*/ 8315581 w 12193149"/>
              <a:gd name="connsiteY89-13184" fmla="*/ 1974913 h 2344739"/>
              <a:gd name="connsiteX90-13185" fmla="*/ 8296322 w 12193149"/>
              <a:gd name="connsiteY90-13186" fmla="*/ 1988808 h 2344739"/>
              <a:gd name="connsiteX91-13187" fmla="*/ 8285424 w 12193149"/>
              <a:gd name="connsiteY91-13188" fmla="*/ 1994631 h 2344739"/>
              <a:gd name="connsiteX92-13189" fmla="*/ 8284298 w 12193149"/>
              <a:gd name="connsiteY92-13190" fmla="*/ 1999074 h 2344739"/>
              <a:gd name="connsiteX93-13191" fmla="*/ 8267224 w 12193149"/>
              <a:gd name="connsiteY93-13192" fmla="*/ 2006249 h 2344739"/>
              <a:gd name="connsiteX94-13193" fmla="*/ 8264525 w 12193149"/>
              <a:gd name="connsiteY94-13194" fmla="*/ 2006019 h 2344739"/>
              <a:gd name="connsiteX95-13195" fmla="*/ 8253181 w 12193149"/>
              <a:gd name="connsiteY95-13196" fmla="*/ 2015862 h 2344739"/>
              <a:gd name="connsiteX96-13197" fmla="*/ 8246982 w 12193149"/>
              <a:gd name="connsiteY96-13198" fmla="*/ 2028854 h 2344739"/>
              <a:gd name="connsiteX97-13199" fmla="*/ 8091420 w 12193149"/>
              <a:gd name="connsiteY97-13200" fmla="*/ 2075015 h 2344739"/>
              <a:gd name="connsiteX98-13201" fmla="*/ 7906555 w 12193149"/>
              <a:gd name="connsiteY98-13202" fmla="*/ 2116988 h 2344739"/>
              <a:gd name="connsiteX99-13203" fmla="*/ 7719893 w 12193149"/>
              <a:gd name="connsiteY99-13204" fmla="*/ 2142703 h 2344739"/>
              <a:gd name="connsiteX100-13205" fmla="*/ 7615495 w 12193149"/>
              <a:gd name="connsiteY100-13206" fmla="*/ 2139232 h 2344739"/>
              <a:gd name="connsiteX101-13207" fmla="*/ 7528691 w 12193149"/>
              <a:gd name="connsiteY101-13208" fmla="*/ 2145060 h 2344739"/>
              <a:gd name="connsiteX102-13209" fmla="*/ 7520719 w 12193149"/>
              <a:gd name="connsiteY102-13210" fmla="*/ 2147613 h 2344739"/>
              <a:gd name="connsiteX103-13211" fmla="*/ 7508559 w 12193149"/>
              <a:gd name="connsiteY103-13212" fmla="*/ 2148948 h 2344739"/>
              <a:gd name="connsiteX104-13213" fmla="*/ 7508188 w 12193149"/>
              <a:gd name="connsiteY104-13214" fmla="*/ 2148621 h 2344739"/>
              <a:gd name="connsiteX105-13215" fmla="*/ 7496943 w 12193149"/>
              <a:gd name="connsiteY105-13216" fmla="*/ 2150573 h 2344739"/>
              <a:gd name="connsiteX106-13217" fmla="*/ 7406539 w 12193149"/>
              <a:gd name="connsiteY106-13218" fmla="*/ 2142468 h 2344739"/>
              <a:gd name="connsiteX107-13219" fmla="*/ 7219707 w 12193149"/>
              <a:gd name="connsiteY107-13220" fmla="*/ 2156680 h 2344739"/>
              <a:gd name="connsiteX108-13221" fmla="*/ 7202249 w 12193149"/>
              <a:gd name="connsiteY108-13222" fmla="*/ 2161230 h 2344739"/>
              <a:gd name="connsiteX109-13223" fmla="*/ 7198152 w 12193149"/>
              <a:gd name="connsiteY109-13224" fmla="*/ 2166588 h 2344739"/>
              <a:gd name="connsiteX110-13225" fmla="*/ 7171956 w 12193149"/>
              <a:gd name="connsiteY110-13226" fmla="*/ 2171236 h 2344739"/>
              <a:gd name="connsiteX111-13227" fmla="*/ 7098136 w 12193149"/>
              <a:gd name="connsiteY111-13228" fmla="*/ 2183464 h 2344739"/>
              <a:gd name="connsiteX112-13229" fmla="*/ 7019644 w 12193149"/>
              <a:gd name="connsiteY112-13230" fmla="*/ 2183090 h 2344739"/>
              <a:gd name="connsiteX113-13231" fmla="*/ 6905294 w 12193149"/>
              <a:gd name="connsiteY113-13232" fmla="*/ 2212596 h 2344739"/>
              <a:gd name="connsiteX114-13233" fmla="*/ 6709370 w 12193149"/>
              <a:gd name="connsiteY114-13234" fmla="*/ 2240551 h 2344739"/>
              <a:gd name="connsiteX115-13235" fmla="*/ 6550602 w 12193149"/>
              <a:gd name="connsiteY115-13236" fmla="*/ 2269327 h 2344739"/>
              <a:gd name="connsiteX116-13237" fmla="*/ 6318708 w 12193149"/>
              <a:gd name="connsiteY116-13238" fmla="*/ 2316127 h 2344739"/>
              <a:gd name="connsiteX117-13239" fmla="*/ 6169822 w 12193149"/>
              <a:gd name="connsiteY117-13240" fmla="*/ 2318214 h 2344739"/>
              <a:gd name="connsiteX118-13241" fmla="*/ 6074996 w 12193149"/>
              <a:gd name="connsiteY118-13242" fmla="*/ 2338676 h 2344739"/>
              <a:gd name="connsiteX119-13243" fmla="*/ 6069677 w 12193149"/>
              <a:gd name="connsiteY119-13244" fmla="*/ 2337139 h 2344739"/>
              <a:gd name="connsiteX120-13245" fmla="*/ 6049786 w 12193149"/>
              <a:gd name="connsiteY120-13246" fmla="*/ 2337822 h 2344739"/>
              <a:gd name="connsiteX121-13247" fmla="*/ 6042433 w 12193149"/>
              <a:gd name="connsiteY121-13248" fmla="*/ 2329473 h 2344739"/>
              <a:gd name="connsiteX122-13249" fmla="*/ 6011238 w 12193149"/>
              <a:gd name="connsiteY122-13250" fmla="*/ 2324380 h 2344739"/>
              <a:gd name="connsiteX123-13251" fmla="*/ 5958523 w 12193149"/>
              <a:gd name="connsiteY123-13252" fmla="*/ 2328024 h 2344739"/>
              <a:gd name="connsiteX124-13253" fmla="*/ 5760067 w 12193149"/>
              <a:gd name="connsiteY124-13254" fmla="*/ 2343716 h 2344739"/>
              <a:gd name="connsiteX125-13255" fmla="*/ 5628108 w 12193149"/>
              <a:gd name="connsiteY125-13256" fmla="*/ 2344739 h 2344739"/>
              <a:gd name="connsiteX126-13257" fmla="*/ 5472054 w 12193149"/>
              <a:gd name="connsiteY126-13258" fmla="*/ 2330719 h 2344739"/>
              <a:gd name="connsiteX127-13259" fmla="*/ 5433909 w 12193149"/>
              <a:gd name="connsiteY127-13260" fmla="*/ 2319466 h 2344739"/>
              <a:gd name="connsiteX128-13261" fmla="*/ 5382817 w 12193149"/>
              <a:gd name="connsiteY128-13262" fmla="*/ 2301764 h 2344739"/>
              <a:gd name="connsiteX129-13263" fmla="*/ 5262912 w 12193149"/>
              <a:gd name="connsiteY129-13264" fmla="*/ 2281347 h 2344739"/>
              <a:gd name="connsiteX130-13265" fmla="*/ 5224109 w 12193149"/>
              <a:gd name="connsiteY130-13266" fmla="*/ 2270223 h 2344739"/>
              <a:gd name="connsiteX131-13267" fmla="*/ 5175808 w 12193149"/>
              <a:gd name="connsiteY131-13268" fmla="*/ 2267233 h 2344739"/>
              <a:gd name="connsiteX132-13269" fmla="*/ 5157702 w 12193149"/>
              <a:gd name="connsiteY132-13270" fmla="*/ 2260010 h 2344739"/>
              <a:gd name="connsiteX133-13271" fmla="*/ 5143747 w 12193149"/>
              <a:gd name="connsiteY133-13272" fmla="*/ 2256610 h 2344739"/>
              <a:gd name="connsiteX134-13273" fmla="*/ 5140744 w 12193149"/>
              <a:gd name="connsiteY134-13274" fmla="*/ 2254509 h 2344739"/>
              <a:gd name="connsiteX135-13275" fmla="*/ 5122807 w 12193149"/>
              <a:gd name="connsiteY135-13276" fmla="*/ 2243656 h 2344739"/>
              <a:gd name="connsiteX136-13277" fmla="*/ 5066938 w 12193149"/>
              <a:gd name="connsiteY136-13278" fmla="*/ 2250227 h 2344739"/>
              <a:gd name="connsiteX137-13279" fmla="*/ 5012662 w 12193149"/>
              <a:gd name="connsiteY137-13280" fmla="*/ 2233846 h 2344739"/>
              <a:gd name="connsiteX138-13281" fmla="*/ 4841589 w 12193149"/>
              <a:gd name="connsiteY138-13282" fmla="*/ 2209829 h 2344739"/>
              <a:gd name="connsiteX139-13283" fmla="*/ 4763595 w 12193149"/>
              <a:gd name="connsiteY139-13284" fmla="*/ 2182061 h 2344739"/>
              <a:gd name="connsiteX140-13285" fmla="*/ 4724334 w 12193149"/>
              <a:gd name="connsiteY140-13286" fmla="*/ 2173047 h 2344739"/>
              <a:gd name="connsiteX141-13287" fmla="*/ 4722324 w 12193149"/>
              <a:gd name="connsiteY141-13288" fmla="*/ 2172298 h 2344739"/>
              <a:gd name="connsiteX142-13289" fmla="*/ 4723259 w 12193149"/>
              <a:gd name="connsiteY142-13290" fmla="*/ 2172087 h 2344739"/>
              <a:gd name="connsiteX143-13291" fmla="*/ 4718350 w 12193149"/>
              <a:gd name="connsiteY143-13292" fmla="*/ 2170817 h 2344739"/>
              <a:gd name="connsiteX144-13293" fmla="*/ 4722324 w 12193149"/>
              <a:gd name="connsiteY144-13294" fmla="*/ 2172298 h 2344739"/>
              <a:gd name="connsiteX145-13295" fmla="*/ 4716674 w 12193149"/>
              <a:gd name="connsiteY145-13296" fmla="*/ 2173573 h 2344739"/>
              <a:gd name="connsiteX146-13297" fmla="*/ 4516962 w 12193149"/>
              <a:gd name="connsiteY146-13298" fmla="*/ 2163671 h 2344739"/>
              <a:gd name="connsiteX147-13299" fmla="*/ 4429691 w 12193149"/>
              <a:gd name="connsiteY147-13300" fmla="*/ 2153020 h 2344739"/>
              <a:gd name="connsiteX148-13301" fmla="*/ 4364023 w 12193149"/>
              <a:gd name="connsiteY148-13302" fmla="*/ 2151674 h 2344739"/>
              <a:gd name="connsiteX149-13303" fmla="*/ 4318114 w 12193149"/>
              <a:gd name="connsiteY149-13304" fmla="*/ 2158289 h 2344739"/>
              <a:gd name="connsiteX150-13305" fmla="*/ 4316258 w 12193149"/>
              <a:gd name="connsiteY150-13306" fmla="*/ 2156948 h 2344739"/>
              <a:gd name="connsiteX151-13307" fmla="*/ 4296292 w 12193149"/>
              <a:gd name="connsiteY151-13308" fmla="*/ 2155069 h 2344739"/>
              <a:gd name="connsiteX152-13309" fmla="*/ 4291212 w 12193149"/>
              <a:gd name="connsiteY152-13310" fmla="*/ 2157986 h 2344739"/>
              <a:gd name="connsiteX153-13311" fmla="*/ 4277290 w 12193149"/>
              <a:gd name="connsiteY153-13312" fmla="*/ 2157740 h 2344739"/>
              <a:gd name="connsiteX154-13313" fmla="*/ 4249265 w 12193149"/>
              <a:gd name="connsiteY154-13314" fmla="*/ 2160064 h 2344739"/>
              <a:gd name="connsiteX155-13315" fmla="*/ 4203199 w 12193149"/>
              <a:gd name="connsiteY155-13316" fmla="*/ 2157269 h 2344739"/>
              <a:gd name="connsiteX156-13317" fmla="*/ 4202893 w 12193149"/>
              <a:gd name="connsiteY156-13318" fmla="*/ 2156010 h 2344739"/>
              <a:gd name="connsiteX157-13319" fmla="*/ 4192396 w 12193149"/>
              <a:gd name="connsiteY157-13320" fmla="*/ 2150376 h 2344739"/>
              <a:gd name="connsiteX158-13321" fmla="*/ 4143893 w 12193149"/>
              <a:gd name="connsiteY158-13322" fmla="*/ 2134511 h 2344739"/>
              <a:gd name="connsiteX159-13323" fmla="*/ 4084245 w 12193149"/>
              <a:gd name="connsiteY159-13324" fmla="*/ 2107978 h 2344739"/>
              <a:gd name="connsiteX160-13325" fmla="*/ 4075694 w 12193149"/>
              <a:gd name="connsiteY160-13326" fmla="*/ 2107143 h 2344739"/>
              <a:gd name="connsiteX161-13327" fmla="*/ 4075575 w 12193149"/>
              <a:gd name="connsiteY161-13328" fmla="*/ 2106844 h 2344739"/>
              <a:gd name="connsiteX162-13329" fmla="*/ 4066658 w 12193149"/>
              <a:gd name="connsiteY162-13330" fmla="*/ 2105400 h 2344739"/>
              <a:gd name="connsiteX163-13331" fmla="*/ 4060102 w 12193149"/>
              <a:gd name="connsiteY163-13332" fmla="*/ 2105618 h 2344739"/>
              <a:gd name="connsiteX164-13333" fmla="*/ 4043512 w 12193149"/>
              <a:gd name="connsiteY164-13334" fmla="*/ 2103997 h 2344739"/>
              <a:gd name="connsiteX165-13335" fmla="*/ 4038145 w 12193149"/>
              <a:gd name="connsiteY165-13336" fmla="*/ 2101563 h 2344739"/>
              <a:gd name="connsiteX166-13337" fmla="*/ 4036511 w 12193149"/>
              <a:gd name="connsiteY166-13338" fmla="*/ 2097896 h 2344739"/>
              <a:gd name="connsiteX167-13339" fmla="*/ 4034926 w 12193149"/>
              <a:gd name="connsiteY167-13340" fmla="*/ 2098131 h 2344739"/>
              <a:gd name="connsiteX168-13341" fmla="*/ 4005686 w 12193149"/>
              <a:gd name="connsiteY168-13342" fmla="*/ 2085563 h 2344739"/>
              <a:gd name="connsiteX169-13343" fmla="*/ 3937994 w 12193149"/>
              <a:gd name="connsiteY169-13344" fmla="*/ 2068106 h 2344739"/>
              <a:gd name="connsiteX170-13345" fmla="*/ 3898423 w 12193149"/>
              <a:gd name="connsiteY170-13346" fmla="*/ 2062451 h 2344739"/>
              <a:gd name="connsiteX171-13347" fmla="*/ 3790908 w 12193149"/>
              <a:gd name="connsiteY171-13348" fmla="*/ 2042213 h 2344739"/>
              <a:gd name="connsiteX172-13349" fmla="*/ 3683661 w 12193149"/>
              <a:gd name="connsiteY172-13350" fmla="*/ 2018290 h 2344739"/>
              <a:gd name="connsiteX173-13351" fmla="*/ 3611183 w 12193149"/>
              <a:gd name="connsiteY173-13352" fmla="*/ 1986019 h 2344739"/>
              <a:gd name="connsiteX174-13353" fmla="*/ 3605003 w 12193149"/>
              <a:gd name="connsiteY174-13354" fmla="*/ 1987381 h 2344739"/>
              <a:gd name="connsiteX175-13355" fmla="*/ 3595884 w 12193149"/>
              <a:gd name="connsiteY175-13356" fmla="*/ 1987545 h 2344739"/>
              <a:gd name="connsiteX176-13357" fmla="*/ 3595649 w 12193149"/>
              <a:gd name="connsiteY176-13358" fmla="*/ 1987276 h 2344739"/>
              <a:gd name="connsiteX177-13359" fmla="*/ 3587126 w 12193149"/>
              <a:gd name="connsiteY177-13360" fmla="*/ 1987966 h 2344739"/>
              <a:gd name="connsiteX178-13361" fmla="*/ 3537283 w 12193149"/>
              <a:gd name="connsiteY178-13362" fmla="*/ 1978267 h 2344739"/>
              <a:gd name="connsiteX179-13363" fmla="*/ 3474371 w 12193149"/>
              <a:gd name="connsiteY179-13364" fmla="*/ 1974606 h 2344739"/>
              <a:gd name="connsiteX180-13365" fmla="*/ 3401876 w 12193149"/>
              <a:gd name="connsiteY180-13366" fmla="*/ 1962558 h 2344739"/>
              <a:gd name="connsiteX181-13367" fmla="*/ 3365036 w 12193149"/>
              <a:gd name="connsiteY181-13368" fmla="*/ 1979510 h 2344739"/>
              <a:gd name="connsiteX182-13369" fmla="*/ 3345174 w 12193149"/>
              <a:gd name="connsiteY182-13370" fmla="*/ 1981192 h 2344739"/>
              <a:gd name="connsiteX183-13371" fmla="*/ 3342846 w 12193149"/>
              <a:gd name="connsiteY183-13372" fmla="*/ 1980217 h 2344739"/>
              <a:gd name="connsiteX184-13373" fmla="*/ 3263504 w 12193149"/>
              <a:gd name="connsiteY184-13374" fmla="*/ 1986094 h 2344739"/>
              <a:gd name="connsiteX185-13375" fmla="*/ 3143704 w 12193149"/>
              <a:gd name="connsiteY185-13376" fmla="*/ 1993869 h 2344739"/>
              <a:gd name="connsiteX186-13377" fmla="*/ 3031439 w 12193149"/>
              <a:gd name="connsiteY186-13378" fmla="*/ 1996512 h 2344739"/>
              <a:gd name="connsiteX187-13379" fmla="*/ 2782717 w 12193149"/>
              <a:gd name="connsiteY187-13380" fmla="*/ 2018333 h 2344739"/>
              <a:gd name="connsiteX188-13381" fmla="*/ 2647675 w 12193149"/>
              <a:gd name="connsiteY188-13382" fmla="*/ 2028869 h 2344739"/>
              <a:gd name="connsiteX189-13383" fmla="*/ 2569176 w 12193149"/>
              <a:gd name="connsiteY189-13384" fmla="*/ 2002628 h 2344739"/>
              <a:gd name="connsiteX190-13385" fmla="*/ 2444403 w 12193149"/>
              <a:gd name="connsiteY190-13386" fmla="*/ 2016529 h 2344739"/>
              <a:gd name="connsiteX191-13387" fmla="*/ 2316260 w 12193149"/>
              <a:gd name="connsiteY191-13388" fmla="*/ 2024996 h 2344739"/>
              <a:gd name="connsiteX192-13389" fmla="*/ 2209726 w 12193149"/>
              <a:gd name="connsiteY192-13390" fmla="*/ 2019763 h 2344739"/>
              <a:gd name="connsiteX193-13391" fmla="*/ 2095813 w 12193149"/>
              <a:gd name="connsiteY193-13392" fmla="*/ 2003052 h 2344739"/>
              <a:gd name="connsiteX194-13393" fmla="*/ 1998504 w 12193149"/>
              <a:gd name="connsiteY194-13394" fmla="*/ 1995032 h 2344739"/>
              <a:gd name="connsiteX195-13395" fmla="*/ 1929320 w 12193149"/>
              <a:gd name="connsiteY195-13396" fmla="*/ 2016977 h 2344739"/>
              <a:gd name="connsiteX196-13397" fmla="*/ 1922798 w 12193149"/>
              <a:gd name="connsiteY196-13398" fmla="*/ 2012146 h 2344739"/>
              <a:gd name="connsiteX197-13399" fmla="*/ 1874228 w 12193149"/>
              <a:gd name="connsiteY197-13400" fmla="*/ 2013741 h 2344739"/>
              <a:gd name="connsiteX198-13401" fmla="*/ 1787803 w 12193149"/>
              <a:gd name="connsiteY198-13402" fmla="*/ 2041363 h 2344739"/>
              <a:gd name="connsiteX199-13403" fmla="*/ 1739352 w 12193149"/>
              <a:gd name="connsiteY199-13404" fmla="*/ 2036312 h 2344739"/>
              <a:gd name="connsiteX200-13405" fmla="*/ 1676219 w 12193149"/>
              <a:gd name="connsiteY200-13406" fmla="*/ 2019963 h 2344739"/>
              <a:gd name="connsiteX201-13407" fmla="*/ 1609817 w 12193149"/>
              <a:gd name="connsiteY201-13408" fmla="*/ 2013066 h 2344739"/>
              <a:gd name="connsiteX202-13409" fmla="*/ 1497258 w 12193149"/>
              <a:gd name="connsiteY202-13410" fmla="*/ 1987476 h 2344739"/>
              <a:gd name="connsiteX203-13411" fmla="*/ 1151127 w 12193149"/>
              <a:gd name="connsiteY203-13412" fmla="*/ 1938041 h 2344739"/>
              <a:gd name="connsiteX204-13413" fmla="*/ 859417 w 12193149"/>
              <a:gd name="connsiteY204-13414" fmla="*/ 1928608 h 2344739"/>
              <a:gd name="connsiteX205-13415" fmla="*/ 838688 w 12193149"/>
              <a:gd name="connsiteY205-13416" fmla="*/ 1929821 h 2344739"/>
              <a:gd name="connsiteX206-13417" fmla="*/ 817957 w 12193149"/>
              <a:gd name="connsiteY206-13418" fmla="*/ 1927857 h 2344739"/>
              <a:gd name="connsiteX207-13419" fmla="*/ 812654 w 12193149"/>
              <a:gd name="connsiteY207-13420" fmla="*/ 1930751 h 2344739"/>
              <a:gd name="connsiteX208-13421" fmla="*/ 721195 w 12193149"/>
              <a:gd name="connsiteY208-13422" fmla="*/ 1929661 h 2344739"/>
              <a:gd name="connsiteX209-13423" fmla="*/ 720890 w 12193149"/>
              <a:gd name="connsiteY209-13424" fmla="*/ 1928399 h 2344739"/>
              <a:gd name="connsiteX210-13425" fmla="*/ 710023 w 12193149"/>
              <a:gd name="connsiteY210-13426" fmla="*/ 1922722 h 2344739"/>
              <a:gd name="connsiteX211-13427" fmla="*/ 597940 w 12193149"/>
              <a:gd name="connsiteY211-13428" fmla="*/ 1879864 h 2344739"/>
              <a:gd name="connsiteX212-13429" fmla="*/ 579683 w 12193149"/>
              <a:gd name="connsiteY212-13430" fmla="*/ 1877212 h 2344739"/>
              <a:gd name="connsiteX213-13431" fmla="*/ 572865 w 12193149"/>
              <a:gd name="connsiteY213-13432" fmla="*/ 1877401 h 2344739"/>
              <a:gd name="connsiteX214-13433" fmla="*/ 446247 w 12193149"/>
              <a:gd name="connsiteY214-13434" fmla="*/ 1839371 h 2344739"/>
              <a:gd name="connsiteX215-13435" fmla="*/ 405163 w 12193149"/>
              <a:gd name="connsiteY215-13436" fmla="*/ 1833548 h 2344739"/>
              <a:gd name="connsiteX216-13437" fmla="*/ 293583 w 12193149"/>
              <a:gd name="connsiteY216-13438" fmla="*/ 1812852 h 2344739"/>
              <a:gd name="connsiteX217-13439" fmla="*/ 119529 w 12193149"/>
              <a:gd name="connsiteY217-13440" fmla="*/ 1761047 h 2344739"/>
              <a:gd name="connsiteX218-13441" fmla="*/ 16674 w 12193149"/>
              <a:gd name="connsiteY218-13442" fmla="*/ 1758191 h 2344739"/>
              <a:gd name="connsiteX219-13443" fmla="*/ 1150 w 12193149"/>
              <a:gd name="connsiteY219-13444" fmla="*/ 1752722 h 2344739"/>
              <a:gd name="connsiteX220-13445" fmla="*/ 1148 w 12193149"/>
              <a:gd name="connsiteY220-13446" fmla="*/ 222213 h 2344739"/>
              <a:gd name="connsiteX221-13447" fmla="*/ 1148 w 12193149"/>
              <a:gd name="connsiteY221-13448" fmla="*/ 0 h 2344739"/>
              <a:gd name="connsiteX0-13449" fmla="*/ 1148 w 12193149"/>
              <a:gd name="connsiteY0-13450" fmla="*/ 0 h 2344739"/>
              <a:gd name="connsiteX1-13451" fmla="*/ 12193148 w 12193149"/>
              <a:gd name="connsiteY1-13452" fmla="*/ 0 h 2344739"/>
              <a:gd name="connsiteX2-13453" fmla="*/ 12193148 w 12193149"/>
              <a:gd name="connsiteY2-13454" fmla="*/ 222213 h 2344739"/>
              <a:gd name="connsiteX3-13455" fmla="*/ 12193148 w 12193149"/>
              <a:gd name="connsiteY3-13456" fmla="*/ 389190 h 2344739"/>
              <a:gd name="connsiteX4-13457" fmla="*/ 12193149 w 12193149"/>
              <a:gd name="connsiteY4-13458" fmla="*/ 579739 h 2344739"/>
              <a:gd name="connsiteX5-13459" fmla="*/ 12185986 w 12193149"/>
              <a:gd name="connsiteY5-13460" fmla="*/ 584189 h 2344739"/>
              <a:gd name="connsiteX6-13461" fmla="*/ 12156363 w 12193149"/>
              <a:gd name="connsiteY6-13462" fmla="*/ 597366 h 2344739"/>
              <a:gd name="connsiteX7-13463" fmla="*/ 12139215 w 12193149"/>
              <a:gd name="connsiteY7-13464" fmla="*/ 623179 h 2344739"/>
              <a:gd name="connsiteX8-13465" fmla="*/ 12126327 w 12193149"/>
              <a:gd name="connsiteY8-13466" fmla="*/ 624690 h 2344739"/>
              <a:gd name="connsiteX9-13467" fmla="*/ 12124007 w 12193149"/>
              <a:gd name="connsiteY9-13468" fmla="*/ 624794 h 2344739"/>
              <a:gd name="connsiteX10-13469" fmla="*/ 12116854 w 12193149"/>
              <a:gd name="connsiteY10-13470" fmla="*/ 628608 h 2344739"/>
              <a:gd name="connsiteX11-13471" fmla="*/ 12099497 w 12193149"/>
              <a:gd name="connsiteY11-13472" fmla="*/ 628139 h 2344739"/>
              <a:gd name="connsiteX12-13473" fmla="*/ 12087073 w 12193149"/>
              <a:gd name="connsiteY12-13474" fmla="*/ 636341 h 2344739"/>
              <a:gd name="connsiteX13-13475" fmla="*/ 12031073 w 12193149"/>
              <a:gd name="connsiteY13-13476" fmla="*/ 680009 h 2344739"/>
              <a:gd name="connsiteX14-13477" fmla="*/ 11995833 w 12193149"/>
              <a:gd name="connsiteY14-13478" fmla="*/ 703458 h 2344739"/>
              <a:gd name="connsiteX15-13479" fmla="*/ 11979717 w 12193149"/>
              <a:gd name="connsiteY15-13480" fmla="*/ 708161 h 2344739"/>
              <a:gd name="connsiteX16-13481" fmla="*/ 11959046 w 12193149"/>
              <a:gd name="connsiteY16-13482" fmla="*/ 717558 h 2344739"/>
              <a:gd name="connsiteX17-13483" fmla="*/ 11920454 w 12193149"/>
              <a:gd name="connsiteY17-13484" fmla="*/ 730883 h 2344739"/>
              <a:gd name="connsiteX18-13485" fmla="*/ 11903656 w 12193149"/>
              <a:gd name="connsiteY18-13486" fmla="*/ 742426 h 2344739"/>
              <a:gd name="connsiteX19-13487" fmla="*/ 11895048 w 12193149"/>
              <a:gd name="connsiteY19-13488" fmla="*/ 744791 h 2344739"/>
              <a:gd name="connsiteX20-13489" fmla="*/ 11891968 w 12193149"/>
              <a:gd name="connsiteY20-13490" fmla="*/ 755729 h 2344739"/>
              <a:gd name="connsiteX21-13491" fmla="*/ 11870776 w 12193149"/>
              <a:gd name="connsiteY21-13492" fmla="*/ 777816 h 2344739"/>
              <a:gd name="connsiteX22-13493" fmla="*/ 11813376 w 12193149"/>
              <a:gd name="connsiteY22-13494" fmla="*/ 797659 h 2344739"/>
              <a:gd name="connsiteX23-13495" fmla="*/ 11749767 w 12193149"/>
              <a:gd name="connsiteY23-13496" fmla="*/ 872002 h 2344739"/>
              <a:gd name="connsiteX24-13497" fmla="*/ 11590693 w 12193149"/>
              <a:gd name="connsiteY24-13498" fmla="*/ 963777 h 2344739"/>
              <a:gd name="connsiteX25-13499" fmla="*/ 11506817 w 12193149"/>
              <a:gd name="connsiteY25-13500" fmla="*/ 1033623 h 2344739"/>
              <a:gd name="connsiteX26-13501" fmla="*/ 11280332 w 12193149"/>
              <a:gd name="connsiteY26-13502" fmla="*/ 1223571 h 2344739"/>
              <a:gd name="connsiteX27-13503" fmla="*/ 11228309 w 12193149"/>
              <a:gd name="connsiteY27-13504" fmla="*/ 1276236 h 2344739"/>
              <a:gd name="connsiteX28-13505" fmla="*/ 11218087 w 12193149"/>
              <a:gd name="connsiteY28-13506" fmla="*/ 1275961 h 2344739"/>
              <a:gd name="connsiteX29-13507" fmla="*/ 11217184 w 12193149"/>
              <a:gd name="connsiteY29-13508" fmla="*/ 1275018 h 2344739"/>
              <a:gd name="connsiteX30-13509" fmla="*/ 11188885 w 12193149"/>
              <a:gd name="connsiteY30-13510" fmla="*/ 1292383 h 2344739"/>
              <a:gd name="connsiteX31-13511" fmla="*/ 11184501 w 12193149"/>
              <a:gd name="connsiteY31-13512" fmla="*/ 1292525 h 2344739"/>
              <a:gd name="connsiteX32-13513" fmla="*/ 11166854 w 12193149"/>
              <a:gd name="connsiteY32-13514" fmla="*/ 1306612 h 2344739"/>
              <a:gd name="connsiteX33-13515" fmla="*/ 11157311 w 12193149"/>
              <a:gd name="connsiteY33-13516" fmla="*/ 1312414 h 2344739"/>
              <a:gd name="connsiteX34-13517" fmla="*/ 11155496 w 12193149"/>
              <a:gd name="connsiteY34-13518" fmla="*/ 1317097 h 2344739"/>
              <a:gd name="connsiteX35-13519" fmla="*/ 11140961 w 12193149"/>
              <a:gd name="connsiteY35-13520" fmla="*/ 1324115 h 2344739"/>
              <a:gd name="connsiteX36-13521" fmla="*/ 11138961 w 12193149"/>
              <a:gd name="connsiteY36-13522" fmla="*/ 1323772 h 2344739"/>
              <a:gd name="connsiteX37-13523" fmla="*/ 11128208 w 12193149"/>
              <a:gd name="connsiteY37-13524" fmla="*/ 1333832 h 2344739"/>
              <a:gd name="connsiteX38-13525" fmla="*/ 11120691 w 12193149"/>
              <a:gd name="connsiteY38-13526" fmla="*/ 1347424 h 2344739"/>
              <a:gd name="connsiteX39-13527" fmla="*/ 10894683 w 12193149"/>
              <a:gd name="connsiteY39-13528" fmla="*/ 1473399 h 2344739"/>
              <a:gd name="connsiteX40-13529" fmla="*/ 10773300 w 12193149"/>
              <a:gd name="connsiteY40-13530" fmla="*/ 1523191 h 2344739"/>
              <a:gd name="connsiteX41-13531" fmla="*/ 10627668 w 12193149"/>
              <a:gd name="connsiteY41-13532" fmla="*/ 1559229 h 2344739"/>
              <a:gd name="connsiteX42-13533" fmla="*/ 10581895 w 12193149"/>
              <a:gd name="connsiteY42-13534" fmla="*/ 1568689 h 2344739"/>
              <a:gd name="connsiteX43-13535" fmla="*/ 10547790 w 12193149"/>
              <a:gd name="connsiteY43-13536" fmla="*/ 1598423 h 2344739"/>
              <a:gd name="connsiteX44-13537" fmla="*/ 10529643 w 12193149"/>
              <a:gd name="connsiteY44-13538" fmla="*/ 1596907 h 2344739"/>
              <a:gd name="connsiteX45-13539" fmla="*/ 10526446 w 12193149"/>
              <a:gd name="connsiteY45-13540" fmla="*/ 1596411 h 2344739"/>
              <a:gd name="connsiteX46-13541" fmla="*/ 10515129 w 12193149"/>
              <a:gd name="connsiteY46-13542" fmla="*/ 1599537 h 2344739"/>
              <a:gd name="connsiteX47-13543" fmla="*/ 10491735 w 12193149"/>
              <a:gd name="connsiteY47-13544" fmla="*/ 1594156 h 2344739"/>
              <a:gd name="connsiteX48-13545" fmla="*/ 10471418 w 12193149"/>
              <a:gd name="connsiteY48-13546" fmla="*/ 1601693 h 2344739"/>
              <a:gd name="connsiteX49-13547" fmla="*/ 10377042 w 12193149"/>
              <a:gd name="connsiteY49-13548" fmla="*/ 1644598 h 2344739"/>
              <a:gd name="connsiteX50-13549" fmla="*/ 10319338 w 12193149"/>
              <a:gd name="connsiteY50-13550" fmla="*/ 1666221 h 2344739"/>
              <a:gd name="connsiteX51-13551" fmla="*/ 10295467 w 12193149"/>
              <a:gd name="connsiteY51-13552" fmla="*/ 1668079 h 2344739"/>
              <a:gd name="connsiteX52-13553" fmla="*/ 10263443 w 12193149"/>
              <a:gd name="connsiteY52-13554" fmla="*/ 1674948 h 2344739"/>
              <a:gd name="connsiteX53-13555" fmla="*/ 10205418 w 12193149"/>
              <a:gd name="connsiteY53-13556" fmla="*/ 1682149 h 2344739"/>
              <a:gd name="connsiteX54-13557" fmla="*/ 10177759 w 12193149"/>
              <a:gd name="connsiteY54-13558" fmla="*/ 1692943 h 2344739"/>
              <a:gd name="connsiteX55-13559" fmla="*/ 10165070 w 12193149"/>
              <a:gd name="connsiteY55-13560" fmla="*/ 1693739 h 2344739"/>
              <a:gd name="connsiteX56-13561" fmla="*/ 10156308 w 12193149"/>
              <a:gd name="connsiteY56-13562" fmla="*/ 1707487 h 2344739"/>
              <a:gd name="connsiteX57-13563" fmla="*/ 10118267 w 12193149"/>
              <a:gd name="connsiteY57-13564" fmla="*/ 1731142 h 2344739"/>
              <a:gd name="connsiteX58-13565" fmla="*/ 10101593 w 12193149"/>
              <a:gd name="connsiteY58-13566" fmla="*/ 1742432 h 2344739"/>
              <a:gd name="connsiteX59-13567" fmla="*/ 10083317 w 12193149"/>
              <a:gd name="connsiteY59-13568" fmla="*/ 1743296 h 2344739"/>
              <a:gd name="connsiteX60-13569" fmla="*/ 10040388 w 12193149"/>
              <a:gd name="connsiteY60-13570" fmla="*/ 1741632 h 2344739"/>
              <a:gd name="connsiteX61-13571" fmla="*/ 9961167 w 12193149"/>
              <a:gd name="connsiteY61-13572" fmla="*/ 1757147 h 2344739"/>
              <a:gd name="connsiteX62-13573" fmla="*/ 9848940 w 12193149"/>
              <a:gd name="connsiteY62-13574" fmla="*/ 1763915 h 2344739"/>
              <a:gd name="connsiteX63-13575" fmla="*/ 9729457 w 12193149"/>
              <a:gd name="connsiteY63-13576" fmla="*/ 1784122 h 2344739"/>
              <a:gd name="connsiteX64-13577" fmla="*/ 9585655 w 12193149"/>
              <a:gd name="connsiteY64-13578" fmla="*/ 1795542 h 2344739"/>
              <a:gd name="connsiteX65-13579" fmla="*/ 9344200 w 12193149"/>
              <a:gd name="connsiteY65-13580" fmla="*/ 1841244 h 2344739"/>
              <a:gd name="connsiteX66-13581" fmla="*/ 9232518 w 12193149"/>
              <a:gd name="connsiteY66-13582" fmla="*/ 1893149 h 2344739"/>
              <a:gd name="connsiteX67-13583" fmla="*/ 9156690 w 12193149"/>
              <a:gd name="connsiteY67-13584" fmla="*/ 1903228 h 2344739"/>
              <a:gd name="connsiteX68-13585" fmla="*/ 9054601 w 12193149"/>
              <a:gd name="connsiteY68-13586" fmla="*/ 1910755 h 2344739"/>
              <a:gd name="connsiteX69-13587" fmla="*/ 9006634 w 12193149"/>
              <a:gd name="connsiteY69-13588" fmla="*/ 1914040 h 2344739"/>
              <a:gd name="connsiteX70-13589" fmla="*/ 9006349 w 12193149"/>
              <a:gd name="connsiteY70-13590" fmla="*/ 1913800 h 2344739"/>
              <a:gd name="connsiteX71-13591" fmla="*/ 8997380 w 12193149"/>
              <a:gd name="connsiteY71-13592" fmla="*/ 1915011 h 2344739"/>
              <a:gd name="connsiteX72-13593" fmla="*/ 8991542 w 12193149"/>
              <a:gd name="connsiteY72-13594" fmla="*/ 1917072 h 2344739"/>
              <a:gd name="connsiteX73-13595" fmla="*/ 8975485 w 12193149"/>
              <a:gd name="connsiteY73-13596" fmla="*/ 1920298 h 2344739"/>
              <a:gd name="connsiteX74-13597" fmla="*/ 8969159 w 12193149"/>
              <a:gd name="connsiteY74-13598" fmla="*/ 1919598 h 2344739"/>
              <a:gd name="connsiteX75-13599" fmla="*/ 8964196 w 12193149"/>
              <a:gd name="connsiteY75-13600" fmla="*/ 1917373 h 2344739"/>
              <a:gd name="connsiteX76-13601" fmla="*/ 8930136 w 12193149"/>
              <a:gd name="connsiteY76-13602" fmla="*/ 1914185 h 2344739"/>
              <a:gd name="connsiteX77-13603" fmla="*/ 8753592 w 12193149"/>
              <a:gd name="connsiteY77-13604" fmla="*/ 1933417 h 2344739"/>
              <a:gd name="connsiteX78-13605" fmla="*/ 8708995 w 12193149"/>
              <a:gd name="connsiteY78-13606" fmla="*/ 1935518 h 2344739"/>
              <a:gd name="connsiteX79-13607" fmla="*/ 8597219 w 12193149"/>
              <a:gd name="connsiteY79-13608" fmla="*/ 1944090 h 2344739"/>
              <a:gd name="connsiteX80-13609" fmla="*/ 8526378 w 12193149"/>
              <a:gd name="connsiteY80-13610" fmla="*/ 1929248 h 2344739"/>
              <a:gd name="connsiteX81-13611" fmla="*/ 8512131 w 12193149"/>
              <a:gd name="connsiteY81-13612" fmla="*/ 1935163 h 2344739"/>
              <a:gd name="connsiteX82-13613" fmla="*/ 8507315 w 12193149"/>
              <a:gd name="connsiteY82-13614" fmla="*/ 1938164 h 2344739"/>
              <a:gd name="connsiteX83-13615" fmla="*/ 8499116 w 12193149"/>
              <a:gd name="connsiteY83-13616" fmla="*/ 1940902 h 2344739"/>
              <a:gd name="connsiteX84-13617" fmla="*/ 8498742 w 12193149"/>
              <a:gd name="connsiteY84-13618" fmla="*/ 1940723 h 2344739"/>
              <a:gd name="connsiteX85-13619" fmla="*/ 8491397 w 12193149"/>
              <a:gd name="connsiteY85-13620" fmla="*/ 1943773 h 2344739"/>
              <a:gd name="connsiteX86-13621" fmla="*/ 8368330 w 12193149"/>
              <a:gd name="connsiteY86-13622" fmla="*/ 1957815 h 2344739"/>
              <a:gd name="connsiteX87-13623" fmla="*/ 8354947 w 12193149"/>
              <a:gd name="connsiteY87-13624" fmla="*/ 1958009 h 2344739"/>
              <a:gd name="connsiteX88-13625" fmla="*/ 8321252 w 12193149"/>
              <a:gd name="connsiteY88-13626" fmla="*/ 1974587 h 2344739"/>
              <a:gd name="connsiteX89-13627" fmla="*/ 8315581 w 12193149"/>
              <a:gd name="connsiteY89-13628" fmla="*/ 1974913 h 2344739"/>
              <a:gd name="connsiteX90-13629" fmla="*/ 8296322 w 12193149"/>
              <a:gd name="connsiteY90-13630" fmla="*/ 1988808 h 2344739"/>
              <a:gd name="connsiteX91-13631" fmla="*/ 8285424 w 12193149"/>
              <a:gd name="connsiteY91-13632" fmla="*/ 1994631 h 2344739"/>
              <a:gd name="connsiteX92-13633" fmla="*/ 8284298 w 12193149"/>
              <a:gd name="connsiteY92-13634" fmla="*/ 1999074 h 2344739"/>
              <a:gd name="connsiteX93-13635" fmla="*/ 8267224 w 12193149"/>
              <a:gd name="connsiteY93-13636" fmla="*/ 2006249 h 2344739"/>
              <a:gd name="connsiteX94-13637" fmla="*/ 8264525 w 12193149"/>
              <a:gd name="connsiteY94-13638" fmla="*/ 2006019 h 2344739"/>
              <a:gd name="connsiteX95-13639" fmla="*/ 8253181 w 12193149"/>
              <a:gd name="connsiteY95-13640" fmla="*/ 2015862 h 2344739"/>
              <a:gd name="connsiteX96-13641" fmla="*/ 8246982 w 12193149"/>
              <a:gd name="connsiteY96-13642" fmla="*/ 2028854 h 2344739"/>
              <a:gd name="connsiteX97-13643" fmla="*/ 8091420 w 12193149"/>
              <a:gd name="connsiteY97-13644" fmla="*/ 2075015 h 2344739"/>
              <a:gd name="connsiteX98-13645" fmla="*/ 7906555 w 12193149"/>
              <a:gd name="connsiteY98-13646" fmla="*/ 2116988 h 2344739"/>
              <a:gd name="connsiteX99-13647" fmla="*/ 7719893 w 12193149"/>
              <a:gd name="connsiteY99-13648" fmla="*/ 2142703 h 2344739"/>
              <a:gd name="connsiteX100-13649" fmla="*/ 7615495 w 12193149"/>
              <a:gd name="connsiteY100-13650" fmla="*/ 2139232 h 2344739"/>
              <a:gd name="connsiteX101-13651" fmla="*/ 7528691 w 12193149"/>
              <a:gd name="connsiteY101-13652" fmla="*/ 2145060 h 2344739"/>
              <a:gd name="connsiteX102-13653" fmla="*/ 7520719 w 12193149"/>
              <a:gd name="connsiteY102-13654" fmla="*/ 2147613 h 2344739"/>
              <a:gd name="connsiteX103-13655" fmla="*/ 7508559 w 12193149"/>
              <a:gd name="connsiteY103-13656" fmla="*/ 2148948 h 2344739"/>
              <a:gd name="connsiteX104-13657" fmla="*/ 7508188 w 12193149"/>
              <a:gd name="connsiteY104-13658" fmla="*/ 2148621 h 2344739"/>
              <a:gd name="connsiteX105-13659" fmla="*/ 7496943 w 12193149"/>
              <a:gd name="connsiteY105-13660" fmla="*/ 2150573 h 2344739"/>
              <a:gd name="connsiteX106-13661" fmla="*/ 7406539 w 12193149"/>
              <a:gd name="connsiteY106-13662" fmla="*/ 2142468 h 2344739"/>
              <a:gd name="connsiteX107-13663" fmla="*/ 7219707 w 12193149"/>
              <a:gd name="connsiteY107-13664" fmla="*/ 2156680 h 2344739"/>
              <a:gd name="connsiteX108-13665" fmla="*/ 7202249 w 12193149"/>
              <a:gd name="connsiteY108-13666" fmla="*/ 2161230 h 2344739"/>
              <a:gd name="connsiteX109-13667" fmla="*/ 7198152 w 12193149"/>
              <a:gd name="connsiteY109-13668" fmla="*/ 2166588 h 2344739"/>
              <a:gd name="connsiteX110-13669" fmla="*/ 7171956 w 12193149"/>
              <a:gd name="connsiteY110-13670" fmla="*/ 2171236 h 2344739"/>
              <a:gd name="connsiteX111-13671" fmla="*/ 7098136 w 12193149"/>
              <a:gd name="connsiteY111-13672" fmla="*/ 2183464 h 2344739"/>
              <a:gd name="connsiteX112-13673" fmla="*/ 7019644 w 12193149"/>
              <a:gd name="connsiteY112-13674" fmla="*/ 2183090 h 2344739"/>
              <a:gd name="connsiteX113-13675" fmla="*/ 6905294 w 12193149"/>
              <a:gd name="connsiteY113-13676" fmla="*/ 2212596 h 2344739"/>
              <a:gd name="connsiteX114-13677" fmla="*/ 6709370 w 12193149"/>
              <a:gd name="connsiteY114-13678" fmla="*/ 2240551 h 2344739"/>
              <a:gd name="connsiteX115-13679" fmla="*/ 6550602 w 12193149"/>
              <a:gd name="connsiteY115-13680" fmla="*/ 2269327 h 2344739"/>
              <a:gd name="connsiteX116-13681" fmla="*/ 6318708 w 12193149"/>
              <a:gd name="connsiteY116-13682" fmla="*/ 2316127 h 2344739"/>
              <a:gd name="connsiteX117-13683" fmla="*/ 6169822 w 12193149"/>
              <a:gd name="connsiteY117-13684" fmla="*/ 2318214 h 2344739"/>
              <a:gd name="connsiteX118-13685" fmla="*/ 6074996 w 12193149"/>
              <a:gd name="connsiteY118-13686" fmla="*/ 2338676 h 2344739"/>
              <a:gd name="connsiteX119-13687" fmla="*/ 6069677 w 12193149"/>
              <a:gd name="connsiteY119-13688" fmla="*/ 2337139 h 2344739"/>
              <a:gd name="connsiteX120-13689" fmla="*/ 6049786 w 12193149"/>
              <a:gd name="connsiteY120-13690" fmla="*/ 2337822 h 2344739"/>
              <a:gd name="connsiteX121-13691" fmla="*/ 6042433 w 12193149"/>
              <a:gd name="connsiteY121-13692" fmla="*/ 2329473 h 2344739"/>
              <a:gd name="connsiteX122-13693" fmla="*/ 6011238 w 12193149"/>
              <a:gd name="connsiteY122-13694" fmla="*/ 2324380 h 2344739"/>
              <a:gd name="connsiteX123-13695" fmla="*/ 5958523 w 12193149"/>
              <a:gd name="connsiteY123-13696" fmla="*/ 2328024 h 2344739"/>
              <a:gd name="connsiteX124-13697" fmla="*/ 5760067 w 12193149"/>
              <a:gd name="connsiteY124-13698" fmla="*/ 2343716 h 2344739"/>
              <a:gd name="connsiteX125-13699" fmla="*/ 5628108 w 12193149"/>
              <a:gd name="connsiteY125-13700" fmla="*/ 2344739 h 2344739"/>
              <a:gd name="connsiteX126-13701" fmla="*/ 5472054 w 12193149"/>
              <a:gd name="connsiteY126-13702" fmla="*/ 2330719 h 2344739"/>
              <a:gd name="connsiteX127-13703" fmla="*/ 5433909 w 12193149"/>
              <a:gd name="connsiteY127-13704" fmla="*/ 2319466 h 2344739"/>
              <a:gd name="connsiteX128-13705" fmla="*/ 5382817 w 12193149"/>
              <a:gd name="connsiteY128-13706" fmla="*/ 2301764 h 2344739"/>
              <a:gd name="connsiteX129-13707" fmla="*/ 5262912 w 12193149"/>
              <a:gd name="connsiteY129-13708" fmla="*/ 2281347 h 2344739"/>
              <a:gd name="connsiteX130-13709" fmla="*/ 5224109 w 12193149"/>
              <a:gd name="connsiteY130-13710" fmla="*/ 2270223 h 2344739"/>
              <a:gd name="connsiteX131-13711" fmla="*/ 5175808 w 12193149"/>
              <a:gd name="connsiteY131-13712" fmla="*/ 2267233 h 2344739"/>
              <a:gd name="connsiteX132-13713" fmla="*/ 5157702 w 12193149"/>
              <a:gd name="connsiteY132-13714" fmla="*/ 2260010 h 2344739"/>
              <a:gd name="connsiteX133-13715" fmla="*/ 5143747 w 12193149"/>
              <a:gd name="connsiteY133-13716" fmla="*/ 2256610 h 2344739"/>
              <a:gd name="connsiteX134-13717" fmla="*/ 5140744 w 12193149"/>
              <a:gd name="connsiteY134-13718" fmla="*/ 2254509 h 2344739"/>
              <a:gd name="connsiteX135-13719" fmla="*/ 5122807 w 12193149"/>
              <a:gd name="connsiteY135-13720" fmla="*/ 2243656 h 2344739"/>
              <a:gd name="connsiteX136-13721" fmla="*/ 5066938 w 12193149"/>
              <a:gd name="connsiteY136-13722" fmla="*/ 2250227 h 2344739"/>
              <a:gd name="connsiteX137-13723" fmla="*/ 5012662 w 12193149"/>
              <a:gd name="connsiteY137-13724" fmla="*/ 2233846 h 2344739"/>
              <a:gd name="connsiteX138-13725" fmla="*/ 4841589 w 12193149"/>
              <a:gd name="connsiteY138-13726" fmla="*/ 2209829 h 2344739"/>
              <a:gd name="connsiteX139-13727" fmla="*/ 4763595 w 12193149"/>
              <a:gd name="connsiteY139-13728" fmla="*/ 2182061 h 2344739"/>
              <a:gd name="connsiteX140-13729" fmla="*/ 4724334 w 12193149"/>
              <a:gd name="connsiteY140-13730" fmla="*/ 2173047 h 2344739"/>
              <a:gd name="connsiteX141-13731" fmla="*/ 4722324 w 12193149"/>
              <a:gd name="connsiteY141-13732" fmla="*/ 2172298 h 2344739"/>
              <a:gd name="connsiteX142-13733" fmla="*/ 4723259 w 12193149"/>
              <a:gd name="connsiteY142-13734" fmla="*/ 2172087 h 2344739"/>
              <a:gd name="connsiteX143-13735" fmla="*/ 4718350 w 12193149"/>
              <a:gd name="connsiteY143-13736" fmla="*/ 2170817 h 2344739"/>
              <a:gd name="connsiteX144-13737" fmla="*/ 4722324 w 12193149"/>
              <a:gd name="connsiteY144-13738" fmla="*/ 2172298 h 2344739"/>
              <a:gd name="connsiteX145-13739" fmla="*/ 4716674 w 12193149"/>
              <a:gd name="connsiteY145-13740" fmla="*/ 2173573 h 2344739"/>
              <a:gd name="connsiteX146-13741" fmla="*/ 4516962 w 12193149"/>
              <a:gd name="connsiteY146-13742" fmla="*/ 2163671 h 2344739"/>
              <a:gd name="connsiteX147-13743" fmla="*/ 4429691 w 12193149"/>
              <a:gd name="connsiteY147-13744" fmla="*/ 2153020 h 2344739"/>
              <a:gd name="connsiteX148-13745" fmla="*/ 4364023 w 12193149"/>
              <a:gd name="connsiteY148-13746" fmla="*/ 2151674 h 2344739"/>
              <a:gd name="connsiteX149-13747" fmla="*/ 4318114 w 12193149"/>
              <a:gd name="connsiteY149-13748" fmla="*/ 2158289 h 2344739"/>
              <a:gd name="connsiteX150-13749" fmla="*/ 4316258 w 12193149"/>
              <a:gd name="connsiteY150-13750" fmla="*/ 2156948 h 2344739"/>
              <a:gd name="connsiteX151-13751" fmla="*/ 4296292 w 12193149"/>
              <a:gd name="connsiteY151-13752" fmla="*/ 2155069 h 2344739"/>
              <a:gd name="connsiteX152-13753" fmla="*/ 4291212 w 12193149"/>
              <a:gd name="connsiteY152-13754" fmla="*/ 2157986 h 2344739"/>
              <a:gd name="connsiteX153-13755" fmla="*/ 4277290 w 12193149"/>
              <a:gd name="connsiteY153-13756" fmla="*/ 2157740 h 2344739"/>
              <a:gd name="connsiteX154-13757" fmla="*/ 4249265 w 12193149"/>
              <a:gd name="connsiteY154-13758" fmla="*/ 2160064 h 2344739"/>
              <a:gd name="connsiteX155-13759" fmla="*/ 4203199 w 12193149"/>
              <a:gd name="connsiteY155-13760" fmla="*/ 2157269 h 2344739"/>
              <a:gd name="connsiteX156-13761" fmla="*/ 4202893 w 12193149"/>
              <a:gd name="connsiteY156-13762" fmla="*/ 2156010 h 2344739"/>
              <a:gd name="connsiteX157-13763" fmla="*/ 4192396 w 12193149"/>
              <a:gd name="connsiteY157-13764" fmla="*/ 2150376 h 2344739"/>
              <a:gd name="connsiteX158-13765" fmla="*/ 4143893 w 12193149"/>
              <a:gd name="connsiteY158-13766" fmla="*/ 2134511 h 2344739"/>
              <a:gd name="connsiteX159-13767" fmla="*/ 4084245 w 12193149"/>
              <a:gd name="connsiteY159-13768" fmla="*/ 2107978 h 2344739"/>
              <a:gd name="connsiteX160-13769" fmla="*/ 4075694 w 12193149"/>
              <a:gd name="connsiteY160-13770" fmla="*/ 2107143 h 2344739"/>
              <a:gd name="connsiteX161-13771" fmla="*/ 4075575 w 12193149"/>
              <a:gd name="connsiteY161-13772" fmla="*/ 2106844 h 2344739"/>
              <a:gd name="connsiteX162-13773" fmla="*/ 4066658 w 12193149"/>
              <a:gd name="connsiteY162-13774" fmla="*/ 2105400 h 2344739"/>
              <a:gd name="connsiteX163-13775" fmla="*/ 4060102 w 12193149"/>
              <a:gd name="connsiteY163-13776" fmla="*/ 2105618 h 2344739"/>
              <a:gd name="connsiteX164-13777" fmla="*/ 4043512 w 12193149"/>
              <a:gd name="connsiteY164-13778" fmla="*/ 2103997 h 2344739"/>
              <a:gd name="connsiteX165-13779" fmla="*/ 4038145 w 12193149"/>
              <a:gd name="connsiteY165-13780" fmla="*/ 2101563 h 2344739"/>
              <a:gd name="connsiteX166-13781" fmla="*/ 4036511 w 12193149"/>
              <a:gd name="connsiteY166-13782" fmla="*/ 2097896 h 2344739"/>
              <a:gd name="connsiteX167-13783" fmla="*/ 4034926 w 12193149"/>
              <a:gd name="connsiteY167-13784" fmla="*/ 2098131 h 2344739"/>
              <a:gd name="connsiteX168-13785" fmla="*/ 4005686 w 12193149"/>
              <a:gd name="connsiteY168-13786" fmla="*/ 2085563 h 2344739"/>
              <a:gd name="connsiteX169-13787" fmla="*/ 3937994 w 12193149"/>
              <a:gd name="connsiteY169-13788" fmla="*/ 2068106 h 2344739"/>
              <a:gd name="connsiteX170-13789" fmla="*/ 3898423 w 12193149"/>
              <a:gd name="connsiteY170-13790" fmla="*/ 2062451 h 2344739"/>
              <a:gd name="connsiteX171-13791" fmla="*/ 3790908 w 12193149"/>
              <a:gd name="connsiteY171-13792" fmla="*/ 2042213 h 2344739"/>
              <a:gd name="connsiteX172-13793" fmla="*/ 3683661 w 12193149"/>
              <a:gd name="connsiteY172-13794" fmla="*/ 2018290 h 2344739"/>
              <a:gd name="connsiteX173-13795" fmla="*/ 3611183 w 12193149"/>
              <a:gd name="connsiteY173-13796" fmla="*/ 1986019 h 2344739"/>
              <a:gd name="connsiteX174-13797" fmla="*/ 3605003 w 12193149"/>
              <a:gd name="connsiteY174-13798" fmla="*/ 1987381 h 2344739"/>
              <a:gd name="connsiteX175-13799" fmla="*/ 3595884 w 12193149"/>
              <a:gd name="connsiteY175-13800" fmla="*/ 1987545 h 2344739"/>
              <a:gd name="connsiteX176-13801" fmla="*/ 3595649 w 12193149"/>
              <a:gd name="connsiteY176-13802" fmla="*/ 1987276 h 2344739"/>
              <a:gd name="connsiteX177-13803" fmla="*/ 3587126 w 12193149"/>
              <a:gd name="connsiteY177-13804" fmla="*/ 1987966 h 2344739"/>
              <a:gd name="connsiteX178-13805" fmla="*/ 3537283 w 12193149"/>
              <a:gd name="connsiteY178-13806" fmla="*/ 1978267 h 2344739"/>
              <a:gd name="connsiteX179-13807" fmla="*/ 3474371 w 12193149"/>
              <a:gd name="connsiteY179-13808" fmla="*/ 1974606 h 2344739"/>
              <a:gd name="connsiteX180-13809" fmla="*/ 3401876 w 12193149"/>
              <a:gd name="connsiteY180-13810" fmla="*/ 1962558 h 2344739"/>
              <a:gd name="connsiteX181-13811" fmla="*/ 3365036 w 12193149"/>
              <a:gd name="connsiteY181-13812" fmla="*/ 1979510 h 2344739"/>
              <a:gd name="connsiteX182-13813" fmla="*/ 3345174 w 12193149"/>
              <a:gd name="connsiteY182-13814" fmla="*/ 1981192 h 2344739"/>
              <a:gd name="connsiteX183-13815" fmla="*/ 3342846 w 12193149"/>
              <a:gd name="connsiteY183-13816" fmla="*/ 1980217 h 2344739"/>
              <a:gd name="connsiteX184-13817" fmla="*/ 3263504 w 12193149"/>
              <a:gd name="connsiteY184-13818" fmla="*/ 1986094 h 2344739"/>
              <a:gd name="connsiteX185-13819" fmla="*/ 3143704 w 12193149"/>
              <a:gd name="connsiteY185-13820" fmla="*/ 1993869 h 2344739"/>
              <a:gd name="connsiteX186-13821" fmla="*/ 3031439 w 12193149"/>
              <a:gd name="connsiteY186-13822" fmla="*/ 1996512 h 2344739"/>
              <a:gd name="connsiteX187-13823" fmla="*/ 2782717 w 12193149"/>
              <a:gd name="connsiteY187-13824" fmla="*/ 2018333 h 2344739"/>
              <a:gd name="connsiteX188-13825" fmla="*/ 2647675 w 12193149"/>
              <a:gd name="connsiteY188-13826" fmla="*/ 2028869 h 2344739"/>
              <a:gd name="connsiteX189-13827" fmla="*/ 2569176 w 12193149"/>
              <a:gd name="connsiteY189-13828" fmla="*/ 2002628 h 2344739"/>
              <a:gd name="connsiteX190-13829" fmla="*/ 2444403 w 12193149"/>
              <a:gd name="connsiteY190-13830" fmla="*/ 2016529 h 2344739"/>
              <a:gd name="connsiteX191-13831" fmla="*/ 2316260 w 12193149"/>
              <a:gd name="connsiteY191-13832" fmla="*/ 2024996 h 2344739"/>
              <a:gd name="connsiteX192-13833" fmla="*/ 2209726 w 12193149"/>
              <a:gd name="connsiteY192-13834" fmla="*/ 2019763 h 2344739"/>
              <a:gd name="connsiteX193-13835" fmla="*/ 2095813 w 12193149"/>
              <a:gd name="connsiteY193-13836" fmla="*/ 2003052 h 2344739"/>
              <a:gd name="connsiteX194-13837" fmla="*/ 1998504 w 12193149"/>
              <a:gd name="connsiteY194-13838" fmla="*/ 1995032 h 2344739"/>
              <a:gd name="connsiteX195-13839" fmla="*/ 1929320 w 12193149"/>
              <a:gd name="connsiteY195-13840" fmla="*/ 2016977 h 2344739"/>
              <a:gd name="connsiteX196-13841" fmla="*/ 1922798 w 12193149"/>
              <a:gd name="connsiteY196-13842" fmla="*/ 2012146 h 2344739"/>
              <a:gd name="connsiteX197-13843" fmla="*/ 1874228 w 12193149"/>
              <a:gd name="connsiteY197-13844" fmla="*/ 2013741 h 2344739"/>
              <a:gd name="connsiteX198-13845" fmla="*/ 1787803 w 12193149"/>
              <a:gd name="connsiteY198-13846" fmla="*/ 2041363 h 2344739"/>
              <a:gd name="connsiteX199-13847" fmla="*/ 1739352 w 12193149"/>
              <a:gd name="connsiteY199-13848" fmla="*/ 2036312 h 2344739"/>
              <a:gd name="connsiteX200-13849" fmla="*/ 1676219 w 12193149"/>
              <a:gd name="connsiteY200-13850" fmla="*/ 2019963 h 2344739"/>
              <a:gd name="connsiteX201-13851" fmla="*/ 1609817 w 12193149"/>
              <a:gd name="connsiteY201-13852" fmla="*/ 2013066 h 2344739"/>
              <a:gd name="connsiteX202-13853" fmla="*/ 1497258 w 12193149"/>
              <a:gd name="connsiteY202-13854" fmla="*/ 1987476 h 2344739"/>
              <a:gd name="connsiteX203-13855" fmla="*/ 1151127 w 12193149"/>
              <a:gd name="connsiteY203-13856" fmla="*/ 1938041 h 2344739"/>
              <a:gd name="connsiteX204-13857" fmla="*/ 859417 w 12193149"/>
              <a:gd name="connsiteY204-13858" fmla="*/ 1928608 h 2344739"/>
              <a:gd name="connsiteX205-13859" fmla="*/ 838688 w 12193149"/>
              <a:gd name="connsiteY205-13860" fmla="*/ 1929821 h 2344739"/>
              <a:gd name="connsiteX206-13861" fmla="*/ 817957 w 12193149"/>
              <a:gd name="connsiteY206-13862" fmla="*/ 1927857 h 2344739"/>
              <a:gd name="connsiteX207-13863" fmla="*/ 812654 w 12193149"/>
              <a:gd name="connsiteY207-13864" fmla="*/ 1930751 h 2344739"/>
              <a:gd name="connsiteX208-13865" fmla="*/ 721195 w 12193149"/>
              <a:gd name="connsiteY208-13866" fmla="*/ 1929661 h 2344739"/>
              <a:gd name="connsiteX209-13867" fmla="*/ 720890 w 12193149"/>
              <a:gd name="connsiteY209-13868" fmla="*/ 1928399 h 2344739"/>
              <a:gd name="connsiteX210-13869" fmla="*/ 710023 w 12193149"/>
              <a:gd name="connsiteY210-13870" fmla="*/ 1922722 h 2344739"/>
              <a:gd name="connsiteX211-13871" fmla="*/ 597940 w 12193149"/>
              <a:gd name="connsiteY211-13872" fmla="*/ 1879864 h 2344739"/>
              <a:gd name="connsiteX212-13873" fmla="*/ 579683 w 12193149"/>
              <a:gd name="connsiteY212-13874" fmla="*/ 1877212 h 2344739"/>
              <a:gd name="connsiteX213-13875" fmla="*/ 572865 w 12193149"/>
              <a:gd name="connsiteY213-13876" fmla="*/ 1877401 h 2344739"/>
              <a:gd name="connsiteX214-13877" fmla="*/ 446247 w 12193149"/>
              <a:gd name="connsiteY214-13878" fmla="*/ 1839371 h 2344739"/>
              <a:gd name="connsiteX215-13879" fmla="*/ 405163 w 12193149"/>
              <a:gd name="connsiteY215-13880" fmla="*/ 1833548 h 2344739"/>
              <a:gd name="connsiteX216-13881" fmla="*/ 293583 w 12193149"/>
              <a:gd name="connsiteY216-13882" fmla="*/ 1812852 h 2344739"/>
              <a:gd name="connsiteX217-13883" fmla="*/ 119529 w 12193149"/>
              <a:gd name="connsiteY217-13884" fmla="*/ 1761047 h 2344739"/>
              <a:gd name="connsiteX218-13885" fmla="*/ 16674 w 12193149"/>
              <a:gd name="connsiteY218-13886" fmla="*/ 1758191 h 2344739"/>
              <a:gd name="connsiteX219-13887" fmla="*/ 1150 w 12193149"/>
              <a:gd name="connsiteY219-13888" fmla="*/ 1752722 h 2344739"/>
              <a:gd name="connsiteX220-13889" fmla="*/ 1148 w 12193149"/>
              <a:gd name="connsiteY220-13890" fmla="*/ 222213 h 2344739"/>
              <a:gd name="connsiteX221-13891" fmla="*/ 1148 w 12193149"/>
              <a:gd name="connsiteY221-13892" fmla="*/ 0 h 2344739"/>
              <a:gd name="connsiteX0-13893" fmla="*/ 1148 w 12193149"/>
              <a:gd name="connsiteY0-13894" fmla="*/ 0 h 2344739"/>
              <a:gd name="connsiteX1-13895" fmla="*/ 12193148 w 12193149"/>
              <a:gd name="connsiteY1-13896" fmla="*/ 0 h 2344739"/>
              <a:gd name="connsiteX2-13897" fmla="*/ 12193148 w 12193149"/>
              <a:gd name="connsiteY2-13898" fmla="*/ 222213 h 2344739"/>
              <a:gd name="connsiteX3-13899" fmla="*/ 12193148 w 12193149"/>
              <a:gd name="connsiteY3-13900" fmla="*/ 389190 h 2344739"/>
              <a:gd name="connsiteX4-13901" fmla="*/ 12193149 w 12193149"/>
              <a:gd name="connsiteY4-13902" fmla="*/ 579739 h 2344739"/>
              <a:gd name="connsiteX5-13903" fmla="*/ 12185986 w 12193149"/>
              <a:gd name="connsiteY5-13904" fmla="*/ 584189 h 2344739"/>
              <a:gd name="connsiteX6-13905" fmla="*/ 12156363 w 12193149"/>
              <a:gd name="connsiteY6-13906" fmla="*/ 597366 h 2344739"/>
              <a:gd name="connsiteX7-13907" fmla="*/ 12139215 w 12193149"/>
              <a:gd name="connsiteY7-13908" fmla="*/ 623179 h 2344739"/>
              <a:gd name="connsiteX8-13909" fmla="*/ 12126327 w 12193149"/>
              <a:gd name="connsiteY8-13910" fmla="*/ 624690 h 2344739"/>
              <a:gd name="connsiteX9-13911" fmla="*/ 12124007 w 12193149"/>
              <a:gd name="connsiteY9-13912" fmla="*/ 624794 h 2344739"/>
              <a:gd name="connsiteX10-13913" fmla="*/ 12116854 w 12193149"/>
              <a:gd name="connsiteY10-13914" fmla="*/ 628608 h 2344739"/>
              <a:gd name="connsiteX11-13915" fmla="*/ 12099497 w 12193149"/>
              <a:gd name="connsiteY11-13916" fmla="*/ 628139 h 2344739"/>
              <a:gd name="connsiteX12-13917" fmla="*/ 12087073 w 12193149"/>
              <a:gd name="connsiteY12-13918" fmla="*/ 636341 h 2344739"/>
              <a:gd name="connsiteX13-13919" fmla="*/ 12031073 w 12193149"/>
              <a:gd name="connsiteY13-13920" fmla="*/ 680009 h 2344739"/>
              <a:gd name="connsiteX14-13921" fmla="*/ 11995833 w 12193149"/>
              <a:gd name="connsiteY14-13922" fmla="*/ 703458 h 2344739"/>
              <a:gd name="connsiteX15-13923" fmla="*/ 11979717 w 12193149"/>
              <a:gd name="connsiteY15-13924" fmla="*/ 708161 h 2344739"/>
              <a:gd name="connsiteX16-13925" fmla="*/ 11959046 w 12193149"/>
              <a:gd name="connsiteY16-13926" fmla="*/ 717558 h 2344739"/>
              <a:gd name="connsiteX17-13927" fmla="*/ 11920454 w 12193149"/>
              <a:gd name="connsiteY17-13928" fmla="*/ 730883 h 2344739"/>
              <a:gd name="connsiteX18-13929" fmla="*/ 11903656 w 12193149"/>
              <a:gd name="connsiteY18-13930" fmla="*/ 742426 h 2344739"/>
              <a:gd name="connsiteX19-13931" fmla="*/ 11895048 w 12193149"/>
              <a:gd name="connsiteY19-13932" fmla="*/ 744791 h 2344739"/>
              <a:gd name="connsiteX20-13933" fmla="*/ 11891968 w 12193149"/>
              <a:gd name="connsiteY20-13934" fmla="*/ 755729 h 2344739"/>
              <a:gd name="connsiteX21-13935" fmla="*/ 11870776 w 12193149"/>
              <a:gd name="connsiteY21-13936" fmla="*/ 777816 h 2344739"/>
              <a:gd name="connsiteX22-13937" fmla="*/ 11813376 w 12193149"/>
              <a:gd name="connsiteY22-13938" fmla="*/ 797659 h 2344739"/>
              <a:gd name="connsiteX23-13939" fmla="*/ 11749767 w 12193149"/>
              <a:gd name="connsiteY23-13940" fmla="*/ 872002 h 2344739"/>
              <a:gd name="connsiteX24-13941" fmla="*/ 11590693 w 12193149"/>
              <a:gd name="connsiteY24-13942" fmla="*/ 963777 h 2344739"/>
              <a:gd name="connsiteX25-13943" fmla="*/ 11506817 w 12193149"/>
              <a:gd name="connsiteY25-13944" fmla="*/ 1033623 h 2344739"/>
              <a:gd name="connsiteX26-13945" fmla="*/ 11280332 w 12193149"/>
              <a:gd name="connsiteY26-13946" fmla="*/ 1223571 h 2344739"/>
              <a:gd name="connsiteX27-13947" fmla="*/ 11228309 w 12193149"/>
              <a:gd name="connsiteY27-13948" fmla="*/ 1276236 h 2344739"/>
              <a:gd name="connsiteX28-13949" fmla="*/ 11218087 w 12193149"/>
              <a:gd name="connsiteY28-13950" fmla="*/ 1275961 h 2344739"/>
              <a:gd name="connsiteX29-13951" fmla="*/ 11217184 w 12193149"/>
              <a:gd name="connsiteY29-13952" fmla="*/ 1275018 h 2344739"/>
              <a:gd name="connsiteX30-13953" fmla="*/ 11188885 w 12193149"/>
              <a:gd name="connsiteY30-13954" fmla="*/ 1292383 h 2344739"/>
              <a:gd name="connsiteX31-13955" fmla="*/ 11184501 w 12193149"/>
              <a:gd name="connsiteY31-13956" fmla="*/ 1292525 h 2344739"/>
              <a:gd name="connsiteX32-13957" fmla="*/ 11166854 w 12193149"/>
              <a:gd name="connsiteY32-13958" fmla="*/ 1306612 h 2344739"/>
              <a:gd name="connsiteX33-13959" fmla="*/ 11157311 w 12193149"/>
              <a:gd name="connsiteY33-13960" fmla="*/ 1312414 h 2344739"/>
              <a:gd name="connsiteX34-13961" fmla="*/ 11155496 w 12193149"/>
              <a:gd name="connsiteY34-13962" fmla="*/ 1317097 h 2344739"/>
              <a:gd name="connsiteX35-13963" fmla="*/ 11140961 w 12193149"/>
              <a:gd name="connsiteY35-13964" fmla="*/ 1324115 h 2344739"/>
              <a:gd name="connsiteX36-13965" fmla="*/ 11138961 w 12193149"/>
              <a:gd name="connsiteY36-13966" fmla="*/ 1323772 h 2344739"/>
              <a:gd name="connsiteX37-13967" fmla="*/ 11128208 w 12193149"/>
              <a:gd name="connsiteY37-13968" fmla="*/ 1333832 h 2344739"/>
              <a:gd name="connsiteX38-13969" fmla="*/ 11120691 w 12193149"/>
              <a:gd name="connsiteY38-13970" fmla="*/ 1347424 h 2344739"/>
              <a:gd name="connsiteX39-13971" fmla="*/ 10894683 w 12193149"/>
              <a:gd name="connsiteY39-13972" fmla="*/ 1473399 h 2344739"/>
              <a:gd name="connsiteX40-13973" fmla="*/ 10773300 w 12193149"/>
              <a:gd name="connsiteY40-13974" fmla="*/ 1523191 h 2344739"/>
              <a:gd name="connsiteX41-13975" fmla="*/ 10627668 w 12193149"/>
              <a:gd name="connsiteY41-13976" fmla="*/ 1559229 h 2344739"/>
              <a:gd name="connsiteX42-13977" fmla="*/ 10581895 w 12193149"/>
              <a:gd name="connsiteY42-13978" fmla="*/ 1568689 h 2344739"/>
              <a:gd name="connsiteX43-13979" fmla="*/ 10547790 w 12193149"/>
              <a:gd name="connsiteY43-13980" fmla="*/ 1598423 h 2344739"/>
              <a:gd name="connsiteX44-13981" fmla="*/ 10529643 w 12193149"/>
              <a:gd name="connsiteY44-13982" fmla="*/ 1596907 h 2344739"/>
              <a:gd name="connsiteX45-13983" fmla="*/ 10526446 w 12193149"/>
              <a:gd name="connsiteY45-13984" fmla="*/ 1596411 h 2344739"/>
              <a:gd name="connsiteX46-13985" fmla="*/ 10515129 w 12193149"/>
              <a:gd name="connsiteY46-13986" fmla="*/ 1599537 h 2344739"/>
              <a:gd name="connsiteX47-13987" fmla="*/ 10491735 w 12193149"/>
              <a:gd name="connsiteY47-13988" fmla="*/ 1594156 h 2344739"/>
              <a:gd name="connsiteX48-13989" fmla="*/ 10471418 w 12193149"/>
              <a:gd name="connsiteY48-13990" fmla="*/ 1601693 h 2344739"/>
              <a:gd name="connsiteX49-13991" fmla="*/ 10377042 w 12193149"/>
              <a:gd name="connsiteY49-13992" fmla="*/ 1644598 h 2344739"/>
              <a:gd name="connsiteX50-13993" fmla="*/ 10319338 w 12193149"/>
              <a:gd name="connsiteY50-13994" fmla="*/ 1666221 h 2344739"/>
              <a:gd name="connsiteX51-13995" fmla="*/ 10295467 w 12193149"/>
              <a:gd name="connsiteY51-13996" fmla="*/ 1668079 h 2344739"/>
              <a:gd name="connsiteX52-13997" fmla="*/ 10263443 w 12193149"/>
              <a:gd name="connsiteY52-13998" fmla="*/ 1674948 h 2344739"/>
              <a:gd name="connsiteX53-13999" fmla="*/ 10205418 w 12193149"/>
              <a:gd name="connsiteY53-14000" fmla="*/ 1682149 h 2344739"/>
              <a:gd name="connsiteX54-14001" fmla="*/ 10177759 w 12193149"/>
              <a:gd name="connsiteY54-14002" fmla="*/ 1692943 h 2344739"/>
              <a:gd name="connsiteX55-14003" fmla="*/ 10165070 w 12193149"/>
              <a:gd name="connsiteY55-14004" fmla="*/ 1693739 h 2344739"/>
              <a:gd name="connsiteX56-14005" fmla="*/ 10156308 w 12193149"/>
              <a:gd name="connsiteY56-14006" fmla="*/ 1707487 h 2344739"/>
              <a:gd name="connsiteX57-14007" fmla="*/ 10118267 w 12193149"/>
              <a:gd name="connsiteY57-14008" fmla="*/ 1731142 h 2344739"/>
              <a:gd name="connsiteX58-14009" fmla="*/ 10101593 w 12193149"/>
              <a:gd name="connsiteY58-14010" fmla="*/ 1742432 h 2344739"/>
              <a:gd name="connsiteX59-14011" fmla="*/ 10083317 w 12193149"/>
              <a:gd name="connsiteY59-14012" fmla="*/ 1743296 h 2344739"/>
              <a:gd name="connsiteX60-14013" fmla="*/ 10040388 w 12193149"/>
              <a:gd name="connsiteY60-14014" fmla="*/ 1741632 h 2344739"/>
              <a:gd name="connsiteX61-14015" fmla="*/ 9961167 w 12193149"/>
              <a:gd name="connsiteY61-14016" fmla="*/ 1757147 h 2344739"/>
              <a:gd name="connsiteX62-14017" fmla="*/ 9848940 w 12193149"/>
              <a:gd name="connsiteY62-14018" fmla="*/ 1763915 h 2344739"/>
              <a:gd name="connsiteX63-14019" fmla="*/ 9729457 w 12193149"/>
              <a:gd name="connsiteY63-14020" fmla="*/ 1784122 h 2344739"/>
              <a:gd name="connsiteX64-14021" fmla="*/ 9585655 w 12193149"/>
              <a:gd name="connsiteY64-14022" fmla="*/ 1795542 h 2344739"/>
              <a:gd name="connsiteX65-14023" fmla="*/ 9338590 w 12193149"/>
              <a:gd name="connsiteY65-14024" fmla="*/ 1869293 h 2344739"/>
              <a:gd name="connsiteX66-14025" fmla="*/ 9232518 w 12193149"/>
              <a:gd name="connsiteY66-14026" fmla="*/ 1893149 h 2344739"/>
              <a:gd name="connsiteX67-14027" fmla="*/ 9156690 w 12193149"/>
              <a:gd name="connsiteY67-14028" fmla="*/ 1903228 h 2344739"/>
              <a:gd name="connsiteX68-14029" fmla="*/ 9054601 w 12193149"/>
              <a:gd name="connsiteY68-14030" fmla="*/ 1910755 h 2344739"/>
              <a:gd name="connsiteX69-14031" fmla="*/ 9006634 w 12193149"/>
              <a:gd name="connsiteY69-14032" fmla="*/ 1914040 h 2344739"/>
              <a:gd name="connsiteX70-14033" fmla="*/ 9006349 w 12193149"/>
              <a:gd name="connsiteY70-14034" fmla="*/ 1913800 h 2344739"/>
              <a:gd name="connsiteX71-14035" fmla="*/ 8997380 w 12193149"/>
              <a:gd name="connsiteY71-14036" fmla="*/ 1915011 h 2344739"/>
              <a:gd name="connsiteX72-14037" fmla="*/ 8991542 w 12193149"/>
              <a:gd name="connsiteY72-14038" fmla="*/ 1917072 h 2344739"/>
              <a:gd name="connsiteX73-14039" fmla="*/ 8975485 w 12193149"/>
              <a:gd name="connsiteY73-14040" fmla="*/ 1920298 h 2344739"/>
              <a:gd name="connsiteX74-14041" fmla="*/ 8969159 w 12193149"/>
              <a:gd name="connsiteY74-14042" fmla="*/ 1919598 h 2344739"/>
              <a:gd name="connsiteX75-14043" fmla="*/ 8964196 w 12193149"/>
              <a:gd name="connsiteY75-14044" fmla="*/ 1917373 h 2344739"/>
              <a:gd name="connsiteX76-14045" fmla="*/ 8930136 w 12193149"/>
              <a:gd name="connsiteY76-14046" fmla="*/ 1914185 h 2344739"/>
              <a:gd name="connsiteX77-14047" fmla="*/ 8753592 w 12193149"/>
              <a:gd name="connsiteY77-14048" fmla="*/ 1933417 h 2344739"/>
              <a:gd name="connsiteX78-14049" fmla="*/ 8708995 w 12193149"/>
              <a:gd name="connsiteY78-14050" fmla="*/ 1935518 h 2344739"/>
              <a:gd name="connsiteX79-14051" fmla="*/ 8597219 w 12193149"/>
              <a:gd name="connsiteY79-14052" fmla="*/ 1944090 h 2344739"/>
              <a:gd name="connsiteX80-14053" fmla="*/ 8526378 w 12193149"/>
              <a:gd name="connsiteY80-14054" fmla="*/ 1929248 h 2344739"/>
              <a:gd name="connsiteX81-14055" fmla="*/ 8512131 w 12193149"/>
              <a:gd name="connsiteY81-14056" fmla="*/ 1935163 h 2344739"/>
              <a:gd name="connsiteX82-14057" fmla="*/ 8507315 w 12193149"/>
              <a:gd name="connsiteY82-14058" fmla="*/ 1938164 h 2344739"/>
              <a:gd name="connsiteX83-14059" fmla="*/ 8499116 w 12193149"/>
              <a:gd name="connsiteY83-14060" fmla="*/ 1940902 h 2344739"/>
              <a:gd name="connsiteX84-14061" fmla="*/ 8498742 w 12193149"/>
              <a:gd name="connsiteY84-14062" fmla="*/ 1940723 h 2344739"/>
              <a:gd name="connsiteX85-14063" fmla="*/ 8491397 w 12193149"/>
              <a:gd name="connsiteY85-14064" fmla="*/ 1943773 h 2344739"/>
              <a:gd name="connsiteX86-14065" fmla="*/ 8368330 w 12193149"/>
              <a:gd name="connsiteY86-14066" fmla="*/ 1957815 h 2344739"/>
              <a:gd name="connsiteX87-14067" fmla="*/ 8354947 w 12193149"/>
              <a:gd name="connsiteY87-14068" fmla="*/ 1958009 h 2344739"/>
              <a:gd name="connsiteX88-14069" fmla="*/ 8321252 w 12193149"/>
              <a:gd name="connsiteY88-14070" fmla="*/ 1974587 h 2344739"/>
              <a:gd name="connsiteX89-14071" fmla="*/ 8315581 w 12193149"/>
              <a:gd name="connsiteY89-14072" fmla="*/ 1974913 h 2344739"/>
              <a:gd name="connsiteX90-14073" fmla="*/ 8296322 w 12193149"/>
              <a:gd name="connsiteY90-14074" fmla="*/ 1988808 h 2344739"/>
              <a:gd name="connsiteX91-14075" fmla="*/ 8285424 w 12193149"/>
              <a:gd name="connsiteY91-14076" fmla="*/ 1994631 h 2344739"/>
              <a:gd name="connsiteX92-14077" fmla="*/ 8284298 w 12193149"/>
              <a:gd name="connsiteY92-14078" fmla="*/ 1999074 h 2344739"/>
              <a:gd name="connsiteX93-14079" fmla="*/ 8267224 w 12193149"/>
              <a:gd name="connsiteY93-14080" fmla="*/ 2006249 h 2344739"/>
              <a:gd name="connsiteX94-14081" fmla="*/ 8264525 w 12193149"/>
              <a:gd name="connsiteY94-14082" fmla="*/ 2006019 h 2344739"/>
              <a:gd name="connsiteX95-14083" fmla="*/ 8253181 w 12193149"/>
              <a:gd name="connsiteY95-14084" fmla="*/ 2015862 h 2344739"/>
              <a:gd name="connsiteX96-14085" fmla="*/ 8246982 w 12193149"/>
              <a:gd name="connsiteY96-14086" fmla="*/ 2028854 h 2344739"/>
              <a:gd name="connsiteX97-14087" fmla="*/ 8091420 w 12193149"/>
              <a:gd name="connsiteY97-14088" fmla="*/ 2075015 h 2344739"/>
              <a:gd name="connsiteX98-14089" fmla="*/ 7906555 w 12193149"/>
              <a:gd name="connsiteY98-14090" fmla="*/ 2116988 h 2344739"/>
              <a:gd name="connsiteX99-14091" fmla="*/ 7719893 w 12193149"/>
              <a:gd name="connsiteY99-14092" fmla="*/ 2142703 h 2344739"/>
              <a:gd name="connsiteX100-14093" fmla="*/ 7615495 w 12193149"/>
              <a:gd name="connsiteY100-14094" fmla="*/ 2139232 h 2344739"/>
              <a:gd name="connsiteX101-14095" fmla="*/ 7528691 w 12193149"/>
              <a:gd name="connsiteY101-14096" fmla="*/ 2145060 h 2344739"/>
              <a:gd name="connsiteX102-14097" fmla="*/ 7520719 w 12193149"/>
              <a:gd name="connsiteY102-14098" fmla="*/ 2147613 h 2344739"/>
              <a:gd name="connsiteX103-14099" fmla="*/ 7508559 w 12193149"/>
              <a:gd name="connsiteY103-14100" fmla="*/ 2148948 h 2344739"/>
              <a:gd name="connsiteX104-14101" fmla="*/ 7508188 w 12193149"/>
              <a:gd name="connsiteY104-14102" fmla="*/ 2148621 h 2344739"/>
              <a:gd name="connsiteX105-14103" fmla="*/ 7496943 w 12193149"/>
              <a:gd name="connsiteY105-14104" fmla="*/ 2150573 h 2344739"/>
              <a:gd name="connsiteX106-14105" fmla="*/ 7406539 w 12193149"/>
              <a:gd name="connsiteY106-14106" fmla="*/ 2142468 h 2344739"/>
              <a:gd name="connsiteX107-14107" fmla="*/ 7219707 w 12193149"/>
              <a:gd name="connsiteY107-14108" fmla="*/ 2156680 h 2344739"/>
              <a:gd name="connsiteX108-14109" fmla="*/ 7202249 w 12193149"/>
              <a:gd name="connsiteY108-14110" fmla="*/ 2161230 h 2344739"/>
              <a:gd name="connsiteX109-14111" fmla="*/ 7198152 w 12193149"/>
              <a:gd name="connsiteY109-14112" fmla="*/ 2166588 h 2344739"/>
              <a:gd name="connsiteX110-14113" fmla="*/ 7171956 w 12193149"/>
              <a:gd name="connsiteY110-14114" fmla="*/ 2171236 h 2344739"/>
              <a:gd name="connsiteX111-14115" fmla="*/ 7098136 w 12193149"/>
              <a:gd name="connsiteY111-14116" fmla="*/ 2183464 h 2344739"/>
              <a:gd name="connsiteX112-14117" fmla="*/ 7019644 w 12193149"/>
              <a:gd name="connsiteY112-14118" fmla="*/ 2183090 h 2344739"/>
              <a:gd name="connsiteX113-14119" fmla="*/ 6905294 w 12193149"/>
              <a:gd name="connsiteY113-14120" fmla="*/ 2212596 h 2344739"/>
              <a:gd name="connsiteX114-14121" fmla="*/ 6709370 w 12193149"/>
              <a:gd name="connsiteY114-14122" fmla="*/ 2240551 h 2344739"/>
              <a:gd name="connsiteX115-14123" fmla="*/ 6550602 w 12193149"/>
              <a:gd name="connsiteY115-14124" fmla="*/ 2269327 h 2344739"/>
              <a:gd name="connsiteX116-14125" fmla="*/ 6318708 w 12193149"/>
              <a:gd name="connsiteY116-14126" fmla="*/ 2316127 h 2344739"/>
              <a:gd name="connsiteX117-14127" fmla="*/ 6169822 w 12193149"/>
              <a:gd name="connsiteY117-14128" fmla="*/ 2318214 h 2344739"/>
              <a:gd name="connsiteX118-14129" fmla="*/ 6074996 w 12193149"/>
              <a:gd name="connsiteY118-14130" fmla="*/ 2338676 h 2344739"/>
              <a:gd name="connsiteX119-14131" fmla="*/ 6069677 w 12193149"/>
              <a:gd name="connsiteY119-14132" fmla="*/ 2337139 h 2344739"/>
              <a:gd name="connsiteX120-14133" fmla="*/ 6049786 w 12193149"/>
              <a:gd name="connsiteY120-14134" fmla="*/ 2337822 h 2344739"/>
              <a:gd name="connsiteX121-14135" fmla="*/ 6042433 w 12193149"/>
              <a:gd name="connsiteY121-14136" fmla="*/ 2329473 h 2344739"/>
              <a:gd name="connsiteX122-14137" fmla="*/ 6011238 w 12193149"/>
              <a:gd name="connsiteY122-14138" fmla="*/ 2324380 h 2344739"/>
              <a:gd name="connsiteX123-14139" fmla="*/ 5958523 w 12193149"/>
              <a:gd name="connsiteY123-14140" fmla="*/ 2328024 h 2344739"/>
              <a:gd name="connsiteX124-14141" fmla="*/ 5760067 w 12193149"/>
              <a:gd name="connsiteY124-14142" fmla="*/ 2343716 h 2344739"/>
              <a:gd name="connsiteX125-14143" fmla="*/ 5628108 w 12193149"/>
              <a:gd name="connsiteY125-14144" fmla="*/ 2344739 h 2344739"/>
              <a:gd name="connsiteX126-14145" fmla="*/ 5472054 w 12193149"/>
              <a:gd name="connsiteY126-14146" fmla="*/ 2330719 h 2344739"/>
              <a:gd name="connsiteX127-14147" fmla="*/ 5433909 w 12193149"/>
              <a:gd name="connsiteY127-14148" fmla="*/ 2319466 h 2344739"/>
              <a:gd name="connsiteX128-14149" fmla="*/ 5382817 w 12193149"/>
              <a:gd name="connsiteY128-14150" fmla="*/ 2301764 h 2344739"/>
              <a:gd name="connsiteX129-14151" fmla="*/ 5262912 w 12193149"/>
              <a:gd name="connsiteY129-14152" fmla="*/ 2281347 h 2344739"/>
              <a:gd name="connsiteX130-14153" fmla="*/ 5224109 w 12193149"/>
              <a:gd name="connsiteY130-14154" fmla="*/ 2270223 h 2344739"/>
              <a:gd name="connsiteX131-14155" fmla="*/ 5175808 w 12193149"/>
              <a:gd name="connsiteY131-14156" fmla="*/ 2267233 h 2344739"/>
              <a:gd name="connsiteX132-14157" fmla="*/ 5157702 w 12193149"/>
              <a:gd name="connsiteY132-14158" fmla="*/ 2260010 h 2344739"/>
              <a:gd name="connsiteX133-14159" fmla="*/ 5143747 w 12193149"/>
              <a:gd name="connsiteY133-14160" fmla="*/ 2256610 h 2344739"/>
              <a:gd name="connsiteX134-14161" fmla="*/ 5140744 w 12193149"/>
              <a:gd name="connsiteY134-14162" fmla="*/ 2254509 h 2344739"/>
              <a:gd name="connsiteX135-14163" fmla="*/ 5122807 w 12193149"/>
              <a:gd name="connsiteY135-14164" fmla="*/ 2243656 h 2344739"/>
              <a:gd name="connsiteX136-14165" fmla="*/ 5066938 w 12193149"/>
              <a:gd name="connsiteY136-14166" fmla="*/ 2250227 h 2344739"/>
              <a:gd name="connsiteX137-14167" fmla="*/ 5012662 w 12193149"/>
              <a:gd name="connsiteY137-14168" fmla="*/ 2233846 h 2344739"/>
              <a:gd name="connsiteX138-14169" fmla="*/ 4841589 w 12193149"/>
              <a:gd name="connsiteY138-14170" fmla="*/ 2209829 h 2344739"/>
              <a:gd name="connsiteX139-14171" fmla="*/ 4763595 w 12193149"/>
              <a:gd name="connsiteY139-14172" fmla="*/ 2182061 h 2344739"/>
              <a:gd name="connsiteX140-14173" fmla="*/ 4724334 w 12193149"/>
              <a:gd name="connsiteY140-14174" fmla="*/ 2173047 h 2344739"/>
              <a:gd name="connsiteX141-14175" fmla="*/ 4722324 w 12193149"/>
              <a:gd name="connsiteY141-14176" fmla="*/ 2172298 h 2344739"/>
              <a:gd name="connsiteX142-14177" fmla="*/ 4723259 w 12193149"/>
              <a:gd name="connsiteY142-14178" fmla="*/ 2172087 h 2344739"/>
              <a:gd name="connsiteX143-14179" fmla="*/ 4718350 w 12193149"/>
              <a:gd name="connsiteY143-14180" fmla="*/ 2170817 h 2344739"/>
              <a:gd name="connsiteX144-14181" fmla="*/ 4722324 w 12193149"/>
              <a:gd name="connsiteY144-14182" fmla="*/ 2172298 h 2344739"/>
              <a:gd name="connsiteX145-14183" fmla="*/ 4716674 w 12193149"/>
              <a:gd name="connsiteY145-14184" fmla="*/ 2173573 h 2344739"/>
              <a:gd name="connsiteX146-14185" fmla="*/ 4516962 w 12193149"/>
              <a:gd name="connsiteY146-14186" fmla="*/ 2163671 h 2344739"/>
              <a:gd name="connsiteX147-14187" fmla="*/ 4429691 w 12193149"/>
              <a:gd name="connsiteY147-14188" fmla="*/ 2153020 h 2344739"/>
              <a:gd name="connsiteX148-14189" fmla="*/ 4364023 w 12193149"/>
              <a:gd name="connsiteY148-14190" fmla="*/ 2151674 h 2344739"/>
              <a:gd name="connsiteX149-14191" fmla="*/ 4318114 w 12193149"/>
              <a:gd name="connsiteY149-14192" fmla="*/ 2158289 h 2344739"/>
              <a:gd name="connsiteX150-14193" fmla="*/ 4316258 w 12193149"/>
              <a:gd name="connsiteY150-14194" fmla="*/ 2156948 h 2344739"/>
              <a:gd name="connsiteX151-14195" fmla="*/ 4296292 w 12193149"/>
              <a:gd name="connsiteY151-14196" fmla="*/ 2155069 h 2344739"/>
              <a:gd name="connsiteX152-14197" fmla="*/ 4291212 w 12193149"/>
              <a:gd name="connsiteY152-14198" fmla="*/ 2157986 h 2344739"/>
              <a:gd name="connsiteX153-14199" fmla="*/ 4277290 w 12193149"/>
              <a:gd name="connsiteY153-14200" fmla="*/ 2157740 h 2344739"/>
              <a:gd name="connsiteX154-14201" fmla="*/ 4249265 w 12193149"/>
              <a:gd name="connsiteY154-14202" fmla="*/ 2160064 h 2344739"/>
              <a:gd name="connsiteX155-14203" fmla="*/ 4203199 w 12193149"/>
              <a:gd name="connsiteY155-14204" fmla="*/ 2157269 h 2344739"/>
              <a:gd name="connsiteX156-14205" fmla="*/ 4202893 w 12193149"/>
              <a:gd name="connsiteY156-14206" fmla="*/ 2156010 h 2344739"/>
              <a:gd name="connsiteX157-14207" fmla="*/ 4192396 w 12193149"/>
              <a:gd name="connsiteY157-14208" fmla="*/ 2150376 h 2344739"/>
              <a:gd name="connsiteX158-14209" fmla="*/ 4143893 w 12193149"/>
              <a:gd name="connsiteY158-14210" fmla="*/ 2134511 h 2344739"/>
              <a:gd name="connsiteX159-14211" fmla="*/ 4084245 w 12193149"/>
              <a:gd name="connsiteY159-14212" fmla="*/ 2107978 h 2344739"/>
              <a:gd name="connsiteX160-14213" fmla="*/ 4075694 w 12193149"/>
              <a:gd name="connsiteY160-14214" fmla="*/ 2107143 h 2344739"/>
              <a:gd name="connsiteX161-14215" fmla="*/ 4075575 w 12193149"/>
              <a:gd name="connsiteY161-14216" fmla="*/ 2106844 h 2344739"/>
              <a:gd name="connsiteX162-14217" fmla="*/ 4066658 w 12193149"/>
              <a:gd name="connsiteY162-14218" fmla="*/ 2105400 h 2344739"/>
              <a:gd name="connsiteX163-14219" fmla="*/ 4060102 w 12193149"/>
              <a:gd name="connsiteY163-14220" fmla="*/ 2105618 h 2344739"/>
              <a:gd name="connsiteX164-14221" fmla="*/ 4043512 w 12193149"/>
              <a:gd name="connsiteY164-14222" fmla="*/ 2103997 h 2344739"/>
              <a:gd name="connsiteX165-14223" fmla="*/ 4038145 w 12193149"/>
              <a:gd name="connsiteY165-14224" fmla="*/ 2101563 h 2344739"/>
              <a:gd name="connsiteX166-14225" fmla="*/ 4036511 w 12193149"/>
              <a:gd name="connsiteY166-14226" fmla="*/ 2097896 h 2344739"/>
              <a:gd name="connsiteX167-14227" fmla="*/ 4034926 w 12193149"/>
              <a:gd name="connsiteY167-14228" fmla="*/ 2098131 h 2344739"/>
              <a:gd name="connsiteX168-14229" fmla="*/ 4005686 w 12193149"/>
              <a:gd name="connsiteY168-14230" fmla="*/ 2085563 h 2344739"/>
              <a:gd name="connsiteX169-14231" fmla="*/ 3937994 w 12193149"/>
              <a:gd name="connsiteY169-14232" fmla="*/ 2068106 h 2344739"/>
              <a:gd name="connsiteX170-14233" fmla="*/ 3898423 w 12193149"/>
              <a:gd name="connsiteY170-14234" fmla="*/ 2062451 h 2344739"/>
              <a:gd name="connsiteX171-14235" fmla="*/ 3790908 w 12193149"/>
              <a:gd name="connsiteY171-14236" fmla="*/ 2042213 h 2344739"/>
              <a:gd name="connsiteX172-14237" fmla="*/ 3683661 w 12193149"/>
              <a:gd name="connsiteY172-14238" fmla="*/ 2018290 h 2344739"/>
              <a:gd name="connsiteX173-14239" fmla="*/ 3611183 w 12193149"/>
              <a:gd name="connsiteY173-14240" fmla="*/ 1986019 h 2344739"/>
              <a:gd name="connsiteX174-14241" fmla="*/ 3605003 w 12193149"/>
              <a:gd name="connsiteY174-14242" fmla="*/ 1987381 h 2344739"/>
              <a:gd name="connsiteX175-14243" fmla="*/ 3595884 w 12193149"/>
              <a:gd name="connsiteY175-14244" fmla="*/ 1987545 h 2344739"/>
              <a:gd name="connsiteX176-14245" fmla="*/ 3595649 w 12193149"/>
              <a:gd name="connsiteY176-14246" fmla="*/ 1987276 h 2344739"/>
              <a:gd name="connsiteX177-14247" fmla="*/ 3587126 w 12193149"/>
              <a:gd name="connsiteY177-14248" fmla="*/ 1987966 h 2344739"/>
              <a:gd name="connsiteX178-14249" fmla="*/ 3537283 w 12193149"/>
              <a:gd name="connsiteY178-14250" fmla="*/ 1978267 h 2344739"/>
              <a:gd name="connsiteX179-14251" fmla="*/ 3474371 w 12193149"/>
              <a:gd name="connsiteY179-14252" fmla="*/ 1974606 h 2344739"/>
              <a:gd name="connsiteX180-14253" fmla="*/ 3401876 w 12193149"/>
              <a:gd name="connsiteY180-14254" fmla="*/ 1962558 h 2344739"/>
              <a:gd name="connsiteX181-14255" fmla="*/ 3365036 w 12193149"/>
              <a:gd name="connsiteY181-14256" fmla="*/ 1979510 h 2344739"/>
              <a:gd name="connsiteX182-14257" fmla="*/ 3345174 w 12193149"/>
              <a:gd name="connsiteY182-14258" fmla="*/ 1981192 h 2344739"/>
              <a:gd name="connsiteX183-14259" fmla="*/ 3342846 w 12193149"/>
              <a:gd name="connsiteY183-14260" fmla="*/ 1980217 h 2344739"/>
              <a:gd name="connsiteX184-14261" fmla="*/ 3263504 w 12193149"/>
              <a:gd name="connsiteY184-14262" fmla="*/ 1986094 h 2344739"/>
              <a:gd name="connsiteX185-14263" fmla="*/ 3143704 w 12193149"/>
              <a:gd name="connsiteY185-14264" fmla="*/ 1993869 h 2344739"/>
              <a:gd name="connsiteX186-14265" fmla="*/ 3031439 w 12193149"/>
              <a:gd name="connsiteY186-14266" fmla="*/ 1996512 h 2344739"/>
              <a:gd name="connsiteX187-14267" fmla="*/ 2782717 w 12193149"/>
              <a:gd name="connsiteY187-14268" fmla="*/ 2018333 h 2344739"/>
              <a:gd name="connsiteX188-14269" fmla="*/ 2647675 w 12193149"/>
              <a:gd name="connsiteY188-14270" fmla="*/ 2028869 h 2344739"/>
              <a:gd name="connsiteX189-14271" fmla="*/ 2569176 w 12193149"/>
              <a:gd name="connsiteY189-14272" fmla="*/ 2002628 h 2344739"/>
              <a:gd name="connsiteX190-14273" fmla="*/ 2444403 w 12193149"/>
              <a:gd name="connsiteY190-14274" fmla="*/ 2016529 h 2344739"/>
              <a:gd name="connsiteX191-14275" fmla="*/ 2316260 w 12193149"/>
              <a:gd name="connsiteY191-14276" fmla="*/ 2024996 h 2344739"/>
              <a:gd name="connsiteX192-14277" fmla="*/ 2209726 w 12193149"/>
              <a:gd name="connsiteY192-14278" fmla="*/ 2019763 h 2344739"/>
              <a:gd name="connsiteX193-14279" fmla="*/ 2095813 w 12193149"/>
              <a:gd name="connsiteY193-14280" fmla="*/ 2003052 h 2344739"/>
              <a:gd name="connsiteX194-14281" fmla="*/ 1998504 w 12193149"/>
              <a:gd name="connsiteY194-14282" fmla="*/ 1995032 h 2344739"/>
              <a:gd name="connsiteX195-14283" fmla="*/ 1929320 w 12193149"/>
              <a:gd name="connsiteY195-14284" fmla="*/ 2016977 h 2344739"/>
              <a:gd name="connsiteX196-14285" fmla="*/ 1922798 w 12193149"/>
              <a:gd name="connsiteY196-14286" fmla="*/ 2012146 h 2344739"/>
              <a:gd name="connsiteX197-14287" fmla="*/ 1874228 w 12193149"/>
              <a:gd name="connsiteY197-14288" fmla="*/ 2013741 h 2344739"/>
              <a:gd name="connsiteX198-14289" fmla="*/ 1787803 w 12193149"/>
              <a:gd name="connsiteY198-14290" fmla="*/ 2041363 h 2344739"/>
              <a:gd name="connsiteX199-14291" fmla="*/ 1739352 w 12193149"/>
              <a:gd name="connsiteY199-14292" fmla="*/ 2036312 h 2344739"/>
              <a:gd name="connsiteX200-14293" fmla="*/ 1676219 w 12193149"/>
              <a:gd name="connsiteY200-14294" fmla="*/ 2019963 h 2344739"/>
              <a:gd name="connsiteX201-14295" fmla="*/ 1609817 w 12193149"/>
              <a:gd name="connsiteY201-14296" fmla="*/ 2013066 h 2344739"/>
              <a:gd name="connsiteX202-14297" fmla="*/ 1497258 w 12193149"/>
              <a:gd name="connsiteY202-14298" fmla="*/ 1987476 h 2344739"/>
              <a:gd name="connsiteX203-14299" fmla="*/ 1151127 w 12193149"/>
              <a:gd name="connsiteY203-14300" fmla="*/ 1938041 h 2344739"/>
              <a:gd name="connsiteX204-14301" fmla="*/ 859417 w 12193149"/>
              <a:gd name="connsiteY204-14302" fmla="*/ 1928608 h 2344739"/>
              <a:gd name="connsiteX205-14303" fmla="*/ 838688 w 12193149"/>
              <a:gd name="connsiteY205-14304" fmla="*/ 1929821 h 2344739"/>
              <a:gd name="connsiteX206-14305" fmla="*/ 817957 w 12193149"/>
              <a:gd name="connsiteY206-14306" fmla="*/ 1927857 h 2344739"/>
              <a:gd name="connsiteX207-14307" fmla="*/ 812654 w 12193149"/>
              <a:gd name="connsiteY207-14308" fmla="*/ 1930751 h 2344739"/>
              <a:gd name="connsiteX208-14309" fmla="*/ 721195 w 12193149"/>
              <a:gd name="connsiteY208-14310" fmla="*/ 1929661 h 2344739"/>
              <a:gd name="connsiteX209-14311" fmla="*/ 720890 w 12193149"/>
              <a:gd name="connsiteY209-14312" fmla="*/ 1928399 h 2344739"/>
              <a:gd name="connsiteX210-14313" fmla="*/ 710023 w 12193149"/>
              <a:gd name="connsiteY210-14314" fmla="*/ 1922722 h 2344739"/>
              <a:gd name="connsiteX211-14315" fmla="*/ 597940 w 12193149"/>
              <a:gd name="connsiteY211-14316" fmla="*/ 1879864 h 2344739"/>
              <a:gd name="connsiteX212-14317" fmla="*/ 579683 w 12193149"/>
              <a:gd name="connsiteY212-14318" fmla="*/ 1877212 h 2344739"/>
              <a:gd name="connsiteX213-14319" fmla="*/ 572865 w 12193149"/>
              <a:gd name="connsiteY213-14320" fmla="*/ 1877401 h 2344739"/>
              <a:gd name="connsiteX214-14321" fmla="*/ 446247 w 12193149"/>
              <a:gd name="connsiteY214-14322" fmla="*/ 1839371 h 2344739"/>
              <a:gd name="connsiteX215-14323" fmla="*/ 405163 w 12193149"/>
              <a:gd name="connsiteY215-14324" fmla="*/ 1833548 h 2344739"/>
              <a:gd name="connsiteX216-14325" fmla="*/ 293583 w 12193149"/>
              <a:gd name="connsiteY216-14326" fmla="*/ 1812852 h 2344739"/>
              <a:gd name="connsiteX217-14327" fmla="*/ 119529 w 12193149"/>
              <a:gd name="connsiteY217-14328" fmla="*/ 1761047 h 2344739"/>
              <a:gd name="connsiteX218-14329" fmla="*/ 16674 w 12193149"/>
              <a:gd name="connsiteY218-14330" fmla="*/ 1758191 h 2344739"/>
              <a:gd name="connsiteX219-14331" fmla="*/ 1150 w 12193149"/>
              <a:gd name="connsiteY219-14332" fmla="*/ 1752722 h 2344739"/>
              <a:gd name="connsiteX220-14333" fmla="*/ 1148 w 12193149"/>
              <a:gd name="connsiteY220-14334" fmla="*/ 222213 h 2344739"/>
              <a:gd name="connsiteX221-14335" fmla="*/ 1148 w 12193149"/>
              <a:gd name="connsiteY221-14336" fmla="*/ 0 h 2344739"/>
              <a:gd name="connsiteX0-14337" fmla="*/ 1148 w 12193149"/>
              <a:gd name="connsiteY0-14338" fmla="*/ 0 h 2344739"/>
              <a:gd name="connsiteX1-14339" fmla="*/ 12193148 w 12193149"/>
              <a:gd name="connsiteY1-14340" fmla="*/ 0 h 2344739"/>
              <a:gd name="connsiteX2-14341" fmla="*/ 12193148 w 12193149"/>
              <a:gd name="connsiteY2-14342" fmla="*/ 222213 h 2344739"/>
              <a:gd name="connsiteX3-14343" fmla="*/ 12193148 w 12193149"/>
              <a:gd name="connsiteY3-14344" fmla="*/ 389190 h 2344739"/>
              <a:gd name="connsiteX4-14345" fmla="*/ 12193149 w 12193149"/>
              <a:gd name="connsiteY4-14346" fmla="*/ 579739 h 2344739"/>
              <a:gd name="connsiteX5-14347" fmla="*/ 12185986 w 12193149"/>
              <a:gd name="connsiteY5-14348" fmla="*/ 584189 h 2344739"/>
              <a:gd name="connsiteX6-14349" fmla="*/ 12156363 w 12193149"/>
              <a:gd name="connsiteY6-14350" fmla="*/ 597366 h 2344739"/>
              <a:gd name="connsiteX7-14351" fmla="*/ 12139215 w 12193149"/>
              <a:gd name="connsiteY7-14352" fmla="*/ 623179 h 2344739"/>
              <a:gd name="connsiteX8-14353" fmla="*/ 12126327 w 12193149"/>
              <a:gd name="connsiteY8-14354" fmla="*/ 624690 h 2344739"/>
              <a:gd name="connsiteX9-14355" fmla="*/ 12124007 w 12193149"/>
              <a:gd name="connsiteY9-14356" fmla="*/ 624794 h 2344739"/>
              <a:gd name="connsiteX10-14357" fmla="*/ 12116854 w 12193149"/>
              <a:gd name="connsiteY10-14358" fmla="*/ 628608 h 2344739"/>
              <a:gd name="connsiteX11-14359" fmla="*/ 12099497 w 12193149"/>
              <a:gd name="connsiteY11-14360" fmla="*/ 628139 h 2344739"/>
              <a:gd name="connsiteX12-14361" fmla="*/ 12087073 w 12193149"/>
              <a:gd name="connsiteY12-14362" fmla="*/ 636341 h 2344739"/>
              <a:gd name="connsiteX13-14363" fmla="*/ 12031073 w 12193149"/>
              <a:gd name="connsiteY13-14364" fmla="*/ 680009 h 2344739"/>
              <a:gd name="connsiteX14-14365" fmla="*/ 11995833 w 12193149"/>
              <a:gd name="connsiteY14-14366" fmla="*/ 703458 h 2344739"/>
              <a:gd name="connsiteX15-14367" fmla="*/ 11979717 w 12193149"/>
              <a:gd name="connsiteY15-14368" fmla="*/ 708161 h 2344739"/>
              <a:gd name="connsiteX16-14369" fmla="*/ 11959046 w 12193149"/>
              <a:gd name="connsiteY16-14370" fmla="*/ 717558 h 2344739"/>
              <a:gd name="connsiteX17-14371" fmla="*/ 11920454 w 12193149"/>
              <a:gd name="connsiteY17-14372" fmla="*/ 730883 h 2344739"/>
              <a:gd name="connsiteX18-14373" fmla="*/ 11903656 w 12193149"/>
              <a:gd name="connsiteY18-14374" fmla="*/ 742426 h 2344739"/>
              <a:gd name="connsiteX19-14375" fmla="*/ 11895048 w 12193149"/>
              <a:gd name="connsiteY19-14376" fmla="*/ 744791 h 2344739"/>
              <a:gd name="connsiteX20-14377" fmla="*/ 11891968 w 12193149"/>
              <a:gd name="connsiteY20-14378" fmla="*/ 755729 h 2344739"/>
              <a:gd name="connsiteX21-14379" fmla="*/ 11870776 w 12193149"/>
              <a:gd name="connsiteY21-14380" fmla="*/ 777816 h 2344739"/>
              <a:gd name="connsiteX22-14381" fmla="*/ 11813376 w 12193149"/>
              <a:gd name="connsiteY22-14382" fmla="*/ 797659 h 2344739"/>
              <a:gd name="connsiteX23-14383" fmla="*/ 11749767 w 12193149"/>
              <a:gd name="connsiteY23-14384" fmla="*/ 872002 h 2344739"/>
              <a:gd name="connsiteX24-14385" fmla="*/ 11590693 w 12193149"/>
              <a:gd name="connsiteY24-14386" fmla="*/ 963777 h 2344739"/>
              <a:gd name="connsiteX25-14387" fmla="*/ 11506817 w 12193149"/>
              <a:gd name="connsiteY25-14388" fmla="*/ 1033623 h 2344739"/>
              <a:gd name="connsiteX26-14389" fmla="*/ 11280332 w 12193149"/>
              <a:gd name="connsiteY26-14390" fmla="*/ 1223571 h 2344739"/>
              <a:gd name="connsiteX27-14391" fmla="*/ 11228309 w 12193149"/>
              <a:gd name="connsiteY27-14392" fmla="*/ 1276236 h 2344739"/>
              <a:gd name="connsiteX28-14393" fmla="*/ 11218087 w 12193149"/>
              <a:gd name="connsiteY28-14394" fmla="*/ 1275961 h 2344739"/>
              <a:gd name="connsiteX29-14395" fmla="*/ 11217184 w 12193149"/>
              <a:gd name="connsiteY29-14396" fmla="*/ 1275018 h 2344739"/>
              <a:gd name="connsiteX30-14397" fmla="*/ 11188885 w 12193149"/>
              <a:gd name="connsiteY30-14398" fmla="*/ 1292383 h 2344739"/>
              <a:gd name="connsiteX31-14399" fmla="*/ 11184501 w 12193149"/>
              <a:gd name="connsiteY31-14400" fmla="*/ 1292525 h 2344739"/>
              <a:gd name="connsiteX32-14401" fmla="*/ 11166854 w 12193149"/>
              <a:gd name="connsiteY32-14402" fmla="*/ 1306612 h 2344739"/>
              <a:gd name="connsiteX33-14403" fmla="*/ 11157311 w 12193149"/>
              <a:gd name="connsiteY33-14404" fmla="*/ 1312414 h 2344739"/>
              <a:gd name="connsiteX34-14405" fmla="*/ 11155496 w 12193149"/>
              <a:gd name="connsiteY34-14406" fmla="*/ 1317097 h 2344739"/>
              <a:gd name="connsiteX35-14407" fmla="*/ 11140961 w 12193149"/>
              <a:gd name="connsiteY35-14408" fmla="*/ 1324115 h 2344739"/>
              <a:gd name="connsiteX36-14409" fmla="*/ 11138961 w 12193149"/>
              <a:gd name="connsiteY36-14410" fmla="*/ 1323772 h 2344739"/>
              <a:gd name="connsiteX37-14411" fmla="*/ 11128208 w 12193149"/>
              <a:gd name="connsiteY37-14412" fmla="*/ 1333832 h 2344739"/>
              <a:gd name="connsiteX38-14413" fmla="*/ 11120691 w 12193149"/>
              <a:gd name="connsiteY38-14414" fmla="*/ 1347424 h 2344739"/>
              <a:gd name="connsiteX39-14415" fmla="*/ 10894683 w 12193149"/>
              <a:gd name="connsiteY39-14416" fmla="*/ 1473399 h 2344739"/>
              <a:gd name="connsiteX40-14417" fmla="*/ 10773300 w 12193149"/>
              <a:gd name="connsiteY40-14418" fmla="*/ 1523191 h 2344739"/>
              <a:gd name="connsiteX41-14419" fmla="*/ 10627668 w 12193149"/>
              <a:gd name="connsiteY41-14420" fmla="*/ 1559229 h 2344739"/>
              <a:gd name="connsiteX42-14421" fmla="*/ 10581895 w 12193149"/>
              <a:gd name="connsiteY42-14422" fmla="*/ 1568689 h 2344739"/>
              <a:gd name="connsiteX43-14423" fmla="*/ 10547790 w 12193149"/>
              <a:gd name="connsiteY43-14424" fmla="*/ 1598423 h 2344739"/>
              <a:gd name="connsiteX44-14425" fmla="*/ 10529643 w 12193149"/>
              <a:gd name="connsiteY44-14426" fmla="*/ 1596907 h 2344739"/>
              <a:gd name="connsiteX45-14427" fmla="*/ 10526446 w 12193149"/>
              <a:gd name="connsiteY45-14428" fmla="*/ 1596411 h 2344739"/>
              <a:gd name="connsiteX46-14429" fmla="*/ 10515129 w 12193149"/>
              <a:gd name="connsiteY46-14430" fmla="*/ 1599537 h 2344739"/>
              <a:gd name="connsiteX47-14431" fmla="*/ 10491735 w 12193149"/>
              <a:gd name="connsiteY47-14432" fmla="*/ 1594156 h 2344739"/>
              <a:gd name="connsiteX48-14433" fmla="*/ 10471418 w 12193149"/>
              <a:gd name="connsiteY48-14434" fmla="*/ 1601693 h 2344739"/>
              <a:gd name="connsiteX49-14435" fmla="*/ 10377042 w 12193149"/>
              <a:gd name="connsiteY49-14436" fmla="*/ 1644598 h 2344739"/>
              <a:gd name="connsiteX50-14437" fmla="*/ 10319338 w 12193149"/>
              <a:gd name="connsiteY50-14438" fmla="*/ 1666221 h 2344739"/>
              <a:gd name="connsiteX51-14439" fmla="*/ 10295467 w 12193149"/>
              <a:gd name="connsiteY51-14440" fmla="*/ 1668079 h 2344739"/>
              <a:gd name="connsiteX52-14441" fmla="*/ 10263443 w 12193149"/>
              <a:gd name="connsiteY52-14442" fmla="*/ 1674948 h 2344739"/>
              <a:gd name="connsiteX53-14443" fmla="*/ 10205418 w 12193149"/>
              <a:gd name="connsiteY53-14444" fmla="*/ 1682149 h 2344739"/>
              <a:gd name="connsiteX54-14445" fmla="*/ 10177759 w 12193149"/>
              <a:gd name="connsiteY54-14446" fmla="*/ 1692943 h 2344739"/>
              <a:gd name="connsiteX55-14447" fmla="*/ 10165070 w 12193149"/>
              <a:gd name="connsiteY55-14448" fmla="*/ 1693739 h 2344739"/>
              <a:gd name="connsiteX56-14449" fmla="*/ 10156308 w 12193149"/>
              <a:gd name="connsiteY56-14450" fmla="*/ 1707487 h 2344739"/>
              <a:gd name="connsiteX57-14451" fmla="*/ 10118267 w 12193149"/>
              <a:gd name="connsiteY57-14452" fmla="*/ 1731142 h 2344739"/>
              <a:gd name="connsiteX58-14453" fmla="*/ 10083317 w 12193149"/>
              <a:gd name="connsiteY58-14454" fmla="*/ 1743296 h 2344739"/>
              <a:gd name="connsiteX59-14455" fmla="*/ 10040388 w 12193149"/>
              <a:gd name="connsiteY59-14456" fmla="*/ 1741632 h 2344739"/>
              <a:gd name="connsiteX60-14457" fmla="*/ 9961167 w 12193149"/>
              <a:gd name="connsiteY60-14458" fmla="*/ 1757147 h 2344739"/>
              <a:gd name="connsiteX61-14459" fmla="*/ 9848940 w 12193149"/>
              <a:gd name="connsiteY61-14460" fmla="*/ 1763915 h 2344739"/>
              <a:gd name="connsiteX62-14461" fmla="*/ 9729457 w 12193149"/>
              <a:gd name="connsiteY62-14462" fmla="*/ 1784122 h 2344739"/>
              <a:gd name="connsiteX63-14463" fmla="*/ 9585655 w 12193149"/>
              <a:gd name="connsiteY63-14464" fmla="*/ 1795542 h 2344739"/>
              <a:gd name="connsiteX64-14465" fmla="*/ 9338590 w 12193149"/>
              <a:gd name="connsiteY64-14466" fmla="*/ 1869293 h 2344739"/>
              <a:gd name="connsiteX65-14467" fmla="*/ 9232518 w 12193149"/>
              <a:gd name="connsiteY65-14468" fmla="*/ 1893149 h 2344739"/>
              <a:gd name="connsiteX66-14469" fmla="*/ 9156690 w 12193149"/>
              <a:gd name="connsiteY66-14470" fmla="*/ 1903228 h 2344739"/>
              <a:gd name="connsiteX67-14471" fmla="*/ 9054601 w 12193149"/>
              <a:gd name="connsiteY67-14472" fmla="*/ 1910755 h 2344739"/>
              <a:gd name="connsiteX68-14473" fmla="*/ 9006634 w 12193149"/>
              <a:gd name="connsiteY68-14474" fmla="*/ 1914040 h 2344739"/>
              <a:gd name="connsiteX69-14475" fmla="*/ 9006349 w 12193149"/>
              <a:gd name="connsiteY69-14476" fmla="*/ 1913800 h 2344739"/>
              <a:gd name="connsiteX70-14477" fmla="*/ 8997380 w 12193149"/>
              <a:gd name="connsiteY70-14478" fmla="*/ 1915011 h 2344739"/>
              <a:gd name="connsiteX71-14479" fmla="*/ 8991542 w 12193149"/>
              <a:gd name="connsiteY71-14480" fmla="*/ 1917072 h 2344739"/>
              <a:gd name="connsiteX72-14481" fmla="*/ 8975485 w 12193149"/>
              <a:gd name="connsiteY72-14482" fmla="*/ 1920298 h 2344739"/>
              <a:gd name="connsiteX73-14483" fmla="*/ 8969159 w 12193149"/>
              <a:gd name="connsiteY73-14484" fmla="*/ 1919598 h 2344739"/>
              <a:gd name="connsiteX74-14485" fmla="*/ 8964196 w 12193149"/>
              <a:gd name="connsiteY74-14486" fmla="*/ 1917373 h 2344739"/>
              <a:gd name="connsiteX75-14487" fmla="*/ 8930136 w 12193149"/>
              <a:gd name="connsiteY75-14488" fmla="*/ 1914185 h 2344739"/>
              <a:gd name="connsiteX76-14489" fmla="*/ 8753592 w 12193149"/>
              <a:gd name="connsiteY76-14490" fmla="*/ 1933417 h 2344739"/>
              <a:gd name="connsiteX77-14491" fmla="*/ 8708995 w 12193149"/>
              <a:gd name="connsiteY77-14492" fmla="*/ 1935518 h 2344739"/>
              <a:gd name="connsiteX78-14493" fmla="*/ 8597219 w 12193149"/>
              <a:gd name="connsiteY78-14494" fmla="*/ 1944090 h 2344739"/>
              <a:gd name="connsiteX79-14495" fmla="*/ 8526378 w 12193149"/>
              <a:gd name="connsiteY79-14496" fmla="*/ 1929248 h 2344739"/>
              <a:gd name="connsiteX80-14497" fmla="*/ 8512131 w 12193149"/>
              <a:gd name="connsiteY80-14498" fmla="*/ 1935163 h 2344739"/>
              <a:gd name="connsiteX81-14499" fmla="*/ 8507315 w 12193149"/>
              <a:gd name="connsiteY81-14500" fmla="*/ 1938164 h 2344739"/>
              <a:gd name="connsiteX82-14501" fmla="*/ 8499116 w 12193149"/>
              <a:gd name="connsiteY82-14502" fmla="*/ 1940902 h 2344739"/>
              <a:gd name="connsiteX83-14503" fmla="*/ 8498742 w 12193149"/>
              <a:gd name="connsiteY83-14504" fmla="*/ 1940723 h 2344739"/>
              <a:gd name="connsiteX84-14505" fmla="*/ 8491397 w 12193149"/>
              <a:gd name="connsiteY84-14506" fmla="*/ 1943773 h 2344739"/>
              <a:gd name="connsiteX85-14507" fmla="*/ 8368330 w 12193149"/>
              <a:gd name="connsiteY85-14508" fmla="*/ 1957815 h 2344739"/>
              <a:gd name="connsiteX86-14509" fmla="*/ 8354947 w 12193149"/>
              <a:gd name="connsiteY86-14510" fmla="*/ 1958009 h 2344739"/>
              <a:gd name="connsiteX87-14511" fmla="*/ 8321252 w 12193149"/>
              <a:gd name="connsiteY87-14512" fmla="*/ 1974587 h 2344739"/>
              <a:gd name="connsiteX88-14513" fmla="*/ 8315581 w 12193149"/>
              <a:gd name="connsiteY88-14514" fmla="*/ 1974913 h 2344739"/>
              <a:gd name="connsiteX89-14515" fmla="*/ 8296322 w 12193149"/>
              <a:gd name="connsiteY89-14516" fmla="*/ 1988808 h 2344739"/>
              <a:gd name="connsiteX90-14517" fmla="*/ 8285424 w 12193149"/>
              <a:gd name="connsiteY90-14518" fmla="*/ 1994631 h 2344739"/>
              <a:gd name="connsiteX91-14519" fmla="*/ 8284298 w 12193149"/>
              <a:gd name="connsiteY91-14520" fmla="*/ 1999074 h 2344739"/>
              <a:gd name="connsiteX92-14521" fmla="*/ 8267224 w 12193149"/>
              <a:gd name="connsiteY92-14522" fmla="*/ 2006249 h 2344739"/>
              <a:gd name="connsiteX93-14523" fmla="*/ 8264525 w 12193149"/>
              <a:gd name="connsiteY93-14524" fmla="*/ 2006019 h 2344739"/>
              <a:gd name="connsiteX94-14525" fmla="*/ 8253181 w 12193149"/>
              <a:gd name="connsiteY94-14526" fmla="*/ 2015862 h 2344739"/>
              <a:gd name="connsiteX95-14527" fmla="*/ 8246982 w 12193149"/>
              <a:gd name="connsiteY95-14528" fmla="*/ 2028854 h 2344739"/>
              <a:gd name="connsiteX96-14529" fmla="*/ 8091420 w 12193149"/>
              <a:gd name="connsiteY96-14530" fmla="*/ 2075015 h 2344739"/>
              <a:gd name="connsiteX97-14531" fmla="*/ 7906555 w 12193149"/>
              <a:gd name="connsiteY97-14532" fmla="*/ 2116988 h 2344739"/>
              <a:gd name="connsiteX98-14533" fmla="*/ 7719893 w 12193149"/>
              <a:gd name="connsiteY98-14534" fmla="*/ 2142703 h 2344739"/>
              <a:gd name="connsiteX99-14535" fmla="*/ 7615495 w 12193149"/>
              <a:gd name="connsiteY99-14536" fmla="*/ 2139232 h 2344739"/>
              <a:gd name="connsiteX100-14537" fmla="*/ 7528691 w 12193149"/>
              <a:gd name="connsiteY100-14538" fmla="*/ 2145060 h 2344739"/>
              <a:gd name="connsiteX101-14539" fmla="*/ 7520719 w 12193149"/>
              <a:gd name="connsiteY101-14540" fmla="*/ 2147613 h 2344739"/>
              <a:gd name="connsiteX102-14541" fmla="*/ 7508559 w 12193149"/>
              <a:gd name="connsiteY102-14542" fmla="*/ 2148948 h 2344739"/>
              <a:gd name="connsiteX103-14543" fmla="*/ 7508188 w 12193149"/>
              <a:gd name="connsiteY103-14544" fmla="*/ 2148621 h 2344739"/>
              <a:gd name="connsiteX104-14545" fmla="*/ 7496943 w 12193149"/>
              <a:gd name="connsiteY104-14546" fmla="*/ 2150573 h 2344739"/>
              <a:gd name="connsiteX105-14547" fmla="*/ 7406539 w 12193149"/>
              <a:gd name="connsiteY105-14548" fmla="*/ 2142468 h 2344739"/>
              <a:gd name="connsiteX106-14549" fmla="*/ 7219707 w 12193149"/>
              <a:gd name="connsiteY106-14550" fmla="*/ 2156680 h 2344739"/>
              <a:gd name="connsiteX107-14551" fmla="*/ 7202249 w 12193149"/>
              <a:gd name="connsiteY107-14552" fmla="*/ 2161230 h 2344739"/>
              <a:gd name="connsiteX108-14553" fmla="*/ 7198152 w 12193149"/>
              <a:gd name="connsiteY108-14554" fmla="*/ 2166588 h 2344739"/>
              <a:gd name="connsiteX109-14555" fmla="*/ 7171956 w 12193149"/>
              <a:gd name="connsiteY109-14556" fmla="*/ 2171236 h 2344739"/>
              <a:gd name="connsiteX110-14557" fmla="*/ 7098136 w 12193149"/>
              <a:gd name="connsiteY110-14558" fmla="*/ 2183464 h 2344739"/>
              <a:gd name="connsiteX111-14559" fmla="*/ 7019644 w 12193149"/>
              <a:gd name="connsiteY111-14560" fmla="*/ 2183090 h 2344739"/>
              <a:gd name="connsiteX112-14561" fmla="*/ 6905294 w 12193149"/>
              <a:gd name="connsiteY112-14562" fmla="*/ 2212596 h 2344739"/>
              <a:gd name="connsiteX113-14563" fmla="*/ 6709370 w 12193149"/>
              <a:gd name="connsiteY113-14564" fmla="*/ 2240551 h 2344739"/>
              <a:gd name="connsiteX114-14565" fmla="*/ 6550602 w 12193149"/>
              <a:gd name="connsiteY114-14566" fmla="*/ 2269327 h 2344739"/>
              <a:gd name="connsiteX115-14567" fmla="*/ 6318708 w 12193149"/>
              <a:gd name="connsiteY115-14568" fmla="*/ 2316127 h 2344739"/>
              <a:gd name="connsiteX116-14569" fmla="*/ 6169822 w 12193149"/>
              <a:gd name="connsiteY116-14570" fmla="*/ 2318214 h 2344739"/>
              <a:gd name="connsiteX117-14571" fmla="*/ 6074996 w 12193149"/>
              <a:gd name="connsiteY117-14572" fmla="*/ 2338676 h 2344739"/>
              <a:gd name="connsiteX118-14573" fmla="*/ 6069677 w 12193149"/>
              <a:gd name="connsiteY118-14574" fmla="*/ 2337139 h 2344739"/>
              <a:gd name="connsiteX119-14575" fmla="*/ 6049786 w 12193149"/>
              <a:gd name="connsiteY119-14576" fmla="*/ 2337822 h 2344739"/>
              <a:gd name="connsiteX120-14577" fmla="*/ 6042433 w 12193149"/>
              <a:gd name="connsiteY120-14578" fmla="*/ 2329473 h 2344739"/>
              <a:gd name="connsiteX121-14579" fmla="*/ 6011238 w 12193149"/>
              <a:gd name="connsiteY121-14580" fmla="*/ 2324380 h 2344739"/>
              <a:gd name="connsiteX122-14581" fmla="*/ 5958523 w 12193149"/>
              <a:gd name="connsiteY122-14582" fmla="*/ 2328024 h 2344739"/>
              <a:gd name="connsiteX123-14583" fmla="*/ 5760067 w 12193149"/>
              <a:gd name="connsiteY123-14584" fmla="*/ 2343716 h 2344739"/>
              <a:gd name="connsiteX124-14585" fmla="*/ 5628108 w 12193149"/>
              <a:gd name="connsiteY124-14586" fmla="*/ 2344739 h 2344739"/>
              <a:gd name="connsiteX125-14587" fmla="*/ 5472054 w 12193149"/>
              <a:gd name="connsiteY125-14588" fmla="*/ 2330719 h 2344739"/>
              <a:gd name="connsiteX126-14589" fmla="*/ 5433909 w 12193149"/>
              <a:gd name="connsiteY126-14590" fmla="*/ 2319466 h 2344739"/>
              <a:gd name="connsiteX127-14591" fmla="*/ 5382817 w 12193149"/>
              <a:gd name="connsiteY127-14592" fmla="*/ 2301764 h 2344739"/>
              <a:gd name="connsiteX128-14593" fmla="*/ 5262912 w 12193149"/>
              <a:gd name="connsiteY128-14594" fmla="*/ 2281347 h 2344739"/>
              <a:gd name="connsiteX129-14595" fmla="*/ 5224109 w 12193149"/>
              <a:gd name="connsiteY129-14596" fmla="*/ 2270223 h 2344739"/>
              <a:gd name="connsiteX130-14597" fmla="*/ 5175808 w 12193149"/>
              <a:gd name="connsiteY130-14598" fmla="*/ 2267233 h 2344739"/>
              <a:gd name="connsiteX131-14599" fmla="*/ 5157702 w 12193149"/>
              <a:gd name="connsiteY131-14600" fmla="*/ 2260010 h 2344739"/>
              <a:gd name="connsiteX132-14601" fmla="*/ 5143747 w 12193149"/>
              <a:gd name="connsiteY132-14602" fmla="*/ 2256610 h 2344739"/>
              <a:gd name="connsiteX133-14603" fmla="*/ 5140744 w 12193149"/>
              <a:gd name="connsiteY133-14604" fmla="*/ 2254509 h 2344739"/>
              <a:gd name="connsiteX134-14605" fmla="*/ 5122807 w 12193149"/>
              <a:gd name="connsiteY134-14606" fmla="*/ 2243656 h 2344739"/>
              <a:gd name="connsiteX135-14607" fmla="*/ 5066938 w 12193149"/>
              <a:gd name="connsiteY135-14608" fmla="*/ 2250227 h 2344739"/>
              <a:gd name="connsiteX136-14609" fmla="*/ 5012662 w 12193149"/>
              <a:gd name="connsiteY136-14610" fmla="*/ 2233846 h 2344739"/>
              <a:gd name="connsiteX137-14611" fmla="*/ 4841589 w 12193149"/>
              <a:gd name="connsiteY137-14612" fmla="*/ 2209829 h 2344739"/>
              <a:gd name="connsiteX138-14613" fmla="*/ 4763595 w 12193149"/>
              <a:gd name="connsiteY138-14614" fmla="*/ 2182061 h 2344739"/>
              <a:gd name="connsiteX139-14615" fmla="*/ 4724334 w 12193149"/>
              <a:gd name="connsiteY139-14616" fmla="*/ 2173047 h 2344739"/>
              <a:gd name="connsiteX140-14617" fmla="*/ 4722324 w 12193149"/>
              <a:gd name="connsiteY140-14618" fmla="*/ 2172298 h 2344739"/>
              <a:gd name="connsiteX141-14619" fmla="*/ 4723259 w 12193149"/>
              <a:gd name="connsiteY141-14620" fmla="*/ 2172087 h 2344739"/>
              <a:gd name="connsiteX142-14621" fmla="*/ 4718350 w 12193149"/>
              <a:gd name="connsiteY142-14622" fmla="*/ 2170817 h 2344739"/>
              <a:gd name="connsiteX143-14623" fmla="*/ 4722324 w 12193149"/>
              <a:gd name="connsiteY143-14624" fmla="*/ 2172298 h 2344739"/>
              <a:gd name="connsiteX144-14625" fmla="*/ 4716674 w 12193149"/>
              <a:gd name="connsiteY144-14626" fmla="*/ 2173573 h 2344739"/>
              <a:gd name="connsiteX145-14627" fmla="*/ 4516962 w 12193149"/>
              <a:gd name="connsiteY145-14628" fmla="*/ 2163671 h 2344739"/>
              <a:gd name="connsiteX146-14629" fmla="*/ 4429691 w 12193149"/>
              <a:gd name="connsiteY146-14630" fmla="*/ 2153020 h 2344739"/>
              <a:gd name="connsiteX147-14631" fmla="*/ 4364023 w 12193149"/>
              <a:gd name="connsiteY147-14632" fmla="*/ 2151674 h 2344739"/>
              <a:gd name="connsiteX148-14633" fmla="*/ 4318114 w 12193149"/>
              <a:gd name="connsiteY148-14634" fmla="*/ 2158289 h 2344739"/>
              <a:gd name="connsiteX149-14635" fmla="*/ 4316258 w 12193149"/>
              <a:gd name="connsiteY149-14636" fmla="*/ 2156948 h 2344739"/>
              <a:gd name="connsiteX150-14637" fmla="*/ 4296292 w 12193149"/>
              <a:gd name="connsiteY150-14638" fmla="*/ 2155069 h 2344739"/>
              <a:gd name="connsiteX151-14639" fmla="*/ 4291212 w 12193149"/>
              <a:gd name="connsiteY151-14640" fmla="*/ 2157986 h 2344739"/>
              <a:gd name="connsiteX152-14641" fmla="*/ 4277290 w 12193149"/>
              <a:gd name="connsiteY152-14642" fmla="*/ 2157740 h 2344739"/>
              <a:gd name="connsiteX153-14643" fmla="*/ 4249265 w 12193149"/>
              <a:gd name="connsiteY153-14644" fmla="*/ 2160064 h 2344739"/>
              <a:gd name="connsiteX154-14645" fmla="*/ 4203199 w 12193149"/>
              <a:gd name="connsiteY154-14646" fmla="*/ 2157269 h 2344739"/>
              <a:gd name="connsiteX155-14647" fmla="*/ 4202893 w 12193149"/>
              <a:gd name="connsiteY155-14648" fmla="*/ 2156010 h 2344739"/>
              <a:gd name="connsiteX156-14649" fmla="*/ 4192396 w 12193149"/>
              <a:gd name="connsiteY156-14650" fmla="*/ 2150376 h 2344739"/>
              <a:gd name="connsiteX157-14651" fmla="*/ 4143893 w 12193149"/>
              <a:gd name="connsiteY157-14652" fmla="*/ 2134511 h 2344739"/>
              <a:gd name="connsiteX158-14653" fmla="*/ 4084245 w 12193149"/>
              <a:gd name="connsiteY158-14654" fmla="*/ 2107978 h 2344739"/>
              <a:gd name="connsiteX159-14655" fmla="*/ 4075694 w 12193149"/>
              <a:gd name="connsiteY159-14656" fmla="*/ 2107143 h 2344739"/>
              <a:gd name="connsiteX160-14657" fmla="*/ 4075575 w 12193149"/>
              <a:gd name="connsiteY160-14658" fmla="*/ 2106844 h 2344739"/>
              <a:gd name="connsiteX161-14659" fmla="*/ 4066658 w 12193149"/>
              <a:gd name="connsiteY161-14660" fmla="*/ 2105400 h 2344739"/>
              <a:gd name="connsiteX162-14661" fmla="*/ 4060102 w 12193149"/>
              <a:gd name="connsiteY162-14662" fmla="*/ 2105618 h 2344739"/>
              <a:gd name="connsiteX163-14663" fmla="*/ 4043512 w 12193149"/>
              <a:gd name="connsiteY163-14664" fmla="*/ 2103997 h 2344739"/>
              <a:gd name="connsiteX164-14665" fmla="*/ 4038145 w 12193149"/>
              <a:gd name="connsiteY164-14666" fmla="*/ 2101563 h 2344739"/>
              <a:gd name="connsiteX165-14667" fmla="*/ 4036511 w 12193149"/>
              <a:gd name="connsiteY165-14668" fmla="*/ 2097896 h 2344739"/>
              <a:gd name="connsiteX166-14669" fmla="*/ 4034926 w 12193149"/>
              <a:gd name="connsiteY166-14670" fmla="*/ 2098131 h 2344739"/>
              <a:gd name="connsiteX167-14671" fmla="*/ 4005686 w 12193149"/>
              <a:gd name="connsiteY167-14672" fmla="*/ 2085563 h 2344739"/>
              <a:gd name="connsiteX168-14673" fmla="*/ 3937994 w 12193149"/>
              <a:gd name="connsiteY168-14674" fmla="*/ 2068106 h 2344739"/>
              <a:gd name="connsiteX169-14675" fmla="*/ 3898423 w 12193149"/>
              <a:gd name="connsiteY169-14676" fmla="*/ 2062451 h 2344739"/>
              <a:gd name="connsiteX170-14677" fmla="*/ 3790908 w 12193149"/>
              <a:gd name="connsiteY170-14678" fmla="*/ 2042213 h 2344739"/>
              <a:gd name="connsiteX171-14679" fmla="*/ 3683661 w 12193149"/>
              <a:gd name="connsiteY171-14680" fmla="*/ 2018290 h 2344739"/>
              <a:gd name="connsiteX172-14681" fmla="*/ 3611183 w 12193149"/>
              <a:gd name="connsiteY172-14682" fmla="*/ 1986019 h 2344739"/>
              <a:gd name="connsiteX173-14683" fmla="*/ 3605003 w 12193149"/>
              <a:gd name="connsiteY173-14684" fmla="*/ 1987381 h 2344739"/>
              <a:gd name="connsiteX174-14685" fmla="*/ 3595884 w 12193149"/>
              <a:gd name="connsiteY174-14686" fmla="*/ 1987545 h 2344739"/>
              <a:gd name="connsiteX175-14687" fmla="*/ 3595649 w 12193149"/>
              <a:gd name="connsiteY175-14688" fmla="*/ 1987276 h 2344739"/>
              <a:gd name="connsiteX176-14689" fmla="*/ 3587126 w 12193149"/>
              <a:gd name="connsiteY176-14690" fmla="*/ 1987966 h 2344739"/>
              <a:gd name="connsiteX177-14691" fmla="*/ 3537283 w 12193149"/>
              <a:gd name="connsiteY177-14692" fmla="*/ 1978267 h 2344739"/>
              <a:gd name="connsiteX178-14693" fmla="*/ 3474371 w 12193149"/>
              <a:gd name="connsiteY178-14694" fmla="*/ 1974606 h 2344739"/>
              <a:gd name="connsiteX179-14695" fmla="*/ 3401876 w 12193149"/>
              <a:gd name="connsiteY179-14696" fmla="*/ 1962558 h 2344739"/>
              <a:gd name="connsiteX180-14697" fmla="*/ 3365036 w 12193149"/>
              <a:gd name="connsiteY180-14698" fmla="*/ 1979510 h 2344739"/>
              <a:gd name="connsiteX181-14699" fmla="*/ 3345174 w 12193149"/>
              <a:gd name="connsiteY181-14700" fmla="*/ 1981192 h 2344739"/>
              <a:gd name="connsiteX182-14701" fmla="*/ 3342846 w 12193149"/>
              <a:gd name="connsiteY182-14702" fmla="*/ 1980217 h 2344739"/>
              <a:gd name="connsiteX183-14703" fmla="*/ 3263504 w 12193149"/>
              <a:gd name="connsiteY183-14704" fmla="*/ 1986094 h 2344739"/>
              <a:gd name="connsiteX184-14705" fmla="*/ 3143704 w 12193149"/>
              <a:gd name="connsiteY184-14706" fmla="*/ 1993869 h 2344739"/>
              <a:gd name="connsiteX185-14707" fmla="*/ 3031439 w 12193149"/>
              <a:gd name="connsiteY185-14708" fmla="*/ 1996512 h 2344739"/>
              <a:gd name="connsiteX186-14709" fmla="*/ 2782717 w 12193149"/>
              <a:gd name="connsiteY186-14710" fmla="*/ 2018333 h 2344739"/>
              <a:gd name="connsiteX187-14711" fmla="*/ 2647675 w 12193149"/>
              <a:gd name="connsiteY187-14712" fmla="*/ 2028869 h 2344739"/>
              <a:gd name="connsiteX188-14713" fmla="*/ 2569176 w 12193149"/>
              <a:gd name="connsiteY188-14714" fmla="*/ 2002628 h 2344739"/>
              <a:gd name="connsiteX189-14715" fmla="*/ 2444403 w 12193149"/>
              <a:gd name="connsiteY189-14716" fmla="*/ 2016529 h 2344739"/>
              <a:gd name="connsiteX190-14717" fmla="*/ 2316260 w 12193149"/>
              <a:gd name="connsiteY190-14718" fmla="*/ 2024996 h 2344739"/>
              <a:gd name="connsiteX191-14719" fmla="*/ 2209726 w 12193149"/>
              <a:gd name="connsiteY191-14720" fmla="*/ 2019763 h 2344739"/>
              <a:gd name="connsiteX192-14721" fmla="*/ 2095813 w 12193149"/>
              <a:gd name="connsiteY192-14722" fmla="*/ 2003052 h 2344739"/>
              <a:gd name="connsiteX193-14723" fmla="*/ 1998504 w 12193149"/>
              <a:gd name="connsiteY193-14724" fmla="*/ 1995032 h 2344739"/>
              <a:gd name="connsiteX194-14725" fmla="*/ 1929320 w 12193149"/>
              <a:gd name="connsiteY194-14726" fmla="*/ 2016977 h 2344739"/>
              <a:gd name="connsiteX195-14727" fmla="*/ 1922798 w 12193149"/>
              <a:gd name="connsiteY195-14728" fmla="*/ 2012146 h 2344739"/>
              <a:gd name="connsiteX196-14729" fmla="*/ 1874228 w 12193149"/>
              <a:gd name="connsiteY196-14730" fmla="*/ 2013741 h 2344739"/>
              <a:gd name="connsiteX197-14731" fmla="*/ 1787803 w 12193149"/>
              <a:gd name="connsiteY197-14732" fmla="*/ 2041363 h 2344739"/>
              <a:gd name="connsiteX198-14733" fmla="*/ 1739352 w 12193149"/>
              <a:gd name="connsiteY198-14734" fmla="*/ 2036312 h 2344739"/>
              <a:gd name="connsiteX199-14735" fmla="*/ 1676219 w 12193149"/>
              <a:gd name="connsiteY199-14736" fmla="*/ 2019963 h 2344739"/>
              <a:gd name="connsiteX200-14737" fmla="*/ 1609817 w 12193149"/>
              <a:gd name="connsiteY200-14738" fmla="*/ 2013066 h 2344739"/>
              <a:gd name="connsiteX201-14739" fmla="*/ 1497258 w 12193149"/>
              <a:gd name="connsiteY201-14740" fmla="*/ 1987476 h 2344739"/>
              <a:gd name="connsiteX202-14741" fmla="*/ 1151127 w 12193149"/>
              <a:gd name="connsiteY202-14742" fmla="*/ 1938041 h 2344739"/>
              <a:gd name="connsiteX203-14743" fmla="*/ 859417 w 12193149"/>
              <a:gd name="connsiteY203-14744" fmla="*/ 1928608 h 2344739"/>
              <a:gd name="connsiteX204-14745" fmla="*/ 838688 w 12193149"/>
              <a:gd name="connsiteY204-14746" fmla="*/ 1929821 h 2344739"/>
              <a:gd name="connsiteX205-14747" fmla="*/ 817957 w 12193149"/>
              <a:gd name="connsiteY205-14748" fmla="*/ 1927857 h 2344739"/>
              <a:gd name="connsiteX206-14749" fmla="*/ 812654 w 12193149"/>
              <a:gd name="connsiteY206-14750" fmla="*/ 1930751 h 2344739"/>
              <a:gd name="connsiteX207-14751" fmla="*/ 721195 w 12193149"/>
              <a:gd name="connsiteY207-14752" fmla="*/ 1929661 h 2344739"/>
              <a:gd name="connsiteX208-14753" fmla="*/ 720890 w 12193149"/>
              <a:gd name="connsiteY208-14754" fmla="*/ 1928399 h 2344739"/>
              <a:gd name="connsiteX209-14755" fmla="*/ 710023 w 12193149"/>
              <a:gd name="connsiteY209-14756" fmla="*/ 1922722 h 2344739"/>
              <a:gd name="connsiteX210-14757" fmla="*/ 597940 w 12193149"/>
              <a:gd name="connsiteY210-14758" fmla="*/ 1879864 h 2344739"/>
              <a:gd name="connsiteX211-14759" fmla="*/ 579683 w 12193149"/>
              <a:gd name="connsiteY211-14760" fmla="*/ 1877212 h 2344739"/>
              <a:gd name="connsiteX212-14761" fmla="*/ 572865 w 12193149"/>
              <a:gd name="connsiteY212-14762" fmla="*/ 1877401 h 2344739"/>
              <a:gd name="connsiteX213-14763" fmla="*/ 446247 w 12193149"/>
              <a:gd name="connsiteY213-14764" fmla="*/ 1839371 h 2344739"/>
              <a:gd name="connsiteX214-14765" fmla="*/ 405163 w 12193149"/>
              <a:gd name="connsiteY214-14766" fmla="*/ 1833548 h 2344739"/>
              <a:gd name="connsiteX215-14767" fmla="*/ 293583 w 12193149"/>
              <a:gd name="connsiteY215-14768" fmla="*/ 1812852 h 2344739"/>
              <a:gd name="connsiteX216-14769" fmla="*/ 119529 w 12193149"/>
              <a:gd name="connsiteY216-14770" fmla="*/ 1761047 h 2344739"/>
              <a:gd name="connsiteX217-14771" fmla="*/ 16674 w 12193149"/>
              <a:gd name="connsiteY217-14772" fmla="*/ 1758191 h 2344739"/>
              <a:gd name="connsiteX218-14773" fmla="*/ 1150 w 12193149"/>
              <a:gd name="connsiteY218-14774" fmla="*/ 1752722 h 2344739"/>
              <a:gd name="connsiteX219-14775" fmla="*/ 1148 w 12193149"/>
              <a:gd name="connsiteY219-14776" fmla="*/ 222213 h 2344739"/>
              <a:gd name="connsiteX220-14777" fmla="*/ 1148 w 12193149"/>
              <a:gd name="connsiteY220-14778" fmla="*/ 0 h 2344739"/>
              <a:gd name="connsiteX0-14779" fmla="*/ 1148 w 12193149"/>
              <a:gd name="connsiteY0-14780" fmla="*/ 0 h 2344739"/>
              <a:gd name="connsiteX1-14781" fmla="*/ 12193148 w 12193149"/>
              <a:gd name="connsiteY1-14782" fmla="*/ 0 h 2344739"/>
              <a:gd name="connsiteX2-14783" fmla="*/ 12193148 w 12193149"/>
              <a:gd name="connsiteY2-14784" fmla="*/ 222213 h 2344739"/>
              <a:gd name="connsiteX3-14785" fmla="*/ 12193148 w 12193149"/>
              <a:gd name="connsiteY3-14786" fmla="*/ 389190 h 2344739"/>
              <a:gd name="connsiteX4-14787" fmla="*/ 12193149 w 12193149"/>
              <a:gd name="connsiteY4-14788" fmla="*/ 579739 h 2344739"/>
              <a:gd name="connsiteX5-14789" fmla="*/ 12185986 w 12193149"/>
              <a:gd name="connsiteY5-14790" fmla="*/ 584189 h 2344739"/>
              <a:gd name="connsiteX6-14791" fmla="*/ 12156363 w 12193149"/>
              <a:gd name="connsiteY6-14792" fmla="*/ 597366 h 2344739"/>
              <a:gd name="connsiteX7-14793" fmla="*/ 12139215 w 12193149"/>
              <a:gd name="connsiteY7-14794" fmla="*/ 623179 h 2344739"/>
              <a:gd name="connsiteX8-14795" fmla="*/ 12126327 w 12193149"/>
              <a:gd name="connsiteY8-14796" fmla="*/ 624690 h 2344739"/>
              <a:gd name="connsiteX9-14797" fmla="*/ 12124007 w 12193149"/>
              <a:gd name="connsiteY9-14798" fmla="*/ 624794 h 2344739"/>
              <a:gd name="connsiteX10-14799" fmla="*/ 12116854 w 12193149"/>
              <a:gd name="connsiteY10-14800" fmla="*/ 628608 h 2344739"/>
              <a:gd name="connsiteX11-14801" fmla="*/ 12099497 w 12193149"/>
              <a:gd name="connsiteY11-14802" fmla="*/ 628139 h 2344739"/>
              <a:gd name="connsiteX12-14803" fmla="*/ 12087073 w 12193149"/>
              <a:gd name="connsiteY12-14804" fmla="*/ 636341 h 2344739"/>
              <a:gd name="connsiteX13-14805" fmla="*/ 12031073 w 12193149"/>
              <a:gd name="connsiteY13-14806" fmla="*/ 680009 h 2344739"/>
              <a:gd name="connsiteX14-14807" fmla="*/ 11995833 w 12193149"/>
              <a:gd name="connsiteY14-14808" fmla="*/ 703458 h 2344739"/>
              <a:gd name="connsiteX15-14809" fmla="*/ 11979717 w 12193149"/>
              <a:gd name="connsiteY15-14810" fmla="*/ 708161 h 2344739"/>
              <a:gd name="connsiteX16-14811" fmla="*/ 11959046 w 12193149"/>
              <a:gd name="connsiteY16-14812" fmla="*/ 717558 h 2344739"/>
              <a:gd name="connsiteX17-14813" fmla="*/ 11920454 w 12193149"/>
              <a:gd name="connsiteY17-14814" fmla="*/ 730883 h 2344739"/>
              <a:gd name="connsiteX18-14815" fmla="*/ 11903656 w 12193149"/>
              <a:gd name="connsiteY18-14816" fmla="*/ 742426 h 2344739"/>
              <a:gd name="connsiteX19-14817" fmla="*/ 11895048 w 12193149"/>
              <a:gd name="connsiteY19-14818" fmla="*/ 744791 h 2344739"/>
              <a:gd name="connsiteX20-14819" fmla="*/ 11891968 w 12193149"/>
              <a:gd name="connsiteY20-14820" fmla="*/ 755729 h 2344739"/>
              <a:gd name="connsiteX21-14821" fmla="*/ 11870776 w 12193149"/>
              <a:gd name="connsiteY21-14822" fmla="*/ 777816 h 2344739"/>
              <a:gd name="connsiteX22-14823" fmla="*/ 11813376 w 12193149"/>
              <a:gd name="connsiteY22-14824" fmla="*/ 797659 h 2344739"/>
              <a:gd name="connsiteX23-14825" fmla="*/ 11749767 w 12193149"/>
              <a:gd name="connsiteY23-14826" fmla="*/ 872002 h 2344739"/>
              <a:gd name="connsiteX24-14827" fmla="*/ 11590693 w 12193149"/>
              <a:gd name="connsiteY24-14828" fmla="*/ 963777 h 2344739"/>
              <a:gd name="connsiteX25-14829" fmla="*/ 11506817 w 12193149"/>
              <a:gd name="connsiteY25-14830" fmla="*/ 1033623 h 2344739"/>
              <a:gd name="connsiteX26-14831" fmla="*/ 11280332 w 12193149"/>
              <a:gd name="connsiteY26-14832" fmla="*/ 1223571 h 2344739"/>
              <a:gd name="connsiteX27-14833" fmla="*/ 11228309 w 12193149"/>
              <a:gd name="connsiteY27-14834" fmla="*/ 1276236 h 2344739"/>
              <a:gd name="connsiteX28-14835" fmla="*/ 11218087 w 12193149"/>
              <a:gd name="connsiteY28-14836" fmla="*/ 1275961 h 2344739"/>
              <a:gd name="connsiteX29-14837" fmla="*/ 11217184 w 12193149"/>
              <a:gd name="connsiteY29-14838" fmla="*/ 1275018 h 2344739"/>
              <a:gd name="connsiteX30-14839" fmla="*/ 11188885 w 12193149"/>
              <a:gd name="connsiteY30-14840" fmla="*/ 1292383 h 2344739"/>
              <a:gd name="connsiteX31-14841" fmla="*/ 11184501 w 12193149"/>
              <a:gd name="connsiteY31-14842" fmla="*/ 1292525 h 2344739"/>
              <a:gd name="connsiteX32-14843" fmla="*/ 11166854 w 12193149"/>
              <a:gd name="connsiteY32-14844" fmla="*/ 1306612 h 2344739"/>
              <a:gd name="connsiteX33-14845" fmla="*/ 11157311 w 12193149"/>
              <a:gd name="connsiteY33-14846" fmla="*/ 1312414 h 2344739"/>
              <a:gd name="connsiteX34-14847" fmla="*/ 11155496 w 12193149"/>
              <a:gd name="connsiteY34-14848" fmla="*/ 1317097 h 2344739"/>
              <a:gd name="connsiteX35-14849" fmla="*/ 11140961 w 12193149"/>
              <a:gd name="connsiteY35-14850" fmla="*/ 1324115 h 2344739"/>
              <a:gd name="connsiteX36-14851" fmla="*/ 11138961 w 12193149"/>
              <a:gd name="connsiteY36-14852" fmla="*/ 1323772 h 2344739"/>
              <a:gd name="connsiteX37-14853" fmla="*/ 11128208 w 12193149"/>
              <a:gd name="connsiteY37-14854" fmla="*/ 1333832 h 2344739"/>
              <a:gd name="connsiteX38-14855" fmla="*/ 11120691 w 12193149"/>
              <a:gd name="connsiteY38-14856" fmla="*/ 1347424 h 2344739"/>
              <a:gd name="connsiteX39-14857" fmla="*/ 10894683 w 12193149"/>
              <a:gd name="connsiteY39-14858" fmla="*/ 1473399 h 2344739"/>
              <a:gd name="connsiteX40-14859" fmla="*/ 10773300 w 12193149"/>
              <a:gd name="connsiteY40-14860" fmla="*/ 1523191 h 2344739"/>
              <a:gd name="connsiteX41-14861" fmla="*/ 10627668 w 12193149"/>
              <a:gd name="connsiteY41-14862" fmla="*/ 1559229 h 2344739"/>
              <a:gd name="connsiteX42-14863" fmla="*/ 10581895 w 12193149"/>
              <a:gd name="connsiteY42-14864" fmla="*/ 1568689 h 2344739"/>
              <a:gd name="connsiteX43-14865" fmla="*/ 10547790 w 12193149"/>
              <a:gd name="connsiteY43-14866" fmla="*/ 1598423 h 2344739"/>
              <a:gd name="connsiteX44-14867" fmla="*/ 10529643 w 12193149"/>
              <a:gd name="connsiteY44-14868" fmla="*/ 1596907 h 2344739"/>
              <a:gd name="connsiteX45-14869" fmla="*/ 10526446 w 12193149"/>
              <a:gd name="connsiteY45-14870" fmla="*/ 1596411 h 2344739"/>
              <a:gd name="connsiteX46-14871" fmla="*/ 10515129 w 12193149"/>
              <a:gd name="connsiteY46-14872" fmla="*/ 1599537 h 2344739"/>
              <a:gd name="connsiteX47-14873" fmla="*/ 10491735 w 12193149"/>
              <a:gd name="connsiteY47-14874" fmla="*/ 1594156 h 2344739"/>
              <a:gd name="connsiteX48-14875" fmla="*/ 10471418 w 12193149"/>
              <a:gd name="connsiteY48-14876" fmla="*/ 1601693 h 2344739"/>
              <a:gd name="connsiteX49-14877" fmla="*/ 10377042 w 12193149"/>
              <a:gd name="connsiteY49-14878" fmla="*/ 1644598 h 2344739"/>
              <a:gd name="connsiteX50-14879" fmla="*/ 10319338 w 12193149"/>
              <a:gd name="connsiteY50-14880" fmla="*/ 1666221 h 2344739"/>
              <a:gd name="connsiteX51-14881" fmla="*/ 10295467 w 12193149"/>
              <a:gd name="connsiteY51-14882" fmla="*/ 1668079 h 2344739"/>
              <a:gd name="connsiteX52-14883" fmla="*/ 10263443 w 12193149"/>
              <a:gd name="connsiteY52-14884" fmla="*/ 1674948 h 2344739"/>
              <a:gd name="connsiteX53-14885" fmla="*/ 10205418 w 12193149"/>
              <a:gd name="connsiteY53-14886" fmla="*/ 1682149 h 2344739"/>
              <a:gd name="connsiteX54-14887" fmla="*/ 10177759 w 12193149"/>
              <a:gd name="connsiteY54-14888" fmla="*/ 1692943 h 2344739"/>
              <a:gd name="connsiteX55-14889" fmla="*/ 10165070 w 12193149"/>
              <a:gd name="connsiteY55-14890" fmla="*/ 1693739 h 2344739"/>
              <a:gd name="connsiteX56-14891" fmla="*/ 10156308 w 12193149"/>
              <a:gd name="connsiteY56-14892" fmla="*/ 1707487 h 2344739"/>
              <a:gd name="connsiteX57-14893" fmla="*/ 10118267 w 12193149"/>
              <a:gd name="connsiteY57-14894" fmla="*/ 1731142 h 2344739"/>
              <a:gd name="connsiteX58-14895" fmla="*/ 10083317 w 12193149"/>
              <a:gd name="connsiteY58-14896" fmla="*/ 1743296 h 2344739"/>
              <a:gd name="connsiteX59-14897" fmla="*/ 10040388 w 12193149"/>
              <a:gd name="connsiteY59-14898" fmla="*/ 1741632 h 2344739"/>
              <a:gd name="connsiteX60-14899" fmla="*/ 9961167 w 12193149"/>
              <a:gd name="connsiteY60-14900" fmla="*/ 1757147 h 2344739"/>
              <a:gd name="connsiteX61-14901" fmla="*/ 9848940 w 12193149"/>
              <a:gd name="connsiteY61-14902" fmla="*/ 1763915 h 2344739"/>
              <a:gd name="connsiteX62-14903" fmla="*/ 9729457 w 12193149"/>
              <a:gd name="connsiteY62-14904" fmla="*/ 1784122 h 2344739"/>
              <a:gd name="connsiteX63-14905" fmla="*/ 9613704 w 12193149"/>
              <a:gd name="connsiteY63-14906" fmla="*/ 1812371 h 2344739"/>
              <a:gd name="connsiteX64-14907" fmla="*/ 9338590 w 12193149"/>
              <a:gd name="connsiteY64-14908" fmla="*/ 1869293 h 2344739"/>
              <a:gd name="connsiteX65-14909" fmla="*/ 9232518 w 12193149"/>
              <a:gd name="connsiteY65-14910" fmla="*/ 1893149 h 2344739"/>
              <a:gd name="connsiteX66-14911" fmla="*/ 9156690 w 12193149"/>
              <a:gd name="connsiteY66-14912" fmla="*/ 1903228 h 2344739"/>
              <a:gd name="connsiteX67-14913" fmla="*/ 9054601 w 12193149"/>
              <a:gd name="connsiteY67-14914" fmla="*/ 1910755 h 2344739"/>
              <a:gd name="connsiteX68-14915" fmla="*/ 9006634 w 12193149"/>
              <a:gd name="connsiteY68-14916" fmla="*/ 1914040 h 2344739"/>
              <a:gd name="connsiteX69-14917" fmla="*/ 9006349 w 12193149"/>
              <a:gd name="connsiteY69-14918" fmla="*/ 1913800 h 2344739"/>
              <a:gd name="connsiteX70-14919" fmla="*/ 8997380 w 12193149"/>
              <a:gd name="connsiteY70-14920" fmla="*/ 1915011 h 2344739"/>
              <a:gd name="connsiteX71-14921" fmla="*/ 8991542 w 12193149"/>
              <a:gd name="connsiteY71-14922" fmla="*/ 1917072 h 2344739"/>
              <a:gd name="connsiteX72-14923" fmla="*/ 8975485 w 12193149"/>
              <a:gd name="connsiteY72-14924" fmla="*/ 1920298 h 2344739"/>
              <a:gd name="connsiteX73-14925" fmla="*/ 8969159 w 12193149"/>
              <a:gd name="connsiteY73-14926" fmla="*/ 1919598 h 2344739"/>
              <a:gd name="connsiteX74-14927" fmla="*/ 8964196 w 12193149"/>
              <a:gd name="connsiteY74-14928" fmla="*/ 1917373 h 2344739"/>
              <a:gd name="connsiteX75-14929" fmla="*/ 8930136 w 12193149"/>
              <a:gd name="connsiteY75-14930" fmla="*/ 1914185 h 2344739"/>
              <a:gd name="connsiteX76-14931" fmla="*/ 8753592 w 12193149"/>
              <a:gd name="connsiteY76-14932" fmla="*/ 1933417 h 2344739"/>
              <a:gd name="connsiteX77-14933" fmla="*/ 8708995 w 12193149"/>
              <a:gd name="connsiteY77-14934" fmla="*/ 1935518 h 2344739"/>
              <a:gd name="connsiteX78-14935" fmla="*/ 8597219 w 12193149"/>
              <a:gd name="connsiteY78-14936" fmla="*/ 1944090 h 2344739"/>
              <a:gd name="connsiteX79-14937" fmla="*/ 8526378 w 12193149"/>
              <a:gd name="connsiteY79-14938" fmla="*/ 1929248 h 2344739"/>
              <a:gd name="connsiteX80-14939" fmla="*/ 8512131 w 12193149"/>
              <a:gd name="connsiteY80-14940" fmla="*/ 1935163 h 2344739"/>
              <a:gd name="connsiteX81-14941" fmla="*/ 8507315 w 12193149"/>
              <a:gd name="connsiteY81-14942" fmla="*/ 1938164 h 2344739"/>
              <a:gd name="connsiteX82-14943" fmla="*/ 8499116 w 12193149"/>
              <a:gd name="connsiteY82-14944" fmla="*/ 1940902 h 2344739"/>
              <a:gd name="connsiteX83-14945" fmla="*/ 8498742 w 12193149"/>
              <a:gd name="connsiteY83-14946" fmla="*/ 1940723 h 2344739"/>
              <a:gd name="connsiteX84-14947" fmla="*/ 8491397 w 12193149"/>
              <a:gd name="connsiteY84-14948" fmla="*/ 1943773 h 2344739"/>
              <a:gd name="connsiteX85-14949" fmla="*/ 8368330 w 12193149"/>
              <a:gd name="connsiteY85-14950" fmla="*/ 1957815 h 2344739"/>
              <a:gd name="connsiteX86-14951" fmla="*/ 8354947 w 12193149"/>
              <a:gd name="connsiteY86-14952" fmla="*/ 1958009 h 2344739"/>
              <a:gd name="connsiteX87-14953" fmla="*/ 8321252 w 12193149"/>
              <a:gd name="connsiteY87-14954" fmla="*/ 1974587 h 2344739"/>
              <a:gd name="connsiteX88-14955" fmla="*/ 8315581 w 12193149"/>
              <a:gd name="connsiteY88-14956" fmla="*/ 1974913 h 2344739"/>
              <a:gd name="connsiteX89-14957" fmla="*/ 8296322 w 12193149"/>
              <a:gd name="connsiteY89-14958" fmla="*/ 1988808 h 2344739"/>
              <a:gd name="connsiteX90-14959" fmla="*/ 8285424 w 12193149"/>
              <a:gd name="connsiteY90-14960" fmla="*/ 1994631 h 2344739"/>
              <a:gd name="connsiteX91-14961" fmla="*/ 8284298 w 12193149"/>
              <a:gd name="connsiteY91-14962" fmla="*/ 1999074 h 2344739"/>
              <a:gd name="connsiteX92-14963" fmla="*/ 8267224 w 12193149"/>
              <a:gd name="connsiteY92-14964" fmla="*/ 2006249 h 2344739"/>
              <a:gd name="connsiteX93-14965" fmla="*/ 8264525 w 12193149"/>
              <a:gd name="connsiteY93-14966" fmla="*/ 2006019 h 2344739"/>
              <a:gd name="connsiteX94-14967" fmla="*/ 8253181 w 12193149"/>
              <a:gd name="connsiteY94-14968" fmla="*/ 2015862 h 2344739"/>
              <a:gd name="connsiteX95-14969" fmla="*/ 8246982 w 12193149"/>
              <a:gd name="connsiteY95-14970" fmla="*/ 2028854 h 2344739"/>
              <a:gd name="connsiteX96-14971" fmla="*/ 8091420 w 12193149"/>
              <a:gd name="connsiteY96-14972" fmla="*/ 2075015 h 2344739"/>
              <a:gd name="connsiteX97-14973" fmla="*/ 7906555 w 12193149"/>
              <a:gd name="connsiteY97-14974" fmla="*/ 2116988 h 2344739"/>
              <a:gd name="connsiteX98-14975" fmla="*/ 7719893 w 12193149"/>
              <a:gd name="connsiteY98-14976" fmla="*/ 2142703 h 2344739"/>
              <a:gd name="connsiteX99-14977" fmla="*/ 7615495 w 12193149"/>
              <a:gd name="connsiteY99-14978" fmla="*/ 2139232 h 2344739"/>
              <a:gd name="connsiteX100-14979" fmla="*/ 7528691 w 12193149"/>
              <a:gd name="connsiteY100-14980" fmla="*/ 2145060 h 2344739"/>
              <a:gd name="connsiteX101-14981" fmla="*/ 7520719 w 12193149"/>
              <a:gd name="connsiteY101-14982" fmla="*/ 2147613 h 2344739"/>
              <a:gd name="connsiteX102-14983" fmla="*/ 7508559 w 12193149"/>
              <a:gd name="connsiteY102-14984" fmla="*/ 2148948 h 2344739"/>
              <a:gd name="connsiteX103-14985" fmla="*/ 7508188 w 12193149"/>
              <a:gd name="connsiteY103-14986" fmla="*/ 2148621 h 2344739"/>
              <a:gd name="connsiteX104-14987" fmla="*/ 7496943 w 12193149"/>
              <a:gd name="connsiteY104-14988" fmla="*/ 2150573 h 2344739"/>
              <a:gd name="connsiteX105-14989" fmla="*/ 7406539 w 12193149"/>
              <a:gd name="connsiteY105-14990" fmla="*/ 2142468 h 2344739"/>
              <a:gd name="connsiteX106-14991" fmla="*/ 7219707 w 12193149"/>
              <a:gd name="connsiteY106-14992" fmla="*/ 2156680 h 2344739"/>
              <a:gd name="connsiteX107-14993" fmla="*/ 7202249 w 12193149"/>
              <a:gd name="connsiteY107-14994" fmla="*/ 2161230 h 2344739"/>
              <a:gd name="connsiteX108-14995" fmla="*/ 7198152 w 12193149"/>
              <a:gd name="connsiteY108-14996" fmla="*/ 2166588 h 2344739"/>
              <a:gd name="connsiteX109-14997" fmla="*/ 7171956 w 12193149"/>
              <a:gd name="connsiteY109-14998" fmla="*/ 2171236 h 2344739"/>
              <a:gd name="connsiteX110-14999" fmla="*/ 7098136 w 12193149"/>
              <a:gd name="connsiteY110-15000" fmla="*/ 2183464 h 2344739"/>
              <a:gd name="connsiteX111-15001" fmla="*/ 7019644 w 12193149"/>
              <a:gd name="connsiteY111-15002" fmla="*/ 2183090 h 2344739"/>
              <a:gd name="connsiteX112-15003" fmla="*/ 6905294 w 12193149"/>
              <a:gd name="connsiteY112-15004" fmla="*/ 2212596 h 2344739"/>
              <a:gd name="connsiteX113-15005" fmla="*/ 6709370 w 12193149"/>
              <a:gd name="connsiteY113-15006" fmla="*/ 2240551 h 2344739"/>
              <a:gd name="connsiteX114-15007" fmla="*/ 6550602 w 12193149"/>
              <a:gd name="connsiteY114-15008" fmla="*/ 2269327 h 2344739"/>
              <a:gd name="connsiteX115-15009" fmla="*/ 6318708 w 12193149"/>
              <a:gd name="connsiteY115-15010" fmla="*/ 2316127 h 2344739"/>
              <a:gd name="connsiteX116-15011" fmla="*/ 6169822 w 12193149"/>
              <a:gd name="connsiteY116-15012" fmla="*/ 2318214 h 2344739"/>
              <a:gd name="connsiteX117-15013" fmla="*/ 6074996 w 12193149"/>
              <a:gd name="connsiteY117-15014" fmla="*/ 2338676 h 2344739"/>
              <a:gd name="connsiteX118-15015" fmla="*/ 6069677 w 12193149"/>
              <a:gd name="connsiteY118-15016" fmla="*/ 2337139 h 2344739"/>
              <a:gd name="connsiteX119-15017" fmla="*/ 6049786 w 12193149"/>
              <a:gd name="connsiteY119-15018" fmla="*/ 2337822 h 2344739"/>
              <a:gd name="connsiteX120-15019" fmla="*/ 6042433 w 12193149"/>
              <a:gd name="connsiteY120-15020" fmla="*/ 2329473 h 2344739"/>
              <a:gd name="connsiteX121-15021" fmla="*/ 6011238 w 12193149"/>
              <a:gd name="connsiteY121-15022" fmla="*/ 2324380 h 2344739"/>
              <a:gd name="connsiteX122-15023" fmla="*/ 5958523 w 12193149"/>
              <a:gd name="connsiteY122-15024" fmla="*/ 2328024 h 2344739"/>
              <a:gd name="connsiteX123-15025" fmla="*/ 5760067 w 12193149"/>
              <a:gd name="connsiteY123-15026" fmla="*/ 2343716 h 2344739"/>
              <a:gd name="connsiteX124-15027" fmla="*/ 5628108 w 12193149"/>
              <a:gd name="connsiteY124-15028" fmla="*/ 2344739 h 2344739"/>
              <a:gd name="connsiteX125-15029" fmla="*/ 5472054 w 12193149"/>
              <a:gd name="connsiteY125-15030" fmla="*/ 2330719 h 2344739"/>
              <a:gd name="connsiteX126-15031" fmla="*/ 5433909 w 12193149"/>
              <a:gd name="connsiteY126-15032" fmla="*/ 2319466 h 2344739"/>
              <a:gd name="connsiteX127-15033" fmla="*/ 5382817 w 12193149"/>
              <a:gd name="connsiteY127-15034" fmla="*/ 2301764 h 2344739"/>
              <a:gd name="connsiteX128-15035" fmla="*/ 5262912 w 12193149"/>
              <a:gd name="connsiteY128-15036" fmla="*/ 2281347 h 2344739"/>
              <a:gd name="connsiteX129-15037" fmla="*/ 5224109 w 12193149"/>
              <a:gd name="connsiteY129-15038" fmla="*/ 2270223 h 2344739"/>
              <a:gd name="connsiteX130-15039" fmla="*/ 5175808 w 12193149"/>
              <a:gd name="connsiteY130-15040" fmla="*/ 2267233 h 2344739"/>
              <a:gd name="connsiteX131-15041" fmla="*/ 5157702 w 12193149"/>
              <a:gd name="connsiteY131-15042" fmla="*/ 2260010 h 2344739"/>
              <a:gd name="connsiteX132-15043" fmla="*/ 5143747 w 12193149"/>
              <a:gd name="connsiteY132-15044" fmla="*/ 2256610 h 2344739"/>
              <a:gd name="connsiteX133-15045" fmla="*/ 5140744 w 12193149"/>
              <a:gd name="connsiteY133-15046" fmla="*/ 2254509 h 2344739"/>
              <a:gd name="connsiteX134-15047" fmla="*/ 5122807 w 12193149"/>
              <a:gd name="connsiteY134-15048" fmla="*/ 2243656 h 2344739"/>
              <a:gd name="connsiteX135-15049" fmla="*/ 5066938 w 12193149"/>
              <a:gd name="connsiteY135-15050" fmla="*/ 2250227 h 2344739"/>
              <a:gd name="connsiteX136-15051" fmla="*/ 5012662 w 12193149"/>
              <a:gd name="connsiteY136-15052" fmla="*/ 2233846 h 2344739"/>
              <a:gd name="connsiteX137-15053" fmla="*/ 4841589 w 12193149"/>
              <a:gd name="connsiteY137-15054" fmla="*/ 2209829 h 2344739"/>
              <a:gd name="connsiteX138-15055" fmla="*/ 4763595 w 12193149"/>
              <a:gd name="connsiteY138-15056" fmla="*/ 2182061 h 2344739"/>
              <a:gd name="connsiteX139-15057" fmla="*/ 4724334 w 12193149"/>
              <a:gd name="connsiteY139-15058" fmla="*/ 2173047 h 2344739"/>
              <a:gd name="connsiteX140-15059" fmla="*/ 4722324 w 12193149"/>
              <a:gd name="connsiteY140-15060" fmla="*/ 2172298 h 2344739"/>
              <a:gd name="connsiteX141-15061" fmla="*/ 4723259 w 12193149"/>
              <a:gd name="connsiteY141-15062" fmla="*/ 2172087 h 2344739"/>
              <a:gd name="connsiteX142-15063" fmla="*/ 4718350 w 12193149"/>
              <a:gd name="connsiteY142-15064" fmla="*/ 2170817 h 2344739"/>
              <a:gd name="connsiteX143-15065" fmla="*/ 4722324 w 12193149"/>
              <a:gd name="connsiteY143-15066" fmla="*/ 2172298 h 2344739"/>
              <a:gd name="connsiteX144-15067" fmla="*/ 4716674 w 12193149"/>
              <a:gd name="connsiteY144-15068" fmla="*/ 2173573 h 2344739"/>
              <a:gd name="connsiteX145-15069" fmla="*/ 4516962 w 12193149"/>
              <a:gd name="connsiteY145-15070" fmla="*/ 2163671 h 2344739"/>
              <a:gd name="connsiteX146-15071" fmla="*/ 4429691 w 12193149"/>
              <a:gd name="connsiteY146-15072" fmla="*/ 2153020 h 2344739"/>
              <a:gd name="connsiteX147-15073" fmla="*/ 4364023 w 12193149"/>
              <a:gd name="connsiteY147-15074" fmla="*/ 2151674 h 2344739"/>
              <a:gd name="connsiteX148-15075" fmla="*/ 4318114 w 12193149"/>
              <a:gd name="connsiteY148-15076" fmla="*/ 2158289 h 2344739"/>
              <a:gd name="connsiteX149-15077" fmla="*/ 4316258 w 12193149"/>
              <a:gd name="connsiteY149-15078" fmla="*/ 2156948 h 2344739"/>
              <a:gd name="connsiteX150-15079" fmla="*/ 4296292 w 12193149"/>
              <a:gd name="connsiteY150-15080" fmla="*/ 2155069 h 2344739"/>
              <a:gd name="connsiteX151-15081" fmla="*/ 4291212 w 12193149"/>
              <a:gd name="connsiteY151-15082" fmla="*/ 2157986 h 2344739"/>
              <a:gd name="connsiteX152-15083" fmla="*/ 4277290 w 12193149"/>
              <a:gd name="connsiteY152-15084" fmla="*/ 2157740 h 2344739"/>
              <a:gd name="connsiteX153-15085" fmla="*/ 4249265 w 12193149"/>
              <a:gd name="connsiteY153-15086" fmla="*/ 2160064 h 2344739"/>
              <a:gd name="connsiteX154-15087" fmla="*/ 4203199 w 12193149"/>
              <a:gd name="connsiteY154-15088" fmla="*/ 2157269 h 2344739"/>
              <a:gd name="connsiteX155-15089" fmla="*/ 4202893 w 12193149"/>
              <a:gd name="connsiteY155-15090" fmla="*/ 2156010 h 2344739"/>
              <a:gd name="connsiteX156-15091" fmla="*/ 4192396 w 12193149"/>
              <a:gd name="connsiteY156-15092" fmla="*/ 2150376 h 2344739"/>
              <a:gd name="connsiteX157-15093" fmla="*/ 4143893 w 12193149"/>
              <a:gd name="connsiteY157-15094" fmla="*/ 2134511 h 2344739"/>
              <a:gd name="connsiteX158-15095" fmla="*/ 4084245 w 12193149"/>
              <a:gd name="connsiteY158-15096" fmla="*/ 2107978 h 2344739"/>
              <a:gd name="connsiteX159-15097" fmla="*/ 4075694 w 12193149"/>
              <a:gd name="connsiteY159-15098" fmla="*/ 2107143 h 2344739"/>
              <a:gd name="connsiteX160-15099" fmla="*/ 4075575 w 12193149"/>
              <a:gd name="connsiteY160-15100" fmla="*/ 2106844 h 2344739"/>
              <a:gd name="connsiteX161-15101" fmla="*/ 4066658 w 12193149"/>
              <a:gd name="connsiteY161-15102" fmla="*/ 2105400 h 2344739"/>
              <a:gd name="connsiteX162-15103" fmla="*/ 4060102 w 12193149"/>
              <a:gd name="connsiteY162-15104" fmla="*/ 2105618 h 2344739"/>
              <a:gd name="connsiteX163-15105" fmla="*/ 4043512 w 12193149"/>
              <a:gd name="connsiteY163-15106" fmla="*/ 2103997 h 2344739"/>
              <a:gd name="connsiteX164-15107" fmla="*/ 4038145 w 12193149"/>
              <a:gd name="connsiteY164-15108" fmla="*/ 2101563 h 2344739"/>
              <a:gd name="connsiteX165-15109" fmla="*/ 4036511 w 12193149"/>
              <a:gd name="connsiteY165-15110" fmla="*/ 2097896 h 2344739"/>
              <a:gd name="connsiteX166-15111" fmla="*/ 4034926 w 12193149"/>
              <a:gd name="connsiteY166-15112" fmla="*/ 2098131 h 2344739"/>
              <a:gd name="connsiteX167-15113" fmla="*/ 4005686 w 12193149"/>
              <a:gd name="connsiteY167-15114" fmla="*/ 2085563 h 2344739"/>
              <a:gd name="connsiteX168-15115" fmla="*/ 3937994 w 12193149"/>
              <a:gd name="connsiteY168-15116" fmla="*/ 2068106 h 2344739"/>
              <a:gd name="connsiteX169-15117" fmla="*/ 3898423 w 12193149"/>
              <a:gd name="connsiteY169-15118" fmla="*/ 2062451 h 2344739"/>
              <a:gd name="connsiteX170-15119" fmla="*/ 3790908 w 12193149"/>
              <a:gd name="connsiteY170-15120" fmla="*/ 2042213 h 2344739"/>
              <a:gd name="connsiteX171-15121" fmla="*/ 3683661 w 12193149"/>
              <a:gd name="connsiteY171-15122" fmla="*/ 2018290 h 2344739"/>
              <a:gd name="connsiteX172-15123" fmla="*/ 3611183 w 12193149"/>
              <a:gd name="connsiteY172-15124" fmla="*/ 1986019 h 2344739"/>
              <a:gd name="connsiteX173-15125" fmla="*/ 3605003 w 12193149"/>
              <a:gd name="connsiteY173-15126" fmla="*/ 1987381 h 2344739"/>
              <a:gd name="connsiteX174-15127" fmla="*/ 3595884 w 12193149"/>
              <a:gd name="connsiteY174-15128" fmla="*/ 1987545 h 2344739"/>
              <a:gd name="connsiteX175-15129" fmla="*/ 3595649 w 12193149"/>
              <a:gd name="connsiteY175-15130" fmla="*/ 1987276 h 2344739"/>
              <a:gd name="connsiteX176-15131" fmla="*/ 3587126 w 12193149"/>
              <a:gd name="connsiteY176-15132" fmla="*/ 1987966 h 2344739"/>
              <a:gd name="connsiteX177-15133" fmla="*/ 3537283 w 12193149"/>
              <a:gd name="connsiteY177-15134" fmla="*/ 1978267 h 2344739"/>
              <a:gd name="connsiteX178-15135" fmla="*/ 3474371 w 12193149"/>
              <a:gd name="connsiteY178-15136" fmla="*/ 1974606 h 2344739"/>
              <a:gd name="connsiteX179-15137" fmla="*/ 3401876 w 12193149"/>
              <a:gd name="connsiteY179-15138" fmla="*/ 1962558 h 2344739"/>
              <a:gd name="connsiteX180-15139" fmla="*/ 3365036 w 12193149"/>
              <a:gd name="connsiteY180-15140" fmla="*/ 1979510 h 2344739"/>
              <a:gd name="connsiteX181-15141" fmla="*/ 3345174 w 12193149"/>
              <a:gd name="connsiteY181-15142" fmla="*/ 1981192 h 2344739"/>
              <a:gd name="connsiteX182-15143" fmla="*/ 3342846 w 12193149"/>
              <a:gd name="connsiteY182-15144" fmla="*/ 1980217 h 2344739"/>
              <a:gd name="connsiteX183-15145" fmla="*/ 3263504 w 12193149"/>
              <a:gd name="connsiteY183-15146" fmla="*/ 1986094 h 2344739"/>
              <a:gd name="connsiteX184-15147" fmla="*/ 3143704 w 12193149"/>
              <a:gd name="connsiteY184-15148" fmla="*/ 1993869 h 2344739"/>
              <a:gd name="connsiteX185-15149" fmla="*/ 3031439 w 12193149"/>
              <a:gd name="connsiteY185-15150" fmla="*/ 1996512 h 2344739"/>
              <a:gd name="connsiteX186-15151" fmla="*/ 2782717 w 12193149"/>
              <a:gd name="connsiteY186-15152" fmla="*/ 2018333 h 2344739"/>
              <a:gd name="connsiteX187-15153" fmla="*/ 2647675 w 12193149"/>
              <a:gd name="connsiteY187-15154" fmla="*/ 2028869 h 2344739"/>
              <a:gd name="connsiteX188-15155" fmla="*/ 2569176 w 12193149"/>
              <a:gd name="connsiteY188-15156" fmla="*/ 2002628 h 2344739"/>
              <a:gd name="connsiteX189-15157" fmla="*/ 2444403 w 12193149"/>
              <a:gd name="connsiteY189-15158" fmla="*/ 2016529 h 2344739"/>
              <a:gd name="connsiteX190-15159" fmla="*/ 2316260 w 12193149"/>
              <a:gd name="connsiteY190-15160" fmla="*/ 2024996 h 2344739"/>
              <a:gd name="connsiteX191-15161" fmla="*/ 2209726 w 12193149"/>
              <a:gd name="connsiteY191-15162" fmla="*/ 2019763 h 2344739"/>
              <a:gd name="connsiteX192-15163" fmla="*/ 2095813 w 12193149"/>
              <a:gd name="connsiteY192-15164" fmla="*/ 2003052 h 2344739"/>
              <a:gd name="connsiteX193-15165" fmla="*/ 1998504 w 12193149"/>
              <a:gd name="connsiteY193-15166" fmla="*/ 1995032 h 2344739"/>
              <a:gd name="connsiteX194-15167" fmla="*/ 1929320 w 12193149"/>
              <a:gd name="connsiteY194-15168" fmla="*/ 2016977 h 2344739"/>
              <a:gd name="connsiteX195-15169" fmla="*/ 1922798 w 12193149"/>
              <a:gd name="connsiteY195-15170" fmla="*/ 2012146 h 2344739"/>
              <a:gd name="connsiteX196-15171" fmla="*/ 1874228 w 12193149"/>
              <a:gd name="connsiteY196-15172" fmla="*/ 2013741 h 2344739"/>
              <a:gd name="connsiteX197-15173" fmla="*/ 1787803 w 12193149"/>
              <a:gd name="connsiteY197-15174" fmla="*/ 2041363 h 2344739"/>
              <a:gd name="connsiteX198-15175" fmla="*/ 1739352 w 12193149"/>
              <a:gd name="connsiteY198-15176" fmla="*/ 2036312 h 2344739"/>
              <a:gd name="connsiteX199-15177" fmla="*/ 1676219 w 12193149"/>
              <a:gd name="connsiteY199-15178" fmla="*/ 2019963 h 2344739"/>
              <a:gd name="connsiteX200-15179" fmla="*/ 1609817 w 12193149"/>
              <a:gd name="connsiteY200-15180" fmla="*/ 2013066 h 2344739"/>
              <a:gd name="connsiteX201-15181" fmla="*/ 1497258 w 12193149"/>
              <a:gd name="connsiteY201-15182" fmla="*/ 1987476 h 2344739"/>
              <a:gd name="connsiteX202-15183" fmla="*/ 1151127 w 12193149"/>
              <a:gd name="connsiteY202-15184" fmla="*/ 1938041 h 2344739"/>
              <a:gd name="connsiteX203-15185" fmla="*/ 859417 w 12193149"/>
              <a:gd name="connsiteY203-15186" fmla="*/ 1928608 h 2344739"/>
              <a:gd name="connsiteX204-15187" fmla="*/ 838688 w 12193149"/>
              <a:gd name="connsiteY204-15188" fmla="*/ 1929821 h 2344739"/>
              <a:gd name="connsiteX205-15189" fmla="*/ 817957 w 12193149"/>
              <a:gd name="connsiteY205-15190" fmla="*/ 1927857 h 2344739"/>
              <a:gd name="connsiteX206-15191" fmla="*/ 812654 w 12193149"/>
              <a:gd name="connsiteY206-15192" fmla="*/ 1930751 h 2344739"/>
              <a:gd name="connsiteX207-15193" fmla="*/ 721195 w 12193149"/>
              <a:gd name="connsiteY207-15194" fmla="*/ 1929661 h 2344739"/>
              <a:gd name="connsiteX208-15195" fmla="*/ 720890 w 12193149"/>
              <a:gd name="connsiteY208-15196" fmla="*/ 1928399 h 2344739"/>
              <a:gd name="connsiteX209-15197" fmla="*/ 710023 w 12193149"/>
              <a:gd name="connsiteY209-15198" fmla="*/ 1922722 h 2344739"/>
              <a:gd name="connsiteX210-15199" fmla="*/ 597940 w 12193149"/>
              <a:gd name="connsiteY210-15200" fmla="*/ 1879864 h 2344739"/>
              <a:gd name="connsiteX211-15201" fmla="*/ 579683 w 12193149"/>
              <a:gd name="connsiteY211-15202" fmla="*/ 1877212 h 2344739"/>
              <a:gd name="connsiteX212-15203" fmla="*/ 572865 w 12193149"/>
              <a:gd name="connsiteY212-15204" fmla="*/ 1877401 h 2344739"/>
              <a:gd name="connsiteX213-15205" fmla="*/ 446247 w 12193149"/>
              <a:gd name="connsiteY213-15206" fmla="*/ 1839371 h 2344739"/>
              <a:gd name="connsiteX214-15207" fmla="*/ 405163 w 12193149"/>
              <a:gd name="connsiteY214-15208" fmla="*/ 1833548 h 2344739"/>
              <a:gd name="connsiteX215-15209" fmla="*/ 293583 w 12193149"/>
              <a:gd name="connsiteY215-15210" fmla="*/ 1812852 h 2344739"/>
              <a:gd name="connsiteX216-15211" fmla="*/ 119529 w 12193149"/>
              <a:gd name="connsiteY216-15212" fmla="*/ 1761047 h 2344739"/>
              <a:gd name="connsiteX217-15213" fmla="*/ 16674 w 12193149"/>
              <a:gd name="connsiteY217-15214" fmla="*/ 1758191 h 2344739"/>
              <a:gd name="connsiteX218-15215" fmla="*/ 1150 w 12193149"/>
              <a:gd name="connsiteY218-15216" fmla="*/ 1752722 h 2344739"/>
              <a:gd name="connsiteX219-15217" fmla="*/ 1148 w 12193149"/>
              <a:gd name="connsiteY219-15218" fmla="*/ 222213 h 2344739"/>
              <a:gd name="connsiteX220-15219" fmla="*/ 1148 w 12193149"/>
              <a:gd name="connsiteY220-15220" fmla="*/ 0 h 2344739"/>
              <a:gd name="connsiteX0-15221" fmla="*/ 1148 w 12193149"/>
              <a:gd name="connsiteY0-15222" fmla="*/ 0 h 2344739"/>
              <a:gd name="connsiteX1-15223" fmla="*/ 12193148 w 12193149"/>
              <a:gd name="connsiteY1-15224" fmla="*/ 0 h 2344739"/>
              <a:gd name="connsiteX2-15225" fmla="*/ 12193148 w 12193149"/>
              <a:gd name="connsiteY2-15226" fmla="*/ 222213 h 2344739"/>
              <a:gd name="connsiteX3-15227" fmla="*/ 12193148 w 12193149"/>
              <a:gd name="connsiteY3-15228" fmla="*/ 389190 h 2344739"/>
              <a:gd name="connsiteX4-15229" fmla="*/ 12193149 w 12193149"/>
              <a:gd name="connsiteY4-15230" fmla="*/ 579739 h 2344739"/>
              <a:gd name="connsiteX5-15231" fmla="*/ 12185986 w 12193149"/>
              <a:gd name="connsiteY5-15232" fmla="*/ 584189 h 2344739"/>
              <a:gd name="connsiteX6-15233" fmla="*/ 12156363 w 12193149"/>
              <a:gd name="connsiteY6-15234" fmla="*/ 597366 h 2344739"/>
              <a:gd name="connsiteX7-15235" fmla="*/ 12139215 w 12193149"/>
              <a:gd name="connsiteY7-15236" fmla="*/ 623179 h 2344739"/>
              <a:gd name="connsiteX8-15237" fmla="*/ 12126327 w 12193149"/>
              <a:gd name="connsiteY8-15238" fmla="*/ 624690 h 2344739"/>
              <a:gd name="connsiteX9-15239" fmla="*/ 12124007 w 12193149"/>
              <a:gd name="connsiteY9-15240" fmla="*/ 624794 h 2344739"/>
              <a:gd name="connsiteX10-15241" fmla="*/ 12116854 w 12193149"/>
              <a:gd name="connsiteY10-15242" fmla="*/ 628608 h 2344739"/>
              <a:gd name="connsiteX11-15243" fmla="*/ 12099497 w 12193149"/>
              <a:gd name="connsiteY11-15244" fmla="*/ 628139 h 2344739"/>
              <a:gd name="connsiteX12-15245" fmla="*/ 12087073 w 12193149"/>
              <a:gd name="connsiteY12-15246" fmla="*/ 636341 h 2344739"/>
              <a:gd name="connsiteX13-15247" fmla="*/ 12031073 w 12193149"/>
              <a:gd name="connsiteY13-15248" fmla="*/ 680009 h 2344739"/>
              <a:gd name="connsiteX14-15249" fmla="*/ 11995833 w 12193149"/>
              <a:gd name="connsiteY14-15250" fmla="*/ 703458 h 2344739"/>
              <a:gd name="connsiteX15-15251" fmla="*/ 11979717 w 12193149"/>
              <a:gd name="connsiteY15-15252" fmla="*/ 708161 h 2344739"/>
              <a:gd name="connsiteX16-15253" fmla="*/ 11959046 w 12193149"/>
              <a:gd name="connsiteY16-15254" fmla="*/ 717558 h 2344739"/>
              <a:gd name="connsiteX17-15255" fmla="*/ 11920454 w 12193149"/>
              <a:gd name="connsiteY17-15256" fmla="*/ 730883 h 2344739"/>
              <a:gd name="connsiteX18-15257" fmla="*/ 11903656 w 12193149"/>
              <a:gd name="connsiteY18-15258" fmla="*/ 742426 h 2344739"/>
              <a:gd name="connsiteX19-15259" fmla="*/ 11895048 w 12193149"/>
              <a:gd name="connsiteY19-15260" fmla="*/ 744791 h 2344739"/>
              <a:gd name="connsiteX20-15261" fmla="*/ 11891968 w 12193149"/>
              <a:gd name="connsiteY20-15262" fmla="*/ 755729 h 2344739"/>
              <a:gd name="connsiteX21-15263" fmla="*/ 11870776 w 12193149"/>
              <a:gd name="connsiteY21-15264" fmla="*/ 777816 h 2344739"/>
              <a:gd name="connsiteX22-15265" fmla="*/ 11813376 w 12193149"/>
              <a:gd name="connsiteY22-15266" fmla="*/ 797659 h 2344739"/>
              <a:gd name="connsiteX23-15267" fmla="*/ 11749767 w 12193149"/>
              <a:gd name="connsiteY23-15268" fmla="*/ 872002 h 2344739"/>
              <a:gd name="connsiteX24-15269" fmla="*/ 11590693 w 12193149"/>
              <a:gd name="connsiteY24-15270" fmla="*/ 963777 h 2344739"/>
              <a:gd name="connsiteX25-15271" fmla="*/ 11506817 w 12193149"/>
              <a:gd name="connsiteY25-15272" fmla="*/ 1033623 h 2344739"/>
              <a:gd name="connsiteX26-15273" fmla="*/ 11280332 w 12193149"/>
              <a:gd name="connsiteY26-15274" fmla="*/ 1223571 h 2344739"/>
              <a:gd name="connsiteX27-15275" fmla="*/ 11228309 w 12193149"/>
              <a:gd name="connsiteY27-15276" fmla="*/ 1276236 h 2344739"/>
              <a:gd name="connsiteX28-15277" fmla="*/ 11218087 w 12193149"/>
              <a:gd name="connsiteY28-15278" fmla="*/ 1275961 h 2344739"/>
              <a:gd name="connsiteX29-15279" fmla="*/ 11217184 w 12193149"/>
              <a:gd name="connsiteY29-15280" fmla="*/ 1275018 h 2344739"/>
              <a:gd name="connsiteX30-15281" fmla="*/ 11188885 w 12193149"/>
              <a:gd name="connsiteY30-15282" fmla="*/ 1292383 h 2344739"/>
              <a:gd name="connsiteX31-15283" fmla="*/ 11184501 w 12193149"/>
              <a:gd name="connsiteY31-15284" fmla="*/ 1292525 h 2344739"/>
              <a:gd name="connsiteX32-15285" fmla="*/ 11166854 w 12193149"/>
              <a:gd name="connsiteY32-15286" fmla="*/ 1306612 h 2344739"/>
              <a:gd name="connsiteX33-15287" fmla="*/ 11157311 w 12193149"/>
              <a:gd name="connsiteY33-15288" fmla="*/ 1312414 h 2344739"/>
              <a:gd name="connsiteX34-15289" fmla="*/ 11155496 w 12193149"/>
              <a:gd name="connsiteY34-15290" fmla="*/ 1317097 h 2344739"/>
              <a:gd name="connsiteX35-15291" fmla="*/ 11140961 w 12193149"/>
              <a:gd name="connsiteY35-15292" fmla="*/ 1324115 h 2344739"/>
              <a:gd name="connsiteX36-15293" fmla="*/ 11138961 w 12193149"/>
              <a:gd name="connsiteY36-15294" fmla="*/ 1323772 h 2344739"/>
              <a:gd name="connsiteX37-15295" fmla="*/ 11128208 w 12193149"/>
              <a:gd name="connsiteY37-15296" fmla="*/ 1333832 h 2344739"/>
              <a:gd name="connsiteX38-15297" fmla="*/ 11120691 w 12193149"/>
              <a:gd name="connsiteY38-15298" fmla="*/ 1347424 h 2344739"/>
              <a:gd name="connsiteX39-15299" fmla="*/ 10894683 w 12193149"/>
              <a:gd name="connsiteY39-15300" fmla="*/ 1473399 h 2344739"/>
              <a:gd name="connsiteX40-15301" fmla="*/ 10773300 w 12193149"/>
              <a:gd name="connsiteY40-15302" fmla="*/ 1523191 h 2344739"/>
              <a:gd name="connsiteX41-15303" fmla="*/ 10627668 w 12193149"/>
              <a:gd name="connsiteY41-15304" fmla="*/ 1559229 h 2344739"/>
              <a:gd name="connsiteX42-15305" fmla="*/ 10581895 w 12193149"/>
              <a:gd name="connsiteY42-15306" fmla="*/ 1568689 h 2344739"/>
              <a:gd name="connsiteX43-15307" fmla="*/ 10547790 w 12193149"/>
              <a:gd name="connsiteY43-15308" fmla="*/ 1598423 h 2344739"/>
              <a:gd name="connsiteX44-15309" fmla="*/ 10529643 w 12193149"/>
              <a:gd name="connsiteY44-15310" fmla="*/ 1596907 h 2344739"/>
              <a:gd name="connsiteX45-15311" fmla="*/ 10526446 w 12193149"/>
              <a:gd name="connsiteY45-15312" fmla="*/ 1596411 h 2344739"/>
              <a:gd name="connsiteX46-15313" fmla="*/ 10515129 w 12193149"/>
              <a:gd name="connsiteY46-15314" fmla="*/ 1599537 h 2344739"/>
              <a:gd name="connsiteX47-15315" fmla="*/ 10491735 w 12193149"/>
              <a:gd name="connsiteY47-15316" fmla="*/ 1594156 h 2344739"/>
              <a:gd name="connsiteX48-15317" fmla="*/ 10471418 w 12193149"/>
              <a:gd name="connsiteY48-15318" fmla="*/ 1601693 h 2344739"/>
              <a:gd name="connsiteX49-15319" fmla="*/ 10377042 w 12193149"/>
              <a:gd name="connsiteY49-15320" fmla="*/ 1644598 h 2344739"/>
              <a:gd name="connsiteX50-15321" fmla="*/ 10319338 w 12193149"/>
              <a:gd name="connsiteY50-15322" fmla="*/ 1666221 h 2344739"/>
              <a:gd name="connsiteX51-15323" fmla="*/ 10295467 w 12193149"/>
              <a:gd name="connsiteY51-15324" fmla="*/ 1668079 h 2344739"/>
              <a:gd name="connsiteX52-15325" fmla="*/ 10263443 w 12193149"/>
              <a:gd name="connsiteY52-15326" fmla="*/ 1674948 h 2344739"/>
              <a:gd name="connsiteX53-15327" fmla="*/ 10205418 w 12193149"/>
              <a:gd name="connsiteY53-15328" fmla="*/ 1682149 h 2344739"/>
              <a:gd name="connsiteX54-15329" fmla="*/ 10177759 w 12193149"/>
              <a:gd name="connsiteY54-15330" fmla="*/ 1692943 h 2344739"/>
              <a:gd name="connsiteX55-15331" fmla="*/ 10165070 w 12193149"/>
              <a:gd name="connsiteY55-15332" fmla="*/ 1693739 h 2344739"/>
              <a:gd name="connsiteX56-15333" fmla="*/ 10156308 w 12193149"/>
              <a:gd name="connsiteY56-15334" fmla="*/ 1707487 h 2344739"/>
              <a:gd name="connsiteX57-15335" fmla="*/ 10118267 w 12193149"/>
              <a:gd name="connsiteY57-15336" fmla="*/ 1731142 h 2344739"/>
              <a:gd name="connsiteX58-15337" fmla="*/ 10083317 w 12193149"/>
              <a:gd name="connsiteY58-15338" fmla="*/ 1743296 h 2344739"/>
              <a:gd name="connsiteX59-15339" fmla="*/ 10040388 w 12193149"/>
              <a:gd name="connsiteY59-15340" fmla="*/ 1741632 h 2344739"/>
              <a:gd name="connsiteX60-15341" fmla="*/ 9961167 w 12193149"/>
              <a:gd name="connsiteY60-15342" fmla="*/ 1757147 h 2344739"/>
              <a:gd name="connsiteX61-15343" fmla="*/ 9848940 w 12193149"/>
              <a:gd name="connsiteY61-15344" fmla="*/ 1763915 h 2344739"/>
              <a:gd name="connsiteX62-15345" fmla="*/ 9729457 w 12193149"/>
              <a:gd name="connsiteY62-15346" fmla="*/ 1784122 h 2344739"/>
              <a:gd name="connsiteX63-15347" fmla="*/ 9613704 w 12193149"/>
              <a:gd name="connsiteY63-15348" fmla="*/ 1812371 h 2344739"/>
              <a:gd name="connsiteX64-15349" fmla="*/ 9338590 w 12193149"/>
              <a:gd name="connsiteY64-15350" fmla="*/ 1869293 h 2344739"/>
              <a:gd name="connsiteX65-15351" fmla="*/ 9232518 w 12193149"/>
              <a:gd name="connsiteY65-15352" fmla="*/ 1893149 h 2344739"/>
              <a:gd name="connsiteX66-15353" fmla="*/ 9156690 w 12193149"/>
              <a:gd name="connsiteY66-15354" fmla="*/ 1903228 h 2344739"/>
              <a:gd name="connsiteX67-15355" fmla="*/ 9054601 w 12193149"/>
              <a:gd name="connsiteY67-15356" fmla="*/ 1910755 h 2344739"/>
              <a:gd name="connsiteX68-15357" fmla="*/ 9006634 w 12193149"/>
              <a:gd name="connsiteY68-15358" fmla="*/ 1914040 h 2344739"/>
              <a:gd name="connsiteX69-15359" fmla="*/ 9006349 w 12193149"/>
              <a:gd name="connsiteY69-15360" fmla="*/ 1913800 h 2344739"/>
              <a:gd name="connsiteX70-15361" fmla="*/ 8997380 w 12193149"/>
              <a:gd name="connsiteY70-15362" fmla="*/ 1915011 h 2344739"/>
              <a:gd name="connsiteX71-15363" fmla="*/ 8991542 w 12193149"/>
              <a:gd name="connsiteY71-15364" fmla="*/ 1917072 h 2344739"/>
              <a:gd name="connsiteX72-15365" fmla="*/ 8975485 w 12193149"/>
              <a:gd name="connsiteY72-15366" fmla="*/ 1920298 h 2344739"/>
              <a:gd name="connsiteX73-15367" fmla="*/ 8969159 w 12193149"/>
              <a:gd name="connsiteY73-15368" fmla="*/ 1919598 h 2344739"/>
              <a:gd name="connsiteX74-15369" fmla="*/ 8964196 w 12193149"/>
              <a:gd name="connsiteY74-15370" fmla="*/ 1917373 h 2344739"/>
              <a:gd name="connsiteX75-15371" fmla="*/ 8930136 w 12193149"/>
              <a:gd name="connsiteY75-15372" fmla="*/ 1914185 h 2344739"/>
              <a:gd name="connsiteX76-15373" fmla="*/ 8753592 w 12193149"/>
              <a:gd name="connsiteY76-15374" fmla="*/ 1933417 h 2344739"/>
              <a:gd name="connsiteX77-15375" fmla="*/ 8708995 w 12193149"/>
              <a:gd name="connsiteY77-15376" fmla="*/ 1935518 h 2344739"/>
              <a:gd name="connsiteX78-15377" fmla="*/ 8597219 w 12193149"/>
              <a:gd name="connsiteY78-15378" fmla="*/ 1944090 h 2344739"/>
              <a:gd name="connsiteX79-15379" fmla="*/ 8526378 w 12193149"/>
              <a:gd name="connsiteY79-15380" fmla="*/ 1929248 h 2344739"/>
              <a:gd name="connsiteX80-15381" fmla="*/ 8512131 w 12193149"/>
              <a:gd name="connsiteY80-15382" fmla="*/ 1935163 h 2344739"/>
              <a:gd name="connsiteX81-15383" fmla="*/ 8507315 w 12193149"/>
              <a:gd name="connsiteY81-15384" fmla="*/ 1938164 h 2344739"/>
              <a:gd name="connsiteX82-15385" fmla="*/ 8499116 w 12193149"/>
              <a:gd name="connsiteY82-15386" fmla="*/ 1940902 h 2344739"/>
              <a:gd name="connsiteX83-15387" fmla="*/ 8498742 w 12193149"/>
              <a:gd name="connsiteY83-15388" fmla="*/ 1940723 h 2344739"/>
              <a:gd name="connsiteX84-15389" fmla="*/ 8491397 w 12193149"/>
              <a:gd name="connsiteY84-15390" fmla="*/ 1943773 h 2344739"/>
              <a:gd name="connsiteX85-15391" fmla="*/ 8368330 w 12193149"/>
              <a:gd name="connsiteY85-15392" fmla="*/ 1957815 h 2344739"/>
              <a:gd name="connsiteX86-15393" fmla="*/ 8354947 w 12193149"/>
              <a:gd name="connsiteY86-15394" fmla="*/ 1958009 h 2344739"/>
              <a:gd name="connsiteX87-15395" fmla="*/ 8321252 w 12193149"/>
              <a:gd name="connsiteY87-15396" fmla="*/ 1974587 h 2344739"/>
              <a:gd name="connsiteX88-15397" fmla="*/ 8315581 w 12193149"/>
              <a:gd name="connsiteY88-15398" fmla="*/ 1974913 h 2344739"/>
              <a:gd name="connsiteX89-15399" fmla="*/ 8296322 w 12193149"/>
              <a:gd name="connsiteY89-15400" fmla="*/ 1988808 h 2344739"/>
              <a:gd name="connsiteX90-15401" fmla="*/ 8285424 w 12193149"/>
              <a:gd name="connsiteY90-15402" fmla="*/ 1994631 h 2344739"/>
              <a:gd name="connsiteX91-15403" fmla="*/ 8284298 w 12193149"/>
              <a:gd name="connsiteY91-15404" fmla="*/ 1999074 h 2344739"/>
              <a:gd name="connsiteX92-15405" fmla="*/ 8267224 w 12193149"/>
              <a:gd name="connsiteY92-15406" fmla="*/ 2006249 h 2344739"/>
              <a:gd name="connsiteX93-15407" fmla="*/ 8264525 w 12193149"/>
              <a:gd name="connsiteY93-15408" fmla="*/ 2006019 h 2344739"/>
              <a:gd name="connsiteX94-15409" fmla="*/ 8253181 w 12193149"/>
              <a:gd name="connsiteY94-15410" fmla="*/ 2015862 h 2344739"/>
              <a:gd name="connsiteX95-15411" fmla="*/ 8246982 w 12193149"/>
              <a:gd name="connsiteY95-15412" fmla="*/ 2028854 h 2344739"/>
              <a:gd name="connsiteX96-15413" fmla="*/ 8091420 w 12193149"/>
              <a:gd name="connsiteY96-15414" fmla="*/ 2075015 h 2344739"/>
              <a:gd name="connsiteX97-15415" fmla="*/ 7906555 w 12193149"/>
              <a:gd name="connsiteY97-15416" fmla="*/ 2116988 h 2344739"/>
              <a:gd name="connsiteX98-15417" fmla="*/ 7719893 w 12193149"/>
              <a:gd name="connsiteY98-15418" fmla="*/ 2142703 h 2344739"/>
              <a:gd name="connsiteX99-15419" fmla="*/ 7615495 w 12193149"/>
              <a:gd name="connsiteY99-15420" fmla="*/ 2139232 h 2344739"/>
              <a:gd name="connsiteX100-15421" fmla="*/ 7528691 w 12193149"/>
              <a:gd name="connsiteY100-15422" fmla="*/ 2145060 h 2344739"/>
              <a:gd name="connsiteX101-15423" fmla="*/ 7520719 w 12193149"/>
              <a:gd name="connsiteY101-15424" fmla="*/ 2147613 h 2344739"/>
              <a:gd name="connsiteX102-15425" fmla="*/ 7508559 w 12193149"/>
              <a:gd name="connsiteY102-15426" fmla="*/ 2148948 h 2344739"/>
              <a:gd name="connsiteX103-15427" fmla="*/ 7508188 w 12193149"/>
              <a:gd name="connsiteY103-15428" fmla="*/ 2148621 h 2344739"/>
              <a:gd name="connsiteX104-15429" fmla="*/ 7496943 w 12193149"/>
              <a:gd name="connsiteY104-15430" fmla="*/ 2150573 h 2344739"/>
              <a:gd name="connsiteX105-15431" fmla="*/ 7219707 w 12193149"/>
              <a:gd name="connsiteY105-15432" fmla="*/ 2156680 h 2344739"/>
              <a:gd name="connsiteX106-15433" fmla="*/ 7202249 w 12193149"/>
              <a:gd name="connsiteY106-15434" fmla="*/ 2161230 h 2344739"/>
              <a:gd name="connsiteX107-15435" fmla="*/ 7198152 w 12193149"/>
              <a:gd name="connsiteY107-15436" fmla="*/ 2166588 h 2344739"/>
              <a:gd name="connsiteX108-15437" fmla="*/ 7171956 w 12193149"/>
              <a:gd name="connsiteY108-15438" fmla="*/ 2171236 h 2344739"/>
              <a:gd name="connsiteX109-15439" fmla="*/ 7098136 w 12193149"/>
              <a:gd name="connsiteY109-15440" fmla="*/ 2183464 h 2344739"/>
              <a:gd name="connsiteX110-15441" fmla="*/ 7019644 w 12193149"/>
              <a:gd name="connsiteY110-15442" fmla="*/ 2183090 h 2344739"/>
              <a:gd name="connsiteX111-15443" fmla="*/ 6905294 w 12193149"/>
              <a:gd name="connsiteY111-15444" fmla="*/ 2212596 h 2344739"/>
              <a:gd name="connsiteX112-15445" fmla="*/ 6709370 w 12193149"/>
              <a:gd name="connsiteY112-15446" fmla="*/ 2240551 h 2344739"/>
              <a:gd name="connsiteX113-15447" fmla="*/ 6550602 w 12193149"/>
              <a:gd name="connsiteY113-15448" fmla="*/ 2269327 h 2344739"/>
              <a:gd name="connsiteX114-15449" fmla="*/ 6318708 w 12193149"/>
              <a:gd name="connsiteY114-15450" fmla="*/ 2316127 h 2344739"/>
              <a:gd name="connsiteX115-15451" fmla="*/ 6169822 w 12193149"/>
              <a:gd name="connsiteY115-15452" fmla="*/ 2318214 h 2344739"/>
              <a:gd name="connsiteX116-15453" fmla="*/ 6074996 w 12193149"/>
              <a:gd name="connsiteY116-15454" fmla="*/ 2338676 h 2344739"/>
              <a:gd name="connsiteX117-15455" fmla="*/ 6069677 w 12193149"/>
              <a:gd name="connsiteY117-15456" fmla="*/ 2337139 h 2344739"/>
              <a:gd name="connsiteX118-15457" fmla="*/ 6049786 w 12193149"/>
              <a:gd name="connsiteY118-15458" fmla="*/ 2337822 h 2344739"/>
              <a:gd name="connsiteX119-15459" fmla="*/ 6042433 w 12193149"/>
              <a:gd name="connsiteY119-15460" fmla="*/ 2329473 h 2344739"/>
              <a:gd name="connsiteX120-15461" fmla="*/ 6011238 w 12193149"/>
              <a:gd name="connsiteY120-15462" fmla="*/ 2324380 h 2344739"/>
              <a:gd name="connsiteX121-15463" fmla="*/ 5958523 w 12193149"/>
              <a:gd name="connsiteY121-15464" fmla="*/ 2328024 h 2344739"/>
              <a:gd name="connsiteX122-15465" fmla="*/ 5760067 w 12193149"/>
              <a:gd name="connsiteY122-15466" fmla="*/ 2343716 h 2344739"/>
              <a:gd name="connsiteX123-15467" fmla="*/ 5628108 w 12193149"/>
              <a:gd name="connsiteY123-15468" fmla="*/ 2344739 h 2344739"/>
              <a:gd name="connsiteX124-15469" fmla="*/ 5472054 w 12193149"/>
              <a:gd name="connsiteY124-15470" fmla="*/ 2330719 h 2344739"/>
              <a:gd name="connsiteX125-15471" fmla="*/ 5433909 w 12193149"/>
              <a:gd name="connsiteY125-15472" fmla="*/ 2319466 h 2344739"/>
              <a:gd name="connsiteX126-15473" fmla="*/ 5382817 w 12193149"/>
              <a:gd name="connsiteY126-15474" fmla="*/ 2301764 h 2344739"/>
              <a:gd name="connsiteX127-15475" fmla="*/ 5262912 w 12193149"/>
              <a:gd name="connsiteY127-15476" fmla="*/ 2281347 h 2344739"/>
              <a:gd name="connsiteX128-15477" fmla="*/ 5224109 w 12193149"/>
              <a:gd name="connsiteY128-15478" fmla="*/ 2270223 h 2344739"/>
              <a:gd name="connsiteX129-15479" fmla="*/ 5175808 w 12193149"/>
              <a:gd name="connsiteY129-15480" fmla="*/ 2267233 h 2344739"/>
              <a:gd name="connsiteX130-15481" fmla="*/ 5157702 w 12193149"/>
              <a:gd name="connsiteY130-15482" fmla="*/ 2260010 h 2344739"/>
              <a:gd name="connsiteX131-15483" fmla="*/ 5143747 w 12193149"/>
              <a:gd name="connsiteY131-15484" fmla="*/ 2256610 h 2344739"/>
              <a:gd name="connsiteX132-15485" fmla="*/ 5140744 w 12193149"/>
              <a:gd name="connsiteY132-15486" fmla="*/ 2254509 h 2344739"/>
              <a:gd name="connsiteX133-15487" fmla="*/ 5122807 w 12193149"/>
              <a:gd name="connsiteY133-15488" fmla="*/ 2243656 h 2344739"/>
              <a:gd name="connsiteX134-15489" fmla="*/ 5066938 w 12193149"/>
              <a:gd name="connsiteY134-15490" fmla="*/ 2250227 h 2344739"/>
              <a:gd name="connsiteX135-15491" fmla="*/ 5012662 w 12193149"/>
              <a:gd name="connsiteY135-15492" fmla="*/ 2233846 h 2344739"/>
              <a:gd name="connsiteX136-15493" fmla="*/ 4841589 w 12193149"/>
              <a:gd name="connsiteY136-15494" fmla="*/ 2209829 h 2344739"/>
              <a:gd name="connsiteX137-15495" fmla="*/ 4763595 w 12193149"/>
              <a:gd name="connsiteY137-15496" fmla="*/ 2182061 h 2344739"/>
              <a:gd name="connsiteX138-15497" fmla="*/ 4724334 w 12193149"/>
              <a:gd name="connsiteY138-15498" fmla="*/ 2173047 h 2344739"/>
              <a:gd name="connsiteX139-15499" fmla="*/ 4722324 w 12193149"/>
              <a:gd name="connsiteY139-15500" fmla="*/ 2172298 h 2344739"/>
              <a:gd name="connsiteX140-15501" fmla="*/ 4723259 w 12193149"/>
              <a:gd name="connsiteY140-15502" fmla="*/ 2172087 h 2344739"/>
              <a:gd name="connsiteX141-15503" fmla="*/ 4718350 w 12193149"/>
              <a:gd name="connsiteY141-15504" fmla="*/ 2170817 h 2344739"/>
              <a:gd name="connsiteX142-15505" fmla="*/ 4722324 w 12193149"/>
              <a:gd name="connsiteY142-15506" fmla="*/ 2172298 h 2344739"/>
              <a:gd name="connsiteX143-15507" fmla="*/ 4716674 w 12193149"/>
              <a:gd name="connsiteY143-15508" fmla="*/ 2173573 h 2344739"/>
              <a:gd name="connsiteX144-15509" fmla="*/ 4516962 w 12193149"/>
              <a:gd name="connsiteY144-15510" fmla="*/ 2163671 h 2344739"/>
              <a:gd name="connsiteX145-15511" fmla="*/ 4429691 w 12193149"/>
              <a:gd name="connsiteY145-15512" fmla="*/ 2153020 h 2344739"/>
              <a:gd name="connsiteX146-15513" fmla="*/ 4364023 w 12193149"/>
              <a:gd name="connsiteY146-15514" fmla="*/ 2151674 h 2344739"/>
              <a:gd name="connsiteX147-15515" fmla="*/ 4318114 w 12193149"/>
              <a:gd name="connsiteY147-15516" fmla="*/ 2158289 h 2344739"/>
              <a:gd name="connsiteX148-15517" fmla="*/ 4316258 w 12193149"/>
              <a:gd name="connsiteY148-15518" fmla="*/ 2156948 h 2344739"/>
              <a:gd name="connsiteX149-15519" fmla="*/ 4296292 w 12193149"/>
              <a:gd name="connsiteY149-15520" fmla="*/ 2155069 h 2344739"/>
              <a:gd name="connsiteX150-15521" fmla="*/ 4291212 w 12193149"/>
              <a:gd name="connsiteY150-15522" fmla="*/ 2157986 h 2344739"/>
              <a:gd name="connsiteX151-15523" fmla="*/ 4277290 w 12193149"/>
              <a:gd name="connsiteY151-15524" fmla="*/ 2157740 h 2344739"/>
              <a:gd name="connsiteX152-15525" fmla="*/ 4249265 w 12193149"/>
              <a:gd name="connsiteY152-15526" fmla="*/ 2160064 h 2344739"/>
              <a:gd name="connsiteX153-15527" fmla="*/ 4203199 w 12193149"/>
              <a:gd name="connsiteY153-15528" fmla="*/ 2157269 h 2344739"/>
              <a:gd name="connsiteX154-15529" fmla="*/ 4202893 w 12193149"/>
              <a:gd name="connsiteY154-15530" fmla="*/ 2156010 h 2344739"/>
              <a:gd name="connsiteX155-15531" fmla="*/ 4192396 w 12193149"/>
              <a:gd name="connsiteY155-15532" fmla="*/ 2150376 h 2344739"/>
              <a:gd name="connsiteX156-15533" fmla="*/ 4143893 w 12193149"/>
              <a:gd name="connsiteY156-15534" fmla="*/ 2134511 h 2344739"/>
              <a:gd name="connsiteX157-15535" fmla="*/ 4084245 w 12193149"/>
              <a:gd name="connsiteY157-15536" fmla="*/ 2107978 h 2344739"/>
              <a:gd name="connsiteX158-15537" fmla="*/ 4075694 w 12193149"/>
              <a:gd name="connsiteY158-15538" fmla="*/ 2107143 h 2344739"/>
              <a:gd name="connsiteX159-15539" fmla="*/ 4075575 w 12193149"/>
              <a:gd name="connsiteY159-15540" fmla="*/ 2106844 h 2344739"/>
              <a:gd name="connsiteX160-15541" fmla="*/ 4066658 w 12193149"/>
              <a:gd name="connsiteY160-15542" fmla="*/ 2105400 h 2344739"/>
              <a:gd name="connsiteX161-15543" fmla="*/ 4060102 w 12193149"/>
              <a:gd name="connsiteY161-15544" fmla="*/ 2105618 h 2344739"/>
              <a:gd name="connsiteX162-15545" fmla="*/ 4043512 w 12193149"/>
              <a:gd name="connsiteY162-15546" fmla="*/ 2103997 h 2344739"/>
              <a:gd name="connsiteX163-15547" fmla="*/ 4038145 w 12193149"/>
              <a:gd name="connsiteY163-15548" fmla="*/ 2101563 h 2344739"/>
              <a:gd name="connsiteX164-15549" fmla="*/ 4036511 w 12193149"/>
              <a:gd name="connsiteY164-15550" fmla="*/ 2097896 h 2344739"/>
              <a:gd name="connsiteX165-15551" fmla="*/ 4034926 w 12193149"/>
              <a:gd name="connsiteY165-15552" fmla="*/ 2098131 h 2344739"/>
              <a:gd name="connsiteX166-15553" fmla="*/ 4005686 w 12193149"/>
              <a:gd name="connsiteY166-15554" fmla="*/ 2085563 h 2344739"/>
              <a:gd name="connsiteX167-15555" fmla="*/ 3937994 w 12193149"/>
              <a:gd name="connsiteY167-15556" fmla="*/ 2068106 h 2344739"/>
              <a:gd name="connsiteX168-15557" fmla="*/ 3898423 w 12193149"/>
              <a:gd name="connsiteY168-15558" fmla="*/ 2062451 h 2344739"/>
              <a:gd name="connsiteX169-15559" fmla="*/ 3790908 w 12193149"/>
              <a:gd name="connsiteY169-15560" fmla="*/ 2042213 h 2344739"/>
              <a:gd name="connsiteX170-15561" fmla="*/ 3683661 w 12193149"/>
              <a:gd name="connsiteY170-15562" fmla="*/ 2018290 h 2344739"/>
              <a:gd name="connsiteX171-15563" fmla="*/ 3611183 w 12193149"/>
              <a:gd name="connsiteY171-15564" fmla="*/ 1986019 h 2344739"/>
              <a:gd name="connsiteX172-15565" fmla="*/ 3605003 w 12193149"/>
              <a:gd name="connsiteY172-15566" fmla="*/ 1987381 h 2344739"/>
              <a:gd name="connsiteX173-15567" fmla="*/ 3595884 w 12193149"/>
              <a:gd name="connsiteY173-15568" fmla="*/ 1987545 h 2344739"/>
              <a:gd name="connsiteX174-15569" fmla="*/ 3595649 w 12193149"/>
              <a:gd name="connsiteY174-15570" fmla="*/ 1987276 h 2344739"/>
              <a:gd name="connsiteX175-15571" fmla="*/ 3587126 w 12193149"/>
              <a:gd name="connsiteY175-15572" fmla="*/ 1987966 h 2344739"/>
              <a:gd name="connsiteX176-15573" fmla="*/ 3537283 w 12193149"/>
              <a:gd name="connsiteY176-15574" fmla="*/ 1978267 h 2344739"/>
              <a:gd name="connsiteX177-15575" fmla="*/ 3474371 w 12193149"/>
              <a:gd name="connsiteY177-15576" fmla="*/ 1974606 h 2344739"/>
              <a:gd name="connsiteX178-15577" fmla="*/ 3401876 w 12193149"/>
              <a:gd name="connsiteY178-15578" fmla="*/ 1962558 h 2344739"/>
              <a:gd name="connsiteX179-15579" fmla="*/ 3365036 w 12193149"/>
              <a:gd name="connsiteY179-15580" fmla="*/ 1979510 h 2344739"/>
              <a:gd name="connsiteX180-15581" fmla="*/ 3345174 w 12193149"/>
              <a:gd name="connsiteY180-15582" fmla="*/ 1981192 h 2344739"/>
              <a:gd name="connsiteX181-15583" fmla="*/ 3342846 w 12193149"/>
              <a:gd name="connsiteY181-15584" fmla="*/ 1980217 h 2344739"/>
              <a:gd name="connsiteX182-15585" fmla="*/ 3263504 w 12193149"/>
              <a:gd name="connsiteY182-15586" fmla="*/ 1986094 h 2344739"/>
              <a:gd name="connsiteX183-15587" fmla="*/ 3143704 w 12193149"/>
              <a:gd name="connsiteY183-15588" fmla="*/ 1993869 h 2344739"/>
              <a:gd name="connsiteX184-15589" fmla="*/ 3031439 w 12193149"/>
              <a:gd name="connsiteY184-15590" fmla="*/ 1996512 h 2344739"/>
              <a:gd name="connsiteX185-15591" fmla="*/ 2782717 w 12193149"/>
              <a:gd name="connsiteY185-15592" fmla="*/ 2018333 h 2344739"/>
              <a:gd name="connsiteX186-15593" fmla="*/ 2647675 w 12193149"/>
              <a:gd name="connsiteY186-15594" fmla="*/ 2028869 h 2344739"/>
              <a:gd name="connsiteX187-15595" fmla="*/ 2569176 w 12193149"/>
              <a:gd name="connsiteY187-15596" fmla="*/ 2002628 h 2344739"/>
              <a:gd name="connsiteX188-15597" fmla="*/ 2444403 w 12193149"/>
              <a:gd name="connsiteY188-15598" fmla="*/ 2016529 h 2344739"/>
              <a:gd name="connsiteX189-15599" fmla="*/ 2316260 w 12193149"/>
              <a:gd name="connsiteY189-15600" fmla="*/ 2024996 h 2344739"/>
              <a:gd name="connsiteX190-15601" fmla="*/ 2209726 w 12193149"/>
              <a:gd name="connsiteY190-15602" fmla="*/ 2019763 h 2344739"/>
              <a:gd name="connsiteX191-15603" fmla="*/ 2095813 w 12193149"/>
              <a:gd name="connsiteY191-15604" fmla="*/ 2003052 h 2344739"/>
              <a:gd name="connsiteX192-15605" fmla="*/ 1998504 w 12193149"/>
              <a:gd name="connsiteY192-15606" fmla="*/ 1995032 h 2344739"/>
              <a:gd name="connsiteX193-15607" fmla="*/ 1929320 w 12193149"/>
              <a:gd name="connsiteY193-15608" fmla="*/ 2016977 h 2344739"/>
              <a:gd name="connsiteX194-15609" fmla="*/ 1922798 w 12193149"/>
              <a:gd name="connsiteY194-15610" fmla="*/ 2012146 h 2344739"/>
              <a:gd name="connsiteX195-15611" fmla="*/ 1874228 w 12193149"/>
              <a:gd name="connsiteY195-15612" fmla="*/ 2013741 h 2344739"/>
              <a:gd name="connsiteX196-15613" fmla="*/ 1787803 w 12193149"/>
              <a:gd name="connsiteY196-15614" fmla="*/ 2041363 h 2344739"/>
              <a:gd name="connsiteX197-15615" fmla="*/ 1739352 w 12193149"/>
              <a:gd name="connsiteY197-15616" fmla="*/ 2036312 h 2344739"/>
              <a:gd name="connsiteX198-15617" fmla="*/ 1676219 w 12193149"/>
              <a:gd name="connsiteY198-15618" fmla="*/ 2019963 h 2344739"/>
              <a:gd name="connsiteX199-15619" fmla="*/ 1609817 w 12193149"/>
              <a:gd name="connsiteY199-15620" fmla="*/ 2013066 h 2344739"/>
              <a:gd name="connsiteX200-15621" fmla="*/ 1497258 w 12193149"/>
              <a:gd name="connsiteY200-15622" fmla="*/ 1987476 h 2344739"/>
              <a:gd name="connsiteX201-15623" fmla="*/ 1151127 w 12193149"/>
              <a:gd name="connsiteY201-15624" fmla="*/ 1938041 h 2344739"/>
              <a:gd name="connsiteX202-15625" fmla="*/ 859417 w 12193149"/>
              <a:gd name="connsiteY202-15626" fmla="*/ 1928608 h 2344739"/>
              <a:gd name="connsiteX203-15627" fmla="*/ 838688 w 12193149"/>
              <a:gd name="connsiteY203-15628" fmla="*/ 1929821 h 2344739"/>
              <a:gd name="connsiteX204-15629" fmla="*/ 817957 w 12193149"/>
              <a:gd name="connsiteY204-15630" fmla="*/ 1927857 h 2344739"/>
              <a:gd name="connsiteX205-15631" fmla="*/ 812654 w 12193149"/>
              <a:gd name="connsiteY205-15632" fmla="*/ 1930751 h 2344739"/>
              <a:gd name="connsiteX206-15633" fmla="*/ 721195 w 12193149"/>
              <a:gd name="connsiteY206-15634" fmla="*/ 1929661 h 2344739"/>
              <a:gd name="connsiteX207-15635" fmla="*/ 720890 w 12193149"/>
              <a:gd name="connsiteY207-15636" fmla="*/ 1928399 h 2344739"/>
              <a:gd name="connsiteX208-15637" fmla="*/ 710023 w 12193149"/>
              <a:gd name="connsiteY208-15638" fmla="*/ 1922722 h 2344739"/>
              <a:gd name="connsiteX209-15639" fmla="*/ 597940 w 12193149"/>
              <a:gd name="connsiteY209-15640" fmla="*/ 1879864 h 2344739"/>
              <a:gd name="connsiteX210-15641" fmla="*/ 579683 w 12193149"/>
              <a:gd name="connsiteY210-15642" fmla="*/ 1877212 h 2344739"/>
              <a:gd name="connsiteX211-15643" fmla="*/ 572865 w 12193149"/>
              <a:gd name="connsiteY211-15644" fmla="*/ 1877401 h 2344739"/>
              <a:gd name="connsiteX212-15645" fmla="*/ 446247 w 12193149"/>
              <a:gd name="connsiteY212-15646" fmla="*/ 1839371 h 2344739"/>
              <a:gd name="connsiteX213-15647" fmla="*/ 405163 w 12193149"/>
              <a:gd name="connsiteY213-15648" fmla="*/ 1833548 h 2344739"/>
              <a:gd name="connsiteX214-15649" fmla="*/ 293583 w 12193149"/>
              <a:gd name="connsiteY214-15650" fmla="*/ 1812852 h 2344739"/>
              <a:gd name="connsiteX215-15651" fmla="*/ 119529 w 12193149"/>
              <a:gd name="connsiteY215-15652" fmla="*/ 1761047 h 2344739"/>
              <a:gd name="connsiteX216-15653" fmla="*/ 16674 w 12193149"/>
              <a:gd name="connsiteY216-15654" fmla="*/ 1758191 h 2344739"/>
              <a:gd name="connsiteX217-15655" fmla="*/ 1150 w 12193149"/>
              <a:gd name="connsiteY217-15656" fmla="*/ 1752722 h 2344739"/>
              <a:gd name="connsiteX218-15657" fmla="*/ 1148 w 12193149"/>
              <a:gd name="connsiteY218-15658" fmla="*/ 222213 h 2344739"/>
              <a:gd name="connsiteX219-15659" fmla="*/ 1148 w 12193149"/>
              <a:gd name="connsiteY219-15660" fmla="*/ 0 h 2344739"/>
              <a:gd name="connsiteX0-15661" fmla="*/ 1148 w 12193149"/>
              <a:gd name="connsiteY0-15662" fmla="*/ 0 h 2344739"/>
              <a:gd name="connsiteX1-15663" fmla="*/ 12193148 w 12193149"/>
              <a:gd name="connsiteY1-15664" fmla="*/ 0 h 2344739"/>
              <a:gd name="connsiteX2-15665" fmla="*/ 12193148 w 12193149"/>
              <a:gd name="connsiteY2-15666" fmla="*/ 222213 h 2344739"/>
              <a:gd name="connsiteX3-15667" fmla="*/ 12193148 w 12193149"/>
              <a:gd name="connsiteY3-15668" fmla="*/ 389190 h 2344739"/>
              <a:gd name="connsiteX4-15669" fmla="*/ 12193149 w 12193149"/>
              <a:gd name="connsiteY4-15670" fmla="*/ 579739 h 2344739"/>
              <a:gd name="connsiteX5-15671" fmla="*/ 12185986 w 12193149"/>
              <a:gd name="connsiteY5-15672" fmla="*/ 584189 h 2344739"/>
              <a:gd name="connsiteX6-15673" fmla="*/ 12156363 w 12193149"/>
              <a:gd name="connsiteY6-15674" fmla="*/ 597366 h 2344739"/>
              <a:gd name="connsiteX7-15675" fmla="*/ 12139215 w 12193149"/>
              <a:gd name="connsiteY7-15676" fmla="*/ 623179 h 2344739"/>
              <a:gd name="connsiteX8-15677" fmla="*/ 12126327 w 12193149"/>
              <a:gd name="connsiteY8-15678" fmla="*/ 624690 h 2344739"/>
              <a:gd name="connsiteX9-15679" fmla="*/ 12124007 w 12193149"/>
              <a:gd name="connsiteY9-15680" fmla="*/ 624794 h 2344739"/>
              <a:gd name="connsiteX10-15681" fmla="*/ 12116854 w 12193149"/>
              <a:gd name="connsiteY10-15682" fmla="*/ 628608 h 2344739"/>
              <a:gd name="connsiteX11-15683" fmla="*/ 12099497 w 12193149"/>
              <a:gd name="connsiteY11-15684" fmla="*/ 628139 h 2344739"/>
              <a:gd name="connsiteX12-15685" fmla="*/ 12087073 w 12193149"/>
              <a:gd name="connsiteY12-15686" fmla="*/ 636341 h 2344739"/>
              <a:gd name="connsiteX13-15687" fmla="*/ 12031073 w 12193149"/>
              <a:gd name="connsiteY13-15688" fmla="*/ 680009 h 2344739"/>
              <a:gd name="connsiteX14-15689" fmla="*/ 11995833 w 12193149"/>
              <a:gd name="connsiteY14-15690" fmla="*/ 703458 h 2344739"/>
              <a:gd name="connsiteX15-15691" fmla="*/ 11979717 w 12193149"/>
              <a:gd name="connsiteY15-15692" fmla="*/ 708161 h 2344739"/>
              <a:gd name="connsiteX16-15693" fmla="*/ 11959046 w 12193149"/>
              <a:gd name="connsiteY16-15694" fmla="*/ 717558 h 2344739"/>
              <a:gd name="connsiteX17-15695" fmla="*/ 11920454 w 12193149"/>
              <a:gd name="connsiteY17-15696" fmla="*/ 730883 h 2344739"/>
              <a:gd name="connsiteX18-15697" fmla="*/ 11903656 w 12193149"/>
              <a:gd name="connsiteY18-15698" fmla="*/ 742426 h 2344739"/>
              <a:gd name="connsiteX19-15699" fmla="*/ 11895048 w 12193149"/>
              <a:gd name="connsiteY19-15700" fmla="*/ 744791 h 2344739"/>
              <a:gd name="connsiteX20-15701" fmla="*/ 11891968 w 12193149"/>
              <a:gd name="connsiteY20-15702" fmla="*/ 755729 h 2344739"/>
              <a:gd name="connsiteX21-15703" fmla="*/ 11870776 w 12193149"/>
              <a:gd name="connsiteY21-15704" fmla="*/ 777816 h 2344739"/>
              <a:gd name="connsiteX22-15705" fmla="*/ 11813376 w 12193149"/>
              <a:gd name="connsiteY22-15706" fmla="*/ 797659 h 2344739"/>
              <a:gd name="connsiteX23-15707" fmla="*/ 11590693 w 12193149"/>
              <a:gd name="connsiteY23-15708" fmla="*/ 963777 h 2344739"/>
              <a:gd name="connsiteX24-15709" fmla="*/ 11506817 w 12193149"/>
              <a:gd name="connsiteY24-15710" fmla="*/ 1033623 h 2344739"/>
              <a:gd name="connsiteX25-15711" fmla="*/ 11280332 w 12193149"/>
              <a:gd name="connsiteY25-15712" fmla="*/ 1223571 h 2344739"/>
              <a:gd name="connsiteX26-15713" fmla="*/ 11228309 w 12193149"/>
              <a:gd name="connsiteY26-15714" fmla="*/ 1276236 h 2344739"/>
              <a:gd name="connsiteX27-15715" fmla="*/ 11218087 w 12193149"/>
              <a:gd name="connsiteY27-15716" fmla="*/ 1275961 h 2344739"/>
              <a:gd name="connsiteX28-15717" fmla="*/ 11217184 w 12193149"/>
              <a:gd name="connsiteY28-15718" fmla="*/ 1275018 h 2344739"/>
              <a:gd name="connsiteX29-15719" fmla="*/ 11188885 w 12193149"/>
              <a:gd name="connsiteY29-15720" fmla="*/ 1292383 h 2344739"/>
              <a:gd name="connsiteX30-15721" fmla="*/ 11184501 w 12193149"/>
              <a:gd name="connsiteY30-15722" fmla="*/ 1292525 h 2344739"/>
              <a:gd name="connsiteX31-15723" fmla="*/ 11166854 w 12193149"/>
              <a:gd name="connsiteY31-15724" fmla="*/ 1306612 h 2344739"/>
              <a:gd name="connsiteX32-15725" fmla="*/ 11157311 w 12193149"/>
              <a:gd name="connsiteY32-15726" fmla="*/ 1312414 h 2344739"/>
              <a:gd name="connsiteX33-15727" fmla="*/ 11155496 w 12193149"/>
              <a:gd name="connsiteY33-15728" fmla="*/ 1317097 h 2344739"/>
              <a:gd name="connsiteX34-15729" fmla="*/ 11140961 w 12193149"/>
              <a:gd name="connsiteY34-15730" fmla="*/ 1324115 h 2344739"/>
              <a:gd name="connsiteX35-15731" fmla="*/ 11138961 w 12193149"/>
              <a:gd name="connsiteY35-15732" fmla="*/ 1323772 h 2344739"/>
              <a:gd name="connsiteX36-15733" fmla="*/ 11128208 w 12193149"/>
              <a:gd name="connsiteY36-15734" fmla="*/ 1333832 h 2344739"/>
              <a:gd name="connsiteX37-15735" fmla="*/ 11120691 w 12193149"/>
              <a:gd name="connsiteY37-15736" fmla="*/ 1347424 h 2344739"/>
              <a:gd name="connsiteX38-15737" fmla="*/ 10894683 w 12193149"/>
              <a:gd name="connsiteY38-15738" fmla="*/ 1473399 h 2344739"/>
              <a:gd name="connsiteX39-15739" fmla="*/ 10773300 w 12193149"/>
              <a:gd name="connsiteY39-15740" fmla="*/ 1523191 h 2344739"/>
              <a:gd name="connsiteX40-15741" fmla="*/ 10627668 w 12193149"/>
              <a:gd name="connsiteY40-15742" fmla="*/ 1559229 h 2344739"/>
              <a:gd name="connsiteX41-15743" fmla="*/ 10581895 w 12193149"/>
              <a:gd name="connsiteY41-15744" fmla="*/ 1568689 h 2344739"/>
              <a:gd name="connsiteX42-15745" fmla="*/ 10547790 w 12193149"/>
              <a:gd name="connsiteY42-15746" fmla="*/ 1598423 h 2344739"/>
              <a:gd name="connsiteX43-15747" fmla="*/ 10529643 w 12193149"/>
              <a:gd name="connsiteY43-15748" fmla="*/ 1596907 h 2344739"/>
              <a:gd name="connsiteX44-15749" fmla="*/ 10526446 w 12193149"/>
              <a:gd name="connsiteY44-15750" fmla="*/ 1596411 h 2344739"/>
              <a:gd name="connsiteX45-15751" fmla="*/ 10515129 w 12193149"/>
              <a:gd name="connsiteY45-15752" fmla="*/ 1599537 h 2344739"/>
              <a:gd name="connsiteX46-15753" fmla="*/ 10491735 w 12193149"/>
              <a:gd name="connsiteY46-15754" fmla="*/ 1594156 h 2344739"/>
              <a:gd name="connsiteX47-15755" fmla="*/ 10471418 w 12193149"/>
              <a:gd name="connsiteY47-15756" fmla="*/ 1601693 h 2344739"/>
              <a:gd name="connsiteX48-15757" fmla="*/ 10377042 w 12193149"/>
              <a:gd name="connsiteY48-15758" fmla="*/ 1644598 h 2344739"/>
              <a:gd name="connsiteX49-15759" fmla="*/ 10319338 w 12193149"/>
              <a:gd name="connsiteY49-15760" fmla="*/ 1666221 h 2344739"/>
              <a:gd name="connsiteX50-15761" fmla="*/ 10295467 w 12193149"/>
              <a:gd name="connsiteY50-15762" fmla="*/ 1668079 h 2344739"/>
              <a:gd name="connsiteX51-15763" fmla="*/ 10263443 w 12193149"/>
              <a:gd name="connsiteY51-15764" fmla="*/ 1674948 h 2344739"/>
              <a:gd name="connsiteX52-15765" fmla="*/ 10205418 w 12193149"/>
              <a:gd name="connsiteY52-15766" fmla="*/ 1682149 h 2344739"/>
              <a:gd name="connsiteX53-15767" fmla="*/ 10177759 w 12193149"/>
              <a:gd name="connsiteY53-15768" fmla="*/ 1692943 h 2344739"/>
              <a:gd name="connsiteX54-15769" fmla="*/ 10165070 w 12193149"/>
              <a:gd name="connsiteY54-15770" fmla="*/ 1693739 h 2344739"/>
              <a:gd name="connsiteX55-15771" fmla="*/ 10156308 w 12193149"/>
              <a:gd name="connsiteY55-15772" fmla="*/ 1707487 h 2344739"/>
              <a:gd name="connsiteX56-15773" fmla="*/ 10118267 w 12193149"/>
              <a:gd name="connsiteY56-15774" fmla="*/ 1731142 h 2344739"/>
              <a:gd name="connsiteX57-15775" fmla="*/ 10083317 w 12193149"/>
              <a:gd name="connsiteY57-15776" fmla="*/ 1743296 h 2344739"/>
              <a:gd name="connsiteX58-15777" fmla="*/ 10040388 w 12193149"/>
              <a:gd name="connsiteY58-15778" fmla="*/ 1741632 h 2344739"/>
              <a:gd name="connsiteX59-15779" fmla="*/ 9961167 w 12193149"/>
              <a:gd name="connsiteY59-15780" fmla="*/ 1757147 h 2344739"/>
              <a:gd name="connsiteX60-15781" fmla="*/ 9848940 w 12193149"/>
              <a:gd name="connsiteY60-15782" fmla="*/ 1763915 h 2344739"/>
              <a:gd name="connsiteX61-15783" fmla="*/ 9729457 w 12193149"/>
              <a:gd name="connsiteY61-15784" fmla="*/ 1784122 h 2344739"/>
              <a:gd name="connsiteX62-15785" fmla="*/ 9613704 w 12193149"/>
              <a:gd name="connsiteY62-15786" fmla="*/ 1812371 h 2344739"/>
              <a:gd name="connsiteX63-15787" fmla="*/ 9338590 w 12193149"/>
              <a:gd name="connsiteY63-15788" fmla="*/ 1869293 h 2344739"/>
              <a:gd name="connsiteX64-15789" fmla="*/ 9232518 w 12193149"/>
              <a:gd name="connsiteY64-15790" fmla="*/ 1893149 h 2344739"/>
              <a:gd name="connsiteX65-15791" fmla="*/ 9156690 w 12193149"/>
              <a:gd name="connsiteY65-15792" fmla="*/ 1903228 h 2344739"/>
              <a:gd name="connsiteX66-15793" fmla="*/ 9054601 w 12193149"/>
              <a:gd name="connsiteY66-15794" fmla="*/ 1910755 h 2344739"/>
              <a:gd name="connsiteX67-15795" fmla="*/ 9006634 w 12193149"/>
              <a:gd name="connsiteY67-15796" fmla="*/ 1914040 h 2344739"/>
              <a:gd name="connsiteX68-15797" fmla="*/ 9006349 w 12193149"/>
              <a:gd name="connsiteY68-15798" fmla="*/ 1913800 h 2344739"/>
              <a:gd name="connsiteX69-15799" fmla="*/ 8997380 w 12193149"/>
              <a:gd name="connsiteY69-15800" fmla="*/ 1915011 h 2344739"/>
              <a:gd name="connsiteX70-15801" fmla="*/ 8991542 w 12193149"/>
              <a:gd name="connsiteY70-15802" fmla="*/ 1917072 h 2344739"/>
              <a:gd name="connsiteX71-15803" fmla="*/ 8975485 w 12193149"/>
              <a:gd name="connsiteY71-15804" fmla="*/ 1920298 h 2344739"/>
              <a:gd name="connsiteX72-15805" fmla="*/ 8969159 w 12193149"/>
              <a:gd name="connsiteY72-15806" fmla="*/ 1919598 h 2344739"/>
              <a:gd name="connsiteX73-15807" fmla="*/ 8964196 w 12193149"/>
              <a:gd name="connsiteY73-15808" fmla="*/ 1917373 h 2344739"/>
              <a:gd name="connsiteX74-15809" fmla="*/ 8930136 w 12193149"/>
              <a:gd name="connsiteY74-15810" fmla="*/ 1914185 h 2344739"/>
              <a:gd name="connsiteX75-15811" fmla="*/ 8753592 w 12193149"/>
              <a:gd name="connsiteY75-15812" fmla="*/ 1933417 h 2344739"/>
              <a:gd name="connsiteX76-15813" fmla="*/ 8708995 w 12193149"/>
              <a:gd name="connsiteY76-15814" fmla="*/ 1935518 h 2344739"/>
              <a:gd name="connsiteX77-15815" fmla="*/ 8597219 w 12193149"/>
              <a:gd name="connsiteY77-15816" fmla="*/ 1944090 h 2344739"/>
              <a:gd name="connsiteX78-15817" fmla="*/ 8526378 w 12193149"/>
              <a:gd name="connsiteY78-15818" fmla="*/ 1929248 h 2344739"/>
              <a:gd name="connsiteX79-15819" fmla="*/ 8512131 w 12193149"/>
              <a:gd name="connsiteY79-15820" fmla="*/ 1935163 h 2344739"/>
              <a:gd name="connsiteX80-15821" fmla="*/ 8507315 w 12193149"/>
              <a:gd name="connsiteY80-15822" fmla="*/ 1938164 h 2344739"/>
              <a:gd name="connsiteX81-15823" fmla="*/ 8499116 w 12193149"/>
              <a:gd name="connsiteY81-15824" fmla="*/ 1940902 h 2344739"/>
              <a:gd name="connsiteX82-15825" fmla="*/ 8498742 w 12193149"/>
              <a:gd name="connsiteY82-15826" fmla="*/ 1940723 h 2344739"/>
              <a:gd name="connsiteX83-15827" fmla="*/ 8491397 w 12193149"/>
              <a:gd name="connsiteY83-15828" fmla="*/ 1943773 h 2344739"/>
              <a:gd name="connsiteX84-15829" fmla="*/ 8368330 w 12193149"/>
              <a:gd name="connsiteY84-15830" fmla="*/ 1957815 h 2344739"/>
              <a:gd name="connsiteX85-15831" fmla="*/ 8354947 w 12193149"/>
              <a:gd name="connsiteY85-15832" fmla="*/ 1958009 h 2344739"/>
              <a:gd name="connsiteX86-15833" fmla="*/ 8321252 w 12193149"/>
              <a:gd name="connsiteY86-15834" fmla="*/ 1974587 h 2344739"/>
              <a:gd name="connsiteX87-15835" fmla="*/ 8315581 w 12193149"/>
              <a:gd name="connsiteY87-15836" fmla="*/ 1974913 h 2344739"/>
              <a:gd name="connsiteX88-15837" fmla="*/ 8296322 w 12193149"/>
              <a:gd name="connsiteY88-15838" fmla="*/ 1988808 h 2344739"/>
              <a:gd name="connsiteX89-15839" fmla="*/ 8285424 w 12193149"/>
              <a:gd name="connsiteY89-15840" fmla="*/ 1994631 h 2344739"/>
              <a:gd name="connsiteX90-15841" fmla="*/ 8284298 w 12193149"/>
              <a:gd name="connsiteY90-15842" fmla="*/ 1999074 h 2344739"/>
              <a:gd name="connsiteX91-15843" fmla="*/ 8267224 w 12193149"/>
              <a:gd name="connsiteY91-15844" fmla="*/ 2006249 h 2344739"/>
              <a:gd name="connsiteX92-15845" fmla="*/ 8264525 w 12193149"/>
              <a:gd name="connsiteY92-15846" fmla="*/ 2006019 h 2344739"/>
              <a:gd name="connsiteX93-15847" fmla="*/ 8253181 w 12193149"/>
              <a:gd name="connsiteY93-15848" fmla="*/ 2015862 h 2344739"/>
              <a:gd name="connsiteX94-15849" fmla="*/ 8246982 w 12193149"/>
              <a:gd name="connsiteY94-15850" fmla="*/ 2028854 h 2344739"/>
              <a:gd name="connsiteX95-15851" fmla="*/ 8091420 w 12193149"/>
              <a:gd name="connsiteY95-15852" fmla="*/ 2075015 h 2344739"/>
              <a:gd name="connsiteX96-15853" fmla="*/ 7906555 w 12193149"/>
              <a:gd name="connsiteY96-15854" fmla="*/ 2116988 h 2344739"/>
              <a:gd name="connsiteX97-15855" fmla="*/ 7719893 w 12193149"/>
              <a:gd name="connsiteY97-15856" fmla="*/ 2142703 h 2344739"/>
              <a:gd name="connsiteX98-15857" fmla="*/ 7615495 w 12193149"/>
              <a:gd name="connsiteY98-15858" fmla="*/ 2139232 h 2344739"/>
              <a:gd name="connsiteX99-15859" fmla="*/ 7528691 w 12193149"/>
              <a:gd name="connsiteY99-15860" fmla="*/ 2145060 h 2344739"/>
              <a:gd name="connsiteX100-15861" fmla="*/ 7520719 w 12193149"/>
              <a:gd name="connsiteY100-15862" fmla="*/ 2147613 h 2344739"/>
              <a:gd name="connsiteX101-15863" fmla="*/ 7508559 w 12193149"/>
              <a:gd name="connsiteY101-15864" fmla="*/ 2148948 h 2344739"/>
              <a:gd name="connsiteX102-15865" fmla="*/ 7508188 w 12193149"/>
              <a:gd name="connsiteY102-15866" fmla="*/ 2148621 h 2344739"/>
              <a:gd name="connsiteX103-15867" fmla="*/ 7496943 w 12193149"/>
              <a:gd name="connsiteY103-15868" fmla="*/ 2150573 h 2344739"/>
              <a:gd name="connsiteX104-15869" fmla="*/ 7219707 w 12193149"/>
              <a:gd name="connsiteY104-15870" fmla="*/ 2156680 h 2344739"/>
              <a:gd name="connsiteX105-15871" fmla="*/ 7202249 w 12193149"/>
              <a:gd name="connsiteY105-15872" fmla="*/ 2161230 h 2344739"/>
              <a:gd name="connsiteX106-15873" fmla="*/ 7198152 w 12193149"/>
              <a:gd name="connsiteY106-15874" fmla="*/ 2166588 h 2344739"/>
              <a:gd name="connsiteX107-15875" fmla="*/ 7171956 w 12193149"/>
              <a:gd name="connsiteY107-15876" fmla="*/ 2171236 h 2344739"/>
              <a:gd name="connsiteX108-15877" fmla="*/ 7098136 w 12193149"/>
              <a:gd name="connsiteY108-15878" fmla="*/ 2183464 h 2344739"/>
              <a:gd name="connsiteX109-15879" fmla="*/ 7019644 w 12193149"/>
              <a:gd name="connsiteY109-15880" fmla="*/ 2183090 h 2344739"/>
              <a:gd name="connsiteX110-15881" fmla="*/ 6905294 w 12193149"/>
              <a:gd name="connsiteY110-15882" fmla="*/ 2212596 h 2344739"/>
              <a:gd name="connsiteX111-15883" fmla="*/ 6709370 w 12193149"/>
              <a:gd name="connsiteY111-15884" fmla="*/ 2240551 h 2344739"/>
              <a:gd name="connsiteX112-15885" fmla="*/ 6550602 w 12193149"/>
              <a:gd name="connsiteY112-15886" fmla="*/ 2269327 h 2344739"/>
              <a:gd name="connsiteX113-15887" fmla="*/ 6318708 w 12193149"/>
              <a:gd name="connsiteY113-15888" fmla="*/ 2316127 h 2344739"/>
              <a:gd name="connsiteX114-15889" fmla="*/ 6169822 w 12193149"/>
              <a:gd name="connsiteY114-15890" fmla="*/ 2318214 h 2344739"/>
              <a:gd name="connsiteX115-15891" fmla="*/ 6074996 w 12193149"/>
              <a:gd name="connsiteY115-15892" fmla="*/ 2338676 h 2344739"/>
              <a:gd name="connsiteX116-15893" fmla="*/ 6069677 w 12193149"/>
              <a:gd name="connsiteY116-15894" fmla="*/ 2337139 h 2344739"/>
              <a:gd name="connsiteX117-15895" fmla="*/ 6049786 w 12193149"/>
              <a:gd name="connsiteY117-15896" fmla="*/ 2337822 h 2344739"/>
              <a:gd name="connsiteX118-15897" fmla="*/ 6042433 w 12193149"/>
              <a:gd name="connsiteY118-15898" fmla="*/ 2329473 h 2344739"/>
              <a:gd name="connsiteX119-15899" fmla="*/ 6011238 w 12193149"/>
              <a:gd name="connsiteY119-15900" fmla="*/ 2324380 h 2344739"/>
              <a:gd name="connsiteX120-15901" fmla="*/ 5958523 w 12193149"/>
              <a:gd name="connsiteY120-15902" fmla="*/ 2328024 h 2344739"/>
              <a:gd name="connsiteX121-15903" fmla="*/ 5760067 w 12193149"/>
              <a:gd name="connsiteY121-15904" fmla="*/ 2343716 h 2344739"/>
              <a:gd name="connsiteX122-15905" fmla="*/ 5628108 w 12193149"/>
              <a:gd name="connsiteY122-15906" fmla="*/ 2344739 h 2344739"/>
              <a:gd name="connsiteX123-15907" fmla="*/ 5472054 w 12193149"/>
              <a:gd name="connsiteY123-15908" fmla="*/ 2330719 h 2344739"/>
              <a:gd name="connsiteX124-15909" fmla="*/ 5433909 w 12193149"/>
              <a:gd name="connsiteY124-15910" fmla="*/ 2319466 h 2344739"/>
              <a:gd name="connsiteX125-15911" fmla="*/ 5382817 w 12193149"/>
              <a:gd name="connsiteY125-15912" fmla="*/ 2301764 h 2344739"/>
              <a:gd name="connsiteX126-15913" fmla="*/ 5262912 w 12193149"/>
              <a:gd name="connsiteY126-15914" fmla="*/ 2281347 h 2344739"/>
              <a:gd name="connsiteX127-15915" fmla="*/ 5224109 w 12193149"/>
              <a:gd name="connsiteY127-15916" fmla="*/ 2270223 h 2344739"/>
              <a:gd name="connsiteX128-15917" fmla="*/ 5175808 w 12193149"/>
              <a:gd name="connsiteY128-15918" fmla="*/ 2267233 h 2344739"/>
              <a:gd name="connsiteX129-15919" fmla="*/ 5157702 w 12193149"/>
              <a:gd name="connsiteY129-15920" fmla="*/ 2260010 h 2344739"/>
              <a:gd name="connsiteX130-15921" fmla="*/ 5143747 w 12193149"/>
              <a:gd name="connsiteY130-15922" fmla="*/ 2256610 h 2344739"/>
              <a:gd name="connsiteX131-15923" fmla="*/ 5140744 w 12193149"/>
              <a:gd name="connsiteY131-15924" fmla="*/ 2254509 h 2344739"/>
              <a:gd name="connsiteX132-15925" fmla="*/ 5122807 w 12193149"/>
              <a:gd name="connsiteY132-15926" fmla="*/ 2243656 h 2344739"/>
              <a:gd name="connsiteX133-15927" fmla="*/ 5066938 w 12193149"/>
              <a:gd name="connsiteY133-15928" fmla="*/ 2250227 h 2344739"/>
              <a:gd name="connsiteX134-15929" fmla="*/ 5012662 w 12193149"/>
              <a:gd name="connsiteY134-15930" fmla="*/ 2233846 h 2344739"/>
              <a:gd name="connsiteX135-15931" fmla="*/ 4841589 w 12193149"/>
              <a:gd name="connsiteY135-15932" fmla="*/ 2209829 h 2344739"/>
              <a:gd name="connsiteX136-15933" fmla="*/ 4763595 w 12193149"/>
              <a:gd name="connsiteY136-15934" fmla="*/ 2182061 h 2344739"/>
              <a:gd name="connsiteX137-15935" fmla="*/ 4724334 w 12193149"/>
              <a:gd name="connsiteY137-15936" fmla="*/ 2173047 h 2344739"/>
              <a:gd name="connsiteX138-15937" fmla="*/ 4722324 w 12193149"/>
              <a:gd name="connsiteY138-15938" fmla="*/ 2172298 h 2344739"/>
              <a:gd name="connsiteX139-15939" fmla="*/ 4723259 w 12193149"/>
              <a:gd name="connsiteY139-15940" fmla="*/ 2172087 h 2344739"/>
              <a:gd name="connsiteX140-15941" fmla="*/ 4718350 w 12193149"/>
              <a:gd name="connsiteY140-15942" fmla="*/ 2170817 h 2344739"/>
              <a:gd name="connsiteX141-15943" fmla="*/ 4722324 w 12193149"/>
              <a:gd name="connsiteY141-15944" fmla="*/ 2172298 h 2344739"/>
              <a:gd name="connsiteX142-15945" fmla="*/ 4716674 w 12193149"/>
              <a:gd name="connsiteY142-15946" fmla="*/ 2173573 h 2344739"/>
              <a:gd name="connsiteX143-15947" fmla="*/ 4516962 w 12193149"/>
              <a:gd name="connsiteY143-15948" fmla="*/ 2163671 h 2344739"/>
              <a:gd name="connsiteX144-15949" fmla="*/ 4429691 w 12193149"/>
              <a:gd name="connsiteY144-15950" fmla="*/ 2153020 h 2344739"/>
              <a:gd name="connsiteX145-15951" fmla="*/ 4364023 w 12193149"/>
              <a:gd name="connsiteY145-15952" fmla="*/ 2151674 h 2344739"/>
              <a:gd name="connsiteX146-15953" fmla="*/ 4318114 w 12193149"/>
              <a:gd name="connsiteY146-15954" fmla="*/ 2158289 h 2344739"/>
              <a:gd name="connsiteX147-15955" fmla="*/ 4316258 w 12193149"/>
              <a:gd name="connsiteY147-15956" fmla="*/ 2156948 h 2344739"/>
              <a:gd name="connsiteX148-15957" fmla="*/ 4296292 w 12193149"/>
              <a:gd name="connsiteY148-15958" fmla="*/ 2155069 h 2344739"/>
              <a:gd name="connsiteX149-15959" fmla="*/ 4291212 w 12193149"/>
              <a:gd name="connsiteY149-15960" fmla="*/ 2157986 h 2344739"/>
              <a:gd name="connsiteX150-15961" fmla="*/ 4277290 w 12193149"/>
              <a:gd name="connsiteY150-15962" fmla="*/ 2157740 h 2344739"/>
              <a:gd name="connsiteX151-15963" fmla="*/ 4249265 w 12193149"/>
              <a:gd name="connsiteY151-15964" fmla="*/ 2160064 h 2344739"/>
              <a:gd name="connsiteX152-15965" fmla="*/ 4203199 w 12193149"/>
              <a:gd name="connsiteY152-15966" fmla="*/ 2157269 h 2344739"/>
              <a:gd name="connsiteX153-15967" fmla="*/ 4202893 w 12193149"/>
              <a:gd name="connsiteY153-15968" fmla="*/ 2156010 h 2344739"/>
              <a:gd name="connsiteX154-15969" fmla="*/ 4192396 w 12193149"/>
              <a:gd name="connsiteY154-15970" fmla="*/ 2150376 h 2344739"/>
              <a:gd name="connsiteX155-15971" fmla="*/ 4143893 w 12193149"/>
              <a:gd name="connsiteY155-15972" fmla="*/ 2134511 h 2344739"/>
              <a:gd name="connsiteX156-15973" fmla="*/ 4084245 w 12193149"/>
              <a:gd name="connsiteY156-15974" fmla="*/ 2107978 h 2344739"/>
              <a:gd name="connsiteX157-15975" fmla="*/ 4075694 w 12193149"/>
              <a:gd name="connsiteY157-15976" fmla="*/ 2107143 h 2344739"/>
              <a:gd name="connsiteX158-15977" fmla="*/ 4075575 w 12193149"/>
              <a:gd name="connsiteY158-15978" fmla="*/ 2106844 h 2344739"/>
              <a:gd name="connsiteX159-15979" fmla="*/ 4066658 w 12193149"/>
              <a:gd name="connsiteY159-15980" fmla="*/ 2105400 h 2344739"/>
              <a:gd name="connsiteX160-15981" fmla="*/ 4060102 w 12193149"/>
              <a:gd name="connsiteY160-15982" fmla="*/ 2105618 h 2344739"/>
              <a:gd name="connsiteX161-15983" fmla="*/ 4043512 w 12193149"/>
              <a:gd name="connsiteY161-15984" fmla="*/ 2103997 h 2344739"/>
              <a:gd name="connsiteX162-15985" fmla="*/ 4038145 w 12193149"/>
              <a:gd name="connsiteY162-15986" fmla="*/ 2101563 h 2344739"/>
              <a:gd name="connsiteX163-15987" fmla="*/ 4036511 w 12193149"/>
              <a:gd name="connsiteY163-15988" fmla="*/ 2097896 h 2344739"/>
              <a:gd name="connsiteX164-15989" fmla="*/ 4034926 w 12193149"/>
              <a:gd name="connsiteY164-15990" fmla="*/ 2098131 h 2344739"/>
              <a:gd name="connsiteX165-15991" fmla="*/ 4005686 w 12193149"/>
              <a:gd name="connsiteY165-15992" fmla="*/ 2085563 h 2344739"/>
              <a:gd name="connsiteX166-15993" fmla="*/ 3937994 w 12193149"/>
              <a:gd name="connsiteY166-15994" fmla="*/ 2068106 h 2344739"/>
              <a:gd name="connsiteX167-15995" fmla="*/ 3898423 w 12193149"/>
              <a:gd name="connsiteY167-15996" fmla="*/ 2062451 h 2344739"/>
              <a:gd name="connsiteX168-15997" fmla="*/ 3790908 w 12193149"/>
              <a:gd name="connsiteY168-15998" fmla="*/ 2042213 h 2344739"/>
              <a:gd name="connsiteX169-15999" fmla="*/ 3683661 w 12193149"/>
              <a:gd name="connsiteY169-16000" fmla="*/ 2018290 h 2344739"/>
              <a:gd name="connsiteX170-16001" fmla="*/ 3611183 w 12193149"/>
              <a:gd name="connsiteY170-16002" fmla="*/ 1986019 h 2344739"/>
              <a:gd name="connsiteX171-16003" fmla="*/ 3605003 w 12193149"/>
              <a:gd name="connsiteY171-16004" fmla="*/ 1987381 h 2344739"/>
              <a:gd name="connsiteX172-16005" fmla="*/ 3595884 w 12193149"/>
              <a:gd name="connsiteY172-16006" fmla="*/ 1987545 h 2344739"/>
              <a:gd name="connsiteX173-16007" fmla="*/ 3595649 w 12193149"/>
              <a:gd name="connsiteY173-16008" fmla="*/ 1987276 h 2344739"/>
              <a:gd name="connsiteX174-16009" fmla="*/ 3587126 w 12193149"/>
              <a:gd name="connsiteY174-16010" fmla="*/ 1987966 h 2344739"/>
              <a:gd name="connsiteX175-16011" fmla="*/ 3537283 w 12193149"/>
              <a:gd name="connsiteY175-16012" fmla="*/ 1978267 h 2344739"/>
              <a:gd name="connsiteX176-16013" fmla="*/ 3474371 w 12193149"/>
              <a:gd name="connsiteY176-16014" fmla="*/ 1974606 h 2344739"/>
              <a:gd name="connsiteX177-16015" fmla="*/ 3401876 w 12193149"/>
              <a:gd name="connsiteY177-16016" fmla="*/ 1962558 h 2344739"/>
              <a:gd name="connsiteX178-16017" fmla="*/ 3365036 w 12193149"/>
              <a:gd name="connsiteY178-16018" fmla="*/ 1979510 h 2344739"/>
              <a:gd name="connsiteX179-16019" fmla="*/ 3345174 w 12193149"/>
              <a:gd name="connsiteY179-16020" fmla="*/ 1981192 h 2344739"/>
              <a:gd name="connsiteX180-16021" fmla="*/ 3342846 w 12193149"/>
              <a:gd name="connsiteY180-16022" fmla="*/ 1980217 h 2344739"/>
              <a:gd name="connsiteX181-16023" fmla="*/ 3263504 w 12193149"/>
              <a:gd name="connsiteY181-16024" fmla="*/ 1986094 h 2344739"/>
              <a:gd name="connsiteX182-16025" fmla="*/ 3143704 w 12193149"/>
              <a:gd name="connsiteY182-16026" fmla="*/ 1993869 h 2344739"/>
              <a:gd name="connsiteX183-16027" fmla="*/ 3031439 w 12193149"/>
              <a:gd name="connsiteY183-16028" fmla="*/ 1996512 h 2344739"/>
              <a:gd name="connsiteX184-16029" fmla="*/ 2782717 w 12193149"/>
              <a:gd name="connsiteY184-16030" fmla="*/ 2018333 h 2344739"/>
              <a:gd name="connsiteX185-16031" fmla="*/ 2647675 w 12193149"/>
              <a:gd name="connsiteY185-16032" fmla="*/ 2028869 h 2344739"/>
              <a:gd name="connsiteX186-16033" fmla="*/ 2569176 w 12193149"/>
              <a:gd name="connsiteY186-16034" fmla="*/ 2002628 h 2344739"/>
              <a:gd name="connsiteX187-16035" fmla="*/ 2444403 w 12193149"/>
              <a:gd name="connsiteY187-16036" fmla="*/ 2016529 h 2344739"/>
              <a:gd name="connsiteX188-16037" fmla="*/ 2316260 w 12193149"/>
              <a:gd name="connsiteY188-16038" fmla="*/ 2024996 h 2344739"/>
              <a:gd name="connsiteX189-16039" fmla="*/ 2209726 w 12193149"/>
              <a:gd name="connsiteY189-16040" fmla="*/ 2019763 h 2344739"/>
              <a:gd name="connsiteX190-16041" fmla="*/ 2095813 w 12193149"/>
              <a:gd name="connsiteY190-16042" fmla="*/ 2003052 h 2344739"/>
              <a:gd name="connsiteX191-16043" fmla="*/ 1998504 w 12193149"/>
              <a:gd name="connsiteY191-16044" fmla="*/ 1995032 h 2344739"/>
              <a:gd name="connsiteX192-16045" fmla="*/ 1929320 w 12193149"/>
              <a:gd name="connsiteY192-16046" fmla="*/ 2016977 h 2344739"/>
              <a:gd name="connsiteX193-16047" fmla="*/ 1922798 w 12193149"/>
              <a:gd name="connsiteY193-16048" fmla="*/ 2012146 h 2344739"/>
              <a:gd name="connsiteX194-16049" fmla="*/ 1874228 w 12193149"/>
              <a:gd name="connsiteY194-16050" fmla="*/ 2013741 h 2344739"/>
              <a:gd name="connsiteX195-16051" fmla="*/ 1787803 w 12193149"/>
              <a:gd name="connsiteY195-16052" fmla="*/ 2041363 h 2344739"/>
              <a:gd name="connsiteX196-16053" fmla="*/ 1739352 w 12193149"/>
              <a:gd name="connsiteY196-16054" fmla="*/ 2036312 h 2344739"/>
              <a:gd name="connsiteX197-16055" fmla="*/ 1676219 w 12193149"/>
              <a:gd name="connsiteY197-16056" fmla="*/ 2019963 h 2344739"/>
              <a:gd name="connsiteX198-16057" fmla="*/ 1609817 w 12193149"/>
              <a:gd name="connsiteY198-16058" fmla="*/ 2013066 h 2344739"/>
              <a:gd name="connsiteX199-16059" fmla="*/ 1497258 w 12193149"/>
              <a:gd name="connsiteY199-16060" fmla="*/ 1987476 h 2344739"/>
              <a:gd name="connsiteX200-16061" fmla="*/ 1151127 w 12193149"/>
              <a:gd name="connsiteY200-16062" fmla="*/ 1938041 h 2344739"/>
              <a:gd name="connsiteX201-16063" fmla="*/ 859417 w 12193149"/>
              <a:gd name="connsiteY201-16064" fmla="*/ 1928608 h 2344739"/>
              <a:gd name="connsiteX202-16065" fmla="*/ 838688 w 12193149"/>
              <a:gd name="connsiteY202-16066" fmla="*/ 1929821 h 2344739"/>
              <a:gd name="connsiteX203-16067" fmla="*/ 817957 w 12193149"/>
              <a:gd name="connsiteY203-16068" fmla="*/ 1927857 h 2344739"/>
              <a:gd name="connsiteX204-16069" fmla="*/ 812654 w 12193149"/>
              <a:gd name="connsiteY204-16070" fmla="*/ 1930751 h 2344739"/>
              <a:gd name="connsiteX205-16071" fmla="*/ 721195 w 12193149"/>
              <a:gd name="connsiteY205-16072" fmla="*/ 1929661 h 2344739"/>
              <a:gd name="connsiteX206-16073" fmla="*/ 720890 w 12193149"/>
              <a:gd name="connsiteY206-16074" fmla="*/ 1928399 h 2344739"/>
              <a:gd name="connsiteX207-16075" fmla="*/ 710023 w 12193149"/>
              <a:gd name="connsiteY207-16076" fmla="*/ 1922722 h 2344739"/>
              <a:gd name="connsiteX208-16077" fmla="*/ 597940 w 12193149"/>
              <a:gd name="connsiteY208-16078" fmla="*/ 1879864 h 2344739"/>
              <a:gd name="connsiteX209-16079" fmla="*/ 579683 w 12193149"/>
              <a:gd name="connsiteY209-16080" fmla="*/ 1877212 h 2344739"/>
              <a:gd name="connsiteX210-16081" fmla="*/ 572865 w 12193149"/>
              <a:gd name="connsiteY210-16082" fmla="*/ 1877401 h 2344739"/>
              <a:gd name="connsiteX211-16083" fmla="*/ 446247 w 12193149"/>
              <a:gd name="connsiteY211-16084" fmla="*/ 1839371 h 2344739"/>
              <a:gd name="connsiteX212-16085" fmla="*/ 405163 w 12193149"/>
              <a:gd name="connsiteY212-16086" fmla="*/ 1833548 h 2344739"/>
              <a:gd name="connsiteX213-16087" fmla="*/ 293583 w 12193149"/>
              <a:gd name="connsiteY213-16088" fmla="*/ 1812852 h 2344739"/>
              <a:gd name="connsiteX214-16089" fmla="*/ 119529 w 12193149"/>
              <a:gd name="connsiteY214-16090" fmla="*/ 1761047 h 2344739"/>
              <a:gd name="connsiteX215-16091" fmla="*/ 16674 w 12193149"/>
              <a:gd name="connsiteY215-16092" fmla="*/ 1758191 h 2344739"/>
              <a:gd name="connsiteX216-16093" fmla="*/ 1150 w 12193149"/>
              <a:gd name="connsiteY216-16094" fmla="*/ 1752722 h 2344739"/>
              <a:gd name="connsiteX217-16095" fmla="*/ 1148 w 12193149"/>
              <a:gd name="connsiteY217-16096" fmla="*/ 222213 h 2344739"/>
              <a:gd name="connsiteX218-16097" fmla="*/ 1148 w 12193149"/>
              <a:gd name="connsiteY218-16098" fmla="*/ 0 h 2344739"/>
              <a:gd name="connsiteX0-16099" fmla="*/ 1148 w 12193149"/>
              <a:gd name="connsiteY0-16100" fmla="*/ 0 h 2344739"/>
              <a:gd name="connsiteX1-16101" fmla="*/ 12193148 w 12193149"/>
              <a:gd name="connsiteY1-16102" fmla="*/ 0 h 2344739"/>
              <a:gd name="connsiteX2-16103" fmla="*/ 12193148 w 12193149"/>
              <a:gd name="connsiteY2-16104" fmla="*/ 222213 h 2344739"/>
              <a:gd name="connsiteX3-16105" fmla="*/ 12193149 w 12193149"/>
              <a:gd name="connsiteY3-16106" fmla="*/ 579739 h 2344739"/>
              <a:gd name="connsiteX4-16107" fmla="*/ 12185986 w 12193149"/>
              <a:gd name="connsiteY4-16108" fmla="*/ 584189 h 2344739"/>
              <a:gd name="connsiteX5-16109" fmla="*/ 12156363 w 12193149"/>
              <a:gd name="connsiteY5-16110" fmla="*/ 597366 h 2344739"/>
              <a:gd name="connsiteX6-16111" fmla="*/ 12139215 w 12193149"/>
              <a:gd name="connsiteY6-16112" fmla="*/ 623179 h 2344739"/>
              <a:gd name="connsiteX7-16113" fmla="*/ 12126327 w 12193149"/>
              <a:gd name="connsiteY7-16114" fmla="*/ 624690 h 2344739"/>
              <a:gd name="connsiteX8-16115" fmla="*/ 12124007 w 12193149"/>
              <a:gd name="connsiteY8-16116" fmla="*/ 624794 h 2344739"/>
              <a:gd name="connsiteX9-16117" fmla="*/ 12116854 w 12193149"/>
              <a:gd name="connsiteY9-16118" fmla="*/ 628608 h 2344739"/>
              <a:gd name="connsiteX10-16119" fmla="*/ 12099497 w 12193149"/>
              <a:gd name="connsiteY10-16120" fmla="*/ 628139 h 2344739"/>
              <a:gd name="connsiteX11-16121" fmla="*/ 12087073 w 12193149"/>
              <a:gd name="connsiteY11-16122" fmla="*/ 636341 h 2344739"/>
              <a:gd name="connsiteX12-16123" fmla="*/ 12031073 w 12193149"/>
              <a:gd name="connsiteY12-16124" fmla="*/ 680009 h 2344739"/>
              <a:gd name="connsiteX13-16125" fmla="*/ 11995833 w 12193149"/>
              <a:gd name="connsiteY13-16126" fmla="*/ 703458 h 2344739"/>
              <a:gd name="connsiteX14-16127" fmla="*/ 11979717 w 12193149"/>
              <a:gd name="connsiteY14-16128" fmla="*/ 708161 h 2344739"/>
              <a:gd name="connsiteX15-16129" fmla="*/ 11959046 w 12193149"/>
              <a:gd name="connsiteY15-16130" fmla="*/ 717558 h 2344739"/>
              <a:gd name="connsiteX16-16131" fmla="*/ 11920454 w 12193149"/>
              <a:gd name="connsiteY16-16132" fmla="*/ 730883 h 2344739"/>
              <a:gd name="connsiteX17-16133" fmla="*/ 11903656 w 12193149"/>
              <a:gd name="connsiteY17-16134" fmla="*/ 742426 h 2344739"/>
              <a:gd name="connsiteX18-16135" fmla="*/ 11895048 w 12193149"/>
              <a:gd name="connsiteY18-16136" fmla="*/ 744791 h 2344739"/>
              <a:gd name="connsiteX19-16137" fmla="*/ 11891968 w 12193149"/>
              <a:gd name="connsiteY19-16138" fmla="*/ 755729 h 2344739"/>
              <a:gd name="connsiteX20-16139" fmla="*/ 11870776 w 12193149"/>
              <a:gd name="connsiteY20-16140" fmla="*/ 777816 h 2344739"/>
              <a:gd name="connsiteX21-16141" fmla="*/ 11813376 w 12193149"/>
              <a:gd name="connsiteY21-16142" fmla="*/ 797659 h 2344739"/>
              <a:gd name="connsiteX22-16143" fmla="*/ 11590693 w 12193149"/>
              <a:gd name="connsiteY22-16144" fmla="*/ 963777 h 2344739"/>
              <a:gd name="connsiteX23-16145" fmla="*/ 11506817 w 12193149"/>
              <a:gd name="connsiteY23-16146" fmla="*/ 1033623 h 2344739"/>
              <a:gd name="connsiteX24-16147" fmla="*/ 11280332 w 12193149"/>
              <a:gd name="connsiteY24-16148" fmla="*/ 1223571 h 2344739"/>
              <a:gd name="connsiteX25-16149" fmla="*/ 11228309 w 12193149"/>
              <a:gd name="connsiteY25-16150" fmla="*/ 1276236 h 2344739"/>
              <a:gd name="connsiteX26-16151" fmla="*/ 11218087 w 12193149"/>
              <a:gd name="connsiteY26-16152" fmla="*/ 1275961 h 2344739"/>
              <a:gd name="connsiteX27-16153" fmla="*/ 11217184 w 12193149"/>
              <a:gd name="connsiteY27-16154" fmla="*/ 1275018 h 2344739"/>
              <a:gd name="connsiteX28-16155" fmla="*/ 11188885 w 12193149"/>
              <a:gd name="connsiteY28-16156" fmla="*/ 1292383 h 2344739"/>
              <a:gd name="connsiteX29-16157" fmla="*/ 11184501 w 12193149"/>
              <a:gd name="connsiteY29-16158" fmla="*/ 1292525 h 2344739"/>
              <a:gd name="connsiteX30-16159" fmla="*/ 11166854 w 12193149"/>
              <a:gd name="connsiteY30-16160" fmla="*/ 1306612 h 2344739"/>
              <a:gd name="connsiteX31-16161" fmla="*/ 11157311 w 12193149"/>
              <a:gd name="connsiteY31-16162" fmla="*/ 1312414 h 2344739"/>
              <a:gd name="connsiteX32-16163" fmla="*/ 11155496 w 12193149"/>
              <a:gd name="connsiteY32-16164" fmla="*/ 1317097 h 2344739"/>
              <a:gd name="connsiteX33-16165" fmla="*/ 11140961 w 12193149"/>
              <a:gd name="connsiteY33-16166" fmla="*/ 1324115 h 2344739"/>
              <a:gd name="connsiteX34-16167" fmla="*/ 11138961 w 12193149"/>
              <a:gd name="connsiteY34-16168" fmla="*/ 1323772 h 2344739"/>
              <a:gd name="connsiteX35-16169" fmla="*/ 11128208 w 12193149"/>
              <a:gd name="connsiteY35-16170" fmla="*/ 1333832 h 2344739"/>
              <a:gd name="connsiteX36-16171" fmla="*/ 11120691 w 12193149"/>
              <a:gd name="connsiteY36-16172" fmla="*/ 1347424 h 2344739"/>
              <a:gd name="connsiteX37-16173" fmla="*/ 10894683 w 12193149"/>
              <a:gd name="connsiteY37-16174" fmla="*/ 1473399 h 2344739"/>
              <a:gd name="connsiteX38-16175" fmla="*/ 10773300 w 12193149"/>
              <a:gd name="connsiteY38-16176" fmla="*/ 1523191 h 2344739"/>
              <a:gd name="connsiteX39-16177" fmla="*/ 10627668 w 12193149"/>
              <a:gd name="connsiteY39-16178" fmla="*/ 1559229 h 2344739"/>
              <a:gd name="connsiteX40-16179" fmla="*/ 10581895 w 12193149"/>
              <a:gd name="connsiteY40-16180" fmla="*/ 1568689 h 2344739"/>
              <a:gd name="connsiteX41-16181" fmla="*/ 10547790 w 12193149"/>
              <a:gd name="connsiteY41-16182" fmla="*/ 1598423 h 2344739"/>
              <a:gd name="connsiteX42-16183" fmla="*/ 10529643 w 12193149"/>
              <a:gd name="connsiteY42-16184" fmla="*/ 1596907 h 2344739"/>
              <a:gd name="connsiteX43-16185" fmla="*/ 10526446 w 12193149"/>
              <a:gd name="connsiteY43-16186" fmla="*/ 1596411 h 2344739"/>
              <a:gd name="connsiteX44-16187" fmla="*/ 10515129 w 12193149"/>
              <a:gd name="connsiteY44-16188" fmla="*/ 1599537 h 2344739"/>
              <a:gd name="connsiteX45-16189" fmla="*/ 10491735 w 12193149"/>
              <a:gd name="connsiteY45-16190" fmla="*/ 1594156 h 2344739"/>
              <a:gd name="connsiteX46-16191" fmla="*/ 10471418 w 12193149"/>
              <a:gd name="connsiteY46-16192" fmla="*/ 1601693 h 2344739"/>
              <a:gd name="connsiteX47-16193" fmla="*/ 10377042 w 12193149"/>
              <a:gd name="connsiteY47-16194" fmla="*/ 1644598 h 2344739"/>
              <a:gd name="connsiteX48-16195" fmla="*/ 10319338 w 12193149"/>
              <a:gd name="connsiteY48-16196" fmla="*/ 1666221 h 2344739"/>
              <a:gd name="connsiteX49-16197" fmla="*/ 10295467 w 12193149"/>
              <a:gd name="connsiteY49-16198" fmla="*/ 1668079 h 2344739"/>
              <a:gd name="connsiteX50-16199" fmla="*/ 10263443 w 12193149"/>
              <a:gd name="connsiteY50-16200" fmla="*/ 1674948 h 2344739"/>
              <a:gd name="connsiteX51-16201" fmla="*/ 10205418 w 12193149"/>
              <a:gd name="connsiteY51-16202" fmla="*/ 1682149 h 2344739"/>
              <a:gd name="connsiteX52-16203" fmla="*/ 10177759 w 12193149"/>
              <a:gd name="connsiteY52-16204" fmla="*/ 1692943 h 2344739"/>
              <a:gd name="connsiteX53-16205" fmla="*/ 10165070 w 12193149"/>
              <a:gd name="connsiteY53-16206" fmla="*/ 1693739 h 2344739"/>
              <a:gd name="connsiteX54-16207" fmla="*/ 10156308 w 12193149"/>
              <a:gd name="connsiteY54-16208" fmla="*/ 1707487 h 2344739"/>
              <a:gd name="connsiteX55-16209" fmla="*/ 10118267 w 12193149"/>
              <a:gd name="connsiteY55-16210" fmla="*/ 1731142 h 2344739"/>
              <a:gd name="connsiteX56-16211" fmla="*/ 10083317 w 12193149"/>
              <a:gd name="connsiteY56-16212" fmla="*/ 1743296 h 2344739"/>
              <a:gd name="connsiteX57-16213" fmla="*/ 10040388 w 12193149"/>
              <a:gd name="connsiteY57-16214" fmla="*/ 1741632 h 2344739"/>
              <a:gd name="connsiteX58-16215" fmla="*/ 9961167 w 12193149"/>
              <a:gd name="connsiteY58-16216" fmla="*/ 1757147 h 2344739"/>
              <a:gd name="connsiteX59-16217" fmla="*/ 9848940 w 12193149"/>
              <a:gd name="connsiteY59-16218" fmla="*/ 1763915 h 2344739"/>
              <a:gd name="connsiteX60-16219" fmla="*/ 9729457 w 12193149"/>
              <a:gd name="connsiteY60-16220" fmla="*/ 1784122 h 2344739"/>
              <a:gd name="connsiteX61-16221" fmla="*/ 9613704 w 12193149"/>
              <a:gd name="connsiteY61-16222" fmla="*/ 1812371 h 2344739"/>
              <a:gd name="connsiteX62-16223" fmla="*/ 9338590 w 12193149"/>
              <a:gd name="connsiteY62-16224" fmla="*/ 1869293 h 2344739"/>
              <a:gd name="connsiteX63-16225" fmla="*/ 9232518 w 12193149"/>
              <a:gd name="connsiteY63-16226" fmla="*/ 1893149 h 2344739"/>
              <a:gd name="connsiteX64-16227" fmla="*/ 9156690 w 12193149"/>
              <a:gd name="connsiteY64-16228" fmla="*/ 1903228 h 2344739"/>
              <a:gd name="connsiteX65-16229" fmla="*/ 9054601 w 12193149"/>
              <a:gd name="connsiteY65-16230" fmla="*/ 1910755 h 2344739"/>
              <a:gd name="connsiteX66-16231" fmla="*/ 9006634 w 12193149"/>
              <a:gd name="connsiteY66-16232" fmla="*/ 1914040 h 2344739"/>
              <a:gd name="connsiteX67-16233" fmla="*/ 9006349 w 12193149"/>
              <a:gd name="connsiteY67-16234" fmla="*/ 1913800 h 2344739"/>
              <a:gd name="connsiteX68-16235" fmla="*/ 8997380 w 12193149"/>
              <a:gd name="connsiteY68-16236" fmla="*/ 1915011 h 2344739"/>
              <a:gd name="connsiteX69-16237" fmla="*/ 8991542 w 12193149"/>
              <a:gd name="connsiteY69-16238" fmla="*/ 1917072 h 2344739"/>
              <a:gd name="connsiteX70-16239" fmla="*/ 8975485 w 12193149"/>
              <a:gd name="connsiteY70-16240" fmla="*/ 1920298 h 2344739"/>
              <a:gd name="connsiteX71-16241" fmla="*/ 8969159 w 12193149"/>
              <a:gd name="connsiteY71-16242" fmla="*/ 1919598 h 2344739"/>
              <a:gd name="connsiteX72-16243" fmla="*/ 8964196 w 12193149"/>
              <a:gd name="connsiteY72-16244" fmla="*/ 1917373 h 2344739"/>
              <a:gd name="connsiteX73-16245" fmla="*/ 8930136 w 12193149"/>
              <a:gd name="connsiteY73-16246" fmla="*/ 1914185 h 2344739"/>
              <a:gd name="connsiteX74-16247" fmla="*/ 8753592 w 12193149"/>
              <a:gd name="connsiteY74-16248" fmla="*/ 1933417 h 2344739"/>
              <a:gd name="connsiteX75-16249" fmla="*/ 8708995 w 12193149"/>
              <a:gd name="connsiteY75-16250" fmla="*/ 1935518 h 2344739"/>
              <a:gd name="connsiteX76-16251" fmla="*/ 8597219 w 12193149"/>
              <a:gd name="connsiteY76-16252" fmla="*/ 1944090 h 2344739"/>
              <a:gd name="connsiteX77-16253" fmla="*/ 8526378 w 12193149"/>
              <a:gd name="connsiteY77-16254" fmla="*/ 1929248 h 2344739"/>
              <a:gd name="connsiteX78-16255" fmla="*/ 8512131 w 12193149"/>
              <a:gd name="connsiteY78-16256" fmla="*/ 1935163 h 2344739"/>
              <a:gd name="connsiteX79-16257" fmla="*/ 8507315 w 12193149"/>
              <a:gd name="connsiteY79-16258" fmla="*/ 1938164 h 2344739"/>
              <a:gd name="connsiteX80-16259" fmla="*/ 8499116 w 12193149"/>
              <a:gd name="connsiteY80-16260" fmla="*/ 1940902 h 2344739"/>
              <a:gd name="connsiteX81-16261" fmla="*/ 8498742 w 12193149"/>
              <a:gd name="connsiteY81-16262" fmla="*/ 1940723 h 2344739"/>
              <a:gd name="connsiteX82-16263" fmla="*/ 8491397 w 12193149"/>
              <a:gd name="connsiteY82-16264" fmla="*/ 1943773 h 2344739"/>
              <a:gd name="connsiteX83-16265" fmla="*/ 8368330 w 12193149"/>
              <a:gd name="connsiteY83-16266" fmla="*/ 1957815 h 2344739"/>
              <a:gd name="connsiteX84-16267" fmla="*/ 8354947 w 12193149"/>
              <a:gd name="connsiteY84-16268" fmla="*/ 1958009 h 2344739"/>
              <a:gd name="connsiteX85-16269" fmla="*/ 8321252 w 12193149"/>
              <a:gd name="connsiteY85-16270" fmla="*/ 1974587 h 2344739"/>
              <a:gd name="connsiteX86-16271" fmla="*/ 8315581 w 12193149"/>
              <a:gd name="connsiteY86-16272" fmla="*/ 1974913 h 2344739"/>
              <a:gd name="connsiteX87-16273" fmla="*/ 8296322 w 12193149"/>
              <a:gd name="connsiteY87-16274" fmla="*/ 1988808 h 2344739"/>
              <a:gd name="connsiteX88-16275" fmla="*/ 8285424 w 12193149"/>
              <a:gd name="connsiteY88-16276" fmla="*/ 1994631 h 2344739"/>
              <a:gd name="connsiteX89-16277" fmla="*/ 8284298 w 12193149"/>
              <a:gd name="connsiteY89-16278" fmla="*/ 1999074 h 2344739"/>
              <a:gd name="connsiteX90-16279" fmla="*/ 8267224 w 12193149"/>
              <a:gd name="connsiteY90-16280" fmla="*/ 2006249 h 2344739"/>
              <a:gd name="connsiteX91-16281" fmla="*/ 8264525 w 12193149"/>
              <a:gd name="connsiteY91-16282" fmla="*/ 2006019 h 2344739"/>
              <a:gd name="connsiteX92-16283" fmla="*/ 8253181 w 12193149"/>
              <a:gd name="connsiteY92-16284" fmla="*/ 2015862 h 2344739"/>
              <a:gd name="connsiteX93-16285" fmla="*/ 8246982 w 12193149"/>
              <a:gd name="connsiteY93-16286" fmla="*/ 2028854 h 2344739"/>
              <a:gd name="connsiteX94-16287" fmla="*/ 8091420 w 12193149"/>
              <a:gd name="connsiteY94-16288" fmla="*/ 2075015 h 2344739"/>
              <a:gd name="connsiteX95-16289" fmla="*/ 7906555 w 12193149"/>
              <a:gd name="connsiteY95-16290" fmla="*/ 2116988 h 2344739"/>
              <a:gd name="connsiteX96-16291" fmla="*/ 7719893 w 12193149"/>
              <a:gd name="connsiteY96-16292" fmla="*/ 2142703 h 2344739"/>
              <a:gd name="connsiteX97-16293" fmla="*/ 7615495 w 12193149"/>
              <a:gd name="connsiteY97-16294" fmla="*/ 2139232 h 2344739"/>
              <a:gd name="connsiteX98-16295" fmla="*/ 7528691 w 12193149"/>
              <a:gd name="connsiteY98-16296" fmla="*/ 2145060 h 2344739"/>
              <a:gd name="connsiteX99-16297" fmla="*/ 7520719 w 12193149"/>
              <a:gd name="connsiteY99-16298" fmla="*/ 2147613 h 2344739"/>
              <a:gd name="connsiteX100-16299" fmla="*/ 7508559 w 12193149"/>
              <a:gd name="connsiteY100-16300" fmla="*/ 2148948 h 2344739"/>
              <a:gd name="connsiteX101-16301" fmla="*/ 7508188 w 12193149"/>
              <a:gd name="connsiteY101-16302" fmla="*/ 2148621 h 2344739"/>
              <a:gd name="connsiteX102-16303" fmla="*/ 7496943 w 12193149"/>
              <a:gd name="connsiteY102-16304" fmla="*/ 2150573 h 2344739"/>
              <a:gd name="connsiteX103-16305" fmla="*/ 7219707 w 12193149"/>
              <a:gd name="connsiteY103-16306" fmla="*/ 2156680 h 2344739"/>
              <a:gd name="connsiteX104-16307" fmla="*/ 7202249 w 12193149"/>
              <a:gd name="connsiteY104-16308" fmla="*/ 2161230 h 2344739"/>
              <a:gd name="connsiteX105-16309" fmla="*/ 7198152 w 12193149"/>
              <a:gd name="connsiteY105-16310" fmla="*/ 2166588 h 2344739"/>
              <a:gd name="connsiteX106-16311" fmla="*/ 7171956 w 12193149"/>
              <a:gd name="connsiteY106-16312" fmla="*/ 2171236 h 2344739"/>
              <a:gd name="connsiteX107-16313" fmla="*/ 7098136 w 12193149"/>
              <a:gd name="connsiteY107-16314" fmla="*/ 2183464 h 2344739"/>
              <a:gd name="connsiteX108-16315" fmla="*/ 7019644 w 12193149"/>
              <a:gd name="connsiteY108-16316" fmla="*/ 2183090 h 2344739"/>
              <a:gd name="connsiteX109-16317" fmla="*/ 6905294 w 12193149"/>
              <a:gd name="connsiteY109-16318" fmla="*/ 2212596 h 2344739"/>
              <a:gd name="connsiteX110-16319" fmla="*/ 6709370 w 12193149"/>
              <a:gd name="connsiteY110-16320" fmla="*/ 2240551 h 2344739"/>
              <a:gd name="connsiteX111-16321" fmla="*/ 6550602 w 12193149"/>
              <a:gd name="connsiteY111-16322" fmla="*/ 2269327 h 2344739"/>
              <a:gd name="connsiteX112-16323" fmla="*/ 6318708 w 12193149"/>
              <a:gd name="connsiteY112-16324" fmla="*/ 2316127 h 2344739"/>
              <a:gd name="connsiteX113-16325" fmla="*/ 6169822 w 12193149"/>
              <a:gd name="connsiteY113-16326" fmla="*/ 2318214 h 2344739"/>
              <a:gd name="connsiteX114-16327" fmla="*/ 6074996 w 12193149"/>
              <a:gd name="connsiteY114-16328" fmla="*/ 2338676 h 2344739"/>
              <a:gd name="connsiteX115-16329" fmla="*/ 6069677 w 12193149"/>
              <a:gd name="connsiteY115-16330" fmla="*/ 2337139 h 2344739"/>
              <a:gd name="connsiteX116-16331" fmla="*/ 6049786 w 12193149"/>
              <a:gd name="connsiteY116-16332" fmla="*/ 2337822 h 2344739"/>
              <a:gd name="connsiteX117-16333" fmla="*/ 6042433 w 12193149"/>
              <a:gd name="connsiteY117-16334" fmla="*/ 2329473 h 2344739"/>
              <a:gd name="connsiteX118-16335" fmla="*/ 6011238 w 12193149"/>
              <a:gd name="connsiteY118-16336" fmla="*/ 2324380 h 2344739"/>
              <a:gd name="connsiteX119-16337" fmla="*/ 5958523 w 12193149"/>
              <a:gd name="connsiteY119-16338" fmla="*/ 2328024 h 2344739"/>
              <a:gd name="connsiteX120-16339" fmla="*/ 5760067 w 12193149"/>
              <a:gd name="connsiteY120-16340" fmla="*/ 2343716 h 2344739"/>
              <a:gd name="connsiteX121-16341" fmla="*/ 5628108 w 12193149"/>
              <a:gd name="connsiteY121-16342" fmla="*/ 2344739 h 2344739"/>
              <a:gd name="connsiteX122-16343" fmla="*/ 5472054 w 12193149"/>
              <a:gd name="connsiteY122-16344" fmla="*/ 2330719 h 2344739"/>
              <a:gd name="connsiteX123-16345" fmla="*/ 5433909 w 12193149"/>
              <a:gd name="connsiteY123-16346" fmla="*/ 2319466 h 2344739"/>
              <a:gd name="connsiteX124-16347" fmla="*/ 5382817 w 12193149"/>
              <a:gd name="connsiteY124-16348" fmla="*/ 2301764 h 2344739"/>
              <a:gd name="connsiteX125-16349" fmla="*/ 5262912 w 12193149"/>
              <a:gd name="connsiteY125-16350" fmla="*/ 2281347 h 2344739"/>
              <a:gd name="connsiteX126-16351" fmla="*/ 5224109 w 12193149"/>
              <a:gd name="connsiteY126-16352" fmla="*/ 2270223 h 2344739"/>
              <a:gd name="connsiteX127-16353" fmla="*/ 5175808 w 12193149"/>
              <a:gd name="connsiteY127-16354" fmla="*/ 2267233 h 2344739"/>
              <a:gd name="connsiteX128-16355" fmla="*/ 5157702 w 12193149"/>
              <a:gd name="connsiteY128-16356" fmla="*/ 2260010 h 2344739"/>
              <a:gd name="connsiteX129-16357" fmla="*/ 5143747 w 12193149"/>
              <a:gd name="connsiteY129-16358" fmla="*/ 2256610 h 2344739"/>
              <a:gd name="connsiteX130-16359" fmla="*/ 5140744 w 12193149"/>
              <a:gd name="connsiteY130-16360" fmla="*/ 2254509 h 2344739"/>
              <a:gd name="connsiteX131-16361" fmla="*/ 5122807 w 12193149"/>
              <a:gd name="connsiteY131-16362" fmla="*/ 2243656 h 2344739"/>
              <a:gd name="connsiteX132-16363" fmla="*/ 5066938 w 12193149"/>
              <a:gd name="connsiteY132-16364" fmla="*/ 2250227 h 2344739"/>
              <a:gd name="connsiteX133-16365" fmla="*/ 5012662 w 12193149"/>
              <a:gd name="connsiteY133-16366" fmla="*/ 2233846 h 2344739"/>
              <a:gd name="connsiteX134-16367" fmla="*/ 4841589 w 12193149"/>
              <a:gd name="connsiteY134-16368" fmla="*/ 2209829 h 2344739"/>
              <a:gd name="connsiteX135-16369" fmla="*/ 4763595 w 12193149"/>
              <a:gd name="connsiteY135-16370" fmla="*/ 2182061 h 2344739"/>
              <a:gd name="connsiteX136-16371" fmla="*/ 4724334 w 12193149"/>
              <a:gd name="connsiteY136-16372" fmla="*/ 2173047 h 2344739"/>
              <a:gd name="connsiteX137-16373" fmla="*/ 4722324 w 12193149"/>
              <a:gd name="connsiteY137-16374" fmla="*/ 2172298 h 2344739"/>
              <a:gd name="connsiteX138-16375" fmla="*/ 4723259 w 12193149"/>
              <a:gd name="connsiteY138-16376" fmla="*/ 2172087 h 2344739"/>
              <a:gd name="connsiteX139-16377" fmla="*/ 4718350 w 12193149"/>
              <a:gd name="connsiteY139-16378" fmla="*/ 2170817 h 2344739"/>
              <a:gd name="connsiteX140-16379" fmla="*/ 4722324 w 12193149"/>
              <a:gd name="connsiteY140-16380" fmla="*/ 2172298 h 2344739"/>
              <a:gd name="connsiteX141-16381" fmla="*/ 4716674 w 12193149"/>
              <a:gd name="connsiteY141-16382" fmla="*/ 2173573 h 2344739"/>
              <a:gd name="connsiteX142-16383" fmla="*/ 4516962 w 12193149"/>
              <a:gd name="connsiteY142-16384" fmla="*/ 2163671 h 2344739"/>
              <a:gd name="connsiteX143-16385" fmla="*/ 4429691 w 12193149"/>
              <a:gd name="connsiteY143-16386" fmla="*/ 2153020 h 2344739"/>
              <a:gd name="connsiteX144-16387" fmla="*/ 4364023 w 12193149"/>
              <a:gd name="connsiteY144-16388" fmla="*/ 2151674 h 2344739"/>
              <a:gd name="connsiteX145-16389" fmla="*/ 4318114 w 12193149"/>
              <a:gd name="connsiteY145-16390" fmla="*/ 2158289 h 2344739"/>
              <a:gd name="connsiteX146-16391" fmla="*/ 4316258 w 12193149"/>
              <a:gd name="connsiteY146-16392" fmla="*/ 2156948 h 2344739"/>
              <a:gd name="connsiteX147-16393" fmla="*/ 4296292 w 12193149"/>
              <a:gd name="connsiteY147-16394" fmla="*/ 2155069 h 2344739"/>
              <a:gd name="connsiteX148-16395" fmla="*/ 4291212 w 12193149"/>
              <a:gd name="connsiteY148-16396" fmla="*/ 2157986 h 2344739"/>
              <a:gd name="connsiteX149-16397" fmla="*/ 4277290 w 12193149"/>
              <a:gd name="connsiteY149-16398" fmla="*/ 2157740 h 2344739"/>
              <a:gd name="connsiteX150-16399" fmla="*/ 4249265 w 12193149"/>
              <a:gd name="connsiteY150-16400" fmla="*/ 2160064 h 2344739"/>
              <a:gd name="connsiteX151-16401" fmla="*/ 4203199 w 12193149"/>
              <a:gd name="connsiteY151-16402" fmla="*/ 2157269 h 2344739"/>
              <a:gd name="connsiteX152-16403" fmla="*/ 4202893 w 12193149"/>
              <a:gd name="connsiteY152-16404" fmla="*/ 2156010 h 2344739"/>
              <a:gd name="connsiteX153-16405" fmla="*/ 4192396 w 12193149"/>
              <a:gd name="connsiteY153-16406" fmla="*/ 2150376 h 2344739"/>
              <a:gd name="connsiteX154-16407" fmla="*/ 4143893 w 12193149"/>
              <a:gd name="connsiteY154-16408" fmla="*/ 2134511 h 2344739"/>
              <a:gd name="connsiteX155-16409" fmla="*/ 4084245 w 12193149"/>
              <a:gd name="connsiteY155-16410" fmla="*/ 2107978 h 2344739"/>
              <a:gd name="connsiteX156-16411" fmla="*/ 4075694 w 12193149"/>
              <a:gd name="connsiteY156-16412" fmla="*/ 2107143 h 2344739"/>
              <a:gd name="connsiteX157-16413" fmla="*/ 4075575 w 12193149"/>
              <a:gd name="connsiteY157-16414" fmla="*/ 2106844 h 2344739"/>
              <a:gd name="connsiteX158-16415" fmla="*/ 4066658 w 12193149"/>
              <a:gd name="connsiteY158-16416" fmla="*/ 2105400 h 2344739"/>
              <a:gd name="connsiteX159-16417" fmla="*/ 4060102 w 12193149"/>
              <a:gd name="connsiteY159-16418" fmla="*/ 2105618 h 2344739"/>
              <a:gd name="connsiteX160-16419" fmla="*/ 4043512 w 12193149"/>
              <a:gd name="connsiteY160-16420" fmla="*/ 2103997 h 2344739"/>
              <a:gd name="connsiteX161-16421" fmla="*/ 4038145 w 12193149"/>
              <a:gd name="connsiteY161-16422" fmla="*/ 2101563 h 2344739"/>
              <a:gd name="connsiteX162-16423" fmla="*/ 4036511 w 12193149"/>
              <a:gd name="connsiteY162-16424" fmla="*/ 2097896 h 2344739"/>
              <a:gd name="connsiteX163-16425" fmla="*/ 4034926 w 12193149"/>
              <a:gd name="connsiteY163-16426" fmla="*/ 2098131 h 2344739"/>
              <a:gd name="connsiteX164-16427" fmla="*/ 4005686 w 12193149"/>
              <a:gd name="connsiteY164-16428" fmla="*/ 2085563 h 2344739"/>
              <a:gd name="connsiteX165-16429" fmla="*/ 3937994 w 12193149"/>
              <a:gd name="connsiteY165-16430" fmla="*/ 2068106 h 2344739"/>
              <a:gd name="connsiteX166-16431" fmla="*/ 3898423 w 12193149"/>
              <a:gd name="connsiteY166-16432" fmla="*/ 2062451 h 2344739"/>
              <a:gd name="connsiteX167-16433" fmla="*/ 3790908 w 12193149"/>
              <a:gd name="connsiteY167-16434" fmla="*/ 2042213 h 2344739"/>
              <a:gd name="connsiteX168-16435" fmla="*/ 3683661 w 12193149"/>
              <a:gd name="connsiteY168-16436" fmla="*/ 2018290 h 2344739"/>
              <a:gd name="connsiteX169-16437" fmla="*/ 3611183 w 12193149"/>
              <a:gd name="connsiteY169-16438" fmla="*/ 1986019 h 2344739"/>
              <a:gd name="connsiteX170-16439" fmla="*/ 3605003 w 12193149"/>
              <a:gd name="connsiteY170-16440" fmla="*/ 1987381 h 2344739"/>
              <a:gd name="connsiteX171-16441" fmla="*/ 3595884 w 12193149"/>
              <a:gd name="connsiteY171-16442" fmla="*/ 1987545 h 2344739"/>
              <a:gd name="connsiteX172-16443" fmla="*/ 3595649 w 12193149"/>
              <a:gd name="connsiteY172-16444" fmla="*/ 1987276 h 2344739"/>
              <a:gd name="connsiteX173-16445" fmla="*/ 3587126 w 12193149"/>
              <a:gd name="connsiteY173-16446" fmla="*/ 1987966 h 2344739"/>
              <a:gd name="connsiteX174-16447" fmla="*/ 3537283 w 12193149"/>
              <a:gd name="connsiteY174-16448" fmla="*/ 1978267 h 2344739"/>
              <a:gd name="connsiteX175-16449" fmla="*/ 3474371 w 12193149"/>
              <a:gd name="connsiteY175-16450" fmla="*/ 1974606 h 2344739"/>
              <a:gd name="connsiteX176-16451" fmla="*/ 3401876 w 12193149"/>
              <a:gd name="connsiteY176-16452" fmla="*/ 1962558 h 2344739"/>
              <a:gd name="connsiteX177-16453" fmla="*/ 3365036 w 12193149"/>
              <a:gd name="connsiteY177-16454" fmla="*/ 1979510 h 2344739"/>
              <a:gd name="connsiteX178-16455" fmla="*/ 3345174 w 12193149"/>
              <a:gd name="connsiteY178-16456" fmla="*/ 1981192 h 2344739"/>
              <a:gd name="connsiteX179-16457" fmla="*/ 3342846 w 12193149"/>
              <a:gd name="connsiteY179-16458" fmla="*/ 1980217 h 2344739"/>
              <a:gd name="connsiteX180-16459" fmla="*/ 3263504 w 12193149"/>
              <a:gd name="connsiteY180-16460" fmla="*/ 1986094 h 2344739"/>
              <a:gd name="connsiteX181-16461" fmla="*/ 3143704 w 12193149"/>
              <a:gd name="connsiteY181-16462" fmla="*/ 1993869 h 2344739"/>
              <a:gd name="connsiteX182-16463" fmla="*/ 3031439 w 12193149"/>
              <a:gd name="connsiteY182-16464" fmla="*/ 1996512 h 2344739"/>
              <a:gd name="connsiteX183-16465" fmla="*/ 2782717 w 12193149"/>
              <a:gd name="connsiteY183-16466" fmla="*/ 2018333 h 2344739"/>
              <a:gd name="connsiteX184-16467" fmla="*/ 2647675 w 12193149"/>
              <a:gd name="connsiteY184-16468" fmla="*/ 2028869 h 2344739"/>
              <a:gd name="connsiteX185-16469" fmla="*/ 2569176 w 12193149"/>
              <a:gd name="connsiteY185-16470" fmla="*/ 2002628 h 2344739"/>
              <a:gd name="connsiteX186-16471" fmla="*/ 2444403 w 12193149"/>
              <a:gd name="connsiteY186-16472" fmla="*/ 2016529 h 2344739"/>
              <a:gd name="connsiteX187-16473" fmla="*/ 2316260 w 12193149"/>
              <a:gd name="connsiteY187-16474" fmla="*/ 2024996 h 2344739"/>
              <a:gd name="connsiteX188-16475" fmla="*/ 2209726 w 12193149"/>
              <a:gd name="connsiteY188-16476" fmla="*/ 2019763 h 2344739"/>
              <a:gd name="connsiteX189-16477" fmla="*/ 2095813 w 12193149"/>
              <a:gd name="connsiteY189-16478" fmla="*/ 2003052 h 2344739"/>
              <a:gd name="connsiteX190-16479" fmla="*/ 1998504 w 12193149"/>
              <a:gd name="connsiteY190-16480" fmla="*/ 1995032 h 2344739"/>
              <a:gd name="connsiteX191-16481" fmla="*/ 1929320 w 12193149"/>
              <a:gd name="connsiteY191-16482" fmla="*/ 2016977 h 2344739"/>
              <a:gd name="connsiteX192-16483" fmla="*/ 1922798 w 12193149"/>
              <a:gd name="connsiteY192-16484" fmla="*/ 2012146 h 2344739"/>
              <a:gd name="connsiteX193-16485" fmla="*/ 1874228 w 12193149"/>
              <a:gd name="connsiteY193-16486" fmla="*/ 2013741 h 2344739"/>
              <a:gd name="connsiteX194-16487" fmla="*/ 1787803 w 12193149"/>
              <a:gd name="connsiteY194-16488" fmla="*/ 2041363 h 2344739"/>
              <a:gd name="connsiteX195-16489" fmla="*/ 1739352 w 12193149"/>
              <a:gd name="connsiteY195-16490" fmla="*/ 2036312 h 2344739"/>
              <a:gd name="connsiteX196-16491" fmla="*/ 1676219 w 12193149"/>
              <a:gd name="connsiteY196-16492" fmla="*/ 2019963 h 2344739"/>
              <a:gd name="connsiteX197-16493" fmla="*/ 1609817 w 12193149"/>
              <a:gd name="connsiteY197-16494" fmla="*/ 2013066 h 2344739"/>
              <a:gd name="connsiteX198-16495" fmla="*/ 1497258 w 12193149"/>
              <a:gd name="connsiteY198-16496" fmla="*/ 1987476 h 2344739"/>
              <a:gd name="connsiteX199-16497" fmla="*/ 1151127 w 12193149"/>
              <a:gd name="connsiteY199-16498" fmla="*/ 1938041 h 2344739"/>
              <a:gd name="connsiteX200-16499" fmla="*/ 859417 w 12193149"/>
              <a:gd name="connsiteY200-16500" fmla="*/ 1928608 h 2344739"/>
              <a:gd name="connsiteX201-16501" fmla="*/ 838688 w 12193149"/>
              <a:gd name="connsiteY201-16502" fmla="*/ 1929821 h 2344739"/>
              <a:gd name="connsiteX202-16503" fmla="*/ 817957 w 12193149"/>
              <a:gd name="connsiteY202-16504" fmla="*/ 1927857 h 2344739"/>
              <a:gd name="connsiteX203-16505" fmla="*/ 812654 w 12193149"/>
              <a:gd name="connsiteY203-16506" fmla="*/ 1930751 h 2344739"/>
              <a:gd name="connsiteX204-16507" fmla="*/ 721195 w 12193149"/>
              <a:gd name="connsiteY204-16508" fmla="*/ 1929661 h 2344739"/>
              <a:gd name="connsiteX205-16509" fmla="*/ 720890 w 12193149"/>
              <a:gd name="connsiteY205-16510" fmla="*/ 1928399 h 2344739"/>
              <a:gd name="connsiteX206-16511" fmla="*/ 710023 w 12193149"/>
              <a:gd name="connsiteY206-16512" fmla="*/ 1922722 h 2344739"/>
              <a:gd name="connsiteX207-16513" fmla="*/ 597940 w 12193149"/>
              <a:gd name="connsiteY207-16514" fmla="*/ 1879864 h 2344739"/>
              <a:gd name="connsiteX208-16515" fmla="*/ 579683 w 12193149"/>
              <a:gd name="connsiteY208-16516" fmla="*/ 1877212 h 2344739"/>
              <a:gd name="connsiteX209-16517" fmla="*/ 572865 w 12193149"/>
              <a:gd name="connsiteY209-16518" fmla="*/ 1877401 h 2344739"/>
              <a:gd name="connsiteX210-16519" fmla="*/ 446247 w 12193149"/>
              <a:gd name="connsiteY210-16520" fmla="*/ 1839371 h 2344739"/>
              <a:gd name="connsiteX211-16521" fmla="*/ 405163 w 12193149"/>
              <a:gd name="connsiteY211-16522" fmla="*/ 1833548 h 2344739"/>
              <a:gd name="connsiteX212-16523" fmla="*/ 293583 w 12193149"/>
              <a:gd name="connsiteY212-16524" fmla="*/ 1812852 h 2344739"/>
              <a:gd name="connsiteX213-16525" fmla="*/ 119529 w 12193149"/>
              <a:gd name="connsiteY213-16526" fmla="*/ 1761047 h 2344739"/>
              <a:gd name="connsiteX214-16527" fmla="*/ 16674 w 12193149"/>
              <a:gd name="connsiteY214-16528" fmla="*/ 1758191 h 2344739"/>
              <a:gd name="connsiteX215-16529" fmla="*/ 1150 w 12193149"/>
              <a:gd name="connsiteY215-16530" fmla="*/ 1752722 h 2344739"/>
              <a:gd name="connsiteX216-16531" fmla="*/ 1148 w 12193149"/>
              <a:gd name="connsiteY216-16532" fmla="*/ 222213 h 2344739"/>
              <a:gd name="connsiteX217-16533" fmla="*/ 1148 w 12193149"/>
              <a:gd name="connsiteY217-16534" fmla="*/ 0 h 2344739"/>
              <a:gd name="connsiteX0-16535" fmla="*/ 1148 w 12193149"/>
              <a:gd name="connsiteY0-16536" fmla="*/ 0 h 2344739"/>
              <a:gd name="connsiteX1-16537" fmla="*/ 12193148 w 12193149"/>
              <a:gd name="connsiteY1-16538" fmla="*/ 0 h 2344739"/>
              <a:gd name="connsiteX2-16539" fmla="*/ 12193149 w 12193149"/>
              <a:gd name="connsiteY2-16540" fmla="*/ 579739 h 2344739"/>
              <a:gd name="connsiteX3-16541" fmla="*/ 12185986 w 12193149"/>
              <a:gd name="connsiteY3-16542" fmla="*/ 584189 h 2344739"/>
              <a:gd name="connsiteX4-16543" fmla="*/ 12156363 w 12193149"/>
              <a:gd name="connsiteY4-16544" fmla="*/ 597366 h 2344739"/>
              <a:gd name="connsiteX5-16545" fmla="*/ 12139215 w 12193149"/>
              <a:gd name="connsiteY5-16546" fmla="*/ 623179 h 2344739"/>
              <a:gd name="connsiteX6-16547" fmla="*/ 12126327 w 12193149"/>
              <a:gd name="connsiteY6-16548" fmla="*/ 624690 h 2344739"/>
              <a:gd name="connsiteX7-16549" fmla="*/ 12124007 w 12193149"/>
              <a:gd name="connsiteY7-16550" fmla="*/ 624794 h 2344739"/>
              <a:gd name="connsiteX8-16551" fmla="*/ 12116854 w 12193149"/>
              <a:gd name="connsiteY8-16552" fmla="*/ 628608 h 2344739"/>
              <a:gd name="connsiteX9-16553" fmla="*/ 12099497 w 12193149"/>
              <a:gd name="connsiteY9-16554" fmla="*/ 628139 h 2344739"/>
              <a:gd name="connsiteX10-16555" fmla="*/ 12087073 w 12193149"/>
              <a:gd name="connsiteY10-16556" fmla="*/ 636341 h 2344739"/>
              <a:gd name="connsiteX11-16557" fmla="*/ 12031073 w 12193149"/>
              <a:gd name="connsiteY11-16558" fmla="*/ 680009 h 2344739"/>
              <a:gd name="connsiteX12-16559" fmla="*/ 11995833 w 12193149"/>
              <a:gd name="connsiteY12-16560" fmla="*/ 703458 h 2344739"/>
              <a:gd name="connsiteX13-16561" fmla="*/ 11979717 w 12193149"/>
              <a:gd name="connsiteY13-16562" fmla="*/ 708161 h 2344739"/>
              <a:gd name="connsiteX14-16563" fmla="*/ 11959046 w 12193149"/>
              <a:gd name="connsiteY14-16564" fmla="*/ 717558 h 2344739"/>
              <a:gd name="connsiteX15-16565" fmla="*/ 11920454 w 12193149"/>
              <a:gd name="connsiteY15-16566" fmla="*/ 730883 h 2344739"/>
              <a:gd name="connsiteX16-16567" fmla="*/ 11903656 w 12193149"/>
              <a:gd name="connsiteY16-16568" fmla="*/ 742426 h 2344739"/>
              <a:gd name="connsiteX17-16569" fmla="*/ 11895048 w 12193149"/>
              <a:gd name="connsiteY17-16570" fmla="*/ 744791 h 2344739"/>
              <a:gd name="connsiteX18-16571" fmla="*/ 11891968 w 12193149"/>
              <a:gd name="connsiteY18-16572" fmla="*/ 755729 h 2344739"/>
              <a:gd name="connsiteX19-16573" fmla="*/ 11870776 w 12193149"/>
              <a:gd name="connsiteY19-16574" fmla="*/ 777816 h 2344739"/>
              <a:gd name="connsiteX20-16575" fmla="*/ 11813376 w 12193149"/>
              <a:gd name="connsiteY20-16576" fmla="*/ 797659 h 2344739"/>
              <a:gd name="connsiteX21-16577" fmla="*/ 11590693 w 12193149"/>
              <a:gd name="connsiteY21-16578" fmla="*/ 963777 h 2344739"/>
              <a:gd name="connsiteX22-16579" fmla="*/ 11506817 w 12193149"/>
              <a:gd name="connsiteY22-16580" fmla="*/ 1033623 h 2344739"/>
              <a:gd name="connsiteX23-16581" fmla="*/ 11280332 w 12193149"/>
              <a:gd name="connsiteY23-16582" fmla="*/ 1223571 h 2344739"/>
              <a:gd name="connsiteX24-16583" fmla="*/ 11228309 w 12193149"/>
              <a:gd name="connsiteY24-16584" fmla="*/ 1276236 h 2344739"/>
              <a:gd name="connsiteX25-16585" fmla="*/ 11218087 w 12193149"/>
              <a:gd name="connsiteY25-16586" fmla="*/ 1275961 h 2344739"/>
              <a:gd name="connsiteX26-16587" fmla="*/ 11217184 w 12193149"/>
              <a:gd name="connsiteY26-16588" fmla="*/ 1275018 h 2344739"/>
              <a:gd name="connsiteX27-16589" fmla="*/ 11188885 w 12193149"/>
              <a:gd name="connsiteY27-16590" fmla="*/ 1292383 h 2344739"/>
              <a:gd name="connsiteX28-16591" fmla="*/ 11184501 w 12193149"/>
              <a:gd name="connsiteY28-16592" fmla="*/ 1292525 h 2344739"/>
              <a:gd name="connsiteX29-16593" fmla="*/ 11166854 w 12193149"/>
              <a:gd name="connsiteY29-16594" fmla="*/ 1306612 h 2344739"/>
              <a:gd name="connsiteX30-16595" fmla="*/ 11157311 w 12193149"/>
              <a:gd name="connsiteY30-16596" fmla="*/ 1312414 h 2344739"/>
              <a:gd name="connsiteX31-16597" fmla="*/ 11155496 w 12193149"/>
              <a:gd name="connsiteY31-16598" fmla="*/ 1317097 h 2344739"/>
              <a:gd name="connsiteX32-16599" fmla="*/ 11140961 w 12193149"/>
              <a:gd name="connsiteY32-16600" fmla="*/ 1324115 h 2344739"/>
              <a:gd name="connsiteX33-16601" fmla="*/ 11138961 w 12193149"/>
              <a:gd name="connsiteY33-16602" fmla="*/ 1323772 h 2344739"/>
              <a:gd name="connsiteX34-16603" fmla="*/ 11128208 w 12193149"/>
              <a:gd name="connsiteY34-16604" fmla="*/ 1333832 h 2344739"/>
              <a:gd name="connsiteX35-16605" fmla="*/ 11120691 w 12193149"/>
              <a:gd name="connsiteY35-16606" fmla="*/ 1347424 h 2344739"/>
              <a:gd name="connsiteX36-16607" fmla="*/ 10894683 w 12193149"/>
              <a:gd name="connsiteY36-16608" fmla="*/ 1473399 h 2344739"/>
              <a:gd name="connsiteX37-16609" fmla="*/ 10773300 w 12193149"/>
              <a:gd name="connsiteY37-16610" fmla="*/ 1523191 h 2344739"/>
              <a:gd name="connsiteX38-16611" fmla="*/ 10627668 w 12193149"/>
              <a:gd name="connsiteY38-16612" fmla="*/ 1559229 h 2344739"/>
              <a:gd name="connsiteX39-16613" fmla="*/ 10581895 w 12193149"/>
              <a:gd name="connsiteY39-16614" fmla="*/ 1568689 h 2344739"/>
              <a:gd name="connsiteX40-16615" fmla="*/ 10547790 w 12193149"/>
              <a:gd name="connsiteY40-16616" fmla="*/ 1598423 h 2344739"/>
              <a:gd name="connsiteX41-16617" fmla="*/ 10529643 w 12193149"/>
              <a:gd name="connsiteY41-16618" fmla="*/ 1596907 h 2344739"/>
              <a:gd name="connsiteX42-16619" fmla="*/ 10526446 w 12193149"/>
              <a:gd name="connsiteY42-16620" fmla="*/ 1596411 h 2344739"/>
              <a:gd name="connsiteX43-16621" fmla="*/ 10515129 w 12193149"/>
              <a:gd name="connsiteY43-16622" fmla="*/ 1599537 h 2344739"/>
              <a:gd name="connsiteX44-16623" fmla="*/ 10491735 w 12193149"/>
              <a:gd name="connsiteY44-16624" fmla="*/ 1594156 h 2344739"/>
              <a:gd name="connsiteX45-16625" fmla="*/ 10471418 w 12193149"/>
              <a:gd name="connsiteY45-16626" fmla="*/ 1601693 h 2344739"/>
              <a:gd name="connsiteX46-16627" fmla="*/ 10377042 w 12193149"/>
              <a:gd name="connsiteY46-16628" fmla="*/ 1644598 h 2344739"/>
              <a:gd name="connsiteX47-16629" fmla="*/ 10319338 w 12193149"/>
              <a:gd name="connsiteY47-16630" fmla="*/ 1666221 h 2344739"/>
              <a:gd name="connsiteX48-16631" fmla="*/ 10295467 w 12193149"/>
              <a:gd name="connsiteY48-16632" fmla="*/ 1668079 h 2344739"/>
              <a:gd name="connsiteX49-16633" fmla="*/ 10263443 w 12193149"/>
              <a:gd name="connsiteY49-16634" fmla="*/ 1674948 h 2344739"/>
              <a:gd name="connsiteX50-16635" fmla="*/ 10205418 w 12193149"/>
              <a:gd name="connsiteY50-16636" fmla="*/ 1682149 h 2344739"/>
              <a:gd name="connsiteX51-16637" fmla="*/ 10177759 w 12193149"/>
              <a:gd name="connsiteY51-16638" fmla="*/ 1692943 h 2344739"/>
              <a:gd name="connsiteX52-16639" fmla="*/ 10165070 w 12193149"/>
              <a:gd name="connsiteY52-16640" fmla="*/ 1693739 h 2344739"/>
              <a:gd name="connsiteX53-16641" fmla="*/ 10156308 w 12193149"/>
              <a:gd name="connsiteY53-16642" fmla="*/ 1707487 h 2344739"/>
              <a:gd name="connsiteX54-16643" fmla="*/ 10118267 w 12193149"/>
              <a:gd name="connsiteY54-16644" fmla="*/ 1731142 h 2344739"/>
              <a:gd name="connsiteX55-16645" fmla="*/ 10083317 w 12193149"/>
              <a:gd name="connsiteY55-16646" fmla="*/ 1743296 h 2344739"/>
              <a:gd name="connsiteX56-16647" fmla="*/ 10040388 w 12193149"/>
              <a:gd name="connsiteY56-16648" fmla="*/ 1741632 h 2344739"/>
              <a:gd name="connsiteX57-16649" fmla="*/ 9961167 w 12193149"/>
              <a:gd name="connsiteY57-16650" fmla="*/ 1757147 h 2344739"/>
              <a:gd name="connsiteX58-16651" fmla="*/ 9848940 w 12193149"/>
              <a:gd name="connsiteY58-16652" fmla="*/ 1763915 h 2344739"/>
              <a:gd name="connsiteX59-16653" fmla="*/ 9729457 w 12193149"/>
              <a:gd name="connsiteY59-16654" fmla="*/ 1784122 h 2344739"/>
              <a:gd name="connsiteX60-16655" fmla="*/ 9613704 w 12193149"/>
              <a:gd name="connsiteY60-16656" fmla="*/ 1812371 h 2344739"/>
              <a:gd name="connsiteX61-16657" fmla="*/ 9338590 w 12193149"/>
              <a:gd name="connsiteY61-16658" fmla="*/ 1869293 h 2344739"/>
              <a:gd name="connsiteX62-16659" fmla="*/ 9232518 w 12193149"/>
              <a:gd name="connsiteY62-16660" fmla="*/ 1893149 h 2344739"/>
              <a:gd name="connsiteX63-16661" fmla="*/ 9156690 w 12193149"/>
              <a:gd name="connsiteY63-16662" fmla="*/ 1903228 h 2344739"/>
              <a:gd name="connsiteX64-16663" fmla="*/ 9054601 w 12193149"/>
              <a:gd name="connsiteY64-16664" fmla="*/ 1910755 h 2344739"/>
              <a:gd name="connsiteX65-16665" fmla="*/ 9006634 w 12193149"/>
              <a:gd name="connsiteY65-16666" fmla="*/ 1914040 h 2344739"/>
              <a:gd name="connsiteX66-16667" fmla="*/ 9006349 w 12193149"/>
              <a:gd name="connsiteY66-16668" fmla="*/ 1913800 h 2344739"/>
              <a:gd name="connsiteX67-16669" fmla="*/ 8997380 w 12193149"/>
              <a:gd name="connsiteY67-16670" fmla="*/ 1915011 h 2344739"/>
              <a:gd name="connsiteX68-16671" fmla="*/ 8991542 w 12193149"/>
              <a:gd name="connsiteY68-16672" fmla="*/ 1917072 h 2344739"/>
              <a:gd name="connsiteX69-16673" fmla="*/ 8975485 w 12193149"/>
              <a:gd name="connsiteY69-16674" fmla="*/ 1920298 h 2344739"/>
              <a:gd name="connsiteX70-16675" fmla="*/ 8969159 w 12193149"/>
              <a:gd name="connsiteY70-16676" fmla="*/ 1919598 h 2344739"/>
              <a:gd name="connsiteX71-16677" fmla="*/ 8964196 w 12193149"/>
              <a:gd name="connsiteY71-16678" fmla="*/ 1917373 h 2344739"/>
              <a:gd name="connsiteX72-16679" fmla="*/ 8930136 w 12193149"/>
              <a:gd name="connsiteY72-16680" fmla="*/ 1914185 h 2344739"/>
              <a:gd name="connsiteX73-16681" fmla="*/ 8753592 w 12193149"/>
              <a:gd name="connsiteY73-16682" fmla="*/ 1933417 h 2344739"/>
              <a:gd name="connsiteX74-16683" fmla="*/ 8708995 w 12193149"/>
              <a:gd name="connsiteY74-16684" fmla="*/ 1935518 h 2344739"/>
              <a:gd name="connsiteX75-16685" fmla="*/ 8597219 w 12193149"/>
              <a:gd name="connsiteY75-16686" fmla="*/ 1944090 h 2344739"/>
              <a:gd name="connsiteX76-16687" fmla="*/ 8526378 w 12193149"/>
              <a:gd name="connsiteY76-16688" fmla="*/ 1929248 h 2344739"/>
              <a:gd name="connsiteX77-16689" fmla="*/ 8512131 w 12193149"/>
              <a:gd name="connsiteY77-16690" fmla="*/ 1935163 h 2344739"/>
              <a:gd name="connsiteX78-16691" fmla="*/ 8507315 w 12193149"/>
              <a:gd name="connsiteY78-16692" fmla="*/ 1938164 h 2344739"/>
              <a:gd name="connsiteX79-16693" fmla="*/ 8499116 w 12193149"/>
              <a:gd name="connsiteY79-16694" fmla="*/ 1940902 h 2344739"/>
              <a:gd name="connsiteX80-16695" fmla="*/ 8498742 w 12193149"/>
              <a:gd name="connsiteY80-16696" fmla="*/ 1940723 h 2344739"/>
              <a:gd name="connsiteX81-16697" fmla="*/ 8491397 w 12193149"/>
              <a:gd name="connsiteY81-16698" fmla="*/ 1943773 h 2344739"/>
              <a:gd name="connsiteX82-16699" fmla="*/ 8368330 w 12193149"/>
              <a:gd name="connsiteY82-16700" fmla="*/ 1957815 h 2344739"/>
              <a:gd name="connsiteX83-16701" fmla="*/ 8354947 w 12193149"/>
              <a:gd name="connsiteY83-16702" fmla="*/ 1958009 h 2344739"/>
              <a:gd name="connsiteX84-16703" fmla="*/ 8321252 w 12193149"/>
              <a:gd name="connsiteY84-16704" fmla="*/ 1974587 h 2344739"/>
              <a:gd name="connsiteX85-16705" fmla="*/ 8315581 w 12193149"/>
              <a:gd name="connsiteY85-16706" fmla="*/ 1974913 h 2344739"/>
              <a:gd name="connsiteX86-16707" fmla="*/ 8296322 w 12193149"/>
              <a:gd name="connsiteY86-16708" fmla="*/ 1988808 h 2344739"/>
              <a:gd name="connsiteX87-16709" fmla="*/ 8285424 w 12193149"/>
              <a:gd name="connsiteY87-16710" fmla="*/ 1994631 h 2344739"/>
              <a:gd name="connsiteX88-16711" fmla="*/ 8284298 w 12193149"/>
              <a:gd name="connsiteY88-16712" fmla="*/ 1999074 h 2344739"/>
              <a:gd name="connsiteX89-16713" fmla="*/ 8267224 w 12193149"/>
              <a:gd name="connsiteY89-16714" fmla="*/ 2006249 h 2344739"/>
              <a:gd name="connsiteX90-16715" fmla="*/ 8264525 w 12193149"/>
              <a:gd name="connsiteY90-16716" fmla="*/ 2006019 h 2344739"/>
              <a:gd name="connsiteX91-16717" fmla="*/ 8253181 w 12193149"/>
              <a:gd name="connsiteY91-16718" fmla="*/ 2015862 h 2344739"/>
              <a:gd name="connsiteX92-16719" fmla="*/ 8246982 w 12193149"/>
              <a:gd name="connsiteY92-16720" fmla="*/ 2028854 h 2344739"/>
              <a:gd name="connsiteX93-16721" fmla="*/ 8091420 w 12193149"/>
              <a:gd name="connsiteY93-16722" fmla="*/ 2075015 h 2344739"/>
              <a:gd name="connsiteX94-16723" fmla="*/ 7906555 w 12193149"/>
              <a:gd name="connsiteY94-16724" fmla="*/ 2116988 h 2344739"/>
              <a:gd name="connsiteX95-16725" fmla="*/ 7719893 w 12193149"/>
              <a:gd name="connsiteY95-16726" fmla="*/ 2142703 h 2344739"/>
              <a:gd name="connsiteX96-16727" fmla="*/ 7615495 w 12193149"/>
              <a:gd name="connsiteY96-16728" fmla="*/ 2139232 h 2344739"/>
              <a:gd name="connsiteX97-16729" fmla="*/ 7528691 w 12193149"/>
              <a:gd name="connsiteY97-16730" fmla="*/ 2145060 h 2344739"/>
              <a:gd name="connsiteX98-16731" fmla="*/ 7520719 w 12193149"/>
              <a:gd name="connsiteY98-16732" fmla="*/ 2147613 h 2344739"/>
              <a:gd name="connsiteX99-16733" fmla="*/ 7508559 w 12193149"/>
              <a:gd name="connsiteY99-16734" fmla="*/ 2148948 h 2344739"/>
              <a:gd name="connsiteX100-16735" fmla="*/ 7508188 w 12193149"/>
              <a:gd name="connsiteY100-16736" fmla="*/ 2148621 h 2344739"/>
              <a:gd name="connsiteX101-16737" fmla="*/ 7496943 w 12193149"/>
              <a:gd name="connsiteY101-16738" fmla="*/ 2150573 h 2344739"/>
              <a:gd name="connsiteX102-16739" fmla="*/ 7219707 w 12193149"/>
              <a:gd name="connsiteY102-16740" fmla="*/ 2156680 h 2344739"/>
              <a:gd name="connsiteX103-16741" fmla="*/ 7202249 w 12193149"/>
              <a:gd name="connsiteY103-16742" fmla="*/ 2161230 h 2344739"/>
              <a:gd name="connsiteX104-16743" fmla="*/ 7198152 w 12193149"/>
              <a:gd name="connsiteY104-16744" fmla="*/ 2166588 h 2344739"/>
              <a:gd name="connsiteX105-16745" fmla="*/ 7171956 w 12193149"/>
              <a:gd name="connsiteY105-16746" fmla="*/ 2171236 h 2344739"/>
              <a:gd name="connsiteX106-16747" fmla="*/ 7098136 w 12193149"/>
              <a:gd name="connsiteY106-16748" fmla="*/ 2183464 h 2344739"/>
              <a:gd name="connsiteX107-16749" fmla="*/ 7019644 w 12193149"/>
              <a:gd name="connsiteY107-16750" fmla="*/ 2183090 h 2344739"/>
              <a:gd name="connsiteX108-16751" fmla="*/ 6905294 w 12193149"/>
              <a:gd name="connsiteY108-16752" fmla="*/ 2212596 h 2344739"/>
              <a:gd name="connsiteX109-16753" fmla="*/ 6709370 w 12193149"/>
              <a:gd name="connsiteY109-16754" fmla="*/ 2240551 h 2344739"/>
              <a:gd name="connsiteX110-16755" fmla="*/ 6550602 w 12193149"/>
              <a:gd name="connsiteY110-16756" fmla="*/ 2269327 h 2344739"/>
              <a:gd name="connsiteX111-16757" fmla="*/ 6318708 w 12193149"/>
              <a:gd name="connsiteY111-16758" fmla="*/ 2316127 h 2344739"/>
              <a:gd name="connsiteX112-16759" fmla="*/ 6169822 w 12193149"/>
              <a:gd name="connsiteY112-16760" fmla="*/ 2318214 h 2344739"/>
              <a:gd name="connsiteX113-16761" fmla="*/ 6074996 w 12193149"/>
              <a:gd name="connsiteY113-16762" fmla="*/ 2338676 h 2344739"/>
              <a:gd name="connsiteX114-16763" fmla="*/ 6069677 w 12193149"/>
              <a:gd name="connsiteY114-16764" fmla="*/ 2337139 h 2344739"/>
              <a:gd name="connsiteX115-16765" fmla="*/ 6049786 w 12193149"/>
              <a:gd name="connsiteY115-16766" fmla="*/ 2337822 h 2344739"/>
              <a:gd name="connsiteX116-16767" fmla="*/ 6042433 w 12193149"/>
              <a:gd name="connsiteY116-16768" fmla="*/ 2329473 h 2344739"/>
              <a:gd name="connsiteX117-16769" fmla="*/ 6011238 w 12193149"/>
              <a:gd name="connsiteY117-16770" fmla="*/ 2324380 h 2344739"/>
              <a:gd name="connsiteX118-16771" fmla="*/ 5958523 w 12193149"/>
              <a:gd name="connsiteY118-16772" fmla="*/ 2328024 h 2344739"/>
              <a:gd name="connsiteX119-16773" fmla="*/ 5760067 w 12193149"/>
              <a:gd name="connsiteY119-16774" fmla="*/ 2343716 h 2344739"/>
              <a:gd name="connsiteX120-16775" fmla="*/ 5628108 w 12193149"/>
              <a:gd name="connsiteY120-16776" fmla="*/ 2344739 h 2344739"/>
              <a:gd name="connsiteX121-16777" fmla="*/ 5472054 w 12193149"/>
              <a:gd name="connsiteY121-16778" fmla="*/ 2330719 h 2344739"/>
              <a:gd name="connsiteX122-16779" fmla="*/ 5433909 w 12193149"/>
              <a:gd name="connsiteY122-16780" fmla="*/ 2319466 h 2344739"/>
              <a:gd name="connsiteX123-16781" fmla="*/ 5382817 w 12193149"/>
              <a:gd name="connsiteY123-16782" fmla="*/ 2301764 h 2344739"/>
              <a:gd name="connsiteX124-16783" fmla="*/ 5262912 w 12193149"/>
              <a:gd name="connsiteY124-16784" fmla="*/ 2281347 h 2344739"/>
              <a:gd name="connsiteX125-16785" fmla="*/ 5224109 w 12193149"/>
              <a:gd name="connsiteY125-16786" fmla="*/ 2270223 h 2344739"/>
              <a:gd name="connsiteX126-16787" fmla="*/ 5175808 w 12193149"/>
              <a:gd name="connsiteY126-16788" fmla="*/ 2267233 h 2344739"/>
              <a:gd name="connsiteX127-16789" fmla="*/ 5157702 w 12193149"/>
              <a:gd name="connsiteY127-16790" fmla="*/ 2260010 h 2344739"/>
              <a:gd name="connsiteX128-16791" fmla="*/ 5143747 w 12193149"/>
              <a:gd name="connsiteY128-16792" fmla="*/ 2256610 h 2344739"/>
              <a:gd name="connsiteX129-16793" fmla="*/ 5140744 w 12193149"/>
              <a:gd name="connsiteY129-16794" fmla="*/ 2254509 h 2344739"/>
              <a:gd name="connsiteX130-16795" fmla="*/ 5122807 w 12193149"/>
              <a:gd name="connsiteY130-16796" fmla="*/ 2243656 h 2344739"/>
              <a:gd name="connsiteX131-16797" fmla="*/ 5066938 w 12193149"/>
              <a:gd name="connsiteY131-16798" fmla="*/ 2250227 h 2344739"/>
              <a:gd name="connsiteX132-16799" fmla="*/ 5012662 w 12193149"/>
              <a:gd name="connsiteY132-16800" fmla="*/ 2233846 h 2344739"/>
              <a:gd name="connsiteX133-16801" fmla="*/ 4841589 w 12193149"/>
              <a:gd name="connsiteY133-16802" fmla="*/ 2209829 h 2344739"/>
              <a:gd name="connsiteX134-16803" fmla="*/ 4763595 w 12193149"/>
              <a:gd name="connsiteY134-16804" fmla="*/ 2182061 h 2344739"/>
              <a:gd name="connsiteX135-16805" fmla="*/ 4724334 w 12193149"/>
              <a:gd name="connsiteY135-16806" fmla="*/ 2173047 h 2344739"/>
              <a:gd name="connsiteX136-16807" fmla="*/ 4722324 w 12193149"/>
              <a:gd name="connsiteY136-16808" fmla="*/ 2172298 h 2344739"/>
              <a:gd name="connsiteX137-16809" fmla="*/ 4723259 w 12193149"/>
              <a:gd name="connsiteY137-16810" fmla="*/ 2172087 h 2344739"/>
              <a:gd name="connsiteX138-16811" fmla="*/ 4718350 w 12193149"/>
              <a:gd name="connsiteY138-16812" fmla="*/ 2170817 h 2344739"/>
              <a:gd name="connsiteX139-16813" fmla="*/ 4722324 w 12193149"/>
              <a:gd name="connsiteY139-16814" fmla="*/ 2172298 h 2344739"/>
              <a:gd name="connsiteX140-16815" fmla="*/ 4716674 w 12193149"/>
              <a:gd name="connsiteY140-16816" fmla="*/ 2173573 h 2344739"/>
              <a:gd name="connsiteX141-16817" fmla="*/ 4516962 w 12193149"/>
              <a:gd name="connsiteY141-16818" fmla="*/ 2163671 h 2344739"/>
              <a:gd name="connsiteX142-16819" fmla="*/ 4429691 w 12193149"/>
              <a:gd name="connsiteY142-16820" fmla="*/ 2153020 h 2344739"/>
              <a:gd name="connsiteX143-16821" fmla="*/ 4364023 w 12193149"/>
              <a:gd name="connsiteY143-16822" fmla="*/ 2151674 h 2344739"/>
              <a:gd name="connsiteX144-16823" fmla="*/ 4318114 w 12193149"/>
              <a:gd name="connsiteY144-16824" fmla="*/ 2158289 h 2344739"/>
              <a:gd name="connsiteX145-16825" fmla="*/ 4316258 w 12193149"/>
              <a:gd name="connsiteY145-16826" fmla="*/ 2156948 h 2344739"/>
              <a:gd name="connsiteX146-16827" fmla="*/ 4296292 w 12193149"/>
              <a:gd name="connsiteY146-16828" fmla="*/ 2155069 h 2344739"/>
              <a:gd name="connsiteX147-16829" fmla="*/ 4291212 w 12193149"/>
              <a:gd name="connsiteY147-16830" fmla="*/ 2157986 h 2344739"/>
              <a:gd name="connsiteX148-16831" fmla="*/ 4277290 w 12193149"/>
              <a:gd name="connsiteY148-16832" fmla="*/ 2157740 h 2344739"/>
              <a:gd name="connsiteX149-16833" fmla="*/ 4249265 w 12193149"/>
              <a:gd name="connsiteY149-16834" fmla="*/ 2160064 h 2344739"/>
              <a:gd name="connsiteX150-16835" fmla="*/ 4203199 w 12193149"/>
              <a:gd name="connsiteY150-16836" fmla="*/ 2157269 h 2344739"/>
              <a:gd name="connsiteX151-16837" fmla="*/ 4202893 w 12193149"/>
              <a:gd name="connsiteY151-16838" fmla="*/ 2156010 h 2344739"/>
              <a:gd name="connsiteX152-16839" fmla="*/ 4192396 w 12193149"/>
              <a:gd name="connsiteY152-16840" fmla="*/ 2150376 h 2344739"/>
              <a:gd name="connsiteX153-16841" fmla="*/ 4143893 w 12193149"/>
              <a:gd name="connsiteY153-16842" fmla="*/ 2134511 h 2344739"/>
              <a:gd name="connsiteX154-16843" fmla="*/ 4084245 w 12193149"/>
              <a:gd name="connsiteY154-16844" fmla="*/ 2107978 h 2344739"/>
              <a:gd name="connsiteX155-16845" fmla="*/ 4075694 w 12193149"/>
              <a:gd name="connsiteY155-16846" fmla="*/ 2107143 h 2344739"/>
              <a:gd name="connsiteX156-16847" fmla="*/ 4075575 w 12193149"/>
              <a:gd name="connsiteY156-16848" fmla="*/ 2106844 h 2344739"/>
              <a:gd name="connsiteX157-16849" fmla="*/ 4066658 w 12193149"/>
              <a:gd name="connsiteY157-16850" fmla="*/ 2105400 h 2344739"/>
              <a:gd name="connsiteX158-16851" fmla="*/ 4060102 w 12193149"/>
              <a:gd name="connsiteY158-16852" fmla="*/ 2105618 h 2344739"/>
              <a:gd name="connsiteX159-16853" fmla="*/ 4043512 w 12193149"/>
              <a:gd name="connsiteY159-16854" fmla="*/ 2103997 h 2344739"/>
              <a:gd name="connsiteX160-16855" fmla="*/ 4038145 w 12193149"/>
              <a:gd name="connsiteY160-16856" fmla="*/ 2101563 h 2344739"/>
              <a:gd name="connsiteX161-16857" fmla="*/ 4036511 w 12193149"/>
              <a:gd name="connsiteY161-16858" fmla="*/ 2097896 h 2344739"/>
              <a:gd name="connsiteX162-16859" fmla="*/ 4034926 w 12193149"/>
              <a:gd name="connsiteY162-16860" fmla="*/ 2098131 h 2344739"/>
              <a:gd name="connsiteX163-16861" fmla="*/ 4005686 w 12193149"/>
              <a:gd name="connsiteY163-16862" fmla="*/ 2085563 h 2344739"/>
              <a:gd name="connsiteX164-16863" fmla="*/ 3937994 w 12193149"/>
              <a:gd name="connsiteY164-16864" fmla="*/ 2068106 h 2344739"/>
              <a:gd name="connsiteX165-16865" fmla="*/ 3898423 w 12193149"/>
              <a:gd name="connsiteY165-16866" fmla="*/ 2062451 h 2344739"/>
              <a:gd name="connsiteX166-16867" fmla="*/ 3790908 w 12193149"/>
              <a:gd name="connsiteY166-16868" fmla="*/ 2042213 h 2344739"/>
              <a:gd name="connsiteX167-16869" fmla="*/ 3683661 w 12193149"/>
              <a:gd name="connsiteY167-16870" fmla="*/ 2018290 h 2344739"/>
              <a:gd name="connsiteX168-16871" fmla="*/ 3611183 w 12193149"/>
              <a:gd name="connsiteY168-16872" fmla="*/ 1986019 h 2344739"/>
              <a:gd name="connsiteX169-16873" fmla="*/ 3605003 w 12193149"/>
              <a:gd name="connsiteY169-16874" fmla="*/ 1987381 h 2344739"/>
              <a:gd name="connsiteX170-16875" fmla="*/ 3595884 w 12193149"/>
              <a:gd name="connsiteY170-16876" fmla="*/ 1987545 h 2344739"/>
              <a:gd name="connsiteX171-16877" fmla="*/ 3595649 w 12193149"/>
              <a:gd name="connsiteY171-16878" fmla="*/ 1987276 h 2344739"/>
              <a:gd name="connsiteX172-16879" fmla="*/ 3587126 w 12193149"/>
              <a:gd name="connsiteY172-16880" fmla="*/ 1987966 h 2344739"/>
              <a:gd name="connsiteX173-16881" fmla="*/ 3537283 w 12193149"/>
              <a:gd name="connsiteY173-16882" fmla="*/ 1978267 h 2344739"/>
              <a:gd name="connsiteX174-16883" fmla="*/ 3474371 w 12193149"/>
              <a:gd name="connsiteY174-16884" fmla="*/ 1974606 h 2344739"/>
              <a:gd name="connsiteX175-16885" fmla="*/ 3401876 w 12193149"/>
              <a:gd name="connsiteY175-16886" fmla="*/ 1962558 h 2344739"/>
              <a:gd name="connsiteX176-16887" fmla="*/ 3365036 w 12193149"/>
              <a:gd name="connsiteY176-16888" fmla="*/ 1979510 h 2344739"/>
              <a:gd name="connsiteX177-16889" fmla="*/ 3345174 w 12193149"/>
              <a:gd name="connsiteY177-16890" fmla="*/ 1981192 h 2344739"/>
              <a:gd name="connsiteX178-16891" fmla="*/ 3342846 w 12193149"/>
              <a:gd name="connsiteY178-16892" fmla="*/ 1980217 h 2344739"/>
              <a:gd name="connsiteX179-16893" fmla="*/ 3263504 w 12193149"/>
              <a:gd name="connsiteY179-16894" fmla="*/ 1986094 h 2344739"/>
              <a:gd name="connsiteX180-16895" fmla="*/ 3143704 w 12193149"/>
              <a:gd name="connsiteY180-16896" fmla="*/ 1993869 h 2344739"/>
              <a:gd name="connsiteX181-16897" fmla="*/ 3031439 w 12193149"/>
              <a:gd name="connsiteY181-16898" fmla="*/ 1996512 h 2344739"/>
              <a:gd name="connsiteX182-16899" fmla="*/ 2782717 w 12193149"/>
              <a:gd name="connsiteY182-16900" fmla="*/ 2018333 h 2344739"/>
              <a:gd name="connsiteX183-16901" fmla="*/ 2647675 w 12193149"/>
              <a:gd name="connsiteY183-16902" fmla="*/ 2028869 h 2344739"/>
              <a:gd name="connsiteX184-16903" fmla="*/ 2569176 w 12193149"/>
              <a:gd name="connsiteY184-16904" fmla="*/ 2002628 h 2344739"/>
              <a:gd name="connsiteX185-16905" fmla="*/ 2444403 w 12193149"/>
              <a:gd name="connsiteY185-16906" fmla="*/ 2016529 h 2344739"/>
              <a:gd name="connsiteX186-16907" fmla="*/ 2316260 w 12193149"/>
              <a:gd name="connsiteY186-16908" fmla="*/ 2024996 h 2344739"/>
              <a:gd name="connsiteX187-16909" fmla="*/ 2209726 w 12193149"/>
              <a:gd name="connsiteY187-16910" fmla="*/ 2019763 h 2344739"/>
              <a:gd name="connsiteX188-16911" fmla="*/ 2095813 w 12193149"/>
              <a:gd name="connsiteY188-16912" fmla="*/ 2003052 h 2344739"/>
              <a:gd name="connsiteX189-16913" fmla="*/ 1998504 w 12193149"/>
              <a:gd name="connsiteY189-16914" fmla="*/ 1995032 h 2344739"/>
              <a:gd name="connsiteX190-16915" fmla="*/ 1929320 w 12193149"/>
              <a:gd name="connsiteY190-16916" fmla="*/ 2016977 h 2344739"/>
              <a:gd name="connsiteX191-16917" fmla="*/ 1922798 w 12193149"/>
              <a:gd name="connsiteY191-16918" fmla="*/ 2012146 h 2344739"/>
              <a:gd name="connsiteX192-16919" fmla="*/ 1874228 w 12193149"/>
              <a:gd name="connsiteY192-16920" fmla="*/ 2013741 h 2344739"/>
              <a:gd name="connsiteX193-16921" fmla="*/ 1787803 w 12193149"/>
              <a:gd name="connsiteY193-16922" fmla="*/ 2041363 h 2344739"/>
              <a:gd name="connsiteX194-16923" fmla="*/ 1739352 w 12193149"/>
              <a:gd name="connsiteY194-16924" fmla="*/ 2036312 h 2344739"/>
              <a:gd name="connsiteX195-16925" fmla="*/ 1676219 w 12193149"/>
              <a:gd name="connsiteY195-16926" fmla="*/ 2019963 h 2344739"/>
              <a:gd name="connsiteX196-16927" fmla="*/ 1609817 w 12193149"/>
              <a:gd name="connsiteY196-16928" fmla="*/ 2013066 h 2344739"/>
              <a:gd name="connsiteX197-16929" fmla="*/ 1497258 w 12193149"/>
              <a:gd name="connsiteY197-16930" fmla="*/ 1987476 h 2344739"/>
              <a:gd name="connsiteX198-16931" fmla="*/ 1151127 w 12193149"/>
              <a:gd name="connsiteY198-16932" fmla="*/ 1938041 h 2344739"/>
              <a:gd name="connsiteX199-16933" fmla="*/ 859417 w 12193149"/>
              <a:gd name="connsiteY199-16934" fmla="*/ 1928608 h 2344739"/>
              <a:gd name="connsiteX200-16935" fmla="*/ 838688 w 12193149"/>
              <a:gd name="connsiteY200-16936" fmla="*/ 1929821 h 2344739"/>
              <a:gd name="connsiteX201-16937" fmla="*/ 817957 w 12193149"/>
              <a:gd name="connsiteY201-16938" fmla="*/ 1927857 h 2344739"/>
              <a:gd name="connsiteX202-16939" fmla="*/ 812654 w 12193149"/>
              <a:gd name="connsiteY202-16940" fmla="*/ 1930751 h 2344739"/>
              <a:gd name="connsiteX203-16941" fmla="*/ 721195 w 12193149"/>
              <a:gd name="connsiteY203-16942" fmla="*/ 1929661 h 2344739"/>
              <a:gd name="connsiteX204-16943" fmla="*/ 720890 w 12193149"/>
              <a:gd name="connsiteY204-16944" fmla="*/ 1928399 h 2344739"/>
              <a:gd name="connsiteX205-16945" fmla="*/ 710023 w 12193149"/>
              <a:gd name="connsiteY205-16946" fmla="*/ 1922722 h 2344739"/>
              <a:gd name="connsiteX206-16947" fmla="*/ 597940 w 12193149"/>
              <a:gd name="connsiteY206-16948" fmla="*/ 1879864 h 2344739"/>
              <a:gd name="connsiteX207-16949" fmla="*/ 579683 w 12193149"/>
              <a:gd name="connsiteY207-16950" fmla="*/ 1877212 h 2344739"/>
              <a:gd name="connsiteX208-16951" fmla="*/ 572865 w 12193149"/>
              <a:gd name="connsiteY208-16952" fmla="*/ 1877401 h 2344739"/>
              <a:gd name="connsiteX209-16953" fmla="*/ 446247 w 12193149"/>
              <a:gd name="connsiteY209-16954" fmla="*/ 1839371 h 2344739"/>
              <a:gd name="connsiteX210-16955" fmla="*/ 405163 w 12193149"/>
              <a:gd name="connsiteY210-16956" fmla="*/ 1833548 h 2344739"/>
              <a:gd name="connsiteX211-16957" fmla="*/ 293583 w 12193149"/>
              <a:gd name="connsiteY211-16958" fmla="*/ 1812852 h 2344739"/>
              <a:gd name="connsiteX212-16959" fmla="*/ 119529 w 12193149"/>
              <a:gd name="connsiteY212-16960" fmla="*/ 1761047 h 2344739"/>
              <a:gd name="connsiteX213-16961" fmla="*/ 16674 w 12193149"/>
              <a:gd name="connsiteY213-16962" fmla="*/ 1758191 h 2344739"/>
              <a:gd name="connsiteX214-16963" fmla="*/ 1150 w 12193149"/>
              <a:gd name="connsiteY214-16964" fmla="*/ 1752722 h 2344739"/>
              <a:gd name="connsiteX215-16965" fmla="*/ 1148 w 12193149"/>
              <a:gd name="connsiteY215-16966" fmla="*/ 222213 h 2344739"/>
              <a:gd name="connsiteX216-16967" fmla="*/ 1148 w 12193149"/>
              <a:gd name="connsiteY216-16968" fmla="*/ 0 h 2344739"/>
              <a:gd name="connsiteX0-16969" fmla="*/ 1148 w 12193149"/>
              <a:gd name="connsiteY0-16970" fmla="*/ 818782 h 3163521"/>
              <a:gd name="connsiteX1-16971" fmla="*/ 12181789 w 12193149"/>
              <a:gd name="connsiteY1-16972" fmla="*/ 0 h 3163521"/>
              <a:gd name="connsiteX2-16973" fmla="*/ 12193149 w 12193149"/>
              <a:gd name="connsiteY2-16974" fmla="*/ 1398521 h 3163521"/>
              <a:gd name="connsiteX3-16975" fmla="*/ 12185986 w 12193149"/>
              <a:gd name="connsiteY3-16976" fmla="*/ 1402971 h 3163521"/>
              <a:gd name="connsiteX4-16977" fmla="*/ 12156363 w 12193149"/>
              <a:gd name="connsiteY4-16978" fmla="*/ 1416148 h 3163521"/>
              <a:gd name="connsiteX5-16979" fmla="*/ 12139215 w 12193149"/>
              <a:gd name="connsiteY5-16980" fmla="*/ 1441961 h 3163521"/>
              <a:gd name="connsiteX6-16981" fmla="*/ 12126327 w 12193149"/>
              <a:gd name="connsiteY6-16982" fmla="*/ 1443472 h 3163521"/>
              <a:gd name="connsiteX7-16983" fmla="*/ 12124007 w 12193149"/>
              <a:gd name="connsiteY7-16984" fmla="*/ 1443576 h 3163521"/>
              <a:gd name="connsiteX8-16985" fmla="*/ 12116854 w 12193149"/>
              <a:gd name="connsiteY8-16986" fmla="*/ 1447390 h 3163521"/>
              <a:gd name="connsiteX9-16987" fmla="*/ 12099497 w 12193149"/>
              <a:gd name="connsiteY9-16988" fmla="*/ 1446921 h 3163521"/>
              <a:gd name="connsiteX10-16989" fmla="*/ 12087073 w 12193149"/>
              <a:gd name="connsiteY10-16990" fmla="*/ 1455123 h 3163521"/>
              <a:gd name="connsiteX11-16991" fmla="*/ 12031073 w 12193149"/>
              <a:gd name="connsiteY11-16992" fmla="*/ 1498791 h 3163521"/>
              <a:gd name="connsiteX12-16993" fmla="*/ 11995833 w 12193149"/>
              <a:gd name="connsiteY12-16994" fmla="*/ 1522240 h 3163521"/>
              <a:gd name="connsiteX13-16995" fmla="*/ 11979717 w 12193149"/>
              <a:gd name="connsiteY13-16996" fmla="*/ 1526943 h 3163521"/>
              <a:gd name="connsiteX14-16997" fmla="*/ 11959046 w 12193149"/>
              <a:gd name="connsiteY14-16998" fmla="*/ 1536340 h 3163521"/>
              <a:gd name="connsiteX15-16999" fmla="*/ 11920454 w 12193149"/>
              <a:gd name="connsiteY15-17000" fmla="*/ 1549665 h 3163521"/>
              <a:gd name="connsiteX16-17001" fmla="*/ 11903656 w 12193149"/>
              <a:gd name="connsiteY16-17002" fmla="*/ 1561208 h 3163521"/>
              <a:gd name="connsiteX17-17003" fmla="*/ 11895048 w 12193149"/>
              <a:gd name="connsiteY17-17004" fmla="*/ 1563573 h 3163521"/>
              <a:gd name="connsiteX18-17005" fmla="*/ 11891968 w 12193149"/>
              <a:gd name="connsiteY18-17006" fmla="*/ 1574511 h 3163521"/>
              <a:gd name="connsiteX19-17007" fmla="*/ 11870776 w 12193149"/>
              <a:gd name="connsiteY19-17008" fmla="*/ 1596598 h 3163521"/>
              <a:gd name="connsiteX20-17009" fmla="*/ 11813376 w 12193149"/>
              <a:gd name="connsiteY20-17010" fmla="*/ 1616441 h 3163521"/>
              <a:gd name="connsiteX21-17011" fmla="*/ 11590693 w 12193149"/>
              <a:gd name="connsiteY21-17012" fmla="*/ 1782559 h 3163521"/>
              <a:gd name="connsiteX22-17013" fmla="*/ 11506817 w 12193149"/>
              <a:gd name="connsiteY22-17014" fmla="*/ 1852405 h 3163521"/>
              <a:gd name="connsiteX23-17015" fmla="*/ 11280332 w 12193149"/>
              <a:gd name="connsiteY23-17016" fmla="*/ 2042353 h 3163521"/>
              <a:gd name="connsiteX24-17017" fmla="*/ 11228309 w 12193149"/>
              <a:gd name="connsiteY24-17018" fmla="*/ 2095018 h 3163521"/>
              <a:gd name="connsiteX25-17019" fmla="*/ 11218087 w 12193149"/>
              <a:gd name="connsiteY25-17020" fmla="*/ 2094743 h 3163521"/>
              <a:gd name="connsiteX26-17021" fmla="*/ 11217184 w 12193149"/>
              <a:gd name="connsiteY26-17022" fmla="*/ 2093800 h 3163521"/>
              <a:gd name="connsiteX27-17023" fmla="*/ 11188885 w 12193149"/>
              <a:gd name="connsiteY27-17024" fmla="*/ 2111165 h 3163521"/>
              <a:gd name="connsiteX28-17025" fmla="*/ 11184501 w 12193149"/>
              <a:gd name="connsiteY28-17026" fmla="*/ 2111307 h 3163521"/>
              <a:gd name="connsiteX29-17027" fmla="*/ 11166854 w 12193149"/>
              <a:gd name="connsiteY29-17028" fmla="*/ 2125394 h 3163521"/>
              <a:gd name="connsiteX30-17029" fmla="*/ 11157311 w 12193149"/>
              <a:gd name="connsiteY30-17030" fmla="*/ 2131196 h 3163521"/>
              <a:gd name="connsiteX31-17031" fmla="*/ 11155496 w 12193149"/>
              <a:gd name="connsiteY31-17032" fmla="*/ 2135879 h 3163521"/>
              <a:gd name="connsiteX32-17033" fmla="*/ 11140961 w 12193149"/>
              <a:gd name="connsiteY32-17034" fmla="*/ 2142897 h 3163521"/>
              <a:gd name="connsiteX33-17035" fmla="*/ 11138961 w 12193149"/>
              <a:gd name="connsiteY33-17036" fmla="*/ 2142554 h 3163521"/>
              <a:gd name="connsiteX34-17037" fmla="*/ 11128208 w 12193149"/>
              <a:gd name="connsiteY34-17038" fmla="*/ 2152614 h 3163521"/>
              <a:gd name="connsiteX35-17039" fmla="*/ 11120691 w 12193149"/>
              <a:gd name="connsiteY35-17040" fmla="*/ 2166206 h 3163521"/>
              <a:gd name="connsiteX36-17041" fmla="*/ 10894683 w 12193149"/>
              <a:gd name="connsiteY36-17042" fmla="*/ 2292181 h 3163521"/>
              <a:gd name="connsiteX37-17043" fmla="*/ 10773300 w 12193149"/>
              <a:gd name="connsiteY37-17044" fmla="*/ 2341973 h 3163521"/>
              <a:gd name="connsiteX38-17045" fmla="*/ 10627668 w 12193149"/>
              <a:gd name="connsiteY38-17046" fmla="*/ 2378011 h 3163521"/>
              <a:gd name="connsiteX39-17047" fmla="*/ 10581895 w 12193149"/>
              <a:gd name="connsiteY39-17048" fmla="*/ 2387471 h 3163521"/>
              <a:gd name="connsiteX40-17049" fmla="*/ 10547790 w 12193149"/>
              <a:gd name="connsiteY40-17050" fmla="*/ 2417205 h 3163521"/>
              <a:gd name="connsiteX41-17051" fmla="*/ 10529643 w 12193149"/>
              <a:gd name="connsiteY41-17052" fmla="*/ 2415689 h 3163521"/>
              <a:gd name="connsiteX42-17053" fmla="*/ 10526446 w 12193149"/>
              <a:gd name="connsiteY42-17054" fmla="*/ 2415193 h 3163521"/>
              <a:gd name="connsiteX43-17055" fmla="*/ 10515129 w 12193149"/>
              <a:gd name="connsiteY43-17056" fmla="*/ 2418319 h 3163521"/>
              <a:gd name="connsiteX44-17057" fmla="*/ 10491735 w 12193149"/>
              <a:gd name="connsiteY44-17058" fmla="*/ 2412938 h 3163521"/>
              <a:gd name="connsiteX45-17059" fmla="*/ 10471418 w 12193149"/>
              <a:gd name="connsiteY45-17060" fmla="*/ 2420475 h 3163521"/>
              <a:gd name="connsiteX46-17061" fmla="*/ 10377042 w 12193149"/>
              <a:gd name="connsiteY46-17062" fmla="*/ 2463380 h 3163521"/>
              <a:gd name="connsiteX47-17063" fmla="*/ 10319338 w 12193149"/>
              <a:gd name="connsiteY47-17064" fmla="*/ 2485003 h 3163521"/>
              <a:gd name="connsiteX48-17065" fmla="*/ 10295467 w 12193149"/>
              <a:gd name="connsiteY48-17066" fmla="*/ 2486861 h 3163521"/>
              <a:gd name="connsiteX49-17067" fmla="*/ 10263443 w 12193149"/>
              <a:gd name="connsiteY49-17068" fmla="*/ 2493730 h 3163521"/>
              <a:gd name="connsiteX50-17069" fmla="*/ 10205418 w 12193149"/>
              <a:gd name="connsiteY50-17070" fmla="*/ 2500931 h 3163521"/>
              <a:gd name="connsiteX51-17071" fmla="*/ 10177759 w 12193149"/>
              <a:gd name="connsiteY51-17072" fmla="*/ 2511725 h 3163521"/>
              <a:gd name="connsiteX52-17073" fmla="*/ 10165070 w 12193149"/>
              <a:gd name="connsiteY52-17074" fmla="*/ 2512521 h 3163521"/>
              <a:gd name="connsiteX53-17075" fmla="*/ 10156308 w 12193149"/>
              <a:gd name="connsiteY53-17076" fmla="*/ 2526269 h 3163521"/>
              <a:gd name="connsiteX54-17077" fmla="*/ 10118267 w 12193149"/>
              <a:gd name="connsiteY54-17078" fmla="*/ 2549924 h 3163521"/>
              <a:gd name="connsiteX55-17079" fmla="*/ 10083317 w 12193149"/>
              <a:gd name="connsiteY55-17080" fmla="*/ 2562078 h 3163521"/>
              <a:gd name="connsiteX56-17081" fmla="*/ 10040388 w 12193149"/>
              <a:gd name="connsiteY56-17082" fmla="*/ 2560414 h 3163521"/>
              <a:gd name="connsiteX57-17083" fmla="*/ 9961167 w 12193149"/>
              <a:gd name="connsiteY57-17084" fmla="*/ 2575929 h 3163521"/>
              <a:gd name="connsiteX58-17085" fmla="*/ 9848940 w 12193149"/>
              <a:gd name="connsiteY58-17086" fmla="*/ 2582697 h 3163521"/>
              <a:gd name="connsiteX59-17087" fmla="*/ 9729457 w 12193149"/>
              <a:gd name="connsiteY59-17088" fmla="*/ 2602904 h 3163521"/>
              <a:gd name="connsiteX60-17089" fmla="*/ 9613704 w 12193149"/>
              <a:gd name="connsiteY60-17090" fmla="*/ 2631153 h 3163521"/>
              <a:gd name="connsiteX61-17091" fmla="*/ 9338590 w 12193149"/>
              <a:gd name="connsiteY61-17092" fmla="*/ 2688075 h 3163521"/>
              <a:gd name="connsiteX62-17093" fmla="*/ 9232518 w 12193149"/>
              <a:gd name="connsiteY62-17094" fmla="*/ 2711931 h 3163521"/>
              <a:gd name="connsiteX63-17095" fmla="*/ 9156690 w 12193149"/>
              <a:gd name="connsiteY63-17096" fmla="*/ 2722010 h 3163521"/>
              <a:gd name="connsiteX64-17097" fmla="*/ 9054601 w 12193149"/>
              <a:gd name="connsiteY64-17098" fmla="*/ 2729537 h 3163521"/>
              <a:gd name="connsiteX65-17099" fmla="*/ 9006634 w 12193149"/>
              <a:gd name="connsiteY65-17100" fmla="*/ 2732822 h 3163521"/>
              <a:gd name="connsiteX66-17101" fmla="*/ 9006349 w 12193149"/>
              <a:gd name="connsiteY66-17102" fmla="*/ 2732582 h 3163521"/>
              <a:gd name="connsiteX67-17103" fmla="*/ 8997380 w 12193149"/>
              <a:gd name="connsiteY67-17104" fmla="*/ 2733793 h 3163521"/>
              <a:gd name="connsiteX68-17105" fmla="*/ 8991542 w 12193149"/>
              <a:gd name="connsiteY68-17106" fmla="*/ 2735854 h 3163521"/>
              <a:gd name="connsiteX69-17107" fmla="*/ 8975485 w 12193149"/>
              <a:gd name="connsiteY69-17108" fmla="*/ 2739080 h 3163521"/>
              <a:gd name="connsiteX70-17109" fmla="*/ 8969159 w 12193149"/>
              <a:gd name="connsiteY70-17110" fmla="*/ 2738380 h 3163521"/>
              <a:gd name="connsiteX71-17111" fmla="*/ 8964196 w 12193149"/>
              <a:gd name="connsiteY71-17112" fmla="*/ 2736155 h 3163521"/>
              <a:gd name="connsiteX72-17113" fmla="*/ 8930136 w 12193149"/>
              <a:gd name="connsiteY72-17114" fmla="*/ 2732967 h 3163521"/>
              <a:gd name="connsiteX73-17115" fmla="*/ 8753592 w 12193149"/>
              <a:gd name="connsiteY73-17116" fmla="*/ 2752199 h 3163521"/>
              <a:gd name="connsiteX74-17117" fmla="*/ 8708995 w 12193149"/>
              <a:gd name="connsiteY74-17118" fmla="*/ 2754300 h 3163521"/>
              <a:gd name="connsiteX75-17119" fmla="*/ 8597219 w 12193149"/>
              <a:gd name="connsiteY75-17120" fmla="*/ 2762872 h 3163521"/>
              <a:gd name="connsiteX76-17121" fmla="*/ 8526378 w 12193149"/>
              <a:gd name="connsiteY76-17122" fmla="*/ 2748030 h 3163521"/>
              <a:gd name="connsiteX77-17123" fmla="*/ 8512131 w 12193149"/>
              <a:gd name="connsiteY77-17124" fmla="*/ 2753945 h 3163521"/>
              <a:gd name="connsiteX78-17125" fmla="*/ 8507315 w 12193149"/>
              <a:gd name="connsiteY78-17126" fmla="*/ 2756946 h 3163521"/>
              <a:gd name="connsiteX79-17127" fmla="*/ 8499116 w 12193149"/>
              <a:gd name="connsiteY79-17128" fmla="*/ 2759684 h 3163521"/>
              <a:gd name="connsiteX80-17129" fmla="*/ 8498742 w 12193149"/>
              <a:gd name="connsiteY80-17130" fmla="*/ 2759505 h 3163521"/>
              <a:gd name="connsiteX81-17131" fmla="*/ 8491397 w 12193149"/>
              <a:gd name="connsiteY81-17132" fmla="*/ 2762555 h 3163521"/>
              <a:gd name="connsiteX82-17133" fmla="*/ 8368330 w 12193149"/>
              <a:gd name="connsiteY82-17134" fmla="*/ 2776597 h 3163521"/>
              <a:gd name="connsiteX83-17135" fmla="*/ 8354947 w 12193149"/>
              <a:gd name="connsiteY83-17136" fmla="*/ 2776791 h 3163521"/>
              <a:gd name="connsiteX84-17137" fmla="*/ 8321252 w 12193149"/>
              <a:gd name="connsiteY84-17138" fmla="*/ 2793369 h 3163521"/>
              <a:gd name="connsiteX85-17139" fmla="*/ 8315581 w 12193149"/>
              <a:gd name="connsiteY85-17140" fmla="*/ 2793695 h 3163521"/>
              <a:gd name="connsiteX86-17141" fmla="*/ 8296322 w 12193149"/>
              <a:gd name="connsiteY86-17142" fmla="*/ 2807590 h 3163521"/>
              <a:gd name="connsiteX87-17143" fmla="*/ 8285424 w 12193149"/>
              <a:gd name="connsiteY87-17144" fmla="*/ 2813413 h 3163521"/>
              <a:gd name="connsiteX88-17145" fmla="*/ 8284298 w 12193149"/>
              <a:gd name="connsiteY88-17146" fmla="*/ 2817856 h 3163521"/>
              <a:gd name="connsiteX89-17147" fmla="*/ 8267224 w 12193149"/>
              <a:gd name="connsiteY89-17148" fmla="*/ 2825031 h 3163521"/>
              <a:gd name="connsiteX90-17149" fmla="*/ 8264525 w 12193149"/>
              <a:gd name="connsiteY90-17150" fmla="*/ 2824801 h 3163521"/>
              <a:gd name="connsiteX91-17151" fmla="*/ 8253181 w 12193149"/>
              <a:gd name="connsiteY91-17152" fmla="*/ 2834644 h 3163521"/>
              <a:gd name="connsiteX92-17153" fmla="*/ 8246982 w 12193149"/>
              <a:gd name="connsiteY92-17154" fmla="*/ 2847636 h 3163521"/>
              <a:gd name="connsiteX93-17155" fmla="*/ 8091420 w 12193149"/>
              <a:gd name="connsiteY93-17156" fmla="*/ 2893797 h 3163521"/>
              <a:gd name="connsiteX94-17157" fmla="*/ 7906555 w 12193149"/>
              <a:gd name="connsiteY94-17158" fmla="*/ 2935770 h 3163521"/>
              <a:gd name="connsiteX95-17159" fmla="*/ 7719893 w 12193149"/>
              <a:gd name="connsiteY95-17160" fmla="*/ 2961485 h 3163521"/>
              <a:gd name="connsiteX96-17161" fmla="*/ 7615495 w 12193149"/>
              <a:gd name="connsiteY96-17162" fmla="*/ 2958014 h 3163521"/>
              <a:gd name="connsiteX97-17163" fmla="*/ 7528691 w 12193149"/>
              <a:gd name="connsiteY97-17164" fmla="*/ 2963842 h 3163521"/>
              <a:gd name="connsiteX98-17165" fmla="*/ 7520719 w 12193149"/>
              <a:gd name="connsiteY98-17166" fmla="*/ 2966395 h 3163521"/>
              <a:gd name="connsiteX99-17167" fmla="*/ 7508559 w 12193149"/>
              <a:gd name="connsiteY99-17168" fmla="*/ 2967730 h 3163521"/>
              <a:gd name="connsiteX100-17169" fmla="*/ 7508188 w 12193149"/>
              <a:gd name="connsiteY100-17170" fmla="*/ 2967403 h 3163521"/>
              <a:gd name="connsiteX101-17171" fmla="*/ 7496943 w 12193149"/>
              <a:gd name="connsiteY101-17172" fmla="*/ 2969355 h 3163521"/>
              <a:gd name="connsiteX102-17173" fmla="*/ 7219707 w 12193149"/>
              <a:gd name="connsiteY102-17174" fmla="*/ 2975462 h 3163521"/>
              <a:gd name="connsiteX103-17175" fmla="*/ 7202249 w 12193149"/>
              <a:gd name="connsiteY103-17176" fmla="*/ 2980012 h 3163521"/>
              <a:gd name="connsiteX104-17177" fmla="*/ 7198152 w 12193149"/>
              <a:gd name="connsiteY104-17178" fmla="*/ 2985370 h 3163521"/>
              <a:gd name="connsiteX105-17179" fmla="*/ 7171956 w 12193149"/>
              <a:gd name="connsiteY105-17180" fmla="*/ 2990018 h 3163521"/>
              <a:gd name="connsiteX106-17181" fmla="*/ 7098136 w 12193149"/>
              <a:gd name="connsiteY106-17182" fmla="*/ 3002246 h 3163521"/>
              <a:gd name="connsiteX107-17183" fmla="*/ 7019644 w 12193149"/>
              <a:gd name="connsiteY107-17184" fmla="*/ 3001872 h 3163521"/>
              <a:gd name="connsiteX108-17185" fmla="*/ 6905294 w 12193149"/>
              <a:gd name="connsiteY108-17186" fmla="*/ 3031378 h 3163521"/>
              <a:gd name="connsiteX109-17187" fmla="*/ 6709370 w 12193149"/>
              <a:gd name="connsiteY109-17188" fmla="*/ 3059333 h 3163521"/>
              <a:gd name="connsiteX110-17189" fmla="*/ 6550602 w 12193149"/>
              <a:gd name="connsiteY110-17190" fmla="*/ 3088109 h 3163521"/>
              <a:gd name="connsiteX111-17191" fmla="*/ 6318708 w 12193149"/>
              <a:gd name="connsiteY111-17192" fmla="*/ 3134909 h 3163521"/>
              <a:gd name="connsiteX112-17193" fmla="*/ 6169822 w 12193149"/>
              <a:gd name="connsiteY112-17194" fmla="*/ 3136996 h 3163521"/>
              <a:gd name="connsiteX113-17195" fmla="*/ 6074996 w 12193149"/>
              <a:gd name="connsiteY113-17196" fmla="*/ 3157458 h 3163521"/>
              <a:gd name="connsiteX114-17197" fmla="*/ 6069677 w 12193149"/>
              <a:gd name="connsiteY114-17198" fmla="*/ 3155921 h 3163521"/>
              <a:gd name="connsiteX115-17199" fmla="*/ 6049786 w 12193149"/>
              <a:gd name="connsiteY115-17200" fmla="*/ 3156604 h 3163521"/>
              <a:gd name="connsiteX116-17201" fmla="*/ 6042433 w 12193149"/>
              <a:gd name="connsiteY116-17202" fmla="*/ 3148255 h 3163521"/>
              <a:gd name="connsiteX117-17203" fmla="*/ 6011238 w 12193149"/>
              <a:gd name="connsiteY117-17204" fmla="*/ 3143162 h 3163521"/>
              <a:gd name="connsiteX118-17205" fmla="*/ 5958523 w 12193149"/>
              <a:gd name="connsiteY118-17206" fmla="*/ 3146806 h 3163521"/>
              <a:gd name="connsiteX119-17207" fmla="*/ 5760067 w 12193149"/>
              <a:gd name="connsiteY119-17208" fmla="*/ 3162498 h 3163521"/>
              <a:gd name="connsiteX120-17209" fmla="*/ 5628108 w 12193149"/>
              <a:gd name="connsiteY120-17210" fmla="*/ 3163521 h 3163521"/>
              <a:gd name="connsiteX121-17211" fmla="*/ 5472054 w 12193149"/>
              <a:gd name="connsiteY121-17212" fmla="*/ 3149501 h 3163521"/>
              <a:gd name="connsiteX122-17213" fmla="*/ 5433909 w 12193149"/>
              <a:gd name="connsiteY122-17214" fmla="*/ 3138248 h 3163521"/>
              <a:gd name="connsiteX123-17215" fmla="*/ 5382817 w 12193149"/>
              <a:gd name="connsiteY123-17216" fmla="*/ 3120546 h 3163521"/>
              <a:gd name="connsiteX124-17217" fmla="*/ 5262912 w 12193149"/>
              <a:gd name="connsiteY124-17218" fmla="*/ 3100129 h 3163521"/>
              <a:gd name="connsiteX125-17219" fmla="*/ 5224109 w 12193149"/>
              <a:gd name="connsiteY125-17220" fmla="*/ 3089005 h 3163521"/>
              <a:gd name="connsiteX126-17221" fmla="*/ 5175808 w 12193149"/>
              <a:gd name="connsiteY126-17222" fmla="*/ 3086015 h 3163521"/>
              <a:gd name="connsiteX127-17223" fmla="*/ 5157702 w 12193149"/>
              <a:gd name="connsiteY127-17224" fmla="*/ 3078792 h 3163521"/>
              <a:gd name="connsiteX128-17225" fmla="*/ 5143747 w 12193149"/>
              <a:gd name="connsiteY128-17226" fmla="*/ 3075392 h 3163521"/>
              <a:gd name="connsiteX129-17227" fmla="*/ 5140744 w 12193149"/>
              <a:gd name="connsiteY129-17228" fmla="*/ 3073291 h 3163521"/>
              <a:gd name="connsiteX130-17229" fmla="*/ 5122807 w 12193149"/>
              <a:gd name="connsiteY130-17230" fmla="*/ 3062438 h 3163521"/>
              <a:gd name="connsiteX131-17231" fmla="*/ 5066938 w 12193149"/>
              <a:gd name="connsiteY131-17232" fmla="*/ 3069009 h 3163521"/>
              <a:gd name="connsiteX132-17233" fmla="*/ 5012662 w 12193149"/>
              <a:gd name="connsiteY132-17234" fmla="*/ 3052628 h 3163521"/>
              <a:gd name="connsiteX133-17235" fmla="*/ 4841589 w 12193149"/>
              <a:gd name="connsiteY133-17236" fmla="*/ 3028611 h 3163521"/>
              <a:gd name="connsiteX134-17237" fmla="*/ 4763595 w 12193149"/>
              <a:gd name="connsiteY134-17238" fmla="*/ 3000843 h 3163521"/>
              <a:gd name="connsiteX135-17239" fmla="*/ 4724334 w 12193149"/>
              <a:gd name="connsiteY135-17240" fmla="*/ 2991829 h 3163521"/>
              <a:gd name="connsiteX136-17241" fmla="*/ 4722324 w 12193149"/>
              <a:gd name="connsiteY136-17242" fmla="*/ 2991080 h 3163521"/>
              <a:gd name="connsiteX137-17243" fmla="*/ 4723259 w 12193149"/>
              <a:gd name="connsiteY137-17244" fmla="*/ 2990869 h 3163521"/>
              <a:gd name="connsiteX138-17245" fmla="*/ 4718350 w 12193149"/>
              <a:gd name="connsiteY138-17246" fmla="*/ 2989599 h 3163521"/>
              <a:gd name="connsiteX139-17247" fmla="*/ 4722324 w 12193149"/>
              <a:gd name="connsiteY139-17248" fmla="*/ 2991080 h 3163521"/>
              <a:gd name="connsiteX140-17249" fmla="*/ 4716674 w 12193149"/>
              <a:gd name="connsiteY140-17250" fmla="*/ 2992355 h 3163521"/>
              <a:gd name="connsiteX141-17251" fmla="*/ 4516962 w 12193149"/>
              <a:gd name="connsiteY141-17252" fmla="*/ 2982453 h 3163521"/>
              <a:gd name="connsiteX142-17253" fmla="*/ 4429691 w 12193149"/>
              <a:gd name="connsiteY142-17254" fmla="*/ 2971802 h 3163521"/>
              <a:gd name="connsiteX143-17255" fmla="*/ 4364023 w 12193149"/>
              <a:gd name="connsiteY143-17256" fmla="*/ 2970456 h 3163521"/>
              <a:gd name="connsiteX144-17257" fmla="*/ 4318114 w 12193149"/>
              <a:gd name="connsiteY144-17258" fmla="*/ 2977071 h 3163521"/>
              <a:gd name="connsiteX145-17259" fmla="*/ 4316258 w 12193149"/>
              <a:gd name="connsiteY145-17260" fmla="*/ 2975730 h 3163521"/>
              <a:gd name="connsiteX146-17261" fmla="*/ 4296292 w 12193149"/>
              <a:gd name="connsiteY146-17262" fmla="*/ 2973851 h 3163521"/>
              <a:gd name="connsiteX147-17263" fmla="*/ 4291212 w 12193149"/>
              <a:gd name="connsiteY147-17264" fmla="*/ 2976768 h 3163521"/>
              <a:gd name="connsiteX148-17265" fmla="*/ 4277290 w 12193149"/>
              <a:gd name="connsiteY148-17266" fmla="*/ 2976522 h 3163521"/>
              <a:gd name="connsiteX149-17267" fmla="*/ 4249265 w 12193149"/>
              <a:gd name="connsiteY149-17268" fmla="*/ 2978846 h 3163521"/>
              <a:gd name="connsiteX150-17269" fmla="*/ 4203199 w 12193149"/>
              <a:gd name="connsiteY150-17270" fmla="*/ 2976051 h 3163521"/>
              <a:gd name="connsiteX151-17271" fmla="*/ 4202893 w 12193149"/>
              <a:gd name="connsiteY151-17272" fmla="*/ 2974792 h 3163521"/>
              <a:gd name="connsiteX152-17273" fmla="*/ 4192396 w 12193149"/>
              <a:gd name="connsiteY152-17274" fmla="*/ 2969158 h 3163521"/>
              <a:gd name="connsiteX153-17275" fmla="*/ 4143893 w 12193149"/>
              <a:gd name="connsiteY153-17276" fmla="*/ 2953293 h 3163521"/>
              <a:gd name="connsiteX154-17277" fmla="*/ 4084245 w 12193149"/>
              <a:gd name="connsiteY154-17278" fmla="*/ 2926760 h 3163521"/>
              <a:gd name="connsiteX155-17279" fmla="*/ 4075694 w 12193149"/>
              <a:gd name="connsiteY155-17280" fmla="*/ 2925925 h 3163521"/>
              <a:gd name="connsiteX156-17281" fmla="*/ 4075575 w 12193149"/>
              <a:gd name="connsiteY156-17282" fmla="*/ 2925626 h 3163521"/>
              <a:gd name="connsiteX157-17283" fmla="*/ 4066658 w 12193149"/>
              <a:gd name="connsiteY157-17284" fmla="*/ 2924182 h 3163521"/>
              <a:gd name="connsiteX158-17285" fmla="*/ 4060102 w 12193149"/>
              <a:gd name="connsiteY158-17286" fmla="*/ 2924400 h 3163521"/>
              <a:gd name="connsiteX159-17287" fmla="*/ 4043512 w 12193149"/>
              <a:gd name="connsiteY159-17288" fmla="*/ 2922779 h 3163521"/>
              <a:gd name="connsiteX160-17289" fmla="*/ 4038145 w 12193149"/>
              <a:gd name="connsiteY160-17290" fmla="*/ 2920345 h 3163521"/>
              <a:gd name="connsiteX161-17291" fmla="*/ 4036511 w 12193149"/>
              <a:gd name="connsiteY161-17292" fmla="*/ 2916678 h 3163521"/>
              <a:gd name="connsiteX162-17293" fmla="*/ 4034926 w 12193149"/>
              <a:gd name="connsiteY162-17294" fmla="*/ 2916913 h 3163521"/>
              <a:gd name="connsiteX163-17295" fmla="*/ 4005686 w 12193149"/>
              <a:gd name="connsiteY163-17296" fmla="*/ 2904345 h 3163521"/>
              <a:gd name="connsiteX164-17297" fmla="*/ 3937994 w 12193149"/>
              <a:gd name="connsiteY164-17298" fmla="*/ 2886888 h 3163521"/>
              <a:gd name="connsiteX165-17299" fmla="*/ 3898423 w 12193149"/>
              <a:gd name="connsiteY165-17300" fmla="*/ 2881233 h 3163521"/>
              <a:gd name="connsiteX166-17301" fmla="*/ 3790908 w 12193149"/>
              <a:gd name="connsiteY166-17302" fmla="*/ 2860995 h 3163521"/>
              <a:gd name="connsiteX167-17303" fmla="*/ 3683661 w 12193149"/>
              <a:gd name="connsiteY167-17304" fmla="*/ 2837072 h 3163521"/>
              <a:gd name="connsiteX168-17305" fmla="*/ 3611183 w 12193149"/>
              <a:gd name="connsiteY168-17306" fmla="*/ 2804801 h 3163521"/>
              <a:gd name="connsiteX169-17307" fmla="*/ 3605003 w 12193149"/>
              <a:gd name="connsiteY169-17308" fmla="*/ 2806163 h 3163521"/>
              <a:gd name="connsiteX170-17309" fmla="*/ 3595884 w 12193149"/>
              <a:gd name="connsiteY170-17310" fmla="*/ 2806327 h 3163521"/>
              <a:gd name="connsiteX171-17311" fmla="*/ 3595649 w 12193149"/>
              <a:gd name="connsiteY171-17312" fmla="*/ 2806058 h 3163521"/>
              <a:gd name="connsiteX172-17313" fmla="*/ 3587126 w 12193149"/>
              <a:gd name="connsiteY172-17314" fmla="*/ 2806748 h 3163521"/>
              <a:gd name="connsiteX173-17315" fmla="*/ 3537283 w 12193149"/>
              <a:gd name="connsiteY173-17316" fmla="*/ 2797049 h 3163521"/>
              <a:gd name="connsiteX174-17317" fmla="*/ 3474371 w 12193149"/>
              <a:gd name="connsiteY174-17318" fmla="*/ 2793388 h 3163521"/>
              <a:gd name="connsiteX175-17319" fmla="*/ 3401876 w 12193149"/>
              <a:gd name="connsiteY175-17320" fmla="*/ 2781340 h 3163521"/>
              <a:gd name="connsiteX176-17321" fmla="*/ 3365036 w 12193149"/>
              <a:gd name="connsiteY176-17322" fmla="*/ 2798292 h 3163521"/>
              <a:gd name="connsiteX177-17323" fmla="*/ 3345174 w 12193149"/>
              <a:gd name="connsiteY177-17324" fmla="*/ 2799974 h 3163521"/>
              <a:gd name="connsiteX178-17325" fmla="*/ 3342846 w 12193149"/>
              <a:gd name="connsiteY178-17326" fmla="*/ 2798999 h 3163521"/>
              <a:gd name="connsiteX179-17327" fmla="*/ 3263504 w 12193149"/>
              <a:gd name="connsiteY179-17328" fmla="*/ 2804876 h 3163521"/>
              <a:gd name="connsiteX180-17329" fmla="*/ 3143704 w 12193149"/>
              <a:gd name="connsiteY180-17330" fmla="*/ 2812651 h 3163521"/>
              <a:gd name="connsiteX181-17331" fmla="*/ 3031439 w 12193149"/>
              <a:gd name="connsiteY181-17332" fmla="*/ 2815294 h 3163521"/>
              <a:gd name="connsiteX182-17333" fmla="*/ 2782717 w 12193149"/>
              <a:gd name="connsiteY182-17334" fmla="*/ 2837115 h 3163521"/>
              <a:gd name="connsiteX183-17335" fmla="*/ 2647675 w 12193149"/>
              <a:gd name="connsiteY183-17336" fmla="*/ 2847651 h 3163521"/>
              <a:gd name="connsiteX184-17337" fmla="*/ 2569176 w 12193149"/>
              <a:gd name="connsiteY184-17338" fmla="*/ 2821410 h 3163521"/>
              <a:gd name="connsiteX185-17339" fmla="*/ 2444403 w 12193149"/>
              <a:gd name="connsiteY185-17340" fmla="*/ 2835311 h 3163521"/>
              <a:gd name="connsiteX186-17341" fmla="*/ 2316260 w 12193149"/>
              <a:gd name="connsiteY186-17342" fmla="*/ 2843778 h 3163521"/>
              <a:gd name="connsiteX187-17343" fmla="*/ 2209726 w 12193149"/>
              <a:gd name="connsiteY187-17344" fmla="*/ 2838545 h 3163521"/>
              <a:gd name="connsiteX188-17345" fmla="*/ 2095813 w 12193149"/>
              <a:gd name="connsiteY188-17346" fmla="*/ 2821834 h 3163521"/>
              <a:gd name="connsiteX189-17347" fmla="*/ 1998504 w 12193149"/>
              <a:gd name="connsiteY189-17348" fmla="*/ 2813814 h 3163521"/>
              <a:gd name="connsiteX190-17349" fmla="*/ 1929320 w 12193149"/>
              <a:gd name="connsiteY190-17350" fmla="*/ 2835759 h 3163521"/>
              <a:gd name="connsiteX191-17351" fmla="*/ 1922798 w 12193149"/>
              <a:gd name="connsiteY191-17352" fmla="*/ 2830928 h 3163521"/>
              <a:gd name="connsiteX192-17353" fmla="*/ 1874228 w 12193149"/>
              <a:gd name="connsiteY192-17354" fmla="*/ 2832523 h 3163521"/>
              <a:gd name="connsiteX193-17355" fmla="*/ 1787803 w 12193149"/>
              <a:gd name="connsiteY193-17356" fmla="*/ 2860145 h 3163521"/>
              <a:gd name="connsiteX194-17357" fmla="*/ 1739352 w 12193149"/>
              <a:gd name="connsiteY194-17358" fmla="*/ 2855094 h 3163521"/>
              <a:gd name="connsiteX195-17359" fmla="*/ 1676219 w 12193149"/>
              <a:gd name="connsiteY195-17360" fmla="*/ 2838745 h 3163521"/>
              <a:gd name="connsiteX196-17361" fmla="*/ 1609817 w 12193149"/>
              <a:gd name="connsiteY196-17362" fmla="*/ 2831848 h 3163521"/>
              <a:gd name="connsiteX197-17363" fmla="*/ 1497258 w 12193149"/>
              <a:gd name="connsiteY197-17364" fmla="*/ 2806258 h 3163521"/>
              <a:gd name="connsiteX198-17365" fmla="*/ 1151127 w 12193149"/>
              <a:gd name="connsiteY198-17366" fmla="*/ 2756823 h 3163521"/>
              <a:gd name="connsiteX199-17367" fmla="*/ 859417 w 12193149"/>
              <a:gd name="connsiteY199-17368" fmla="*/ 2747390 h 3163521"/>
              <a:gd name="connsiteX200-17369" fmla="*/ 838688 w 12193149"/>
              <a:gd name="connsiteY200-17370" fmla="*/ 2748603 h 3163521"/>
              <a:gd name="connsiteX201-17371" fmla="*/ 817957 w 12193149"/>
              <a:gd name="connsiteY201-17372" fmla="*/ 2746639 h 3163521"/>
              <a:gd name="connsiteX202-17373" fmla="*/ 812654 w 12193149"/>
              <a:gd name="connsiteY202-17374" fmla="*/ 2749533 h 3163521"/>
              <a:gd name="connsiteX203-17375" fmla="*/ 721195 w 12193149"/>
              <a:gd name="connsiteY203-17376" fmla="*/ 2748443 h 3163521"/>
              <a:gd name="connsiteX204-17377" fmla="*/ 720890 w 12193149"/>
              <a:gd name="connsiteY204-17378" fmla="*/ 2747181 h 3163521"/>
              <a:gd name="connsiteX205-17379" fmla="*/ 710023 w 12193149"/>
              <a:gd name="connsiteY205-17380" fmla="*/ 2741504 h 3163521"/>
              <a:gd name="connsiteX206-17381" fmla="*/ 597940 w 12193149"/>
              <a:gd name="connsiteY206-17382" fmla="*/ 2698646 h 3163521"/>
              <a:gd name="connsiteX207-17383" fmla="*/ 579683 w 12193149"/>
              <a:gd name="connsiteY207-17384" fmla="*/ 2695994 h 3163521"/>
              <a:gd name="connsiteX208-17385" fmla="*/ 572865 w 12193149"/>
              <a:gd name="connsiteY208-17386" fmla="*/ 2696183 h 3163521"/>
              <a:gd name="connsiteX209-17387" fmla="*/ 446247 w 12193149"/>
              <a:gd name="connsiteY209-17388" fmla="*/ 2658153 h 3163521"/>
              <a:gd name="connsiteX210-17389" fmla="*/ 405163 w 12193149"/>
              <a:gd name="connsiteY210-17390" fmla="*/ 2652330 h 3163521"/>
              <a:gd name="connsiteX211-17391" fmla="*/ 293583 w 12193149"/>
              <a:gd name="connsiteY211-17392" fmla="*/ 2631634 h 3163521"/>
              <a:gd name="connsiteX212-17393" fmla="*/ 119529 w 12193149"/>
              <a:gd name="connsiteY212-17394" fmla="*/ 2579829 h 3163521"/>
              <a:gd name="connsiteX213-17395" fmla="*/ 16674 w 12193149"/>
              <a:gd name="connsiteY213-17396" fmla="*/ 2576973 h 3163521"/>
              <a:gd name="connsiteX214-17397" fmla="*/ 1150 w 12193149"/>
              <a:gd name="connsiteY214-17398" fmla="*/ 2571504 h 3163521"/>
              <a:gd name="connsiteX215-17399" fmla="*/ 1148 w 12193149"/>
              <a:gd name="connsiteY215-17400" fmla="*/ 1040995 h 3163521"/>
              <a:gd name="connsiteX216-17401" fmla="*/ 1148 w 12193149"/>
              <a:gd name="connsiteY216-17402" fmla="*/ 818782 h 3163521"/>
              <a:gd name="connsiteX0-17403" fmla="*/ 1148 w 12193149"/>
              <a:gd name="connsiteY0-17404" fmla="*/ 0 h 3171710"/>
              <a:gd name="connsiteX1-17405" fmla="*/ 12181789 w 12193149"/>
              <a:gd name="connsiteY1-17406" fmla="*/ 8189 h 3171710"/>
              <a:gd name="connsiteX2-17407" fmla="*/ 12193149 w 12193149"/>
              <a:gd name="connsiteY2-17408" fmla="*/ 1406710 h 3171710"/>
              <a:gd name="connsiteX3-17409" fmla="*/ 12185986 w 12193149"/>
              <a:gd name="connsiteY3-17410" fmla="*/ 1411160 h 3171710"/>
              <a:gd name="connsiteX4-17411" fmla="*/ 12156363 w 12193149"/>
              <a:gd name="connsiteY4-17412" fmla="*/ 1424337 h 3171710"/>
              <a:gd name="connsiteX5-17413" fmla="*/ 12139215 w 12193149"/>
              <a:gd name="connsiteY5-17414" fmla="*/ 1450150 h 3171710"/>
              <a:gd name="connsiteX6-17415" fmla="*/ 12126327 w 12193149"/>
              <a:gd name="connsiteY6-17416" fmla="*/ 1451661 h 3171710"/>
              <a:gd name="connsiteX7-17417" fmla="*/ 12124007 w 12193149"/>
              <a:gd name="connsiteY7-17418" fmla="*/ 1451765 h 3171710"/>
              <a:gd name="connsiteX8-17419" fmla="*/ 12116854 w 12193149"/>
              <a:gd name="connsiteY8-17420" fmla="*/ 1455579 h 3171710"/>
              <a:gd name="connsiteX9-17421" fmla="*/ 12099497 w 12193149"/>
              <a:gd name="connsiteY9-17422" fmla="*/ 1455110 h 3171710"/>
              <a:gd name="connsiteX10-17423" fmla="*/ 12087073 w 12193149"/>
              <a:gd name="connsiteY10-17424" fmla="*/ 1463312 h 3171710"/>
              <a:gd name="connsiteX11-17425" fmla="*/ 12031073 w 12193149"/>
              <a:gd name="connsiteY11-17426" fmla="*/ 1506980 h 3171710"/>
              <a:gd name="connsiteX12-17427" fmla="*/ 11995833 w 12193149"/>
              <a:gd name="connsiteY12-17428" fmla="*/ 1530429 h 3171710"/>
              <a:gd name="connsiteX13-17429" fmla="*/ 11979717 w 12193149"/>
              <a:gd name="connsiteY13-17430" fmla="*/ 1535132 h 3171710"/>
              <a:gd name="connsiteX14-17431" fmla="*/ 11959046 w 12193149"/>
              <a:gd name="connsiteY14-17432" fmla="*/ 1544529 h 3171710"/>
              <a:gd name="connsiteX15-17433" fmla="*/ 11920454 w 12193149"/>
              <a:gd name="connsiteY15-17434" fmla="*/ 1557854 h 3171710"/>
              <a:gd name="connsiteX16-17435" fmla="*/ 11903656 w 12193149"/>
              <a:gd name="connsiteY16-17436" fmla="*/ 1569397 h 3171710"/>
              <a:gd name="connsiteX17-17437" fmla="*/ 11895048 w 12193149"/>
              <a:gd name="connsiteY17-17438" fmla="*/ 1571762 h 3171710"/>
              <a:gd name="connsiteX18-17439" fmla="*/ 11891968 w 12193149"/>
              <a:gd name="connsiteY18-17440" fmla="*/ 1582700 h 3171710"/>
              <a:gd name="connsiteX19-17441" fmla="*/ 11870776 w 12193149"/>
              <a:gd name="connsiteY19-17442" fmla="*/ 1604787 h 3171710"/>
              <a:gd name="connsiteX20-17443" fmla="*/ 11813376 w 12193149"/>
              <a:gd name="connsiteY20-17444" fmla="*/ 1624630 h 3171710"/>
              <a:gd name="connsiteX21-17445" fmla="*/ 11590693 w 12193149"/>
              <a:gd name="connsiteY21-17446" fmla="*/ 1790748 h 3171710"/>
              <a:gd name="connsiteX22-17447" fmla="*/ 11506817 w 12193149"/>
              <a:gd name="connsiteY22-17448" fmla="*/ 1860594 h 3171710"/>
              <a:gd name="connsiteX23-17449" fmla="*/ 11280332 w 12193149"/>
              <a:gd name="connsiteY23-17450" fmla="*/ 2050542 h 3171710"/>
              <a:gd name="connsiteX24-17451" fmla="*/ 11228309 w 12193149"/>
              <a:gd name="connsiteY24-17452" fmla="*/ 2103207 h 3171710"/>
              <a:gd name="connsiteX25-17453" fmla="*/ 11218087 w 12193149"/>
              <a:gd name="connsiteY25-17454" fmla="*/ 2102932 h 3171710"/>
              <a:gd name="connsiteX26-17455" fmla="*/ 11217184 w 12193149"/>
              <a:gd name="connsiteY26-17456" fmla="*/ 2101989 h 3171710"/>
              <a:gd name="connsiteX27-17457" fmla="*/ 11188885 w 12193149"/>
              <a:gd name="connsiteY27-17458" fmla="*/ 2119354 h 3171710"/>
              <a:gd name="connsiteX28-17459" fmla="*/ 11184501 w 12193149"/>
              <a:gd name="connsiteY28-17460" fmla="*/ 2119496 h 3171710"/>
              <a:gd name="connsiteX29-17461" fmla="*/ 11166854 w 12193149"/>
              <a:gd name="connsiteY29-17462" fmla="*/ 2133583 h 3171710"/>
              <a:gd name="connsiteX30-17463" fmla="*/ 11157311 w 12193149"/>
              <a:gd name="connsiteY30-17464" fmla="*/ 2139385 h 3171710"/>
              <a:gd name="connsiteX31-17465" fmla="*/ 11155496 w 12193149"/>
              <a:gd name="connsiteY31-17466" fmla="*/ 2144068 h 3171710"/>
              <a:gd name="connsiteX32-17467" fmla="*/ 11140961 w 12193149"/>
              <a:gd name="connsiteY32-17468" fmla="*/ 2151086 h 3171710"/>
              <a:gd name="connsiteX33-17469" fmla="*/ 11138961 w 12193149"/>
              <a:gd name="connsiteY33-17470" fmla="*/ 2150743 h 3171710"/>
              <a:gd name="connsiteX34-17471" fmla="*/ 11128208 w 12193149"/>
              <a:gd name="connsiteY34-17472" fmla="*/ 2160803 h 3171710"/>
              <a:gd name="connsiteX35-17473" fmla="*/ 11120691 w 12193149"/>
              <a:gd name="connsiteY35-17474" fmla="*/ 2174395 h 3171710"/>
              <a:gd name="connsiteX36-17475" fmla="*/ 10894683 w 12193149"/>
              <a:gd name="connsiteY36-17476" fmla="*/ 2300370 h 3171710"/>
              <a:gd name="connsiteX37-17477" fmla="*/ 10773300 w 12193149"/>
              <a:gd name="connsiteY37-17478" fmla="*/ 2350162 h 3171710"/>
              <a:gd name="connsiteX38-17479" fmla="*/ 10627668 w 12193149"/>
              <a:gd name="connsiteY38-17480" fmla="*/ 2386200 h 3171710"/>
              <a:gd name="connsiteX39-17481" fmla="*/ 10581895 w 12193149"/>
              <a:gd name="connsiteY39-17482" fmla="*/ 2395660 h 3171710"/>
              <a:gd name="connsiteX40-17483" fmla="*/ 10547790 w 12193149"/>
              <a:gd name="connsiteY40-17484" fmla="*/ 2425394 h 3171710"/>
              <a:gd name="connsiteX41-17485" fmla="*/ 10529643 w 12193149"/>
              <a:gd name="connsiteY41-17486" fmla="*/ 2423878 h 3171710"/>
              <a:gd name="connsiteX42-17487" fmla="*/ 10526446 w 12193149"/>
              <a:gd name="connsiteY42-17488" fmla="*/ 2423382 h 3171710"/>
              <a:gd name="connsiteX43-17489" fmla="*/ 10515129 w 12193149"/>
              <a:gd name="connsiteY43-17490" fmla="*/ 2426508 h 3171710"/>
              <a:gd name="connsiteX44-17491" fmla="*/ 10491735 w 12193149"/>
              <a:gd name="connsiteY44-17492" fmla="*/ 2421127 h 3171710"/>
              <a:gd name="connsiteX45-17493" fmla="*/ 10471418 w 12193149"/>
              <a:gd name="connsiteY45-17494" fmla="*/ 2428664 h 3171710"/>
              <a:gd name="connsiteX46-17495" fmla="*/ 10377042 w 12193149"/>
              <a:gd name="connsiteY46-17496" fmla="*/ 2471569 h 3171710"/>
              <a:gd name="connsiteX47-17497" fmla="*/ 10319338 w 12193149"/>
              <a:gd name="connsiteY47-17498" fmla="*/ 2493192 h 3171710"/>
              <a:gd name="connsiteX48-17499" fmla="*/ 10295467 w 12193149"/>
              <a:gd name="connsiteY48-17500" fmla="*/ 2495050 h 3171710"/>
              <a:gd name="connsiteX49-17501" fmla="*/ 10263443 w 12193149"/>
              <a:gd name="connsiteY49-17502" fmla="*/ 2501919 h 3171710"/>
              <a:gd name="connsiteX50-17503" fmla="*/ 10205418 w 12193149"/>
              <a:gd name="connsiteY50-17504" fmla="*/ 2509120 h 3171710"/>
              <a:gd name="connsiteX51-17505" fmla="*/ 10177759 w 12193149"/>
              <a:gd name="connsiteY51-17506" fmla="*/ 2519914 h 3171710"/>
              <a:gd name="connsiteX52-17507" fmla="*/ 10165070 w 12193149"/>
              <a:gd name="connsiteY52-17508" fmla="*/ 2520710 h 3171710"/>
              <a:gd name="connsiteX53-17509" fmla="*/ 10156308 w 12193149"/>
              <a:gd name="connsiteY53-17510" fmla="*/ 2534458 h 3171710"/>
              <a:gd name="connsiteX54-17511" fmla="*/ 10118267 w 12193149"/>
              <a:gd name="connsiteY54-17512" fmla="*/ 2558113 h 3171710"/>
              <a:gd name="connsiteX55-17513" fmla="*/ 10083317 w 12193149"/>
              <a:gd name="connsiteY55-17514" fmla="*/ 2570267 h 3171710"/>
              <a:gd name="connsiteX56-17515" fmla="*/ 10040388 w 12193149"/>
              <a:gd name="connsiteY56-17516" fmla="*/ 2568603 h 3171710"/>
              <a:gd name="connsiteX57-17517" fmla="*/ 9961167 w 12193149"/>
              <a:gd name="connsiteY57-17518" fmla="*/ 2584118 h 3171710"/>
              <a:gd name="connsiteX58-17519" fmla="*/ 9848940 w 12193149"/>
              <a:gd name="connsiteY58-17520" fmla="*/ 2590886 h 3171710"/>
              <a:gd name="connsiteX59-17521" fmla="*/ 9729457 w 12193149"/>
              <a:gd name="connsiteY59-17522" fmla="*/ 2611093 h 3171710"/>
              <a:gd name="connsiteX60-17523" fmla="*/ 9613704 w 12193149"/>
              <a:gd name="connsiteY60-17524" fmla="*/ 2639342 h 3171710"/>
              <a:gd name="connsiteX61-17525" fmla="*/ 9338590 w 12193149"/>
              <a:gd name="connsiteY61-17526" fmla="*/ 2696264 h 3171710"/>
              <a:gd name="connsiteX62-17527" fmla="*/ 9232518 w 12193149"/>
              <a:gd name="connsiteY62-17528" fmla="*/ 2720120 h 3171710"/>
              <a:gd name="connsiteX63-17529" fmla="*/ 9156690 w 12193149"/>
              <a:gd name="connsiteY63-17530" fmla="*/ 2730199 h 3171710"/>
              <a:gd name="connsiteX64-17531" fmla="*/ 9054601 w 12193149"/>
              <a:gd name="connsiteY64-17532" fmla="*/ 2737726 h 3171710"/>
              <a:gd name="connsiteX65-17533" fmla="*/ 9006634 w 12193149"/>
              <a:gd name="connsiteY65-17534" fmla="*/ 2741011 h 3171710"/>
              <a:gd name="connsiteX66-17535" fmla="*/ 9006349 w 12193149"/>
              <a:gd name="connsiteY66-17536" fmla="*/ 2740771 h 3171710"/>
              <a:gd name="connsiteX67-17537" fmla="*/ 8997380 w 12193149"/>
              <a:gd name="connsiteY67-17538" fmla="*/ 2741982 h 3171710"/>
              <a:gd name="connsiteX68-17539" fmla="*/ 8991542 w 12193149"/>
              <a:gd name="connsiteY68-17540" fmla="*/ 2744043 h 3171710"/>
              <a:gd name="connsiteX69-17541" fmla="*/ 8975485 w 12193149"/>
              <a:gd name="connsiteY69-17542" fmla="*/ 2747269 h 3171710"/>
              <a:gd name="connsiteX70-17543" fmla="*/ 8969159 w 12193149"/>
              <a:gd name="connsiteY70-17544" fmla="*/ 2746569 h 3171710"/>
              <a:gd name="connsiteX71-17545" fmla="*/ 8964196 w 12193149"/>
              <a:gd name="connsiteY71-17546" fmla="*/ 2744344 h 3171710"/>
              <a:gd name="connsiteX72-17547" fmla="*/ 8930136 w 12193149"/>
              <a:gd name="connsiteY72-17548" fmla="*/ 2741156 h 3171710"/>
              <a:gd name="connsiteX73-17549" fmla="*/ 8753592 w 12193149"/>
              <a:gd name="connsiteY73-17550" fmla="*/ 2760388 h 3171710"/>
              <a:gd name="connsiteX74-17551" fmla="*/ 8708995 w 12193149"/>
              <a:gd name="connsiteY74-17552" fmla="*/ 2762489 h 3171710"/>
              <a:gd name="connsiteX75-17553" fmla="*/ 8597219 w 12193149"/>
              <a:gd name="connsiteY75-17554" fmla="*/ 2771061 h 3171710"/>
              <a:gd name="connsiteX76-17555" fmla="*/ 8526378 w 12193149"/>
              <a:gd name="connsiteY76-17556" fmla="*/ 2756219 h 3171710"/>
              <a:gd name="connsiteX77-17557" fmla="*/ 8512131 w 12193149"/>
              <a:gd name="connsiteY77-17558" fmla="*/ 2762134 h 3171710"/>
              <a:gd name="connsiteX78-17559" fmla="*/ 8507315 w 12193149"/>
              <a:gd name="connsiteY78-17560" fmla="*/ 2765135 h 3171710"/>
              <a:gd name="connsiteX79-17561" fmla="*/ 8499116 w 12193149"/>
              <a:gd name="connsiteY79-17562" fmla="*/ 2767873 h 3171710"/>
              <a:gd name="connsiteX80-17563" fmla="*/ 8498742 w 12193149"/>
              <a:gd name="connsiteY80-17564" fmla="*/ 2767694 h 3171710"/>
              <a:gd name="connsiteX81-17565" fmla="*/ 8491397 w 12193149"/>
              <a:gd name="connsiteY81-17566" fmla="*/ 2770744 h 3171710"/>
              <a:gd name="connsiteX82-17567" fmla="*/ 8368330 w 12193149"/>
              <a:gd name="connsiteY82-17568" fmla="*/ 2784786 h 3171710"/>
              <a:gd name="connsiteX83-17569" fmla="*/ 8354947 w 12193149"/>
              <a:gd name="connsiteY83-17570" fmla="*/ 2784980 h 3171710"/>
              <a:gd name="connsiteX84-17571" fmla="*/ 8321252 w 12193149"/>
              <a:gd name="connsiteY84-17572" fmla="*/ 2801558 h 3171710"/>
              <a:gd name="connsiteX85-17573" fmla="*/ 8315581 w 12193149"/>
              <a:gd name="connsiteY85-17574" fmla="*/ 2801884 h 3171710"/>
              <a:gd name="connsiteX86-17575" fmla="*/ 8296322 w 12193149"/>
              <a:gd name="connsiteY86-17576" fmla="*/ 2815779 h 3171710"/>
              <a:gd name="connsiteX87-17577" fmla="*/ 8285424 w 12193149"/>
              <a:gd name="connsiteY87-17578" fmla="*/ 2821602 h 3171710"/>
              <a:gd name="connsiteX88-17579" fmla="*/ 8284298 w 12193149"/>
              <a:gd name="connsiteY88-17580" fmla="*/ 2826045 h 3171710"/>
              <a:gd name="connsiteX89-17581" fmla="*/ 8267224 w 12193149"/>
              <a:gd name="connsiteY89-17582" fmla="*/ 2833220 h 3171710"/>
              <a:gd name="connsiteX90-17583" fmla="*/ 8264525 w 12193149"/>
              <a:gd name="connsiteY90-17584" fmla="*/ 2832990 h 3171710"/>
              <a:gd name="connsiteX91-17585" fmla="*/ 8253181 w 12193149"/>
              <a:gd name="connsiteY91-17586" fmla="*/ 2842833 h 3171710"/>
              <a:gd name="connsiteX92-17587" fmla="*/ 8246982 w 12193149"/>
              <a:gd name="connsiteY92-17588" fmla="*/ 2855825 h 3171710"/>
              <a:gd name="connsiteX93-17589" fmla="*/ 8091420 w 12193149"/>
              <a:gd name="connsiteY93-17590" fmla="*/ 2901986 h 3171710"/>
              <a:gd name="connsiteX94-17591" fmla="*/ 7906555 w 12193149"/>
              <a:gd name="connsiteY94-17592" fmla="*/ 2943959 h 3171710"/>
              <a:gd name="connsiteX95-17593" fmla="*/ 7719893 w 12193149"/>
              <a:gd name="connsiteY95-17594" fmla="*/ 2969674 h 3171710"/>
              <a:gd name="connsiteX96-17595" fmla="*/ 7615495 w 12193149"/>
              <a:gd name="connsiteY96-17596" fmla="*/ 2966203 h 3171710"/>
              <a:gd name="connsiteX97-17597" fmla="*/ 7528691 w 12193149"/>
              <a:gd name="connsiteY97-17598" fmla="*/ 2972031 h 3171710"/>
              <a:gd name="connsiteX98-17599" fmla="*/ 7520719 w 12193149"/>
              <a:gd name="connsiteY98-17600" fmla="*/ 2974584 h 3171710"/>
              <a:gd name="connsiteX99-17601" fmla="*/ 7508559 w 12193149"/>
              <a:gd name="connsiteY99-17602" fmla="*/ 2975919 h 3171710"/>
              <a:gd name="connsiteX100-17603" fmla="*/ 7508188 w 12193149"/>
              <a:gd name="connsiteY100-17604" fmla="*/ 2975592 h 3171710"/>
              <a:gd name="connsiteX101-17605" fmla="*/ 7496943 w 12193149"/>
              <a:gd name="connsiteY101-17606" fmla="*/ 2977544 h 3171710"/>
              <a:gd name="connsiteX102-17607" fmla="*/ 7219707 w 12193149"/>
              <a:gd name="connsiteY102-17608" fmla="*/ 2983651 h 3171710"/>
              <a:gd name="connsiteX103-17609" fmla="*/ 7202249 w 12193149"/>
              <a:gd name="connsiteY103-17610" fmla="*/ 2988201 h 3171710"/>
              <a:gd name="connsiteX104-17611" fmla="*/ 7198152 w 12193149"/>
              <a:gd name="connsiteY104-17612" fmla="*/ 2993559 h 3171710"/>
              <a:gd name="connsiteX105-17613" fmla="*/ 7171956 w 12193149"/>
              <a:gd name="connsiteY105-17614" fmla="*/ 2998207 h 3171710"/>
              <a:gd name="connsiteX106-17615" fmla="*/ 7098136 w 12193149"/>
              <a:gd name="connsiteY106-17616" fmla="*/ 3010435 h 3171710"/>
              <a:gd name="connsiteX107-17617" fmla="*/ 7019644 w 12193149"/>
              <a:gd name="connsiteY107-17618" fmla="*/ 3010061 h 3171710"/>
              <a:gd name="connsiteX108-17619" fmla="*/ 6905294 w 12193149"/>
              <a:gd name="connsiteY108-17620" fmla="*/ 3039567 h 3171710"/>
              <a:gd name="connsiteX109-17621" fmla="*/ 6709370 w 12193149"/>
              <a:gd name="connsiteY109-17622" fmla="*/ 3067522 h 3171710"/>
              <a:gd name="connsiteX110-17623" fmla="*/ 6550602 w 12193149"/>
              <a:gd name="connsiteY110-17624" fmla="*/ 3096298 h 3171710"/>
              <a:gd name="connsiteX111-17625" fmla="*/ 6318708 w 12193149"/>
              <a:gd name="connsiteY111-17626" fmla="*/ 3143098 h 3171710"/>
              <a:gd name="connsiteX112-17627" fmla="*/ 6169822 w 12193149"/>
              <a:gd name="connsiteY112-17628" fmla="*/ 3145185 h 3171710"/>
              <a:gd name="connsiteX113-17629" fmla="*/ 6074996 w 12193149"/>
              <a:gd name="connsiteY113-17630" fmla="*/ 3165647 h 3171710"/>
              <a:gd name="connsiteX114-17631" fmla="*/ 6069677 w 12193149"/>
              <a:gd name="connsiteY114-17632" fmla="*/ 3164110 h 3171710"/>
              <a:gd name="connsiteX115-17633" fmla="*/ 6049786 w 12193149"/>
              <a:gd name="connsiteY115-17634" fmla="*/ 3164793 h 3171710"/>
              <a:gd name="connsiteX116-17635" fmla="*/ 6042433 w 12193149"/>
              <a:gd name="connsiteY116-17636" fmla="*/ 3156444 h 3171710"/>
              <a:gd name="connsiteX117-17637" fmla="*/ 6011238 w 12193149"/>
              <a:gd name="connsiteY117-17638" fmla="*/ 3151351 h 3171710"/>
              <a:gd name="connsiteX118-17639" fmla="*/ 5958523 w 12193149"/>
              <a:gd name="connsiteY118-17640" fmla="*/ 3154995 h 3171710"/>
              <a:gd name="connsiteX119-17641" fmla="*/ 5760067 w 12193149"/>
              <a:gd name="connsiteY119-17642" fmla="*/ 3170687 h 3171710"/>
              <a:gd name="connsiteX120-17643" fmla="*/ 5628108 w 12193149"/>
              <a:gd name="connsiteY120-17644" fmla="*/ 3171710 h 3171710"/>
              <a:gd name="connsiteX121-17645" fmla="*/ 5472054 w 12193149"/>
              <a:gd name="connsiteY121-17646" fmla="*/ 3157690 h 3171710"/>
              <a:gd name="connsiteX122-17647" fmla="*/ 5433909 w 12193149"/>
              <a:gd name="connsiteY122-17648" fmla="*/ 3146437 h 3171710"/>
              <a:gd name="connsiteX123-17649" fmla="*/ 5382817 w 12193149"/>
              <a:gd name="connsiteY123-17650" fmla="*/ 3128735 h 3171710"/>
              <a:gd name="connsiteX124-17651" fmla="*/ 5262912 w 12193149"/>
              <a:gd name="connsiteY124-17652" fmla="*/ 3108318 h 3171710"/>
              <a:gd name="connsiteX125-17653" fmla="*/ 5224109 w 12193149"/>
              <a:gd name="connsiteY125-17654" fmla="*/ 3097194 h 3171710"/>
              <a:gd name="connsiteX126-17655" fmla="*/ 5175808 w 12193149"/>
              <a:gd name="connsiteY126-17656" fmla="*/ 3094204 h 3171710"/>
              <a:gd name="connsiteX127-17657" fmla="*/ 5157702 w 12193149"/>
              <a:gd name="connsiteY127-17658" fmla="*/ 3086981 h 3171710"/>
              <a:gd name="connsiteX128-17659" fmla="*/ 5143747 w 12193149"/>
              <a:gd name="connsiteY128-17660" fmla="*/ 3083581 h 3171710"/>
              <a:gd name="connsiteX129-17661" fmla="*/ 5140744 w 12193149"/>
              <a:gd name="connsiteY129-17662" fmla="*/ 3081480 h 3171710"/>
              <a:gd name="connsiteX130-17663" fmla="*/ 5122807 w 12193149"/>
              <a:gd name="connsiteY130-17664" fmla="*/ 3070627 h 3171710"/>
              <a:gd name="connsiteX131-17665" fmla="*/ 5066938 w 12193149"/>
              <a:gd name="connsiteY131-17666" fmla="*/ 3077198 h 3171710"/>
              <a:gd name="connsiteX132-17667" fmla="*/ 5012662 w 12193149"/>
              <a:gd name="connsiteY132-17668" fmla="*/ 3060817 h 3171710"/>
              <a:gd name="connsiteX133-17669" fmla="*/ 4841589 w 12193149"/>
              <a:gd name="connsiteY133-17670" fmla="*/ 3036800 h 3171710"/>
              <a:gd name="connsiteX134-17671" fmla="*/ 4763595 w 12193149"/>
              <a:gd name="connsiteY134-17672" fmla="*/ 3009032 h 3171710"/>
              <a:gd name="connsiteX135-17673" fmla="*/ 4724334 w 12193149"/>
              <a:gd name="connsiteY135-17674" fmla="*/ 3000018 h 3171710"/>
              <a:gd name="connsiteX136-17675" fmla="*/ 4722324 w 12193149"/>
              <a:gd name="connsiteY136-17676" fmla="*/ 2999269 h 3171710"/>
              <a:gd name="connsiteX137-17677" fmla="*/ 4723259 w 12193149"/>
              <a:gd name="connsiteY137-17678" fmla="*/ 2999058 h 3171710"/>
              <a:gd name="connsiteX138-17679" fmla="*/ 4718350 w 12193149"/>
              <a:gd name="connsiteY138-17680" fmla="*/ 2997788 h 3171710"/>
              <a:gd name="connsiteX139-17681" fmla="*/ 4722324 w 12193149"/>
              <a:gd name="connsiteY139-17682" fmla="*/ 2999269 h 3171710"/>
              <a:gd name="connsiteX140-17683" fmla="*/ 4716674 w 12193149"/>
              <a:gd name="connsiteY140-17684" fmla="*/ 3000544 h 3171710"/>
              <a:gd name="connsiteX141-17685" fmla="*/ 4516962 w 12193149"/>
              <a:gd name="connsiteY141-17686" fmla="*/ 2990642 h 3171710"/>
              <a:gd name="connsiteX142-17687" fmla="*/ 4429691 w 12193149"/>
              <a:gd name="connsiteY142-17688" fmla="*/ 2979991 h 3171710"/>
              <a:gd name="connsiteX143-17689" fmla="*/ 4364023 w 12193149"/>
              <a:gd name="connsiteY143-17690" fmla="*/ 2978645 h 3171710"/>
              <a:gd name="connsiteX144-17691" fmla="*/ 4318114 w 12193149"/>
              <a:gd name="connsiteY144-17692" fmla="*/ 2985260 h 3171710"/>
              <a:gd name="connsiteX145-17693" fmla="*/ 4316258 w 12193149"/>
              <a:gd name="connsiteY145-17694" fmla="*/ 2983919 h 3171710"/>
              <a:gd name="connsiteX146-17695" fmla="*/ 4296292 w 12193149"/>
              <a:gd name="connsiteY146-17696" fmla="*/ 2982040 h 3171710"/>
              <a:gd name="connsiteX147-17697" fmla="*/ 4291212 w 12193149"/>
              <a:gd name="connsiteY147-17698" fmla="*/ 2984957 h 3171710"/>
              <a:gd name="connsiteX148-17699" fmla="*/ 4277290 w 12193149"/>
              <a:gd name="connsiteY148-17700" fmla="*/ 2984711 h 3171710"/>
              <a:gd name="connsiteX149-17701" fmla="*/ 4249265 w 12193149"/>
              <a:gd name="connsiteY149-17702" fmla="*/ 2987035 h 3171710"/>
              <a:gd name="connsiteX150-17703" fmla="*/ 4203199 w 12193149"/>
              <a:gd name="connsiteY150-17704" fmla="*/ 2984240 h 3171710"/>
              <a:gd name="connsiteX151-17705" fmla="*/ 4202893 w 12193149"/>
              <a:gd name="connsiteY151-17706" fmla="*/ 2982981 h 3171710"/>
              <a:gd name="connsiteX152-17707" fmla="*/ 4192396 w 12193149"/>
              <a:gd name="connsiteY152-17708" fmla="*/ 2977347 h 3171710"/>
              <a:gd name="connsiteX153-17709" fmla="*/ 4143893 w 12193149"/>
              <a:gd name="connsiteY153-17710" fmla="*/ 2961482 h 3171710"/>
              <a:gd name="connsiteX154-17711" fmla="*/ 4084245 w 12193149"/>
              <a:gd name="connsiteY154-17712" fmla="*/ 2934949 h 3171710"/>
              <a:gd name="connsiteX155-17713" fmla="*/ 4075694 w 12193149"/>
              <a:gd name="connsiteY155-17714" fmla="*/ 2934114 h 3171710"/>
              <a:gd name="connsiteX156-17715" fmla="*/ 4075575 w 12193149"/>
              <a:gd name="connsiteY156-17716" fmla="*/ 2933815 h 3171710"/>
              <a:gd name="connsiteX157-17717" fmla="*/ 4066658 w 12193149"/>
              <a:gd name="connsiteY157-17718" fmla="*/ 2932371 h 3171710"/>
              <a:gd name="connsiteX158-17719" fmla="*/ 4060102 w 12193149"/>
              <a:gd name="connsiteY158-17720" fmla="*/ 2932589 h 3171710"/>
              <a:gd name="connsiteX159-17721" fmla="*/ 4043512 w 12193149"/>
              <a:gd name="connsiteY159-17722" fmla="*/ 2930968 h 3171710"/>
              <a:gd name="connsiteX160-17723" fmla="*/ 4038145 w 12193149"/>
              <a:gd name="connsiteY160-17724" fmla="*/ 2928534 h 3171710"/>
              <a:gd name="connsiteX161-17725" fmla="*/ 4036511 w 12193149"/>
              <a:gd name="connsiteY161-17726" fmla="*/ 2924867 h 3171710"/>
              <a:gd name="connsiteX162-17727" fmla="*/ 4034926 w 12193149"/>
              <a:gd name="connsiteY162-17728" fmla="*/ 2925102 h 3171710"/>
              <a:gd name="connsiteX163-17729" fmla="*/ 4005686 w 12193149"/>
              <a:gd name="connsiteY163-17730" fmla="*/ 2912534 h 3171710"/>
              <a:gd name="connsiteX164-17731" fmla="*/ 3937994 w 12193149"/>
              <a:gd name="connsiteY164-17732" fmla="*/ 2895077 h 3171710"/>
              <a:gd name="connsiteX165-17733" fmla="*/ 3898423 w 12193149"/>
              <a:gd name="connsiteY165-17734" fmla="*/ 2889422 h 3171710"/>
              <a:gd name="connsiteX166-17735" fmla="*/ 3790908 w 12193149"/>
              <a:gd name="connsiteY166-17736" fmla="*/ 2869184 h 3171710"/>
              <a:gd name="connsiteX167-17737" fmla="*/ 3683661 w 12193149"/>
              <a:gd name="connsiteY167-17738" fmla="*/ 2845261 h 3171710"/>
              <a:gd name="connsiteX168-17739" fmla="*/ 3611183 w 12193149"/>
              <a:gd name="connsiteY168-17740" fmla="*/ 2812990 h 3171710"/>
              <a:gd name="connsiteX169-17741" fmla="*/ 3605003 w 12193149"/>
              <a:gd name="connsiteY169-17742" fmla="*/ 2814352 h 3171710"/>
              <a:gd name="connsiteX170-17743" fmla="*/ 3595884 w 12193149"/>
              <a:gd name="connsiteY170-17744" fmla="*/ 2814516 h 3171710"/>
              <a:gd name="connsiteX171-17745" fmla="*/ 3595649 w 12193149"/>
              <a:gd name="connsiteY171-17746" fmla="*/ 2814247 h 3171710"/>
              <a:gd name="connsiteX172-17747" fmla="*/ 3587126 w 12193149"/>
              <a:gd name="connsiteY172-17748" fmla="*/ 2814937 h 3171710"/>
              <a:gd name="connsiteX173-17749" fmla="*/ 3537283 w 12193149"/>
              <a:gd name="connsiteY173-17750" fmla="*/ 2805238 h 3171710"/>
              <a:gd name="connsiteX174-17751" fmla="*/ 3474371 w 12193149"/>
              <a:gd name="connsiteY174-17752" fmla="*/ 2801577 h 3171710"/>
              <a:gd name="connsiteX175-17753" fmla="*/ 3401876 w 12193149"/>
              <a:gd name="connsiteY175-17754" fmla="*/ 2789529 h 3171710"/>
              <a:gd name="connsiteX176-17755" fmla="*/ 3365036 w 12193149"/>
              <a:gd name="connsiteY176-17756" fmla="*/ 2806481 h 3171710"/>
              <a:gd name="connsiteX177-17757" fmla="*/ 3345174 w 12193149"/>
              <a:gd name="connsiteY177-17758" fmla="*/ 2808163 h 3171710"/>
              <a:gd name="connsiteX178-17759" fmla="*/ 3342846 w 12193149"/>
              <a:gd name="connsiteY178-17760" fmla="*/ 2807188 h 3171710"/>
              <a:gd name="connsiteX179-17761" fmla="*/ 3263504 w 12193149"/>
              <a:gd name="connsiteY179-17762" fmla="*/ 2813065 h 3171710"/>
              <a:gd name="connsiteX180-17763" fmla="*/ 3143704 w 12193149"/>
              <a:gd name="connsiteY180-17764" fmla="*/ 2820840 h 3171710"/>
              <a:gd name="connsiteX181-17765" fmla="*/ 3031439 w 12193149"/>
              <a:gd name="connsiteY181-17766" fmla="*/ 2823483 h 3171710"/>
              <a:gd name="connsiteX182-17767" fmla="*/ 2782717 w 12193149"/>
              <a:gd name="connsiteY182-17768" fmla="*/ 2845304 h 3171710"/>
              <a:gd name="connsiteX183-17769" fmla="*/ 2647675 w 12193149"/>
              <a:gd name="connsiteY183-17770" fmla="*/ 2855840 h 3171710"/>
              <a:gd name="connsiteX184-17771" fmla="*/ 2569176 w 12193149"/>
              <a:gd name="connsiteY184-17772" fmla="*/ 2829599 h 3171710"/>
              <a:gd name="connsiteX185-17773" fmla="*/ 2444403 w 12193149"/>
              <a:gd name="connsiteY185-17774" fmla="*/ 2843500 h 3171710"/>
              <a:gd name="connsiteX186-17775" fmla="*/ 2316260 w 12193149"/>
              <a:gd name="connsiteY186-17776" fmla="*/ 2851967 h 3171710"/>
              <a:gd name="connsiteX187-17777" fmla="*/ 2209726 w 12193149"/>
              <a:gd name="connsiteY187-17778" fmla="*/ 2846734 h 3171710"/>
              <a:gd name="connsiteX188-17779" fmla="*/ 2095813 w 12193149"/>
              <a:gd name="connsiteY188-17780" fmla="*/ 2830023 h 3171710"/>
              <a:gd name="connsiteX189-17781" fmla="*/ 1998504 w 12193149"/>
              <a:gd name="connsiteY189-17782" fmla="*/ 2822003 h 3171710"/>
              <a:gd name="connsiteX190-17783" fmla="*/ 1929320 w 12193149"/>
              <a:gd name="connsiteY190-17784" fmla="*/ 2843948 h 3171710"/>
              <a:gd name="connsiteX191-17785" fmla="*/ 1922798 w 12193149"/>
              <a:gd name="connsiteY191-17786" fmla="*/ 2839117 h 3171710"/>
              <a:gd name="connsiteX192-17787" fmla="*/ 1874228 w 12193149"/>
              <a:gd name="connsiteY192-17788" fmla="*/ 2840712 h 3171710"/>
              <a:gd name="connsiteX193-17789" fmla="*/ 1787803 w 12193149"/>
              <a:gd name="connsiteY193-17790" fmla="*/ 2868334 h 3171710"/>
              <a:gd name="connsiteX194-17791" fmla="*/ 1739352 w 12193149"/>
              <a:gd name="connsiteY194-17792" fmla="*/ 2863283 h 3171710"/>
              <a:gd name="connsiteX195-17793" fmla="*/ 1676219 w 12193149"/>
              <a:gd name="connsiteY195-17794" fmla="*/ 2846934 h 3171710"/>
              <a:gd name="connsiteX196-17795" fmla="*/ 1609817 w 12193149"/>
              <a:gd name="connsiteY196-17796" fmla="*/ 2840037 h 3171710"/>
              <a:gd name="connsiteX197-17797" fmla="*/ 1497258 w 12193149"/>
              <a:gd name="connsiteY197-17798" fmla="*/ 2814447 h 3171710"/>
              <a:gd name="connsiteX198-17799" fmla="*/ 1151127 w 12193149"/>
              <a:gd name="connsiteY198-17800" fmla="*/ 2765012 h 3171710"/>
              <a:gd name="connsiteX199-17801" fmla="*/ 859417 w 12193149"/>
              <a:gd name="connsiteY199-17802" fmla="*/ 2755579 h 3171710"/>
              <a:gd name="connsiteX200-17803" fmla="*/ 838688 w 12193149"/>
              <a:gd name="connsiteY200-17804" fmla="*/ 2756792 h 3171710"/>
              <a:gd name="connsiteX201-17805" fmla="*/ 817957 w 12193149"/>
              <a:gd name="connsiteY201-17806" fmla="*/ 2754828 h 3171710"/>
              <a:gd name="connsiteX202-17807" fmla="*/ 812654 w 12193149"/>
              <a:gd name="connsiteY202-17808" fmla="*/ 2757722 h 3171710"/>
              <a:gd name="connsiteX203-17809" fmla="*/ 721195 w 12193149"/>
              <a:gd name="connsiteY203-17810" fmla="*/ 2756632 h 3171710"/>
              <a:gd name="connsiteX204-17811" fmla="*/ 720890 w 12193149"/>
              <a:gd name="connsiteY204-17812" fmla="*/ 2755370 h 3171710"/>
              <a:gd name="connsiteX205-17813" fmla="*/ 710023 w 12193149"/>
              <a:gd name="connsiteY205-17814" fmla="*/ 2749693 h 3171710"/>
              <a:gd name="connsiteX206-17815" fmla="*/ 597940 w 12193149"/>
              <a:gd name="connsiteY206-17816" fmla="*/ 2706835 h 3171710"/>
              <a:gd name="connsiteX207-17817" fmla="*/ 579683 w 12193149"/>
              <a:gd name="connsiteY207-17818" fmla="*/ 2704183 h 3171710"/>
              <a:gd name="connsiteX208-17819" fmla="*/ 572865 w 12193149"/>
              <a:gd name="connsiteY208-17820" fmla="*/ 2704372 h 3171710"/>
              <a:gd name="connsiteX209-17821" fmla="*/ 446247 w 12193149"/>
              <a:gd name="connsiteY209-17822" fmla="*/ 2666342 h 3171710"/>
              <a:gd name="connsiteX210-17823" fmla="*/ 405163 w 12193149"/>
              <a:gd name="connsiteY210-17824" fmla="*/ 2660519 h 3171710"/>
              <a:gd name="connsiteX211-17825" fmla="*/ 293583 w 12193149"/>
              <a:gd name="connsiteY211-17826" fmla="*/ 2639823 h 3171710"/>
              <a:gd name="connsiteX212-17827" fmla="*/ 119529 w 12193149"/>
              <a:gd name="connsiteY212-17828" fmla="*/ 2588018 h 3171710"/>
              <a:gd name="connsiteX213-17829" fmla="*/ 16674 w 12193149"/>
              <a:gd name="connsiteY213-17830" fmla="*/ 2585162 h 3171710"/>
              <a:gd name="connsiteX214-17831" fmla="*/ 1150 w 12193149"/>
              <a:gd name="connsiteY214-17832" fmla="*/ 2579693 h 3171710"/>
              <a:gd name="connsiteX215-17833" fmla="*/ 1148 w 12193149"/>
              <a:gd name="connsiteY215-17834" fmla="*/ 1049184 h 3171710"/>
              <a:gd name="connsiteX216-17835" fmla="*/ 1148 w 12193149"/>
              <a:gd name="connsiteY216-17836" fmla="*/ 0 h 31717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  <a:cxn ang="0">
                <a:pos x="connsiteX85-171" y="connsiteY85-172"/>
              </a:cxn>
              <a:cxn ang="0">
                <a:pos x="connsiteX86-173" y="connsiteY86-174"/>
              </a:cxn>
              <a:cxn ang="0">
                <a:pos x="connsiteX87-175" y="connsiteY87-176"/>
              </a:cxn>
              <a:cxn ang="0">
                <a:pos x="connsiteX88-177" y="connsiteY88-178"/>
              </a:cxn>
              <a:cxn ang="0">
                <a:pos x="connsiteX89-179" y="connsiteY89-180"/>
              </a:cxn>
              <a:cxn ang="0">
                <a:pos x="connsiteX90-181" y="connsiteY90-182"/>
              </a:cxn>
              <a:cxn ang="0">
                <a:pos x="connsiteX91-183" y="connsiteY91-184"/>
              </a:cxn>
              <a:cxn ang="0">
                <a:pos x="connsiteX92-185" y="connsiteY92-186"/>
              </a:cxn>
              <a:cxn ang="0">
                <a:pos x="connsiteX93-187" y="connsiteY93-188"/>
              </a:cxn>
              <a:cxn ang="0">
                <a:pos x="connsiteX94-189" y="connsiteY94-190"/>
              </a:cxn>
              <a:cxn ang="0">
                <a:pos x="connsiteX95-191" y="connsiteY95-192"/>
              </a:cxn>
              <a:cxn ang="0">
                <a:pos x="connsiteX96-193" y="connsiteY96-194"/>
              </a:cxn>
              <a:cxn ang="0">
                <a:pos x="connsiteX97-195" y="connsiteY97-196"/>
              </a:cxn>
              <a:cxn ang="0">
                <a:pos x="connsiteX98-197" y="connsiteY98-198"/>
              </a:cxn>
              <a:cxn ang="0">
                <a:pos x="connsiteX99-199" y="connsiteY99-200"/>
              </a:cxn>
              <a:cxn ang="0">
                <a:pos x="connsiteX100-201" y="connsiteY100-202"/>
              </a:cxn>
              <a:cxn ang="0">
                <a:pos x="connsiteX101-203" y="connsiteY101-204"/>
              </a:cxn>
              <a:cxn ang="0">
                <a:pos x="connsiteX102-205" y="connsiteY102-206"/>
              </a:cxn>
              <a:cxn ang="0">
                <a:pos x="connsiteX103-207" y="connsiteY103-208"/>
              </a:cxn>
              <a:cxn ang="0">
                <a:pos x="connsiteX104-209" y="connsiteY104-210"/>
              </a:cxn>
              <a:cxn ang="0">
                <a:pos x="connsiteX105-211" y="connsiteY105-212"/>
              </a:cxn>
              <a:cxn ang="0">
                <a:pos x="connsiteX106-213" y="connsiteY106-214"/>
              </a:cxn>
              <a:cxn ang="0">
                <a:pos x="connsiteX107-215" y="connsiteY107-216"/>
              </a:cxn>
              <a:cxn ang="0">
                <a:pos x="connsiteX108-217" y="connsiteY108-218"/>
              </a:cxn>
              <a:cxn ang="0">
                <a:pos x="connsiteX109-219" y="connsiteY109-220"/>
              </a:cxn>
              <a:cxn ang="0">
                <a:pos x="connsiteX110-221" y="connsiteY110-222"/>
              </a:cxn>
              <a:cxn ang="0">
                <a:pos x="connsiteX111-223" y="connsiteY111-224"/>
              </a:cxn>
              <a:cxn ang="0">
                <a:pos x="connsiteX112-225" y="connsiteY112-226"/>
              </a:cxn>
              <a:cxn ang="0">
                <a:pos x="connsiteX113-227" y="connsiteY113-228"/>
              </a:cxn>
              <a:cxn ang="0">
                <a:pos x="connsiteX114-229" y="connsiteY114-230"/>
              </a:cxn>
              <a:cxn ang="0">
                <a:pos x="connsiteX115-231" y="connsiteY115-232"/>
              </a:cxn>
              <a:cxn ang="0">
                <a:pos x="connsiteX116-233" y="connsiteY116-234"/>
              </a:cxn>
              <a:cxn ang="0">
                <a:pos x="connsiteX117-235" y="connsiteY117-236"/>
              </a:cxn>
              <a:cxn ang="0">
                <a:pos x="connsiteX118-237" y="connsiteY118-238"/>
              </a:cxn>
              <a:cxn ang="0">
                <a:pos x="connsiteX119-239" y="connsiteY119-240"/>
              </a:cxn>
              <a:cxn ang="0">
                <a:pos x="connsiteX120-241" y="connsiteY120-242"/>
              </a:cxn>
              <a:cxn ang="0">
                <a:pos x="connsiteX121-243" y="connsiteY121-244"/>
              </a:cxn>
              <a:cxn ang="0">
                <a:pos x="connsiteX122-245" y="connsiteY122-246"/>
              </a:cxn>
              <a:cxn ang="0">
                <a:pos x="connsiteX123-247" y="connsiteY123-248"/>
              </a:cxn>
              <a:cxn ang="0">
                <a:pos x="connsiteX124-249" y="connsiteY124-250"/>
              </a:cxn>
              <a:cxn ang="0">
                <a:pos x="connsiteX125-251" y="connsiteY125-252"/>
              </a:cxn>
              <a:cxn ang="0">
                <a:pos x="connsiteX126-253" y="connsiteY126-254"/>
              </a:cxn>
              <a:cxn ang="0">
                <a:pos x="connsiteX127-255" y="connsiteY127-256"/>
              </a:cxn>
              <a:cxn ang="0">
                <a:pos x="connsiteX128-257" y="connsiteY128-258"/>
              </a:cxn>
              <a:cxn ang="0">
                <a:pos x="connsiteX129-259" y="connsiteY129-260"/>
              </a:cxn>
              <a:cxn ang="0">
                <a:pos x="connsiteX130-261" y="connsiteY130-262"/>
              </a:cxn>
              <a:cxn ang="0">
                <a:pos x="connsiteX131-263" y="connsiteY131-264"/>
              </a:cxn>
              <a:cxn ang="0">
                <a:pos x="connsiteX132-265" y="connsiteY132-266"/>
              </a:cxn>
              <a:cxn ang="0">
                <a:pos x="connsiteX133-267" y="connsiteY133-268"/>
              </a:cxn>
              <a:cxn ang="0">
                <a:pos x="connsiteX134-269" y="connsiteY134-270"/>
              </a:cxn>
              <a:cxn ang="0">
                <a:pos x="connsiteX135-271" y="connsiteY135-272"/>
              </a:cxn>
              <a:cxn ang="0">
                <a:pos x="connsiteX136-273" y="connsiteY136-274"/>
              </a:cxn>
              <a:cxn ang="0">
                <a:pos x="connsiteX137-275" y="connsiteY137-276"/>
              </a:cxn>
              <a:cxn ang="0">
                <a:pos x="connsiteX138-277" y="connsiteY138-278"/>
              </a:cxn>
              <a:cxn ang="0">
                <a:pos x="connsiteX139-279" y="connsiteY139-280"/>
              </a:cxn>
              <a:cxn ang="0">
                <a:pos x="connsiteX140-281" y="connsiteY140-282"/>
              </a:cxn>
              <a:cxn ang="0">
                <a:pos x="connsiteX141-283" y="connsiteY141-284"/>
              </a:cxn>
              <a:cxn ang="0">
                <a:pos x="connsiteX142-285" y="connsiteY142-286"/>
              </a:cxn>
              <a:cxn ang="0">
                <a:pos x="connsiteX143-287" y="connsiteY143-288"/>
              </a:cxn>
              <a:cxn ang="0">
                <a:pos x="connsiteX144-289" y="connsiteY144-290"/>
              </a:cxn>
              <a:cxn ang="0">
                <a:pos x="connsiteX145-291" y="connsiteY145-292"/>
              </a:cxn>
              <a:cxn ang="0">
                <a:pos x="connsiteX146-293" y="connsiteY146-294"/>
              </a:cxn>
              <a:cxn ang="0">
                <a:pos x="connsiteX147-295" y="connsiteY147-296"/>
              </a:cxn>
              <a:cxn ang="0">
                <a:pos x="connsiteX148-297" y="connsiteY148-298"/>
              </a:cxn>
              <a:cxn ang="0">
                <a:pos x="connsiteX149-299" y="connsiteY149-300"/>
              </a:cxn>
              <a:cxn ang="0">
                <a:pos x="connsiteX150-301" y="connsiteY150-302"/>
              </a:cxn>
              <a:cxn ang="0">
                <a:pos x="connsiteX151-303" y="connsiteY151-304"/>
              </a:cxn>
              <a:cxn ang="0">
                <a:pos x="connsiteX152-305" y="connsiteY152-306"/>
              </a:cxn>
              <a:cxn ang="0">
                <a:pos x="connsiteX153-307" y="connsiteY153-308"/>
              </a:cxn>
              <a:cxn ang="0">
                <a:pos x="connsiteX154-309" y="connsiteY154-310"/>
              </a:cxn>
              <a:cxn ang="0">
                <a:pos x="connsiteX155-311" y="connsiteY155-312"/>
              </a:cxn>
              <a:cxn ang="0">
                <a:pos x="connsiteX156-313" y="connsiteY156-314"/>
              </a:cxn>
              <a:cxn ang="0">
                <a:pos x="connsiteX157-315" y="connsiteY157-316"/>
              </a:cxn>
              <a:cxn ang="0">
                <a:pos x="connsiteX158-317" y="connsiteY158-318"/>
              </a:cxn>
              <a:cxn ang="0">
                <a:pos x="connsiteX159-319" y="connsiteY159-320"/>
              </a:cxn>
              <a:cxn ang="0">
                <a:pos x="connsiteX160-321" y="connsiteY160-322"/>
              </a:cxn>
              <a:cxn ang="0">
                <a:pos x="connsiteX161-323" y="connsiteY161-324"/>
              </a:cxn>
              <a:cxn ang="0">
                <a:pos x="connsiteX162-325" y="connsiteY162-326"/>
              </a:cxn>
              <a:cxn ang="0">
                <a:pos x="connsiteX163-327" y="connsiteY163-328"/>
              </a:cxn>
              <a:cxn ang="0">
                <a:pos x="connsiteX164-329" y="connsiteY164-330"/>
              </a:cxn>
              <a:cxn ang="0">
                <a:pos x="connsiteX165-331" y="connsiteY165-332"/>
              </a:cxn>
              <a:cxn ang="0">
                <a:pos x="connsiteX166-333" y="connsiteY166-334"/>
              </a:cxn>
              <a:cxn ang="0">
                <a:pos x="connsiteX167-335" y="connsiteY167-336"/>
              </a:cxn>
              <a:cxn ang="0">
                <a:pos x="connsiteX168-337" y="connsiteY168-338"/>
              </a:cxn>
              <a:cxn ang="0">
                <a:pos x="connsiteX169-339" y="connsiteY169-340"/>
              </a:cxn>
              <a:cxn ang="0">
                <a:pos x="connsiteX170-341" y="connsiteY170-342"/>
              </a:cxn>
              <a:cxn ang="0">
                <a:pos x="connsiteX171-343" y="connsiteY171-344"/>
              </a:cxn>
              <a:cxn ang="0">
                <a:pos x="connsiteX172-345" y="connsiteY172-346"/>
              </a:cxn>
              <a:cxn ang="0">
                <a:pos x="connsiteX173-347" y="connsiteY173-348"/>
              </a:cxn>
              <a:cxn ang="0">
                <a:pos x="connsiteX174-349" y="connsiteY174-350"/>
              </a:cxn>
              <a:cxn ang="0">
                <a:pos x="connsiteX175-351" y="connsiteY175-352"/>
              </a:cxn>
              <a:cxn ang="0">
                <a:pos x="connsiteX176-353" y="connsiteY176-354"/>
              </a:cxn>
              <a:cxn ang="0">
                <a:pos x="connsiteX177-355" y="connsiteY177-356"/>
              </a:cxn>
              <a:cxn ang="0">
                <a:pos x="connsiteX178-357" y="connsiteY178-358"/>
              </a:cxn>
              <a:cxn ang="0">
                <a:pos x="connsiteX179-359" y="connsiteY179-360"/>
              </a:cxn>
              <a:cxn ang="0">
                <a:pos x="connsiteX180-361" y="connsiteY180-362"/>
              </a:cxn>
              <a:cxn ang="0">
                <a:pos x="connsiteX181-363" y="connsiteY181-364"/>
              </a:cxn>
              <a:cxn ang="0">
                <a:pos x="connsiteX182-365" y="connsiteY182-366"/>
              </a:cxn>
              <a:cxn ang="0">
                <a:pos x="connsiteX183-367" y="connsiteY183-368"/>
              </a:cxn>
              <a:cxn ang="0">
                <a:pos x="connsiteX184-369" y="connsiteY184-370"/>
              </a:cxn>
              <a:cxn ang="0">
                <a:pos x="connsiteX185-371" y="connsiteY185-372"/>
              </a:cxn>
              <a:cxn ang="0">
                <a:pos x="connsiteX186-373" y="connsiteY186-374"/>
              </a:cxn>
              <a:cxn ang="0">
                <a:pos x="connsiteX187-375" y="connsiteY187-376"/>
              </a:cxn>
              <a:cxn ang="0">
                <a:pos x="connsiteX188-377" y="connsiteY188-378"/>
              </a:cxn>
              <a:cxn ang="0">
                <a:pos x="connsiteX189-379" y="connsiteY189-380"/>
              </a:cxn>
              <a:cxn ang="0">
                <a:pos x="connsiteX190-381" y="connsiteY190-382"/>
              </a:cxn>
              <a:cxn ang="0">
                <a:pos x="connsiteX191-383" y="connsiteY191-384"/>
              </a:cxn>
              <a:cxn ang="0">
                <a:pos x="connsiteX192-385" y="connsiteY192-386"/>
              </a:cxn>
              <a:cxn ang="0">
                <a:pos x="connsiteX193-387" y="connsiteY193-388"/>
              </a:cxn>
              <a:cxn ang="0">
                <a:pos x="connsiteX194-389" y="connsiteY194-390"/>
              </a:cxn>
              <a:cxn ang="0">
                <a:pos x="connsiteX195-391" y="connsiteY195-392"/>
              </a:cxn>
              <a:cxn ang="0">
                <a:pos x="connsiteX196-393" y="connsiteY196-394"/>
              </a:cxn>
              <a:cxn ang="0">
                <a:pos x="connsiteX197-395" y="connsiteY197-396"/>
              </a:cxn>
              <a:cxn ang="0">
                <a:pos x="connsiteX198-397" y="connsiteY198-398"/>
              </a:cxn>
              <a:cxn ang="0">
                <a:pos x="connsiteX199-399" y="connsiteY199-400"/>
              </a:cxn>
              <a:cxn ang="0">
                <a:pos x="connsiteX200-401" y="connsiteY200-402"/>
              </a:cxn>
              <a:cxn ang="0">
                <a:pos x="connsiteX201-403" y="connsiteY201-404"/>
              </a:cxn>
              <a:cxn ang="0">
                <a:pos x="connsiteX202-405" y="connsiteY202-406"/>
              </a:cxn>
              <a:cxn ang="0">
                <a:pos x="connsiteX203-407" y="connsiteY203-408"/>
              </a:cxn>
              <a:cxn ang="0">
                <a:pos x="connsiteX204-409" y="connsiteY204-410"/>
              </a:cxn>
              <a:cxn ang="0">
                <a:pos x="connsiteX205-411" y="connsiteY205-412"/>
              </a:cxn>
              <a:cxn ang="0">
                <a:pos x="connsiteX206-413" y="connsiteY206-414"/>
              </a:cxn>
              <a:cxn ang="0">
                <a:pos x="connsiteX207-415" y="connsiteY207-416"/>
              </a:cxn>
              <a:cxn ang="0">
                <a:pos x="connsiteX208-417" y="connsiteY208-418"/>
              </a:cxn>
              <a:cxn ang="0">
                <a:pos x="connsiteX209-419" y="connsiteY209-420"/>
              </a:cxn>
              <a:cxn ang="0">
                <a:pos x="connsiteX210-421" y="connsiteY210-422"/>
              </a:cxn>
              <a:cxn ang="0">
                <a:pos x="connsiteX211-423" y="connsiteY211-424"/>
              </a:cxn>
              <a:cxn ang="0">
                <a:pos x="connsiteX212-425" y="connsiteY212-426"/>
              </a:cxn>
              <a:cxn ang="0">
                <a:pos x="connsiteX213-427" y="connsiteY213-428"/>
              </a:cxn>
              <a:cxn ang="0">
                <a:pos x="connsiteX214-429" y="connsiteY214-430"/>
              </a:cxn>
              <a:cxn ang="0">
                <a:pos x="connsiteX215-431" y="connsiteY215-432"/>
              </a:cxn>
              <a:cxn ang="0">
                <a:pos x="connsiteX216-433" y="connsiteY216-434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52777" y="411480"/>
            <a:ext cx="7437474" cy="8915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algn="l">
              <a:lnSpc>
                <a:spcPct val="90000"/>
              </a:lnSpc>
              <a:spcAft>
                <a:spcPts val="0"/>
              </a:spcAft>
            </a:pPr>
            <a:r>
              <a:rPr lang="en-GB" sz="4400" b="1" dirty="0"/>
              <a:t>A Treasure Chest of Data</a:t>
            </a:r>
          </a:p>
        </p:txBody>
      </p:sp>
      <p:sp>
        <p:nvSpPr>
          <p:cNvPr id="75" name="Google Shape;75;p15"/>
          <p:cNvSpPr txBox="1"/>
          <p:nvPr/>
        </p:nvSpPr>
        <p:spPr>
          <a:xfrm>
            <a:off x="472440" y="1476375"/>
            <a:ext cx="8520430" cy="335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Times New Roman" panose="02020603050405020304"/>
              <a:buChar char="●"/>
            </a:pPr>
            <a:r>
              <a:rPr lang="en-GB" sz="1700" dirty="0">
                <a:solidFill>
                  <a:srgbClr val="0E0E0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CFO brought in the big guns: a team of data scientists armed with SAS Enterprise Miner</a:t>
            </a: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Times New Roman" panose="02020603050405020304"/>
              <a:buChar char="●"/>
            </a:pPr>
            <a:r>
              <a:rPr lang="en-GB" sz="1700" dirty="0">
                <a:solidFill>
                  <a:srgbClr val="0E0E0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 utilized financial disclosure data from over 10,000 peer companies, covering 64 key </a:t>
            </a:r>
            <a:r>
              <a:rPr lang="en-GB" sz="17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financial indicators, to train and validate the model.</a:t>
            </a:r>
          </a:p>
          <a:p>
            <a:pPr marL="914400" lvl="1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737"/>
              <a:buFont typeface="Arial" panose="020B0604020202020204" pitchFamily="34" charset="0"/>
              <a:buChar char="•"/>
            </a:pPr>
            <a:r>
              <a:rPr lang="en-US" sz="1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Profitability Indicators</a:t>
            </a:r>
          </a:p>
          <a:p>
            <a:pPr marL="685800" lvl="1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737"/>
              <a:buFont typeface="Arial" panose="020B0604020202020204" pitchFamily="34" charset="0"/>
              <a:buNone/>
            </a:pPr>
            <a:r>
              <a:rPr lang="en-US" sz="17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    attr1 (Profitability ratio), attr7 (Return on assets)</a:t>
            </a:r>
          </a:p>
          <a:p>
            <a:pPr marL="914400" lvl="1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737"/>
              <a:buFont typeface="Arial" panose="020B0604020202020204" pitchFamily="34" charset="0"/>
              <a:buChar char="•"/>
            </a:pPr>
            <a:r>
              <a:rPr lang="en-US" sz="1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Debt Ratios</a:t>
            </a:r>
          </a:p>
          <a:p>
            <a:pPr marL="685800" lvl="1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737"/>
              <a:buFont typeface="Arial" panose="020B0604020202020204" pitchFamily="34" charset="0"/>
              <a:buNone/>
            </a:pPr>
            <a:r>
              <a:rPr lang="en-US" sz="17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    attr2 (Debt ratio), attr15 (Debt cycle)</a:t>
            </a:r>
          </a:p>
          <a:p>
            <a:pPr marL="914400" lvl="1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737"/>
              <a:buFont typeface="Arial" panose="020B0604020202020204" pitchFamily="34" charset="0"/>
              <a:buChar char="•"/>
            </a:pPr>
            <a:r>
              <a:rPr lang="en-US" sz="1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Operational Efficiency</a:t>
            </a:r>
          </a:p>
          <a:p>
            <a:pPr marL="685800" lvl="1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737"/>
              <a:buFont typeface="Arial" panose="020B0604020202020204" pitchFamily="34" charset="0"/>
              <a:buNone/>
            </a:pPr>
            <a:r>
              <a:rPr lang="en-US" sz="17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    attr9 (Total asset turnover), attr43 (Accounts receivable and inventory turnover days)</a:t>
            </a:r>
          </a:p>
          <a:p>
            <a:pPr marL="914400" lvl="1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737"/>
              <a:buFont typeface="Arial" panose="020B0604020202020204" pitchFamily="34" charset="0"/>
              <a:buChar char="•"/>
            </a:pPr>
            <a:r>
              <a:rPr lang="en-US" sz="1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Liquidity Measures</a:t>
            </a:r>
          </a:p>
          <a:p>
            <a:pPr marL="685800" lvl="1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737"/>
              <a:buFont typeface="Arial" panose="020B0604020202020204" pitchFamily="34" charset="0"/>
              <a:buNone/>
            </a:pPr>
            <a:r>
              <a:rPr lang="en-US" sz="17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    attr4 (Current ratio), attr46 (Net liquid asset-to-short-term liabilities ratio)</a:t>
            </a: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Times New Roman" panose="02020603050405020304"/>
              <a:buChar char="●"/>
            </a:pPr>
            <a:endParaRPr lang="en-US" sz="1700" kern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Times New Roman" panose="02020603050405020304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700"/>
              <a:buFont typeface="Times New Roman" panose="02020603050405020304"/>
              <a:buChar char="●"/>
            </a:pPr>
            <a:endParaRPr lang="en-US" sz="1700" dirty="0">
              <a:solidFill>
                <a:srgbClr val="0E0E0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700" dirty="0">
              <a:solidFill>
                <a:srgbClr val="0E0E0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83088" y="0"/>
            <a:ext cx="7177823" cy="51435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rgbClr val="ECEBE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193040"/>
            <a:ext cx="5306060" cy="9036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en-US" altLang="en-GB" sz="4400" b="1" dirty="0">
                <a:sym typeface="+mn-ea"/>
              </a:rPr>
              <a:t>     </a:t>
            </a:r>
            <a:r>
              <a:rPr lang="en-GB" sz="4400" b="1" dirty="0">
                <a:sym typeface="+mn-ea"/>
              </a:rPr>
              <a:t>Introduce </a:t>
            </a:r>
            <a:r>
              <a:rPr lang="en-GB" sz="4400" b="1" dirty="0">
                <a:solidFill>
                  <a:srgbClr val="202729"/>
                </a:solidFill>
                <a:sym typeface="+mn-ea"/>
              </a:rPr>
              <a:t>D</a:t>
            </a:r>
            <a:r>
              <a:rPr lang="en-GB" sz="4400" b="1" dirty="0">
                <a:sym typeface="+mn-ea"/>
              </a:rPr>
              <a:t>ata</a:t>
            </a:r>
          </a:p>
        </p:txBody>
      </p:sp>
      <p:sp>
        <p:nvSpPr>
          <p:cNvPr id="12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52409" y="1082883"/>
            <a:ext cx="3182692" cy="13716"/>
          </a:xfrm>
          <a:custGeom>
            <a:avLst/>
            <a:gdLst>
              <a:gd name="connsiteX0" fmla="*/ 0 w 3182692"/>
              <a:gd name="connsiteY0" fmla="*/ 0 h 13716"/>
              <a:gd name="connsiteX1" fmla="*/ 604711 w 3182692"/>
              <a:gd name="connsiteY1" fmla="*/ 0 h 13716"/>
              <a:gd name="connsiteX2" fmla="*/ 1241250 w 3182692"/>
              <a:gd name="connsiteY2" fmla="*/ 0 h 13716"/>
              <a:gd name="connsiteX3" fmla="*/ 1909615 w 3182692"/>
              <a:gd name="connsiteY3" fmla="*/ 0 h 13716"/>
              <a:gd name="connsiteX4" fmla="*/ 2577981 w 3182692"/>
              <a:gd name="connsiteY4" fmla="*/ 0 h 13716"/>
              <a:gd name="connsiteX5" fmla="*/ 3182692 w 3182692"/>
              <a:gd name="connsiteY5" fmla="*/ 0 h 13716"/>
              <a:gd name="connsiteX6" fmla="*/ 3182692 w 3182692"/>
              <a:gd name="connsiteY6" fmla="*/ 13716 h 13716"/>
              <a:gd name="connsiteX7" fmla="*/ 2482500 w 3182692"/>
              <a:gd name="connsiteY7" fmla="*/ 13716 h 13716"/>
              <a:gd name="connsiteX8" fmla="*/ 1782308 w 3182692"/>
              <a:gd name="connsiteY8" fmla="*/ 13716 h 13716"/>
              <a:gd name="connsiteX9" fmla="*/ 1145769 w 3182692"/>
              <a:gd name="connsiteY9" fmla="*/ 13716 h 13716"/>
              <a:gd name="connsiteX10" fmla="*/ 0 w 3182692"/>
              <a:gd name="connsiteY10" fmla="*/ 13716 h 13716"/>
              <a:gd name="connsiteX11" fmla="*/ 0 w 3182692"/>
              <a:gd name="connsiteY11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3716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2212" y="2989"/>
                  <a:pt x="3182051" y="10166"/>
                  <a:pt x="3182692" y="13716"/>
                </a:cubicBezTo>
                <a:cubicBezTo>
                  <a:pt x="2998421" y="17170"/>
                  <a:pt x="2675038" y="14442"/>
                  <a:pt x="2482500" y="13716"/>
                </a:cubicBezTo>
                <a:cubicBezTo>
                  <a:pt x="2289962" y="12990"/>
                  <a:pt x="1930644" y="2262"/>
                  <a:pt x="1782308" y="13716"/>
                </a:cubicBezTo>
                <a:cubicBezTo>
                  <a:pt x="1633972" y="25170"/>
                  <a:pt x="1287388" y="-6564"/>
                  <a:pt x="1145769" y="13716"/>
                </a:cubicBezTo>
                <a:cubicBezTo>
                  <a:pt x="1004150" y="33996"/>
                  <a:pt x="256377" y="-42010"/>
                  <a:pt x="0" y="13716"/>
                </a:cubicBezTo>
                <a:cubicBezTo>
                  <a:pt x="182" y="9317"/>
                  <a:pt x="482" y="5285"/>
                  <a:pt x="0" y="0"/>
                </a:cubicBezTo>
                <a:close/>
              </a:path>
              <a:path w="3182692" h="13716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200" y="2764"/>
                  <a:pt x="3182390" y="8747"/>
                  <a:pt x="3182692" y="13716"/>
                </a:cubicBezTo>
                <a:cubicBezTo>
                  <a:pt x="3039109" y="-17273"/>
                  <a:pt x="2823860" y="9276"/>
                  <a:pt x="2546154" y="13716"/>
                </a:cubicBezTo>
                <a:cubicBezTo>
                  <a:pt x="2268448" y="18156"/>
                  <a:pt x="2098674" y="719"/>
                  <a:pt x="1845961" y="13716"/>
                </a:cubicBezTo>
                <a:cubicBezTo>
                  <a:pt x="1593248" y="26713"/>
                  <a:pt x="1456743" y="22988"/>
                  <a:pt x="1304904" y="13716"/>
                </a:cubicBezTo>
                <a:cubicBezTo>
                  <a:pt x="1153065" y="4444"/>
                  <a:pt x="947204" y="6554"/>
                  <a:pt x="668365" y="13716"/>
                </a:cubicBezTo>
                <a:cubicBezTo>
                  <a:pt x="389526" y="20878"/>
                  <a:pt x="288244" y="-9200"/>
                  <a:pt x="0" y="13716"/>
                </a:cubicBezTo>
                <a:cubicBezTo>
                  <a:pt x="614" y="9981"/>
                  <a:pt x="600" y="5402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7171"/>
              </a:solidFill>
            </a:endParaRPr>
          </a:p>
        </p:txBody>
      </p:sp>
      <p:pic>
        <p:nvPicPr>
          <p:cNvPr id="16" name="PA-图片 4" descr="scooter-10-a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rcRect t="23850" b="23850"/>
          <a:stretch>
            <a:fillRect/>
          </a:stretch>
        </p:blipFill>
        <p:spPr>
          <a:xfrm>
            <a:off x="2039774" y="1402980"/>
            <a:ext cx="5316336" cy="2990897"/>
          </a:xfrm>
          <a:prstGeom prst="rect">
            <a:avLst/>
          </a:prstGeom>
        </p:spPr>
      </p:pic>
      <p:pic>
        <p:nvPicPr>
          <p:cNvPr id="17" name="PA-图片 6" descr="scooter-11-144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rcRect t="18339" b="18339"/>
          <a:stretch>
            <a:fillRect/>
          </a:stretch>
        </p:blipFill>
        <p:spPr>
          <a:xfrm>
            <a:off x="2039774" y="1402980"/>
            <a:ext cx="5316336" cy="2990897"/>
          </a:xfrm>
          <a:prstGeom prst="rect">
            <a:avLst/>
          </a:prstGeom>
        </p:spPr>
      </p:pic>
      <p:pic>
        <p:nvPicPr>
          <p:cNvPr id="18" name="PA-图片 7" descr="scooter-01-144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rcRect t="13531" b="13532"/>
          <a:stretch>
            <a:fillRect/>
          </a:stretch>
        </p:blipFill>
        <p:spPr>
          <a:xfrm>
            <a:off x="2039774" y="1402980"/>
            <a:ext cx="5316336" cy="2990897"/>
          </a:xfrm>
          <a:prstGeom prst="rect">
            <a:avLst/>
          </a:prstGeom>
        </p:spPr>
      </p:pic>
      <p:sp>
        <p:nvSpPr>
          <p:cNvPr id="28" name="PA-半闭框 7"/>
          <p:cNvSpPr/>
          <p:nvPr>
            <p:custDataLst>
              <p:tags r:id="rId5"/>
            </p:custDataLst>
          </p:nvPr>
        </p:nvSpPr>
        <p:spPr>
          <a:xfrm flipH="1">
            <a:off x="7213994" y="1258229"/>
            <a:ext cx="274981" cy="274981"/>
          </a:xfrm>
          <a:prstGeom prst="halfFrame">
            <a:avLst>
              <a:gd name="adj1" fmla="val 12280"/>
              <a:gd name="adj2" fmla="val 12280"/>
            </a:avLst>
          </a:prstGeom>
          <a:solidFill>
            <a:srgbClr val="3A3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bg1"/>
              </a:solidFill>
            </a:endParaRPr>
          </a:p>
        </p:txBody>
      </p:sp>
      <p:sp>
        <p:nvSpPr>
          <p:cNvPr id="29" name="PA-半闭框 8"/>
          <p:cNvSpPr/>
          <p:nvPr>
            <p:custDataLst>
              <p:tags r:id="rId6"/>
            </p:custDataLst>
          </p:nvPr>
        </p:nvSpPr>
        <p:spPr>
          <a:xfrm flipV="1">
            <a:off x="1907325" y="4263310"/>
            <a:ext cx="274981" cy="274981"/>
          </a:xfrm>
          <a:prstGeom prst="halfFrame">
            <a:avLst>
              <a:gd name="adj1" fmla="val 12280"/>
              <a:gd name="adj2" fmla="val 12280"/>
            </a:avLst>
          </a:prstGeom>
          <a:solidFill>
            <a:srgbClr val="2027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bg1"/>
              </a:solidFill>
            </a:endParaRPr>
          </a:p>
        </p:txBody>
      </p:sp>
      <p:pic>
        <p:nvPicPr>
          <p:cNvPr id="19" name="PA-图片 4" descr="scooter-10-a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/>
          <a:srcRect t="14161" b="14161"/>
          <a:stretch>
            <a:fillRect/>
          </a:stretch>
        </p:blipFill>
        <p:spPr>
          <a:xfrm>
            <a:off x="2039774" y="1402980"/>
            <a:ext cx="5316336" cy="2990897"/>
          </a:xfrm>
          <a:prstGeom prst="rect">
            <a:avLst/>
          </a:prstGeom>
        </p:spPr>
      </p:pic>
      <p:pic>
        <p:nvPicPr>
          <p:cNvPr id="20" name="PA-图片 4" descr="scooter-10-a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4"/>
          <a:srcRect t="9583" b="9583"/>
          <a:stretch>
            <a:fillRect/>
          </a:stretch>
        </p:blipFill>
        <p:spPr>
          <a:xfrm>
            <a:off x="2039774" y="1402980"/>
            <a:ext cx="5316336" cy="299089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99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107143 0 L -0.02291667 0 L 0.01875 0 L -0.01041667 0 L 0.01041667 0 L 0 0 E" pathEditMode="relative"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Motion origin="layout" path="M 0 0 L -0.3015365 0.3035648 L 0.01994171 -0.02007408 L -0.01631597 0.01642425 L 0.00906442 -0.009124586 L -0.00906442 0.009124586 L 0 0 E" pathEditMode="relative"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999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107143 0 L -0.02291667 0 L 0.01875 0 L -0.01041667 0 L 0.01041667 0 L 0 0 E" pathEditMode="relative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Motion origin="layout" path="M 0 0 L 0.3015365 -0.3035648 L -0.01994171 0.02007407 L 0.01631594 -0.01642422 L -0.009064415 0.009124586 L 0.009064412 -0.009124586 L 0 0 E" pathEditMode="relative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999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99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99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99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99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999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999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999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999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bldLvl="0" animBg="1"/>
      <p:bldP spid="28" grpId="0" bldLvl="0" animBg="1"/>
      <p:bldP spid="29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5" name="Rectangle 1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975" y="635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0060" y="492112"/>
            <a:ext cx="4254500" cy="10736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46710" y="828040"/>
            <a:ext cx="4690745" cy="69151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990"/>
            </a:pPr>
            <a:r>
              <a:rPr lang="en-GB" sz="4000" b="1" dirty="0">
                <a:sym typeface="Times New Roman" panose="02020603050405020304"/>
              </a:rPr>
              <a:t>The Data Detective </a:t>
            </a:r>
            <a:endParaRPr lang="en-GB" sz="40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Times New Roman" panose="02020603050405020304"/>
            </a:endParaRPr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549275" y="1708150"/>
            <a:ext cx="4094480" cy="275780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font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Step 1: Cleaning the Clues(Outliers)</a:t>
            </a:r>
          </a:p>
          <a:p>
            <a:pPr marL="0" lvl="0" indent="0" font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000" b="1" kern="120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font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000" b="1" kern="120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font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Step 2: Building the Models</a:t>
            </a:r>
          </a:p>
          <a:p>
            <a:pPr marL="0" lvl="0" indent="0" font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000" b="1" kern="120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font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000" b="1" kern="120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font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Step 3: The Hunt for Key Drivers</a:t>
            </a:r>
            <a:endParaRPr lang="en-US" sz="2000" b="1" kern="120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4" name="Rectangle 1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037224" y="456300"/>
            <a:ext cx="3478126" cy="41950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Google Shape;95;p17" descr="Pin page"/>
          <p:cNvPicPr preferRelativeResize="0"/>
          <p:nvPr/>
        </p:nvPicPr>
        <p:blipFill>
          <a:blip r:embed="rId3"/>
          <a:srcRect l="10965" r="15020" b="1"/>
          <a:stretch>
            <a:fillRect/>
          </a:stretch>
        </p:blipFill>
        <p:spPr>
          <a:xfrm>
            <a:off x="5197869" y="1059117"/>
            <a:ext cx="3167439" cy="3070478"/>
          </a:xfrm>
          <a:prstGeom prst="rect">
            <a:avLst/>
          </a:prstGeom>
          <a:noFill/>
        </p:spPr>
      </p:pic>
      <p:sp>
        <p:nvSpPr>
          <p:cNvPr id="4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9369" y="4891306"/>
            <a:ext cx="8229600" cy="13716"/>
          </a:xfrm>
          <a:custGeom>
            <a:avLst/>
            <a:gdLst>
              <a:gd name="connsiteX0" fmla="*/ 0 w 8229600"/>
              <a:gd name="connsiteY0" fmla="*/ 0 h 13716"/>
              <a:gd name="connsiteX1" fmla="*/ 521208 w 8229600"/>
              <a:gd name="connsiteY1" fmla="*/ 0 h 13716"/>
              <a:gd name="connsiteX2" fmla="*/ 1371600 w 8229600"/>
              <a:gd name="connsiteY2" fmla="*/ 0 h 13716"/>
              <a:gd name="connsiteX3" fmla="*/ 2221992 w 8229600"/>
              <a:gd name="connsiteY3" fmla="*/ 0 h 13716"/>
              <a:gd name="connsiteX4" fmla="*/ 3072384 w 8229600"/>
              <a:gd name="connsiteY4" fmla="*/ 0 h 13716"/>
              <a:gd name="connsiteX5" fmla="*/ 3511296 w 8229600"/>
              <a:gd name="connsiteY5" fmla="*/ 0 h 13716"/>
              <a:gd name="connsiteX6" fmla="*/ 4114800 w 8229600"/>
              <a:gd name="connsiteY6" fmla="*/ 0 h 13716"/>
              <a:gd name="connsiteX7" fmla="*/ 4553712 w 8229600"/>
              <a:gd name="connsiteY7" fmla="*/ 0 h 13716"/>
              <a:gd name="connsiteX8" fmla="*/ 5239512 w 8229600"/>
              <a:gd name="connsiteY8" fmla="*/ 0 h 13716"/>
              <a:gd name="connsiteX9" fmla="*/ 5843016 w 8229600"/>
              <a:gd name="connsiteY9" fmla="*/ 0 h 13716"/>
              <a:gd name="connsiteX10" fmla="*/ 6611112 w 8229600"/>
              <a:gd name="connsiteY10" fmla="*/ 0 h 13716"/>
              <a:gd name="connsiteX11" fmla="*/ 7461504 w 8229600"/>
              <a:gd name="connsiteY11" fmla="*/ 0 h 13716"/>
              <a:gd name="connsiteX12" fmla="*/ 8229600 w 8229600"/>
              <a:gd name="connsiteY12" fmla="*/ 0 h 13716"/>
              <a:gd name="connsiteX13" fmla="*/ 8229600 w 8229600"/>
              <a:gd name="connsiteY13" fmla="*/ 13716 h 13716"/>
              <a:gd name="connsiteX14" fmla="*/ 7461504 w 8229600"/>
              <a:gd name="connsiteY14" fmla="*/ 13716 h 13716"/>
              <a:gd name="connsiteX15" fmla="*/ 6940296 w 8229600"/>
              <a:gd name="connsiteY15" fmla="*/ 13716 h 13716"/>
              <a:gd name="connsiteX16" fmla="*/ 6419088 w 8229600"/>
              <a:gd name="connsiteY16" fmla="*/ 13716 h 13716"/>
              <a:gd name="connsiteX17" fmla="*/ 5650992 w 8229600"/>
              <a:gd name="connsiteY17" fmla="*/ 13716 h 13716"/>
              <a:gd name="connsiteX18" fmla="*/ 5129784 w 8229600"/>
              <a:gd name="connsiteY18" fmla="*/ 13716 h 13716"/>
              <a:gd name="connsiteX19" fmla="*/ 4690872 w 8229600"/>
              <a:gd name="connsiteY19" fmla="*/ 13716 h 13716"/>
              <a:gd name="connsiteX20" fmla="*/ 4087368 w 8229600"/>
              <a:gd name="connsiteY20" fmla="*/ 13716 h 13716"/>
              <a:gd name="connsiteX21" fmla="*/ 3401568 w 8229600"/>
              <a:gd name="connsiteY21" fmla="*/ 13716 h 13716"/>
              <a:gd name="connsiteX22" fmla="*/ 2798064 w 8229600"/>
              <a:gd name="connsiteY22" fmla="*/ 13716 h 13716"/>
              <a:gd name="connsiteX23" fmla="*/ 2276856 w 8229600"/>
              <a:gd name="connsiteY23" fmla="*/ 13716 h 13716"/>
              <a:gd name="connsiteX24" fmla="*/ 1426464 w 8229600"/>
              <a:gd name="connsiteY24" fmla="*/ 13716 h 13716"/>
              <a:gd name="connsiteX25" fmla="*/ 740664 w 8229600"/>
              <a:gd name="connsiteY25" fmla="*/ 13716 h 13716"/>
              <a:gd name="connsiteX26" fmla="*/ 0 w 8229600"/>
              <a:gd name="connsiteY26" fmla="*/ 13716 h 13716"/>
              <a:gd name="connsiteX27" fmla="*/ 0 w 8229600"/>
              <a:gd name="connsiteY27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3716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9169" y="6566"/>
                  <a:pt x="8229218" y="9895"/>
                  <a:pt x="8229600" y="13716"/>
                </a:cubicBezTo>
                <a:cubicBezTo>
                  <a:pt x="7940706" y="-13865"/>
                  <a:pt x="7792584" y="-20581"/>
                  <a:pt x="7461504" y="13716"/>
                </a:cubicBezTo>
                <a:cubicBezTo>
                  <a:pt x="7130424" y="48013"/>
                  <a:pt x="7080072" y="39273"/>
                  <a:pt x="6940296" y="13716"/>
                </a:cubicBezTo>
                <a:cubicBezTo>
                  <a:pt x="6800520" y="-11841"/>
                  <a:pt x="6672872" y="22099"/>
                  <a:pt x="6419088" y="13716"/>
                </a:cubicBezTo>
                <a:cubicBezTo>
                  <a:pt x="6165304" y="5333"/>
                  <a:pt x="5869721" y="415"/>
                  <a:pt x="5650992" y="13716"/>
                </a:cubicBezTo>
                <a:cubicBezTo>
                  <a:pt x="5432263" y="27017"/>
                  <a:pt x="5308310" y="-1549"/>
                  <a:pt x="5129784" y="13716"/>
                </a:cubicBezTo>
                <a:cubicBezTo>
                  <a:pt x="4951258" y="28981"/>
                  <a:pt x="4799696" y="10785"/>
                  <a:pt x="4690872" y="13716"/>
                </a:cubicBezTo>
                <a:cubicBezTo>
                  <a:pt x="4582048" y="16647"/>
                  <a:pt x="4311124" y="-12408"/>
                  <a:pt x="4087368" y="13716"/>
                </a:cubicBezTo>
                <a:cubicBezTo>
                  <a:pt x="3863612" y="39840"/>
                  <a:pt x="3730288" y="8802"/>
                  <a:pt x="3401568" y="13716"/>
                </a:cubicBezTo>
                <a:cubicBezTo>
                  <a:pt x="3072848" y="18630"/>
                  <a:pt x="3020684" y="27853"/>
                  <a:pt x="2798064" y="13716"/>
                </a:cubicBezTo>
                <a:cubicBezTo>
                  <a:pt x="2575444" y="-421"/>
                  <a:pt x="2440915" y="-11924"/>
                  <a:pt x="2276856" y="13716"/>
                </a:cubicBezTo>
                <a:cubicBezTo>
                  <a:pt x="2112797" y="39356"/>
                  <a:pt x="1726502" y="-14132"/>
                  <a:pt x="1426464" y="13716"/>
                </a:cubicBezTo>
                <a:cubicBezTo>
                  <a:pt x="1126426" y="41564"/>
                  <a:pt x="992925" y="16444"/>
                  <a:pt x="740664" y="13716"/>
                </a:cubicBezTo>
                <a:cubicBezTo>
                  <a:pt x="488403" y="10988"/>
                  <a:pt x="195650" y="-20633"/>
                  <a:pt x="0" y="13716"/>
                </a:cubicBezTo>
                <a:cubicBezTo>
                  <a:pt x="120" y="8944"/>
                  <a:pt x="-32" y="6034"/>
                  <a:pt x="0" y="0"/>
                </a:cubicBezTo>
                <a:close/>
              </a:path>
              <a:path w="8229600" h="13716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29365" y="6754"/>
                  <a:pt x="8229865" y="9234"/>
                  <a:pt x="8229600" y="13716"/>
                </a:cubicBezTo>
                <a:cubicBezTo>
                  <a:pt x="8075287" y="30482"/>
                  <a:pt x="7821366" y="17278"/>
                  <a:pt x="7626096" y="13716"/>
                </a:cubicBezTo>
                <a:cubicBezTo>
                  <a:pt x="7430826" y="10154"/>
                  <a:pt x="7320004" y="-14241"/>
                  <a:pt x="7022592" y="13716"/>
                </a:cubicBezTo>
                <a:cubicBezTo>
                  <a:pt x="6725180" y="41673"/>
                  <a:pt x="6348804" y="-18597"/>
                  <a:pt x="6172200" y="13716"/>
                </a:cubicBezTo>
                <a:cubicBezTo>
                  <a:pt x="5995596" y="46029"/>
                  <a:pt x="5788102" y="18318"/>
                  <a:pt x="5650992" y="13716"/>
                </a:cubicBezTo>
                <a:cubicBezTo>
                  <a:pt x="5513882" y="9114"/>
                  <a:pt x="5198399" y="24549"/>
                  <a:pt x="4882896" y="13716"/>
                </a:cubicBezTo>
                <a:cubicBezTo>
                  <a:pt x="4567393" y="2883"/>
                  <a:pt x="4557008" y="22393"/>
                  <a:pt x="4443984" y="13716"/>
                </a:cubicBezTo>
                <a:cubicBezTo>
                  <a:pt x="4330960" y="5039"/>
                  <a:pt x="4061674" y="24319"/>
                  <a:pt x="3758184" y="13716"/>
                </a:cubicBezTo>
                <a:cubicBezTo>
                  <a:pt x="3454694" y="3113"/>
                  <a:pt x="3380392" y="14547"/>
                  <a:pt x="3236976" y="13716"/>
                </a:cubicBezTo>
                <a:cubicBezTo>
                  <a:pt x="3093560" y="12885"/>
                  <a:pt x="2632116" y="33035"/>
                  <a:pt x="2386584" y="13716"/>
                </a:cubicBezTo>
                <a:cubicBezTo>
                  <a:pt x="2141052" y="-5603"/>
                  <a:pt x="2110884" y="24205"/>
                  <a:pt x="1947672" y="13716"/>
                </a:cubicBezTo>
                <a:cubicBezTo>
                  <a:pt x="1784460" y="3227"/>
                  <a:pt x="1535467" y="-4111"/>
                  <a:pt x="1261872" y="13716"/>
                </a:cubicBezTo>
                <a:cubicBezTo>
                  <a:pt x="988277" y="31543"/>
                  <a:pt x="1021096" y="5803"/>
                  <a:pt x="822960" y="13716"/>
                </a:cubicBezTo>
                <a:cubicBezTo>
                  <a:pt x="624824" y="21629"/>
                  <a:pt x="298309" y="-3289"/>
                  <a:pt x="0" y="13716"/>
                </a:cubicBezTo>
                <a:cubicBezTo>
                  <a:pt x="52" y="10594"/>
                  <a:pt x="386" y="5364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0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5056495" cy="51435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CE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852775" y="372110"/>
            <a:ext cx="3588597" cy="99813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algn="l">
              <a:lnSpc>
                <a:spcPct val="90000"/>
              </a:lnSpc>
              <a:spcAft>
                <a:spcPts val="0"/>
              </a:spcAft>
              <a:buNone/>
            </a:pPr>
            <a:r>
              <a:rPr lang="en-GB" sz="4000" b="1" dirty="0"/>
              <a:t>M</a:t>
            </a:r>
            <a:r>
              <a:rPr lang="en-US" altLang="en-GB" sz="4000" b="1" dirty="0"/>
              <a:t>ain M</a:t>
            </a:r>
            <a:r>
              <a:rPr lang="en-GB" sz="4000" b="1" dirty="0"/>
              <a:t>odel</a:t>
            </a:r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304165" y="1268730"/>
            <a:ext cx="4016375" cy="293116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Autofit/>
          </a:bodyPr>
          <a:lstStyle/>
          <a:p>
            <a:pPr marL="0" lvl="0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ROC Score</a:t>
            </a:r>
            <a:r>
              <a:rPr lang="en-US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 </a:t>
            </a:r>
            <a:r>
              <a:rPr lang="en-US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0.92467</a:t>
            </a:r>
          </a:p>
          <a:p>
            <a:pPr marL="0" lvl="0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Key Features</a:t>
            </a:r>
            <a:r>
              <a:rPr lang="en-US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</a:t>
            </a:r>
          </a:p>
          <a:p>
            <a:pPr marL="31750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Polynomial and Interaction Regressions</a:t>
            </a:r>
            <a:r>
              <a:rPr lang="en-US"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 Unlocked complex relationships between variables.</a:t>
            </a:r>
          </a:p>
          <a:p>
            <a:pPr marL="31750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Advanced Decision Trees</a:t>
            </a:r>
            <a:r>
              <a:rPr lang="en-US"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 Delved deep with a maximum depth of 10 and branching factor of 4.</a:t>
            </a:r>
          </a:p>
          <a:p>
            <a:pPr marL="31750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High-Performance Neural Networks</a:t>
            </a:r>
            <a:r>
              <a:rPr lang="en-US"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 Captured non-linear patterns with precision.</a:t>
            </a:r>
          </a:p>
          <a:p>
            <a:pPr marL="31750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Ensemble Power</a:t>
            </a:r>
            <a:r>
              <a:rPr lang="en-US"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 Combined multiple methods for unparalleled accuracy.</a:t>
            </a:r>
          </a:p>
          <a:p>
            <a:pPr marL="0" lvl="0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Why It Shines</a:t>
            </a:r>
            <a:r>
              <a:rPr lang="en-US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 This model’s versatility made it a perfect fit for understanding the tangled web of financial metrics.</a:t>
            </a: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274185" y="1268730"/>
            <a:ext cx="4709795" cy="28073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4" name="Rectangle 1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442170" y="642135"/>
            <a:ext cx="3420438" cy="84605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fontScale="90000"/>
          </a:bodyPr>
          <a:lstStyle/>
          <a:p>
            <a:pPr marL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800" b="1" dirty="0"/>
              <a:t>Other Model</a:t>
            </a:r>
          </a:p>
        </p:txBody>
      </p:sp>
      <p:grpSp>
        <p:nvGrpSpPr>
          <p:cNvPr id="116" name="Group 115"/>
          <p:cNvGrpSpPr>
            <a:grpSpLocks noGrp="1" noUngrp="1" noRot="1" noChangeAspect="1" noMove="1" noResize="1"/>
          </p:cNvGrpSpPr>
          <p:nvPr/>
        </p:nvGrpSpPr>
        <p:grpSpPr>
          <a:xfrm>
            <a:off x="0" y="812613"/>
            <a:ext cx="266396" cy="505095"/>
            <a:chOff x="0" y="823811"/>
            <a:chExt cx="355196" cy="673460"/>
          </a:xfrm>
        </p:grpSpPr>
        <p:sp>
          <p:nvSpPr>
            <p:cNvPr id="117" name="Rectangle 116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0" name="Rectangle 1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98813" y="1567926"/>
            <a:ext cx="3223260" cy="205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1"/>
          </p:nvPr>
        </p:nvSpPr>
        <p:spPr>
          <a:xfrm>
            <a:off x="443230" y="1748155"/>
            <a:ext cx="3673475" cy="29845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Autofit/>
          </a:bodyPr>
          <a:lstStyle/>
          <a:p>
            <a:pPr marL="0" lvl="0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ROC Score</a:t>
            </a: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 </a:t>
            </a:r>
            <a:r>
              <a:rPr 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0.92329</a:t>
            </a:r>
          </a:p>
          <a:p>
            <a:pPr marL="0" lvl="0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Key Features</a:t>
            </a: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</a:t>
            </a:r>
          </a:p>
          <a:p>
            <a:pPr marL="31750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Similar to Model 1 but more complex for faster deployment.</a:t>
            </a:r>
          </a:p>
          <a:p>
            <a:pPr marL="31750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Prioritized interpretability, making it easier for real-time applications.</a:t>
            </a:r>
          </a:p>
          <a:p>
            <a:pPr marL="0" lvl="0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Why It Stands Out</a:t>
            </a: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 Efficient, and nearly as accurate—a practical powerhouse.</a:t>
            </a:r>
          </a:p>
          <a:p>
            <a:pPr marL="0" lvl="0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22" name="Rectangle 1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023252" y="0"/>
            <a:ext cx="1120748" cy="5143500"/>
          </a:xfrm>
          <a:prstGeom prst="rect">
            <a:avLst/>
          </a:prstGeom>
          <a:solidFill>
            <a:srgbClr val="ECE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64357" y="385389"/>
            <a:ext cx="4507025" cy="43759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Google Shape;109;p19"/>
          <p:cNvPicPr preferRelativeResize="0"/>
          <p:nvPr/>
        </p:nvPicPr>
        <p:blipFill rotWithShape="1">
          <a:blip r:embed="rId3"/>
          <a:srcRect l="139" r="48281" b="-2"/>
          <a:stretch>
            <a:fillRect/>
          </a:stretch>
        </p:blipFill>
        <p:spPr>
          <a:xfrm>
            <a:off x="4483341" y="599514"/>
            <a:ext cx="4069057" cy="39444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20" grpId="0" animBg="1"/>
      <p:bldP spid="108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490414" y="0"/>
            <a:ext cx="5653586" cy="51435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0550" y="457200"/>
            <a:ext cx="3982587" cy="99216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4400" b="1" dirty="0">
                <a:solidFill>
                  <a:srgbClr val="0E0E0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Revelations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Google Shape;117;p20"/>
          <p:cNvPicPr preferRelativeResize="0"/>
          <p:nvPr/>
        </p:nvPicPr>
        <p:blipFill rotWithShape="1">
          <a:blip r:embed="rId3"/>
          <a:srcRect l="18745"/>
          <a:stretch>
            <a:fillRect/>
          </a:stretch>
        </p:blipFill>
        <p:spPr>
          <a:xfrm>
            <a:off x="683131" y="834905"/>
            <a:ext cx="2257966" cy="2276390"/>
          </a:xfrm>
          <a:prstGeom prst="rect">
            <a:avLst/>
          </a:prstGeom>
          <a:noFill/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29685" y="1313180"/>
            <a:ext cx="5247005" cy="3263265"/>
          </a:xfrm>
        </p:spPr>
        <p:txBody>
          <a:bodyPr vert="horz" lIns="91440" tIns="45720" rIns="91440" bIns="45720" rtlCol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models didn’t just predict bankruptcy; they told the story of how Oops &amp; Fix ended up in this mess:</a:t>
            </a:r>
          </a:p>
          <a:p>
            <a:pPr marL="489585" lvl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Wingdings" panose="05000000000000000000" charset="0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Attr36 (Total asset turnover)</a:t>
            </a:r>
          </a:p>
          <a:p>
            <a:pPr marL="603885" lvl="1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Times New Roman" panose="02020603050405020304"/>
              <a:buNone/>
            </a:pPr>
            <a:r>
              <a:rPr lang="en-US" sz="124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total asset turnover is too low (-0.61560), which may indicate inefficient utilization of assets to support sales.</a:t>
            </a:r>
          </a:p>
          <a:p>
            <a:pPr marL="489585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Wingdings" panose="05000000000000000000" charset="0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Attr50 (Current assets-to-total liabilities ratio)</a:t>
            </a: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Times New Roman" panose="02020603050405020304"/>
              <a:buNone/>
            </a:pPr>
            <a:r>
              <a:rPr lang="en-US" sz="124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current assets-to-total liabilities ratio is too low (-0.60300), suggesting that the company might face short-term liquidity pressures.</a:t>
            </a:r>
          </a:p>
          <a:p>
            <a:pPr marL="489585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Wingdings" panose="05000000000000000000" charset="0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Attr8 (Equity-to-debt ratio)</a:t>
            </a: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Times New Roman" panose="02020603050405020304"/>
              <a:buNone/>
            </a:pPr>
            <a:r>
              <a:rPr lang="en-US" sz="124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equity-to-debt ratio is too low (-0.52646), potentially indicating excessive reliance on debt financing, posing risks to the company's capital structure.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 sz="1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kern="12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354465" y="3405316"/>
            <a:ext cx="2915298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The data for this story is sourced from the fifth row of the </a:t>
            </a:r>
            <a:r>
              <a:rPr lang="en-GB" sz="1200" b="1" i="1" dirty="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train.csv</a:t>
            </a:r>
            <a:r>
              <a:rPr lang="en-GB" sz="1200" dirty="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file. These indicators were flagged as problematic because their values fall outside the predefined threshold range (below -0.5 or above 0.5).</a:t>
            </a:r>
            <a:endParaRPr sz="1200" dirty="0">
              <a:solidFill>
                <a:schemeClr val="accent3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5" name="Rectangle 1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0060" y="492112"/>
            <a:ext cx="4254500" cy="10736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548640" y="597535"/>
            <a:ext cx="4621530" cy="96837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990"/>
            </a:pPr>
            <a:r>
              <a:rPr lang="en-GB" sz="3600" b="1" dirty="0">
                <a:sym typeface="+mn-ea"/>
              </a:rPr>
              <a:t>SAVING Oops &amp; Fix</a:t>
            </a:r>
            <a:endParaRPr lang="en-US" sz="20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Times New Roman" panose="02020603050405020304"/>
            </a:endParaRPr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549275" y="1565910"/>
            <a:ext cx="3978275" cy="297370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Comeback Plan:</a:t>
            </a:r>
            <a:endParaRPr sz="24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0E0E0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Boost Asset Efficiency</a:t>
            </a:r>
            <a:endParaRPr sz="2400" b="1" dirty="0">
              <a:solidFill>
                <a:srgbClr val="0E0E0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0" lvl="0" indent="-12700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0E0E0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Strengthen Liquidity</a:t>
            </a:r>
            <a:endParaRPr sz="2400" b="1" dirty="0">
              <a:solidFill>
                <a:srgbClr val="0E0E0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0" lvl="0" indent="-12700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0E0E0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Enhance Profitability</a:t>
            </a:r>
            <a:endParaRPr lang="en-GB" sz="2400" b="1" kern="1200" dirty="0">
              <a:solidFill>
                <a:srgbClr val="0E0E0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4" name="Rectangle 1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037224" y="456300"/>
            <a:ext cx="3478126" cy="41950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9369" y="4891306"/>
            <a:ext cx="8229600" cy="13716"/>
          </a:xfrm>
          <a:custGeom>
            <a:avLst/>
            <a:gdLst>
              <a:gd name="connsiteX0" fmla="*/ 0 w 8229600"/>
              <a:gd name="connsiteY0" fmla="*/ 0 h 13716"/>
              <a:gd name="connsiteX1" fmla="*/ 521208 w 8229600"/>
              <a:gd name="connsiteY1" fmla="*/ 0 h 13716"/>
              <a:gd name="connsiteX2" fmla="*/ 1371600 w 8229600"/>
              <a:gd name="connsiteY2" fmla="*/ 0 h 13716"/>
              <a:gd name="connsiteX3" fmla="*/ 2221992 w 8229600"/>
              <a:gd name="connsiteY3" fmla="*/ 0 h 13716"/>
              <a:gd name="connsiteX4" fmla="*/ 3072384 w 8229600"/>
              <a:gd name="connsiteY4" fmla="*/ 0 h 13716"/>
              <a:gd name="connsiteX5" fmla="*/ 3511296 w 8229600"/>
              <a:gd name="connsiteY5" fmla="*/ 0 h 13716"/>
              <a:gd name="connsiteX6" fmla="*/ 4114800 w 8229600"/>
              <a:gd name="connsiteY6" fmla="*/ 0 h 13716"/>
              <a:gd name="connsiteX7" fmla="*/ 4553712 w 8229600"/>
              <a:gd name="connsiteY7" fmla="*/ 0 h 13716"/>
              <a:gd name="connsiteX8" fmla="*/ 5239512 w 8229600"/>
              <a:gd name="connsiteY8" fmla="*/ 0 h 13716"/>
              <a:gd name="connsiteX9" fmla="*/ 5843016 w 8229600"/>
              <a:gd name="connsiteY9" fmla="*/ 0 h 13716"/>
              <a:gd name="connsiteX10" fmla="*/ 6611112 w 8229600"/>
              <a:gd name="connsiteY10" fmla="*/ 0 h 13716"/>
              <a:gd name="connsiteX11" fmla="*/ 7461504 w 8229600"/>
              <a:gd name="connsiteY11" fmla="*/ 0 h 13716"/>
              <a:gd name="connsiteX12" fmla="*/ 8229600 w 8229600"/>
              <a:gd name="connsiteY12" fmla="*/ 0 h 13716"/>
              <a:gd name="connsiteX13" fmla="*/ 8229600 w 8229600"/>
              <a:gd name="connsiteY13" fmla="*/ 13716 h 13716"/>
              <a:gd name="connsiteX14" fmla="*/ 7461504 w 8229600"/>
              <a:gd name="connsiteY14" fmla="*/ 13716 h 13716"/>
              <a:gd name="connsiteX15" fmla="*/ 6940296 w 8229600"/>
              <a:gd name="connsiteY15" fmla="*/ 13716 h 13716"/>
              <a:gd name="connsiteX16" fmla="*/ 6419088 w 8229600"/>
              <a:gd name="connsiteY16" fmla="*/ 13716 h 13716"/>
              <a:gd name="connsiteX17" fmla="*/ 5650992 w 8229600"/>
              <a:gd name="connsiteY17" fmla="*/ 13716 h 13716"/>
              <a:gd name="connsiteX18" fmla="*/ 5129784 w 8229600"/>
              <a:gd name="connsiteY18" fmla="*/ 13716 h 13716"/>
              <a:gd name="connsiteX19" fmla="*/ 4690872 w 8229600"/>
              <a:gd name="connsiteY19" fmla="*/ 13716 h 13716"/>
              <a:gd name="connsiteX20" fmla="*/ 4087368 w 8229600"/>
              <a:gd name="connsiteY20" fmla="*/ 13716 h 13716"/>
              <a:gd name="connsiteX21" fmla="*/ 3401568 w 8229600"/>
              <a:gd name="connsiteY21" fmla="*/ 13716 h 13716"/>
              <a:gd name="connsiteX22" fmla="*/ 2798064 w 8229600"/>
              <a:gd name="connsiteY22" fmla="*/ 13716 h 13716"/>
              <a:gd name="connsiteX23" fmla="*/ 2276856 w 8229600"/>
              <a:gd name="connsiteY23" fmla="*/ 13716 h 13716"/>
              <a:gd name="connsiteX24" fmla="*/ 1426464 w 8229600"/>
              <a:gd name="connsiteY24" fmla="*/ 13716 h 13716"/>
              <a:gd name="connsiteX25" fmla="*/ 740664 w 8229600"/>
              <a:gd name="connsiteY25" fmla="*/ 13716 h 13716"/>
              <a:gd name="connsiteX26" fmla="*/ 0 w 8229600"/>
              <a:gd name="connsiteY26" fmla="*/ 13716 h 13716"/>
              <a:gd name="connsiteX27" fmla="*/ 0 w 8229600"/>
              <a:gd name="connsiteY27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3716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9169" y="6566"/>
                  <a:pt x="8229218" y="9895"/>
                  <a:pt x="8229600" y="13716"/>
                </a:cubicBezTo>
                <a:cubicBezTo>
                  <a:pt x="7940706" y="-13865"/>
                  <a:pt x="7792584" y="-20581"/>
                  <a:pt x="7461504" y="13716"/>
                </a:cubicBezTo>
                <a:cubicBezTo>
                  <a:pt x="7130424" y="48013"/>
                  <a:pt x="7080072" y="39273"/>
                  <a:pt x="6940296" y="13716"/>
                </a:cubicBezTo>
                <a:cubicBezTo>
                  <a:pt x="6800520" y="-11841"/>
                  <a:pt x="6672872" y="22099"/>
                  <a:pt x="6419088" y="13716"/>
                </a:cubicBezTo>
                <a:cubicBezTo>
                  <a:pt x="6165304" y="5333"/>
                  <a:pt x="5869721" y="415"/>
                  <a:pt x="5650992" y="13716"/>
                </a:cubicBezTo>
                <a:cubicBezTo>
                  <a:pt x="5432263" y="27017"/>
                  <a:pt x="5308310" y="-1549"/>
                  <a:pt x="5129784" y="13716"/>
                </a:cubicBezTo>
                <a:cubicBezTo>
                  <a:pt x="4951258" y="28981"/>
                  <a:pt x="4799696" y="10785"/>
                  <a:pt x="4690872" y="13716"/>
                </a:cubicBezTo>
                <a:cubicBezTo>
                  <a:pt x="4582048" y="16647"/>
                  <a:pt x="4311124" y="-12408"/>
                  <a:pt x="4087368" y="13716"/>
                </a:cubicBezTo>
                <a:cubicBezTo>
                  <a:pt x="3863612" y="39840"/>
                  <a:pt x="3730288" y="8802"/>
                  <a:pt x="3401568" y="13716"/>
                </a:cubicBezTo>
                <a:cubicBezTo>
                  <a:pt x="3072848" y="18630"/>
                  <a:pt x="3020684" y="27853"/>
                  <a:pt x="2798064" y="13716"/>
                </a:cubicBezTo>
                <a:cubicBezTo>
                  <a:pt x="2575444" y="-421"/>
                  <a:pt x="2440915" y="-11924"/>
                  <a:pt x="2276856" y="13716"/>
                </a:cubicBezTo>
                <a:cubicBezTo>
                  <a:pt x="2112797" y="39356"/>
                  <a:pt x="1726502" y="-14132"/>
                  <a:pt x="1426464" y="13716"/>
                </a:cubicBezTo>
                <a:cubicBezTo>
                  <a:pt x="1126426" y="41564"/>
                  <a:pt x="992925" y="16444"/>
                  <a:pt x="740664" y="13716"/>
                </a:cubicBezTo>
                <a:cubicBezTo>
                  <a:pt x="488403" y="10988"/>
                  <a:pt x="195650" y="-20633"/>
                  <a:pt x="0" y="13716"/>
                </a:cubicBezTo>
                <a:cubicBezTo>
                  <a:pt x="120" y="8944"/>
                  <a:pt x="-32" y="6034"/>
                  <a:pt x="0" y="0"/>
                </a:cubicBezTo>
                <a:close/>
              </a:path>
              <a:path w="8229600" h="13716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29365" y="6754"/>
                  <a:pt x="8229865" y="9234"/>
                  <a:pt x="8229600" y="13716"/>
                </a:cubicBezTo>
                <a:cubicBezTo>
                  <a:pt x="8075287" y="30482"/>
                  <a:pt x="7821366" y="17278"/>
                  <a:pt x="7626096" y="13716"/>
                </a:cubicBezTo>
                <a:cubicBezTo>
                  <a:pt x="7430826" y="10154"/>
                  <a:pt x="7320004" y="-14241"/>
                  <a:pt x="7022592" y="13716"/>
                </a:cubicBezTo>
                <a:cubicBezTo>
                  <a:pt x="6725180" y="41673"/>
                  <a:pt x="6348804" y="-18597"/>
                  <a:pt x="6172200" y="13716"/>
                </a:cubicBezTo>
                <a:cubicBezTo>
                  <a:pt x="5995596" y="46029"/>
                  <a:pt x="5788102" y="18318"/>
                  <a:pt x="5650992" y="13716"/>
                </a:cubicBezTo>
                <a:cubicBezTo>
                  <a:pt x="5513882" y="9114"/>
                  <a:pt x="5198399" y="24549"/>
                  <a:pt x="4882896" y="13716"/>
                </a:cubicBezTo>
                <a:cubicBezTo>
                  <a:pt x="4567393" y="2883"/>
                  <a:pt x="4557008" y="22393"/>
                  <a:pt x="4443984" y="13716"/>
                </a:cubicBezTo>
                <a:cubicBezTo>
                  <a:pt x="4330960" y="5039"/>
                  <a:pt x="4061674" y="24319"/>
                  <a:pt x="3758184" y="13716"/>
                </a:cubicBezTo>
                <a:cubicBezTo>
                  <a:pt x="3454694" y="3113"/>
                  <a:pt x="3380392" y="14547"/>
                  <a:pt x="3236976" y="13716"/>
                </a:cubicBezTo>
                <a:cubicBezTo>
                  <a:pt x="3093560" y="12885"/>
                  <a:pt x="2632116" y="33035"/>
                  <a:pt x="2386584" y="13716"/>
                </a:cubicBezTo>
                <a:cubicBezTo>
                  <a:pt x="2141052" y="-5603"/>
                  <a:pt x="2110884" y="24205"/>
                  <a:pt x="1947672" y="13716"/>
                </a:cubicBezTo>
                <a:cubicBezTo>
                  <a:pt x="1784460" y="3227"/>
                  <a:pt x="1535467" y="-4111"/>
                  <a:pt x="1261872" y="13716"/>
                </a:cubicBezTo>
                <a:cubicBezTo>
                  <a:pt x="988277" y="31543"/>
                  <a:pt x="1021096" y="5803"/>
                  <a:pt x="822960" y="13716"/>
                </a:cubicBezTo>
                <a:cubicBezTo>
                  <a:pt x="624824" y="21629"/>
                  <a:pt x="298309" y="-3289"/>
                  <a:pt x="0" y="13716"/>
                </a:cubicBezTo>
                <a:cubicBezTo>
                  <a:pt x="52" y="10594"/>
                  <a:pt x="386" y="5364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oogle Shape;124;p21" descr="a baby wearing a shirt that says rock n roll is walking on a wooden floor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400605" y="696415"/>
            <a:ext cx="2751525" cy="33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5400675" y="4050030"/>
            <a:ext cx="2993390" cy="489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5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Bankruptcy</a:t>
            </a:r>
            <a:r>
              <a:rPr lang="en-GB" sz="2500">
                <a:solidFill>
                  <a:srgbClr val="FF000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!!!!</a:t>
            </a:r>
            <a:endParaRPr sz="2500">
              <a:solidFill>
                <a:srgbClr val="FF0000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6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18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0" fill="hold"/>
                                        <p:tgtEl>
                                          <p:spTgt spid="12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4" grpId="0" bldLvl="0" animBg="1"/>
      <p:bldP spid="125" grpId="0"/>
      <p:bldP spid="125" grpId="1"/>
      <p:bldP spid="125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852777" y="457200"/>
            <a:ext cx="6411289" cy="96184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algn="l">
              <a:lnSpc>
                <a:spcPct val="90000"/>
              </a:lnSpc>
              <a:spcAft>
                <a:spcPts val="0"/>
              </a:spcAft>
            </a:pPr>
            <a:r>
              <a:rPr lang="en-GB" sz="4400" dirty="0">
                <a:solidFill>
                  <a:srgbClr val="0E0E0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lang="en-US" altLang="en-GB" sz="4400" dirty="0">
                <a:solidFill>
                  <a:srgbClr val="0E0E0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esson </a:t>
            </a:r>
            <a:r>
              <a:rPr lang="en-GB" sz="4400" dirty="0">
                <a:solidFill>
                  <a:srgbClr val="0E0E0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lang="en-US" altLang="en-GB" sz="4400" dirty="0">
                <a:solidFill>
                  <a:srgbClr val="0E0E0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earnt</a:t>
            </a:r>
          </a:p>
        </p:txBody>
      </p:sp>
      <p:sp>
        <p:nvSpPr>
          <p:cNvPr id="131" name="Google Shape;131;p22"/>
          <p:cNvSpPr txBox="1">
            <a:spLocks noGrp="1"/>
          </p:cNvSpPr>
          <p:nvPr>
            <p:ph type="body" idx="1"/>
          </p:nvPr>
        </p:nvSpPr>
        <p:spPr>
          <a:xfrm>
            <a:off x="852805" y="1332230"/>
            <a:ext cx="7197725" cy="3335655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Autofit/>
          </a:bodyPr>
          <a:lstStyle/>
          <a:p>
            <a:pPr marL="114300" lv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Ensemble Learning</a:t>
            </a:r>
            <a:r>
              <a:rPr 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 Combining diverse models often yields better results than relying on a single model. This is because a variety of models can complement each other, reducing both bias and variance.</a:t>
            </a:r>
          </a:p>
          <a:p>
            <a:pPr marL="114300" lv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Model Selection and Optimization</a:t>
            </a:r>
            <a:r>
              <a:rPr 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 With numerous models available for training, selecting the optimal model and effectively combining them is one of the most challenging aspects of the entire project.</a:t>
            </a:r>
          </a:p>
          <a:p>
            <a:pPr marL="114300" lv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Importance of Data Quality</a:t>
            </a:r>
            <a:r>
              <a:rPr 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 The performance of a model heavily depends on the quality of the data and preprocessing steps. Handling missing values and ensuring data balance are critical to achieving better results.</a:t>
            </a:r>
          </a:p>
          <a:p>
            <a:pPr marL="114300" lv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Evaluation and Tuning</a:t>
            </a:r>
            <a:r>
              <a:rPr 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/>
              </a:rPr>
              <a:t>: Continuous evaluation and parameter tuning are essential during model development to adapt to different datasets and improve overall performance.</a:t>
            </a:r>
          </a:p>
          <a:p>
            <a:pPr marL="0" lvl="0" indent="-2286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6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38" name="Freeform: Shape 1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8116842" y="-1"/>
            <a:ext cx="1026164" cy="5143499"/>
          </a:xfrm>
          <a:custGeom>
            <a:avLst/>
            <a:gdLst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57645 w 1605470"/>
              <a:gd name="connsiteY188" fmla="*/ 474761 h 6858000"/>
              <a:gd name="connsiteX189" fmla="*/ 201693 w 1605470"/>
              <a:gd name="connsiteY189" fmla="*/ 469651 h 6858000"/>
              <a:gd name="connsiteX190" fmla="*/ 195012 w 1605470"/>
              <a:gd name="connsiteY190" fmla="*/ 448559 h 6858000"/>
              <a:gd name="connsiteX191" fmla="*/ 201434 w 1605470"/>
              <a:gd name="connsiteY191" fmla="*/ 441529 h 6858000"/>
              <a:gd name="connsiteX192" fmla="*/ 200655 w 1605470"/>
              <a:gd name="connsiteY192" fmla="*/ 428927 h 6858000"/>
              <a:gd name="connsiteX193" fmla="*/ 190059 w 1605470"/>
              <a:gd name="connsiteY193" fmla="*/ 430161 h 6858000"/>
              <a:gd name="connsiteX194" fmla="*/ 184450 w 1605470"/>
              <a:gd name="connsiteY194" fmla="*/ 396240 h 6858000"/>
              <a:gd name="connsiteX195" fmla="*/ 146196 w 1605470"/>
              <a:gd name="connsiteY195" fmla="*/ 358810 h 6858000"/>
              <a:gd name="connsiteX196" fmla="*/ 124571 w 1605470"/>
              <a:gd name="connsiteY196" fmla="*/ 302178 h 6858000"/>
              <a:gd name="connsiteX197" fmla="*/ 103243 w 1605470"/>
              <a:gd name="connsiteY197" fmla="*/ 211375 h 6858000"/>
              <a:gd name="connsiteX198" fmla="*/ 94571 w 1605470"/>
              <a:gd name="connsiteY198" fmla="*/ 184179 h 6858000"/>
              <a:gd name="connsiteX199" fmla="*/ 13437 w 1605470"/>
              <a:gd name="connsiteY199" fmla="*/ 19287 h 6858000"/>
              <a:gd name="connsiteX0-1" fmla="*/ 0 w 1605470"/>
              <a:gd name="connsiteY0-2" fmla="*/ 0 h 6858000"/>
              <a:gd name="connsiteX1-3" fmla="*/ 1605470 w 1605470"/>
              <a:gd name="connsiteY1-4" fmla="*/ 0 h 6858000"/>
              <a:gd name="connsiteX2-5" fmla="*/ 1605470 w 1605470"/>
              <a:gd name="connsiteY2-6" fmla="*/ 6858000 h 6858000"/>
              <a:gd name="connsiteX3-7" fmla="*/ 154105 w 1605470"/>
              <a:gd name="connsiteY3-8" fmla="*/ 6858000 h 6858000"/>
              <a:gd name="connsiteX4-9" fmla="*/ 154246 w 1605470"/>
              <a:gd name="connsiteY4-10" fmla="*/ 6857735 h 6858000"/>
              <a:gd name="connsiteX5-11" fmla="*/ 166295 w 1605470"/>
              <a:gd name="connsiteY5-12" fmla="*/ 6809549 h 6858000"/>
              <a:gd name="connsiteX6-13" fmla="*/ 198506 w 1605470"/>
              <a:gd name="connsiteY6-14" fmla="*/ 6715115 h 6858000"/>
              <a:gd name="connsiteX7-15" fmla="*/ 208357 w 1605470"/>
              <a:gd name="connsiteY7-16" fmla="*/ 6680170 h 6858000"/>
              <a:gd name="connsiteX8-17" fmla="*/ 233907 w 1605470"/>
              <a:gd name="connsiteY8-18" fmla="*/ 6621207 h 6858000"/>
              <a:gd name="connsiteX9-19" fmla="*/ 250564 w 1605470"/>
              <a:gd name="connsiteY9-20" fmla="*/ 6596265 h 6858000"/>
              <a:gd name="connsiteX10-21" fmla="*/ 250443 w 1605470"/>
              <a:gd name="connsiteY10-22" fmla="*/ 6594818 h 6858000"/>
              <a:gd name="connsiteX11-23" fmla="*/ 254688 w 1605470"/>
              <a:gd name="connsiteY11-24" fmla="*/ 6593735 h 6858000"/>
              <a:gd name="connsiteX12-25" fmla="*/ 257885 w 1605470"/>
              <a:gd name="connsiteY12-26" fmla="*/ 6589172 h 6858000"/>
              <a:gd name="connsiteX13-27" fmla="*/ 261179 w 1605470"/>
              <a:gd name="connsiteY13-28" fmla="*/ 6574442 h 6858000"/>
              <a:gd name="connsiteX14-29" fmla="*/ 261519 w 1605470"/>
              <a:gd name="connsiteY14-30" fmla="*/ 6568530 h 6858000"/>
              <a:gd name="connsiteX15-31" fmla="*/ 263928 w 1605470"/>
              <a:gd name="connsiteY15-32" fmla="*/ 6560674 h 6858000"/>
              <a:gd name="connsiteX16-33" fmla="*/ 264273 w 1605470"/>
              <a:gd name="connsiteY16-34" fmla="*/ 6560598 h 6858000"/>
              <a:gd name="connsiteX17-35" fmla="*/ 265970 w 1605470"/>
              <a:gd name="connsiteY17-36" fmla="*/ 6553006 h 6858000"/>
              <a:gd name="connsiteX18-37" fmla="*/ 270666 w 1605470"/>
              <a:gd name="connsiteY18-38" fmla="*/ 6514360 h 6858000"/>
              <a:gd name="connsiteX19-39" fmla="*/ 312320 w 1605470"/>
              <a:gd name="connsiteY19-40" fmla="*/ 6478062 h 6858000"/>
              <a:gd name="connsiteX20-41" fmla="*/ 323009 w 1605470"/>
              <a:gd name="connsiteY20-42" fmla="*/ 6460325 h 6858000"/>
              <a:gd name="connsiteX21-43" fmla="*/ 330242 w 1605470"/>
              <a:gd name="connsiteY21-44" fmla="*/ 6451488 h 6858000"/>
              <a:gd name="connsiteX22-45" fmla="*/ 331677 w 1605470"/>
              <a:gd name="connsiteY22-46" fmla="*/ 6451348 h 6858000"/>
              <a:gd name="connsiteX23-47" fmla="*/ 336035 w 1605470"/>
              <a:gd name="connsiteY23-48" fmla="*/ 6414240 h 6858000"/>
              <a:gd name="connsiteX24-49" fmla="*/ 338911 w 1605470"/>
              <a:gd name="connsiteY24-50" fmla="*/ 6410269 h 6858000"/>
              <a:gd name="connsiteX25-51" fmla="*/ 338811 w 1605470"/>
              <a:gd name="connsiteY25-52" fmla="*/ 6384857 h 6858000"/>
              <a:gd name="connsiteX26-53" fmla="*/ 340328 w 1605470"/>
              <a:gd name="connsiteY26-54" fmla="*/ 6372381 h 6858000"/>
              <a:gd name="connsiteX27-55" fmla="*/ 337522 w 1605470"/>
              <a:gd name="connsiteY27-56" fmla="*/ 6367510 h 6858000"/>
              <a:gd name="connsiteX28-57" fmla="*/ 341402 w 1605470"/>
              <a:gd name="connsiteY28-58" fmla="*/ 6349778 h 6858000"/>
              <a:gd name="connsiteX29-59" fmla="*/ 343067 w 1605470"/>
              <a:gd name="connsiteY29-60" fmla="*/ 6348250 h 6858000"/>
              <a:gd name="connsiteX30-61" fmla="*/ 341730 w 1605470"/>
              <a:gd name="connsiteY30-62" fmla="*/ 6331735 h 6858000"/>
              <a:gd name="connsiteX31-63" fmla="*/ 335123 w 1605470"/>
              <a:gd name="connsiteY31-64" fmla="*/ 6315613 h 6858000"/>
              <a:gd name="connsiteX32-65" fmla="*/ 385303 w 1605470"/>
              <a:gd name="connsiteY32-66" fmla="*/ 6171970 h 6858000"/>
              <a:gd name="connsiteX33-67" fmla="*/ 380910 w 1605470"/>
              <a:gd name="connsiteY33-68" fmla="*/ 6028119 h 6858000"/>
              <a:gd name="connsiteX34-69" fmla="*/ 409371 w 1605470"/>
              <a:gd name="connsiteY34-70" fmla="*/ 5950668 h 6858000"/>
              <a:gd name="connsiteX35-71" fmla="*/ 442432 w 1605470"/>
              <a:gd name="connsiteY35-72" fmla="*/ 5934687 h 6858000"/>
              <a:gd name="connsiteX36-73" fmla="*/ 489472 w 1605470"/>
              <a:gd name="connsiteY36-74" fmla="*/ 5732419 h 6858000"/>
              <a:gd name="connsiteX37-75" fmla="*/ 512623 w 1605470"/>
              <a:gd name="connsiteY37-76" fmla="*/ 5685392 h 6858000"/>
              <a:gd name="connsiteX38-77" fmla="*/ 510261 w 1605470"/>
              <a:gd name="connsiteY38-78" fmla="*/ 5634527 h 6858000"/>
              <a:gd name="connsiteX39-79" fmla="*/ 523992 w 1605470"/>
              <a:gd name="connsiteY39-80" fmla="*/ 5619557 h 6858000"/>
              <a:gd name="connsiteX40-81" fmla="*/ 526609 w 1605470"/>
              <a:gd name="connsiteY40-82" fmla="*/ 5617081 h 6858000"/>
              <a:gd name="connsiteX41-83" fmla="*/ 531653 w 1605470"/>
              <a:gd name="connsiteY41-84" fmla="*/ 5604904 h 6858000"/>
              <a:gd name="connsiteX42-85" fmla="*/ 539863 w 1605470"/>
              <a:gd name="connsiteY42-86" fmla="*/ 5604298 h 6858000"/>
              <a:gd name="connsiteX43-87" fmla="*/ 552319 w 1605470"/>
              <a:gd name="connsiteY43-88" fmla="*/ 5587997 h 6858000"/>
              <a:gd name="connsiteX44-89" fmla="*/ 559710 w 1605470"/>
              <a:gd name="connsiteY44-90" fmla="*/ 5564796 h 6858000"/>
              <a:gd name="connsiteX45-91" fmla="*/ 587214 w 1605470"/>
              <a:gd name="connsiteY45-92" fmla="*/ 5451511 h 6858000"/>
              <a:gd name="connsiteX46-93" fmla="*/ 608019 w 1605470"/>
              <a:gd name="connsiteY46-94" fmla="*/ 5385461 h 6858000"/>
              <a:gd name="connsiteX47-95" fmla="*/ 622750 w 1605470"/>
              <a:gd name="connsiteY47-96" fmla="*/ 5363084 h 6858000"/>
              <a:gd name="connsiteX48-97" fmla="*/ 638731 w 1605470"/>
              <a:gd name="connsiteY48-98" fmla="*/ 5330009 h 6858000"/>
              <a:gd name="connsiteX49-99" fmla="*/ 672224 w 1605470"/>
              <a:gd name="connsiteY49-100" fmla="*/ 5273739 h 6858000"/>
              <a:gd name="connsiteX50-101" fmla="*/ 681823 w 1605470"/>
              <a:gd name="connsiteY50-102" fmla="*/ 5241779 h 6858000"/>
              <a:gd name="connsiteX51-103" fmla="*/ 693049 w 1605470"/>
              <a:gd name="connsiteY51-104" fmla="*/ 5225268 h 6858000"/>
              <a:gd name="connsiteX52-105" fmla="*/ 694069 w 1605470"/>
              <a:gd name="connsiteY52-106" fmla="*/ 5217684 h 6858000"/>
              <a:gd name="connsiteX53-107" fmla="*/ 701410 w 1605470"/>
              <a:gd name="connsiteY53-108" fmla="*/ 5193377 h 6858000"/>
              <a:gd name="connsiteX54-109" fmla="*/ 704713 w 1605470"/>
              <a:gd name="connsiteY54-110" fmla="*/ 5179288 h 6858000"/>
              <a:gd name="connsiteX55-111" fmla="*/ 705697 w 1605470"/>
              <a:gd name="connsiteY55-112" fmla="*/ 5173621 h 6858000"/>
              <a:gd name="connsiteX56-113" fmla="*/ 701331 w 1605470"/>
              <a:gd name="connsiteY56-114" fmla="*/ 5159961 h 6858000"/>
              <a:gd name="connsiteX57-115" fmla="*/ 708008 w 1605470"/>
              <a:gd name="connsiteY57-116" fmla="*/ 5144295 h 6858000"/>
              <a:gd name="connsiteX58-117" fmla="*/ 704941 w 1605470"/>
              <a:gd name="connsiteY58-118" fmla="*/ 5125185 h 6858000"/>
              <a:gd name="connsiteX59-119" fmla="*/ 711771 w 1605470"/>
              <a:gd name="connsiteY59-120" fmla="*/ 5121884 h 6858000"/>
              <a:gd name="connsiteX60-121" fmla="*/ 721092 w 1605470"/>
              <a:gd name="connsiteY60-122" fmla="*/ 5108383 h 6858000"/>
              <a:gd name="connsiteX61-123" fmla="*/ 717045 w 1605470"/>
              <a:gd name="connsiteY61-124" fmla="*/ 5094705 h 6858000"/>
              <a:gd name="connsiteX62-125" fmla="*/ 718807 w 1605470"/>
              <a:gd name="connsiteY62-126" fmla="*/ 5067850 h 6858000"/>
              <a:gd name="connsiteX63-127" fmla="*/ 721538 w 1605470"/>
              <a:gd name="connsiteY63-128" fmla="*/ 5060861 h 6858000"/>
              <a:gd name="connsiteX64-129" fmla="*/ 718242 w 1605470"/>
              <a:gd name="connsiteY64-130" fmla="*/ 5034192 h 6858000"/>
              <a:gd name="connsiteX65-131" fmla="*/ 719796 w 1605470"/>
              <a:gd name="connsiteY65-132" fmla="*/ 4993030 h 6858000"/>
              <a:gd name="connsiteX66-133" fmla="*/ 726705 w 1605470"/>
              <a:gd name="connsiteY66-134" fmla="*/ 4946844 h 6858000"/>
              <a:gd name="connsiteX67-135" fmla="*/ 722561 w 1605470"/>
              <a:gd name="connsiteY67-136" fmla="*/ 4932692 h 6858000"/>
              <a:gd name="connsiteX68-137" fmla="*/ 724588 w 1605470"/>
              <a:gd name="connsiteY68-138" fmla="*/ 4845927 h 6858000"/>
              <a:gd name="connsiteX69-139" fmla="*/ 724935 w 1605470"/>
              <a:gd name="connsiteY69-140" fmla="*/ 4821504 h 6858000"/>
              <a:gd name="connsiteX70-141" fmla="*/ 732118 w 1605470"/>
              <a:gd name="connsiteY70-142" fmla="*/ 4801535 h 6858000"/>
              <a:gd name="connsiteX71-143" fmla="*/ 739787 w 1605470"/>
              <a:gd name="connsiteY71-144" fmla="*/ 4797794 h 6858000"/>
              <a:gd name="connsiteX72-145" fmla="*/ 741081 w 1605470"/>
              <a:gd name="connsiteY72-146" fmla="*/ 4784526 h 6858000"/>
              <a:gd name="connsiteX73-147" fmla="*/ 742865 w 1605470"/>
              <a:gd name="connsiteY73-148" fmla="*/ 4781211 h 6858000"/>
              <a:gd name="connsiteX74-149" fmla="*/ 751652 w 1605470"/>
              <a:gd name="connsiteY74-150" fmla="*/ 4761984 h 6858000"/>
              <a:gd name="connsiteX75-151" fmla="*/ 734671 w 1605470"/>
              <a:gd name="connsiteY75-152" fmla="*/ 4715631 h 6858000"/>
              <a:gd name="connsiteX76-153" fmla="*/ 743180 w 1605470"/>
              <a:gd name="connsiteY76-154" fmla="*/ 4662965 h 6858000"/>
              <a:gd name="connsiteX77-155" fmla="*/ 729578 w 1605470"/>
              <a:gd name="connsiteY77-156" fmla="*/ 4456787 h 6858000"/>
              <a:gd name="connsiteX78-157" fmla="*/ 756542 w 1605470"/>
              <a:gd name="connsiteY78-158" fmla="*/ 4429138 h 6858000"/>
              <a:gd name="connsiteX79-159" fmla="*/ 761317 w 1605470"/>
              <a:gd name="connsiteY79-160" fmla="*/ 4346145 h 6858000"/>
              <a:gd name="connsiteX80-161" fmla="*/ 715481 w 1605470"/>
              <a:gd name="connsiteY80-162" fmla="*/ 4214165 h 6858000"/>
              <a:gd name="connsiteX81-163" fmla="*/ 721848 w 1605470"/>
              <a:gd name="connsiteY81-164" fmla="*/ 4061253 h 6858000"/>
              <a:gd name="connsiteX82-165" fmla="*/ 710868 w 1605470"/>
              <a:gd name="connsiteY82-166" fmla="*/ 4048827 h 6858000"/>
              <a:gd name="connsiteX83-167" fmla="*/ 704810 w 1605470"/>
              <a:gd name="connsiteY83-168" fmla="*/ 4033999 h 6858000"/>
              <a:gd name="connsiteX84-169" fmla="*/ 705959 w 1605470"/>
              <a:gd name="connsiteY84-170" fmla="*/ 4031933 h 6858000"/>
              <a:gd name="connsiteX85-171" fmla="*/ 704535 w 1605470"/>
              <a:gd name="connsiteY85-172" fmla="*/ 4013953 h 6858000"/>
              <a:gd name="connsiteX86-173" fmla="*/ 700443 w 1605470"/>
              <a:gd name="connsiteY86-174" fmla="*/ 4010511 h 6858000"/>
              <a:gd name="connsiteX87-175" fmla="*/ 698282 w 1605470"/>
              <a:gd name="connsiteY87-176" fmla="*/ 3998331 h 6858000"/>
              <a:gd name="connsiteX88-177" fmla="*/ 690830 w 1605470"/>
              <a:gd name="connsiteY88-178" fmla="*/ 3974753 h 6858000"/>
              <a:gd name="connsiteX89-179" fmla="*/ 692428 w 1605470"/>
              <a:gd name="connsiteY89-180" fmla="*/ 3969950 h 6858000"/>
              <a:gd name="connsiteX90-181" fmla="*/ 685850 w 1605470"/>
              <a:gd name="connsiteY90-182" fmla="*/ 3933779 h 6858000"/>
              <a:gd name="connsiteX91-183" fmla="*/ 687181 w 1605470"/>
              <a:gd name="connsiteY91-184" fmla="*/ 3933093 h 6858000"/>
              <a:gd name="connsiteX92-185" fmla="*/ 691535 w 1605470"/>
              <a:gd name="connsiteY92-186" fmla="*/ 3922082 h 6858000"/>
              <a:gd name="connsiteX93-187" fmla="*/ 696613 w 1605470"/>
              <a:gd name="connsiteY93-188" fmla="*/ 3901461 h 6858000"/>
              <a:gd name="connsiteX94-189" fmla="*/ 725908 w 1605470"/>
              <a:gd name="connsiteY94-190" fmla="*/ 3851605 h 6858000"/>
              <a:gd name="connsiteX95-191" fmla="*/ 719207 w 1605470"/>
              <a:gd name="connsiteY95-192" fmla="*/ 3813873 h 6858000"/>
              <a:gd name="connsiteX96-193" fmla="*/ 718632 w 1605470"/>
              <a:gd name="connsiteY96-194" fmla="*/ 3806161 h 6858000"/>
              <a:gd name="connsiteX97-195" fmla="*/ 718939 w 1605470"/>
              <a:gd name="connsiteY97-196" fmla="*/ 3805957 h 6858000"/>
              <a:gd name="connsiteX98-197" fmla="*/ 718966 w 1605470"/>
              <a:gd name="connsiteY98-198" fmla="*/ 3797724 h 6858000"/>
              <a:gd name="connsiteX99-199" fmla="*/ 717581 w 1605470"/>
              <a:gd name="connsiteY99-200" fmla="*/ 3792098 h 6858000"/>
              <a:gd name="connsiteX100-201" fmla="*/ 716465 w 1605470"/>
              <a:gd name="connsiteY100-202" fmla="*/ 3777135 h 6858000"/>
              <a:gd name="connsiteX101-203" fmla="*/ 718198 w 1605470"/>
              <a:gd name="connsiteY101-204" fmla="*/ 3771656 h 6858000"/>
              <a:gd name="connsiteX102-205" fmla="*/ 721941 w 1605470"/>
              <a:gd name="connsiteY102-206" fmla="*/ 3769007 h 6858000"/>
              <a:gd name="connsiteX103-207" fmla="*/ 721407 w 1605470"/>
              <a:gd name="connsiteY103-208" fmla="*/ 3767709 h 6858000"/>
              <a:gd name="connsiteX104-209" fmla="*/ 730103 w 1605470"/>
              <a:gd name="connsiteY104-210" fmla="*/ 3738082 h 6858000"/>
              <a:gd name="connsiteX105-211" fmla="*/ 737449 w 1605470"/>
              <a:gd name="connsiteY105-212" fmla="*/ 3673397 h 6858000"/>
              <a:gd name="connsiteX106-213" fmla="*/ 736745 w 1605470"/>
              <a:gd name="connsiteY106-214" fmla="*/ 3637109 h 6858000"/>
              <a:gd name="connsiteX107-215" fmla="*/ 740188 w 1605470"/>
              <a:gd name="connsiteY107-216" fmla="*/ 3536883 h 6858000"/>
              <a:gd name="connsiteX108-217" fmla="*/ 747726 w 1605470"/>
              <a:gd name="connsiteY108-218" fmla="*/ 3435652 h 6858000"/>
              <a:gd name="connsiteX109-219" fmla="*/ 774383 w 1605470"/>
              <a:gd name="connsiteY109-220" fmla="*/ 3381564 h 6858000"/>
              <a:gd name="connsiteX110-221" fmla="*/ 774870 w 1605470"/>
              <a:gd name="connsiteY110-222" fmla="*/ 3375761 h 6858000"/>
              <a:gd name="connsiteX111-223" fmla="*/ 770510 w 1605470"/>
              <a:gd name="connsiteY111-224" fmla="*/ 3361844 h 6858000"/>
              <a:gd name="connsiteX112-225" fmla="*/ 767933 w 1605470"/>
              <a:gd name="connsiteY112-226" fmla="*/ 3356929 h 6858000"/>
              <a:gd name="connsiteX113-227" fmla="*/ 766158 w 1605470"/>
              <a:gd name="connsiteY113-228" fmla="*/ 3349058 h 6858000"/>
              <a:gd name="connsiteX114-229" fmla="*/ 766414 w 1605470"/>
              <a:gd name="connsiteY114-230" fmla="*/ 3348763 h 6858000"/>
              <a:gd name="connsiteX115-231" fmla="*/ 764166 w 1605470"/>
              <a:gd name="connsiteY115-232" fmla="*/ 3341588 h 6858000"/>
              <a:gd name="connsiteX116-233" fmla="*/ 749397 w 1605470"/>
              <a:gd name="connsiteY116-234" fmla="*/ 3307769 h 6858000"/>
              <a:gd name="connsiteX117-235" fmla="*/ 766960 w 1605470"/>
              <a:gd name="connsiteY117-236" fmla="*/ 3250522 h 6858000"/>
              <a:gd name="connsiteX118-237" fmla="*/ 767385 w 1605470"/>
              <a:gd name="connsiteY118-238" fmla="*/ 3229163 h 6858000"/>
              <a:gd name="connsiteX119-239" fmla="*/ 769208 w 1605470"/>
              <a:gd name="connsiteY119-240" fmla="*/ 3217217 h 6858000"/>
              <a:gd name="connsiteX120-241" fmla="*/ 770350 w 1605470"/>
              <a:gd name="connsiteY120-242" fmla="*/ 3216125 h 6858000"/>
              <a:gd name="connsiteX121-243" fmla="*/ 756043 w 1605470"/>
              <a:gd name="connsiteY121-244" fmla="*/ 3183755 h 6858000"/>
              <a:gd name="connsiteX122-245" fmla="*/ 756544 w 1605470"/>
              <a:gd name="connsiteY122-246" fmla="*/ 3178642 h 6858000"/>
              <a:gd name="connsiteX123-247" fmla="*/ 744144 w 1605470"/>
              <a:gd name="connsiteY123-248" fmla="*/ 3158586 h 6858000"/>
              <a:gd name="connsiteX124-249" fmla="*/ 739378 w 1605470"/>
              <a:gd name="connsiteY124-250" fmla="*/ 3147669 h 6858000"/>
              <a:gd name="connsiteX125-251" fmla="*/ 734648 w 1605470"/>
              <a:gd name="connsiteY125-252" fmla="*/ 3145733 h 6858000"/>
              <a:gd name="connsiteX126-253" fmla="*/ 729329 w 1605470"/>
              <a:gd name="connsiteY126-254" fmla="*/ 3129034 h 6858000"/>
              <a:gd name="connsiteX127-255" fmla="*/ 729994 w 1605470"/>
              <a:gd name="connsiteY127-256" fmla="*/ 3126682 h 6858000"/>
              <a:gd name="connsiteX128-257" fmla="*/ 720862 w 1605470"/>
              <a:gd name="connsiteY128-258" fmla="*/ 3114519 h 6858000"/>
              <a:gd name="connsiteX129-259" fmla="*/ 707471 w 1605470"/>
              <a:gd name="connsiteY129-260" fmla="*/ 3106272 h 6858000"/>
              <a:gd name="connsiteX130-261" fmla="*/ 680201 w 1605470"/>
              <a:gd name="connsiteY130-262" fmla="*/ 2958185 h 6858000"/>
              <a:gd name="connsiteX131-263" fmla="*/ 606772 w 1605470"/>
              <a:gd name="connsiteY131-264" fmla="*/ 2847273 h 6858000"/>
              <a:gd name="connsiteX132-265" fmla="*/ 593254 w 1605470"/>
              <a:gd name="connsiteY132-266" fmla="*/ 2766463 h 6858000"/>
              <a:gd name="connsiteX133-267" fmla="*/ 613412 w 1605470"/>
              <a:gd name="connsiteY133-268" fmla="*/ 2731184 h 6858000"/>
              <a:gd name="connsiteX134-269" fmla="*/ 555080 w 1605470"/>
              <a:gd name="connsiteY134-270" fmla="*/ 2538816 h 6858000"/>
              <a:gd name="connsiteX135-271" fmla="*/ 551827 w 1605470"/>
              <a:gd name="connsiteY135-272" fmla="*/ 2485734 h 6858000"/>
              <a:gd name="connsiteX136-273" fmla="*/ 525179 w 1605470"/>
              <a:gd name="connsiteY136-274" fmla="*/ 2447068 h 6858000"/>
              <a:gd name="connsiteX137-275" fmla="*/ 529511 w 1605470"/>
              <a:gd name="connsiteY137-276" fmla="*/ 2425819 h 6858000"/>
              <a:gd name="connsiteX138-277" fmla="*/ 530521 w 1605470"/>
              <a:gd name="connsiteY138-278" fmla="*/ 2422066 h 6858000"/>
              <a:gd name="connsiteX139-279" fmla="*/ 528878 w 1605470"/>
              <a:gd name="connsiteY139-280" fmla="*/ 2408971 h 6858000"/>
              <a:gd name="connsiteX140-281" fmla="*/ 535510 w 1605470"/>
              <a:gd name="connsiteY140-282" fmla="*/ 2402874 h 6858000"/>
              <a:gd name="connsiteX141-283" fmla="*/ 538122 w 1605470"/>
              <a:gd name="connsiteY141-284" fmla="*/ 2381443 h 6858000"/>
              <a:gd name="connsiteX142-285" fmla="*/ 533116 w 1605470"/>
              <a:gd name="connsiteY142-286" fmla="*/ 2358011 h 6858000"/>
              <a:gd name="connsiteX143-287" fmla="*/ 501423 w 1605470"/>
              <a:gd name="connsiteY143-288" fmla="*/ 2249479 h 6858000"/>
              <a:gd name="connsiteX144-289" fmla="*/ 486968 w 1605470"/>
              <a:gd name="connsiteY144-290" fmla="*/ 2182937 h 6858000"/>
              <a:gd name="connsiteX145-291" fmla="*/ 488555 w 1605470"/>
              <a:gd name="connsiteY145-292" fmla="*/ 2155135 h 6858000"/>
              <a:gd name="connsiteX146-293" fmla="*/ 486013 w 1605470"/>
              <a:gd name="connsiteY146-294" fmla="*/ 2118008 h 6858000"/>
              <a:gd name="connsiteX147-295" fmla="*/ 487006 w 1605470"/>
              <a:gd name="connsiteY147-296" fmla="*/ 2050531 h 6858000"/>
              <a:gd name="connsiteX148-297" fmla="*/ 478812 w 1605470"/>
              <a:gd name="connsiteY148-298" fmla="*/ 1963269 h 6858000"/>
              <a:gd name="connsiteX149-299" fmla="*/ 442619 w 1605470"/>
              <a:gd name="connsiteY149-300" fmla="*/ 1910499 h 6858000"/>
              <a:gd name="connsiteX150-301" fmla="*/ 446785 w 1605470"/>
              <a:gd name="connsiteY150-302" fmla="*/ 1903212 h 6858000"/>
              <a:gd name="connsiteX151-303" fmla="*/ 436547 w 1605470"/>
              <a:gd name="connsiteY151-304" fmla="*/ 1861531 h 6858000"/>
              <a:gd name="connsiteX152-305" fmla="*/ 364290 w 1605470"/>
              <a:gd name="connsiteY152-306" fmla="*/ 1728772 h 6858000"/>
              <a:gd name="connsiteX153-307" fmla="*/ 345287 w 1605470"/>
              <a:gd name="connsiteY153-308" fmla="*/ 1646953 h 6858000"/>
              <a:gd name="connsiteX154-309" fmla="*/ 344412 w 1605470"/>
              <a:gd name="connsiteY154-310" fmla="*/ 1615777 h 6858000"/>
              <a:gd name="connsiteX155-311" fmla="*/ 342578 w 1605470"/>
              <a:gd name="connsiteY155-312" fmla="*/ 1563678 h 6858000"/>
              <a:gd name="connsiteX156-313" fmla="*/ 355658 w 1605470"/>
              <a:gd name="connsiteY156-314" fmla="*/ 1519474 h 6858000"/>
              <a:gd name="connsiteX157-315" fmla="*/ 348400 w 1605470"/>
              <a:gd name="connsiteY157-316" fmla="*/ 1477995 h 6858000"/>
              <a:gd name="connsiteX158-317" fmla="*/ 328025 w 1605470"/>
              <a:gd name="connsiteY158-318" fmla="*/ 1475165 h 6858000"/>
              <a:gd name="connsiteX159-319" fmla="*/ 326326 w 1605470"/>
              <a:gd name="connsiteY159-320" fmla="*/ 1428585 h 6858000"/>
              <a:gd name="connsiteX160-321" fmla="*/ 325799 w 1605470"/>
              <a:gd name="connsiteY160-322" fmla="*/ 1357181 h 6858000"/>
              <a:gd name="connsiteX161-323" fmla="*/ 320507 w 1605470"/>
              <a:gd name="connsiteY161-324" fmla="*/ 1347099 h 6858000"/>
              <a:gd name="connsiteX162-325" fmla="*/ 335347 w 1605470"/>
              <a:gd name="connsiteY162-326" fmla="*/ 1334233 h 6858000"/>
              <a:gd name="connsiteX163-327" fmla="*/ 342792 w 1605470"/>
              <a:gd name="connsiteY163-328" fmla="*/ 1307086 h 6858000"/>
              <a:gd name="connsiteX164-329" fmla="*/ 343980 w 1605470"/>
              <a:gd name="connsiteY164-330" fmla="*/ 1189033 h 6858000"/>
              <a:gd name="connsiteX165-331" fmla="*/ 348665 w 1605470"/>
              <a:gd name="connsiteY165-332" fmla="*/ 1168288 h 6858000"/>
              <a:gd name="connsiteX166-333" fmla="*/ 340947 w 1605470"/>
              <a:gd name="connsiteY166-334" fmla="*/ 1142577 h 6858000"/>
              <a:gd name="connsiteX167-335" fmla="*/ 330253 w 1605470"/>
              <a:gd name="connsiteY167-336" fmla="*/ 1088484 h 6858000"/>
              <a:gd name="connsiteX168-337" fmla="*/ 314647 w 1605470"/>
              <a:gd name="connsiteY168-338" fmla="*/ 1053424 h 6858000"/>
              <a:gd name="connsiteX169-339" fmla="*/ 322906 w 1605470"/>
              <a:gd name="connsiteY169-340" fmla="*/ 1044367 h 6858000"/>
              <a:gd name="connsiteX170-341" fmla="*/ 326818 w 1605470"/>
              <a:gd name="connsiteY170-342" fmla="*/ 1022828 h 6858000"/>
              <a:gd name="connsiteX171-343" fmla="*/ 320445 w 1605470"/>
              <a:gd name="connsiteY171-344" fmla="*/ 932283 h 6858000"/>
              <a:gd name="connsiteX172-345" fmla="*/ 322681 w 1605470"/>
              <a:gd name="connsiteY172-346" fmla="*/ 915925 h 6858000"/>
              <a:gd name="connsiteX173-347" fmla="*/ 315310 w 1605470"/>
              <a:gd name="connsiteY173-348" fmla="*/ 896999 h 6858000"/>
              <a:gd name="connsiteX174-349" fmla="*/ 284718 w 1605470"/>
              <a:gd name="connsiteY174-350" fmla="*/ 821517 h 6858000"/>
              <a:gd name="connsiteX175-351" fmla="*/ 270682 w 1605470"/>
              <a:gd name="connsiteY175-352" fmla="*/ 786519 h 6858000"/>
              <a:gd name="connsiteX176-353" fmla="*/ 265483 w 1605470"/>
              <a:gd name="connsiteY176-354" fmla="*/ 784963 h 6858000"/>
              <a:gd name="connsiteX177-355" fmla="*/ 270939 w 1605470"/>
              <a:gd name="connsiteY177-356" fmla="*/ 776648 h 6858000"/>
              <a:gd name="connsiteX178-357" fmla="*/ 263668 w 1605470"/>
              <a:gd name="connsiteY178-358" fmla="*/ 751353 h 6858000"/>
              <a:gd name="connsiteX179-359" fmla="*/ 254540 w 1605470"/>
              <a:gd name="connsiteY179-360" fmla="*/ 741965 h 6858000"/>
              <a:gd name="connsiteX180-361" fmla="*/ 252501 w 1605470"/>
              <a:gd name="connsiteY180-362" fmla="*/ 724635 h 6858000"/>
              <a:gd name="connsiteX181-363" fmla="*/ 248897 w 1605470"/>
              <a:gd name="connsiteY181-364" fmla="*/ 681659 h 6858000"/>
              <a:gd name="connsiteX182-365" fmla="*/ 234316 w 1605470"/>
              <a:gd name="connsiteY182-366" fmla="*/ 635218 h 6858000"/>
              <a:gd name="connsiteX183-367" fmla="*/ 239327 w 1605470"/>
              <a:gd name="connsiteY183-368" fmla="*/ 613763 h 6858000"/>
              <a:gd name="connsiteX184-369" fmla="*/ 225269 w 1605470"/>
              <a:gd name="connsiteY184-370" fmla="*/ 598582 h 6858000"/>
              <a:gd name="connsiteX185-371" fmla="*/ 224950 w 1605470"/>
              <a:gd name="connsiteY185-372" fmla="*/ 576846 h 6858000"/>
              <a:gd name="connsiteX186-373" fmla="*/ 204632 w 1605470"/>
              <a:gd name="connsiteY186-374" fmla="*/ 553868 h 6858000"/>
              <a:gd name="connsiteX187-375" fmla="*/ 239317 w 1605470"/>
              <a:gd name="connsiteY187-376" fmla="*/ 517614 h 6858000"/>
              <a:gd name="connsiteX188-377" fmla="*/ 201693 w 1605470"/>
              <a:gd name="connsiteY188-378" fmla="*/ 469651 h 6858000"/>
              <a:gd name="connsiteX189-379" fmla="*/ 195012 w 1605470"/>
              <a:gd name="connsiteY189-380" fmla="*/ 448559 h 6858000"/>
              <a:gd name="connsiteX190-381" fmla="*/ 201434 w 1605470"/>
              <a:gd name="connsiteY190-382" fmla="*/ 441529 h 6858000"/>
              <a:gd name="connsiteX191-383" fmla="*/ 200655 w 1605470"/>
              <a:gd name="connsiteY191-384" fmla="*/ 428927 h 6858000"/>
              <a:gd name="connsiteX192-385" fmla="*/ 190059 w 1605470"/>
              <a:gd name="connsiteY192-386" fmla="*/ 430161 h 6858000"/>
              <a:gd name="connsiteX193-387" fmla="*/ 184450 w 1605470"/>
              <a:gd name="connsiteY193-388" fmla="*/ 396240 h 6858000"/>
              <a:gd name="connsiteX194-389" fmla="*/ 146196 w 1605470"/>
              <a:gd name="connsiteY194-390" fmla="*/ 358810 h 6858000"/>
              <a:gd name="connsiteX195-391" fmla="*/ 124571 w 1605470"/>
              <a:gd name="connsiteY195-392" fmla="*/ 302178 h 6858000"/>
              <a:gd name="connsiteX196-393" fmla="*/ 103243 w 1605470"/>
              <a:gd name="connsiteY196-394" fmla="*/ 211375 h 6858000"/>
              <a:gd name="connsiteX197-395" fmla="*/ 94571 w 1605470"/>
              <a:gd name="connsiteY197-396" fmla="*/ 184179 h 6858000"/>
              <a:gd name="connsiteX198-397" fmla="*/ 13437 w 1605470"/>
              <a:gd name="connsiteY198-398" fmla="*/ 19287 h 6858000"/>
              <a:gd name="connsiteX199-399" fmla="*/ 0 w 1605470"/>
              <a:gd name="connsiteY199-400" fmla="*/ 0 h 6858000"/>
              <a:gd name="connsiteX0-401" fmla="*/ 0 w 1605470"/>
              <a:gd name="connsiteY0-402" fmla="*/ 0 h 6858000"/>
              <a:gd name="connsiteX1-403" fmla="*/ 1605470 w 1605470"/>
              <a:gd name="connsiteY1-404" fmla="*/ 0 h 6858000"/>
              <a:gd name="connsiteX2-405" fmla="*/ 1605470 w 1605470"/>
              <a:gd name="connsiteY2-406" fmla="*/ 6858000 h 6858000"/>
              <a:gd name="connsiteX3-407" fmla="*/ 154105 w 1605470"/>
              <a:gd name="connsiteY3-408" fmla="*/ 6858000 h 6858000"/>
              <a:gd name="connsiteX4-409" fmla="*/ 154246 w 1605470"/>
              <a:gd name="connsiteY4-410" fmla="*/ 6857735 h 6858000"/>
              <a:gd name="connsiteX5-411" fmla="*/ 166295 w 1605470"/>
              <a:gd name="connsiteY5-412" fmla="*/ 6809549 h 6858000"/>
              <a:gd name="connsiteX6-413" fmla="*/ 198506 w 1605470"/>
              <a:gd name="connsiteY6-414" fmla="*/ 6715115 h 6858000"/>
              <a:gd name="connsiteX7-415" fmla="*/ 208357 w 1605470"/>
              <a:gd name="connsiteY7-416" fmla="*/ 6680170 h 6858000"/>
              <a:gd name="connsiteX8-417" fmla="*/ 233907 w 1605470"/>
              <a:gd name="connsiteY8-418" fmla="*/ 6621207 h 6858000"/>
              <a:gd name="connsiteX9-419" fmla="*/ 250564 w 1605470"/>
              <a:gd name="connsiteY9-420" fmla="*/ 6596265 h 6858000"/>
              <a:gd name="connsiteX10-421" fmla="*/ 250443 w 1605470"/>
              <a:gd name="connsiteY10-422" fmla="*/ 6594818 h 6858000"/>
              <a:gd name="connsiteX11-423" fmla="*/ 254688 w 1605470"/>
              <a:gd name="connsiteY11-424" fmla="*/ 6593735 h 6858000"/>
              <a:gd name="connsiteX12-425" fmla="*/ 257885 w 1605470"/>
              <a:gd name="connsiteY12-426" fmla="*/ 6589172 h 6858000"/>
              <a:gd name="connsiteX13-427" fmla="*/ 261179 w 1605470"/>
              <a:gd name="connsiteY13-428" fmla="*/ 6574442 h 6858000"/>
              <a:gd name="connsiteX14-429" fmla="*/ 261519 w 1605470"/>
              <a:gd name="connsiteY14-430" fmla="*/ 6568530 h 6858000"/>
              <a:gd name="connsiteX15-431" fmla="*/ 263928 w 1605470"/>
              <a:gd name="connsiteY15-432" fmla="*/ 6560674 h 6858000"/>
              <a:gd name="connsiteX16-433" fmla="*/ 264273 w 1605470"/>
              <a:gd name="connsiteY16-434" fmla="*/ 6560598 h 6858000"/>
              <a:gd name="connsiteX17-435" fmla="*/ 265970 w 1605470"/>
              <a:gd name="connsiteY17-436" fmla="*/ 6553006 h 6858000"/>
              <a:gd name="connsiteX18-437" fmla="*/ 270666 w 1605470"/>
              <a:gd name="connsiteY18-438" fmla="*/ 6514360 h 6858000"/>
              <a:gd name="connsiteX19-439" fmla="*/ 312320 w 1605470"/>
              <a:gd name="connsiteY19-440" fmla="*/ 6478062 h 6858000"/>
              <a:gd name="connsiteX20-441" fmla="*/ 323009 w 1605470"/>
              <a:gd name="connsiteY20-442" fmla="*/ 6460325 h 6858000"/>
              <a:gd name="connsiteX21-443" fmla="*/ 330242 w 1605470"/>
              <a:gd name="connsiteY21-444" fmla="*/ 6451488 h 6858000"/>
              <a:gd name="connsiteX22-445" fmla="*/ 331677 w 1605470"/>
              <a:gd name="connsiteY22-446" fmla="*/ 6451348 h 6858000"/>
              <a:gd name="connsiteX23-447" fmla="*/ 336035 w 1605470"/>
              <a:gd name="connsiteY23-448" fmla="*/ 6414240 h 6858000"/>
              <a:gd name="connsiteX24-449" fmla="*/ 338911 w 1605470"/>
              <a:gd name="connsiteY24-450" fmla="*/ 6410269 h 6858000"/>
              <a:gd name="connsiteX25-451" fmla="*/ 338811 w 1605470"/>
              <a:gd name="connsiteY25-452" fmla="*/ 6384857 h 6858000"/>
              <a:gd name="connsiteX26-453" fmla="*/ 340328 w 1605470"/>
              <a:gd name="connsiteY26-454" fmla="*/ 6372381 h 6858000"/>
              <a:gd name="connsiteX27-455" fmla="*/ 337522 w 1605470"/>
              <a:gd name="connsiteY27-456" fmla="*/ 6367510 h 6858000"/>
              <a:gd name="connsiteX28-457" fmla="*/ 341402 w 1605470"/>
              <a:gd name="connsiteY28-458" fmla="*/ 6349778 h 6858000"/>
              <a:gd name="connsiteX29-459" fmla="*/ 343067 w 1605470"/>
              <a:gd name="connsiteY29-460" fmla="*/ 6348250 h 6858000"/>
              <a:gd name="connsiteX30-461" fmla="*/ 341730 w 1605470"/>
              <a:gd name="connsiteY30-462" fmla="*/ 6331735 h 6858000"/>
              <a:gd name="connsiteX31-463" fmla="*/ 335123 w 1605470"/>
              <a:gd name="connsiteY31-464" fmla="*/ 6315613 h 6858000"/>
              <a:gd name="connsiteX32-465" fmla="*/ 385303 w 1605470"/>
              <a:gd name="connsiteY32-466" fmla="*/ 6171970 h 6858000"/>
              <a:gd name="connsiteX33-467" fmla="*/ 380910 w 1605470"/>
              <a:gd name="connsiteY33-468" fmla="*/ 6028119 h 6858000"/>
              <a:gd name="connsiteX34-469" fmla="*/ 409371 w 1605470"/>
              <a:gd name="connsiteY34-470" fmla="*/ 5950668 h 6858000"/>
              <a:gd name="connsiteX35-471" fmla="*/ 442432 w 1605470"/>
              <a:gd name="connsiteY35-472" fmla="*/ 5934687 h 6858000"/>
              <a:gd name="connsiteX36-473" fmla="*/ 489472 w 1605470"/>
              <a:gd name="connsiteY36-474" fmla="*/ 5732419 h 6858000"/>
              <a:gd name="connsiteX37-475" fmla="*/ 512623 w 1605470"/>
              <a:gd name="connsiteY37-476" fmla="*/ 5685392 h 6858000"/>
              <a:gd name="connsiteX38-477" fmla="*/ 510261 w 1605470"/>
              <a:gd name="connsiteY38-478" fmla="*/ 5634527 h 6858000"/>
              <a:gd name="connsiteX39-479" fmla="*/ 523992 w 1605470"/>
              <a:gd name="connsiteY39-480" fmla="*/ 5619557 h 6858000"/>
              <a:gd name="connsiteX40-481" fmla="*/ 526609 w 1605470"/>
              <a:gd name="connsiteY40-482" fmla="*/ 5617081 h 6858000"/>
              <a:gd name="connsiteX41-483" fmla="*/ 531653 w 1605470"/>
              <a:gd name="connsiteY41-484" fmla="*/ 5604904 h 6858000"/>
              <a:gd name="connsiteX42-485" fmla="*/ 539863 w 1605470"/>
              <a:gd name="connsiteY42-486" fmla="*/ 5604298 h 6858000"/>
              <a:gd name="connsiteX43-487" fmla="*/ 552319 w 1605470"/>
              <a:gd name="connsiteY43-488" fmla="*/ 5587997 h 6858000"/>
              <a:gd name="connsiteX44-489" fmla="*/ 559710 w 1605470"/>
              <a:gd name="connsiteY44-490" fmla="*/ 5564796 h 6858000"/>
              <a:gd name="connsiteX45-491" fmla="*/ 587214 w 1605470"/>
              <a:gd name="connsiteY45-492" fmla="*/ 5451511 h 6858000"/>
              <a:gd name="connsiteX46-493" fmla="*/ 608019 w 1605470"/>
              <a:gd name="connsiteY46-494" fmla="*/ 5385461 h 6858000"/>
              <a:gd name="connsiteX47-495" fmla="*/ 622750 w 1605470"/>
              <a:gd name="connsiteY47-496" fmla="*/ 5363084 h 6858000"/>
              <a:gd name="connsiteX48-497" fmla="*/ 638731 w 1605470"/>
              <a:gd name="connsiteY48-498" fmla="*/ 5330009 h 6858000"/>
              <a:gd name="connsiteX49-499" fmla="*/ 672224 w 1605470"/>
              <a:gd name="connsiteY49-500" fmla="*/ 5273739 h 6858000"/>
              <a:gd name="connsiteX50-501" fmla="*/ 681823 w 1605470"/>
              <a:gd name="connsiteY50-502" fmla="*/ 5241779 h 6858000"/>
              <a:gd name="connsiteX51-503" fmla="*/ 693049 w 1605470"/>
              <a:gd name="connsiteY51-504" fmla="*/ 5225268 h 6858000"/>
              <a:gd name="connsiteX52-505" fmla="*/ 694069 w 1605470"/>
              <a:gd name="connsiteY52-506" fmla="*/ 5217684 h 6858000"/>
              <a:gd name="connsiteX53-507" fmla="*/ 701410 w 1605470"/>
              <a:gd name="connsiteY53-508" fmla="*/ 5193377 h 6858000"/>
              <a:gd name="connsiteX54-509" fmla="*/ 704713 w 1605470"/>
              <a:gd name="connsiteY54-510" fmla="*/ 5179288 h 6858000"/>
              <a:gd name="connsiteX55-511" fmla="*/ 705697 w 1605470"/>
              <a:gd name="connsiteY55-512" fmla="*/ 5173621 h 6858000"/>
              <a:gd name="connsiteX56-513" fmla="*/ 701331 w 1605470"/>
              <a:gd name="connsiteY56-514" fmla="*/ 5159961 h 6858000"/>
              <a:gd name="connsiteX57-515" fmla="*/ 708008 w 1605470"/>
              <a:gd name="connsiteY57-516" fmla="*/ 5144295 h 6858000"/>
              <a:gd name="connsiteX58-517" fmla="*/ 704941 w 1605470"/>
              <a:gd name="connsiteY58-518" fmla="*/ 5125185 h 6858000"/>
              <a:gd name="connsiteX59-519" fmla="*/ 711771 w 1605470"/>
              <a:gd name="connsiteY59-520" fmla="*/ 5121884 h 6858000"/>
              <a:gd name="connsiteX60-521" fmla="*/ 721092 w 1605470"/>
              <a:gd name="connsiteY60-522" fmla="*/ 5108383 h 6858000"/>
              <a:gd name="connsiteX61-523" fmla="*/ 717045 w 1605470"/>
              <a:gd name="connsiteY61-524" fmla="*/ 5094705 h 6858000"/>
              <a:gd name="connsiteX62-525" fmla="*/ 718807 w 1605470"/>
              <a:gd name="connsiteY62-526" fmla="*/ 5067850 h 6858000"/>
              <a:gd name="connsiteX63-527" fmla="*/ 721538 w 1605470"/>
              <a:gd name="connsiteY63-528" fmla="*/ 5060861 h 6858000"/>
              <a:gd name="connsiteX64-529" fmla="*/ 718242 w 1605470"/>
              <a:gd name="connsiteY64-530" fmla="*/ 5034192 h 6858000"/>
              <a:gd name="connsiteX65-531" fmla="*/ 719796 w 1605470"/>
              <a:gd name="connsiteY65-532" fmla="*/ 4993030 h 6858000"/>
              <a:gd name="connsiteX66-533" fmla="*/ 726705 w 1605470"/>
              <a:gd name="connsiteY66-534" fmla="*/ 4946844 h 6858000"/>
              <a:gd name="connsiteX67-535" fmla="*/ 722561 w 1605470"/>
              <a:gd name="connsiteY67-536" fmla="*/ 4932692 h 6858000"/>
              <a:gd name="connsiteX68-537" fmla="*/ 724588 w 1605470"/>
              <a:gd name="connsiteY68-538" fmla="*/ 4845927 h 6858000"/>
              <a:gd name="connsiteX69-539" fmla="*/ 724935 w 1605470"/>
              <a:gd name="connsiteY69-540" fmla="*/ 4821504 h 6858000"/>
              <a:gd name="connsiteX70-541" fmla="*/ 732118 w 1605470"/>
              <a:gd name="connsiteY70-542" fmla="*/ 4801535 h 6858000"/>
              <a:gd name="connsiteX71-543" fmla="*/ 739787 w 1605470"/>
              <a:gd name="connsiteY71-544" fmla="*/ 4797794 h 6858000"/>
              <a:gd name="connsiteX72-545" fmla="*/ 741081 w 1605470"/>
              <a:gd name="connsiteY72-546" fmla="*/ 4784526 h 6858000"/>
              <a:gd name="connsiteX73-547" fmla="*/ 742865 w 1605470"/>
              <a:gd name="connsiteY73-548" fmla="*/ 4781211 h 6858000"/>
              <a:gd name="connsiteX74-549" fmla="*/ 751652 w 1605470"/>
              <a:gd name="connsiteY74-550" fmla="*/ 4761984 h 6858000"/>
              <a:gd name="connsiteX75-551" fmla="*/ 734671 w 1605470"/>
              <a:gd name="connsiteY75-552" fmla="*/ 4715631 h 6858000"/>
              <a:gd name="connsiteX76-553" fmla="*/ 743180 w 1605470"/>
              <a:gd name="connsiteY76-554" fmla="*/ 4662965 h 6858000"/>
              <a:gd name="connsiteX77-555" fmla="*/ 729578 w 1605470"/>
              <a:gd name="connsiteY77-556" fmla="*/ 4456787 h 6858000"/>
              <a:gd name="connsiteX78-557" fmla="*/ 756542 w 1605470"/>
              <a:gd name="connsiteY78-558" fmla="*/ 4429138 h 6858000"/>
              <a:gd name="connsiteX79-559" fmla="*/ 761317 w 1605470"/>
              <a:gd name="connsiteY79-560" fmla="*/ 4346145 h 6858000"/>
              <a:gd name="connsiteX80-561" fmla="*/ 715481 w 1605470"/>
              <a:gd name="connsiteY80-562" fmla="*/ 4214165 h 6858000"/>
              <a:gd name="connsiteX81-563" fmla="*/ 721848 w 1605470"/>
              <a:gd name="connsiteY81-564" fmla="*/ 4061253 h 6858000"/>
              <a:gd name="connsiteX82-565" fmla="*/ 710868 w 1605470"/>
              <a:gd name="connsiteY82-566" fmla="*/ 4048827 h 6858000"/>
              <a:gd name="connsiteX83-567" fmla="*/ 704810 w 1605470"/>
              <a:gd name="connsiteY83-568" fmla="*/ 4033999 h 6858000"/>
              <a:gd name="connsiteX84-569" fmla="*/ 705959 w 1605470"/>
              <a:gd name="connsiteY84-570" fmla="*/ 4031933 h 6858000"/>
              <a:gd name="connsiteX85-571" fmla="*/ 704535 w 1605470"/>
              <a:gd name="connsiteY85-572" fmla="*/ 4013953 h 6858000"/>
              <a:gd name="connsiteX86-573" fmla="*/ 700443 w 1605470"/>
              <a:gd name="connsiteY86-574" fmla="*/ 4010511 h 6858000"/>
              <a:gd name="connsiteX87-575" fmla="*/ 698282 w 1605470"/>
              <a:gd name="connsiteY87-576" fmla="*/ 3998331 h 6858000"/>
              <a:gd name="connsiteX88-577" fmla="*/ 690830 w 1605470"/>
              <a:gd name="connsiteY88-578" fmla="*/ 3974753 h 6858000"/>
              <a:gd name="connsiteX89-579" fmla="*/ 692428 w 1605470"/>
              <a:gd name="connsiteY89-580" fmla="*/ 3969950 h 6858000"/>
              <a:gd name="connsiteX90-581" fmla="*/ 685850 w 1605470"/>
              <a:gd name="connsiteY90-582" fmla="*/ 3933779 h 6858000"/>
              <a:gd name="connsiteX91-583" fmla="*/ 687181 w 1605470"/>
              <a:gd name="connsiteY91-584" fmla="*/ 3933093 h 6858000"/>
              <a:gd name="connsiteX92-585" fmla="*/ 691535 w 1605470"/>
              <a:gd name="connsiteY92-586" fmla="*/ 3922082 h 6858000"/>
              <a:gd name="connsiteX93-587" fmla="*/ 696613 w 1605470"/>
              <a:gd name="connsiteY93-588" fmla="*/ 3901461 h 6858000"/>
              <a:gd name="connsiteX94-589" fmla="*/ 725908 w 1605470"/>
              <a:gd name="connsiteY94-590" fmla="*/ 3851605 h 6858000"/>
              <a:gd name="connsiteX95-591" fmla="*/ 719207 w 1605470"/>
              <a:gd name="connsiteY95-592" fmla="*/ 3813873 h 6858000"/>
              <a:gd name="connsiteX96-593" fmla="*/ 718632 w 1605470"/>
              <a:gd name="connsiteY96-594" fmla="*/ 3806161 h 6858000"/>
              <a:gd name="connsiteX97-595" fmla="*/ 718939 w 1605470"/>
              <a:gd name="connsiteY97-596" fmla="*/ 3805957 h 6858000"/>
              <a:gd name="connsiteX98-597" fmla="*/ 718966 w 1605470"/>
              <a:gd name="connsiteY98-598" fmla="*/ 3797724 h 6858000"/>
              <a:gd name="connsiteX99-599" fmla="*/ 717581 w 1605470"/>
              <a:gd name="connsiteY99-600" fmla="*/ 3792098 h 6858000"/>
              <a:gd name="connsiteX100-601" fmla="*/ 716465 w 1605470"/>
              <a:gd name="connsiteY100-602" fmla="*/ 3777135 h 6858000"/>
              <a:gd name="connsiteX101-603" fmla="*/ 718198 w 1605470"/>
              <a:gd name="connsiteY101-604" fmla="*/ 3771656 h 6858000"/>
              <a:gd name="connsiteX102-605" fmla="*/ 721941 w 1605470"/>
              <a:gd name="connsiteY102-606" fmla="*/ 3769007 h 6858000"/>
              <a:gd name="connsiteX103-607" fmla="*/ 721407 w 1605470"/>
              <a:gd name="connsiteY103-608" fmla="*/ 3767709 h 6858000"/>
              <a:gd name="connsiteX104-609" fmla="*/ 730103 w 1605470"/>
              <a:gd name="connsiteY104-610" fmla="*/ 3738082 h 6858000"/>
              <a:gd name="connsiteX105-611" fmla="*/ 737449 w 1605470"/>
              <a:gd name="connsiteY105-612" fmla="*/ 3673397 h 6858000"/>
              <a:gd name="connsiteX106-613" fmla="*/ 736745 w 1605470"/>
              <a:gd name="connsiteY106-614" fmla="*/ 3637109 h 6858000"/>
              <a:gd name="connsiteX107-615" fmla="*/ 740188 w 1605470"/>
              <a:gd name="connsiteY107-616" fmla="*/ 3536883 h 6858000"/>
              <a:gd name="connsiteX108-617" fmla="*/ 747726 w 1605470"/>
              <a:gd name="connsiteY108-618" fmla="*/ 3435652 h 6858000"/>
              <a:gd name="connsiteX109-619" fmla="*/ 774383 w 1605470"/>
              <a:gd name="connsiteY109-620" fmla="*/ 3381564 h 6858000"/>
              <a:gd name="connsiteX110-621" fmla="*/ 774870 w 1605470"/>
              <a:gd name="connsiteY110-622" fmla="*/ 3375761 h 6858000"/>
              <a:gd name="connsiteX111-623" fmla="*/ 770510 w 1605470"/>
              <a:gd name="connsiteY111-624" fmla="*/ 3361844 h 6858000"/>
              <a:gd name="connsiteX112-625" fmla="*/ 767933 w 1605470"/>
              <a:gd name="connsiteY112-626" fmla="*/ 3356929 h 6858000"/>
              <a:gd name="connsiteX113-627" fmla="*/ 766158 w 1605470"/>
              <a:gd name="connsiteY113-628" fmla="*/ 3349058 h 6858000"/>
              <a:gd name="connsiteX114-629" fmla="*/ 766414 w 1605470"/>
              <a:gd name="connsiteY114-630" fmla="*/ 3348763 h 6858000"/>
              <a:gd name="connsiteX115-631" fmla="*/ 764166 w 1605470"/>
              <a:gd name="connsiteY115-632" fmla="*/ 3341588 h 6858000"/>
              <a:gd name="connsiteX116-633" fmla="*/ 749397 w 1605470"/>
              <a:gd name="connsiteY116-634" fmla="*/ 3307769 h 6858000"/>
              <a:gd name="connsiteX117-635" fmla="*/ 766960 w 1605470"/>
              <a:gd name="connsiteY117-636" fmla="*/ 3250522 h 6858000"/>
              <a:gd name="connsiteX118-637" fmla="*/ 767385 w 1605470"/>
              <a:gd name="connsiteY118-638" fmla="*/ 3229163 h 6858000"/>
              <a:gd name="connsiteX119-639" fmla="*/ 769208 w 1605470"/>
              <a:gd name="connsiteY119-640" fmla="*/ 3217217 h 6858000"/>
              <a:gd name="connsiteX120-641" fmla="*/ 770350 w 1605470"/>
              <a:gd name="connsiteY120-642" fmla="*/ 3216125 h 6858000"/>
              <a:gd name="connsiteX121-643" fmla="*/ 756043 w 1605470"/>
              <a:gd name="connsiteY121-644" fmla="*/ 3183755 h 6858000"/>
              <a:gd name="connsiteX122-645" fmla="*/ 756544 w 1605470"/>
              <a:gd name="connsiteY122-646" fmla="*/ 3178642 h 6858000"/>
              <a:gd name="connsiteX123-647" fmla="*/ 744144 w 1605470"/>
              <a:gd name="connsiteY123-648" fmla="*/ 3158586 h 6858000"/>
              <a:gd name="connsiteX124-649" fmla="*/ 739378 w 1605470"/>
              <a:gd name="connsiteY124-650" fmla="*/ 3147669 h 6858000"/>
              <a:gd name="connsiteX125-651" fmla="*/ 734648 w 1605470"/>
              <a:gd name="connsiteY125-652" fmla="*/ 3145733 h 6858000"/>
              <a:gd name="connsiteX126-653" fmla="*/ 729329 w 1605470"/>
              <a:gd name="connsiteY126-654" fmla="*/ 3129034 h 6858000"/>
              <a:gd name="connsiteX127-655" fmla="*/ 729994 w 1605470"/>
              <a:gd name="connsiteY127-656" fmla="*/ 3126682 h 6858000"/>
              <a:gd name="connsiteX128-657" fmla="*/ 720862 w 1605470"/>
              <a:gd name="connsiteY128-658" fmla="*/ 3114519 h 6858000"/>
              <a:gd name="connsiteX129-659" fmla="*/ 707471 w 1605470"/>
              <a:gd name="connsiteY129-660" fmla="*/ 3106272 h 6858000"/>
              <a:gd name="connsiteX130-661" fmla="*/ 680201 w 1605470"/>
              <a:gd name="connsiteY130-662" fmla="*/ 2958185 h 6858000"/>
              <a:gd name="connsiteX131-663" fmla="*/ 606772 w 1605470"/>
              <a:gd name="connsiteY131-664" fmla="*/ 2847273 h 6858000"/>
              <a:gd name="connsiteX132-665" fmla="*/ 613412 w 1605470"/>
              <a:gd name="connsiteY132-666" fmla="*/ 2731184 h 6858000"/>
              <a:gd name="connsiteX133-667" fmla="*/ 555080 w 1605470"/>
              <a:gd name="connsiteY133-668" fmla="*/ 2538816 h 6858000"/>
              <a:gd name="connsiteX134-669" fmla="*/ 551827 w 1605470"/>
              <a:gd name="connsiteY134-670" fmla="*/ 2485734 h 6858000"/>
              <a:gd name="connsiteX135-671" fmla="*/ 525179 w 1605470"/>
              <a:gd name="connsiteY135-672" fmla="*/ 2447068 h 6858000"/>
              <a:gd name="connsiteX136-673" fmla="*/ 529511 w 1605470"/>
              <a:gd name="connsiteY136-674" fmla="*/ 2425819 h 6858000"/>
              <a:gd name="connsiteX137-675" fmla="*/ 530521 w 1605470"/>
              <a:gd name="connsiteY137-676" fmla="*/ 2422066 h 6858000"/>
              <a:gd name="connsiteX138-677" fmla="*/ 528878 w 1605470"/>
              <a:gd name="connsiteY138-678" fmla="*/ 2408971 h 6858000"/>
              <a:gd name="connsiteX139-679" fmla="*/ 535510 w 1605470"/>
              <a:gd name="connsiteY139-680" fmla="*/ 2402874 h 6858000"/>
              <a:gd name="connsiteX140-681" fmla="*/ 538122 w 1605470"/>
              <a:gd name="connsiteY140-682" fmla="*/ 2381443 h 6858000"/>
              <a:gd name="connsiteX141-683" fmla="*/ 533116 w 1605470"/>
              <a:gd name="connsiteY141-684" fmla="*/ 2358011 h 6858000"/>
              <a:gd name="connsiteX142-685" fmla="*/ 501423 w 1605470"/>
              <a:gd name="connsiteY142-686" fmla="*/ 2249479 h 6858000"/>
              <a:gd name="connsiteX143-687" fmla="*/ 486968 w 1605470"/>
              <a:gd name="connsiteY143-688" fmla="*/ 2182937 h 6858000"/>
              <a:gd name="connsiteX144-689" fmla="*/ 488555 w 1605470"/>
              <a:gd name="connsiteY144-690" fmla="*/ 2155135 h 6858000"/>
              <a:gd name="connsiteX145-691" fmla="*/ 486013 w 1605470"/>
              <a:gd name="connsiteY145-692" fmla="*/ 2118008 h 6858000"/>
              <a:gd name="connsiteX146-693" fmla="*/ 487006 w 1605470"/>
              <a:gd name="connsiteY146-694" fmla="*/ 2050531 h 6858000"/>
              <a:gd name="connsiteX147-695" fmla="*/ 478812 w 1605470"/>
              <a:gd name="connsiteY147-696" fmla="*/ 1963269 h 6858000"/>
              <a:gd name="connsiteX148-697" fmla="*/ 442619 w 1605470"/>
              <a:gd name="connsiteY148-698" fmla="*/ 1910499 h 6858000"/>
              <a:gd name="connsiteX149-699" fmla="*/ 446785 w 1605470"/>
              <a:gd name="connsiteY149-700" fmla="*/ 1903212 h 6858000"/>
              <a:gd name="connsiteX150-701" fmla="*/ 436547 w 1605470"/>
              <a:gd name="connsiteY150-702" fmla="*/ 1861531 h 6858000"/>
              <a:gd name="connsiteX151-703" fmla="*/ 364290 w 1605470"/>
              <a:gd name="connsiteY151-704" fmla="*/ 1728772 h 6858000"/>
              <a:gd name="connsiteX152-705" fmla="*/ 345287 w 1605470"/>
              <a:gd name="connsiteY152-706" fmla="*/ 1646953 h 6858000"/>
              <a:gd name="connsiteX153-707" fmla="*/ 344412 w 1605470"/>
              <a:gd name="connsiteY153-708" fmla="*/ 1615777 h 6858000"/>
              <a:gd name="connsiteX154-709" fmla="*/ 342578 w 1605470"/>
              <a:gd name="connsiteY154-710" fmla="*/ 1563678 h 6858000"/>
              <a:gd name="connsiteX155-711" fmla="*/ 355658 w 1605470"/>
              <a:gd name="connsiteY155-712" fmla="*/ 1519474 h 6858000"/>
              <a:gd name="connsiteX156-713" fmla="*/ 348400 w 1605470"/>
              <a:gd name="connsiteY156-714" fmla="*/ 1477995 h 6858000"/>
              <a:gd name="connsiteX157-715" fmla="*/ 328025 w 1605470"/>
              <a:gd name="connsiteY157-716" fmla="*/ 1475165 h 6858000"/>
              <a:gd name="connsiteX158-717" fmla="*/ 326326 w 1605470"/>
              <a:gd name="connsiteY158-718" fmla="*/ 1428585 h 6858000"/>
              <a:gd name="connsiteX159-719" fmla="*/ 325799 w 1605470"/>
              <a:gd name="connsiteY159-720" fmla="*/ 1357181 h 6858000"/>
              <a:gd name="connsiteX160-721" fmla="*/ 320507 w 1605470"/>
              <a:gd name="connsiteY160-722" fmla="*/ 1347099 h 6858000"/>
              <a:gd name="connsiteX161-723" fmla="*/ 335347 w 1605470"/>
              <a:gd name="connsiteY161-724" fmla="*/ 1334233 h 6858000"/>
              <a:gd name="connsiteX162-725" fmla="*/ 342792 w 1605470"/>
              <a:gd name="connsiteY162-726" fmla="*/ 1307086 h 6858000"/>
              <a:gd name="connsiteX163-727" fmla="*/ 343980 w 1605470"/>
              <a:gd name="connsiteY163-728" fmla="*/ 1189033 h 6858000"/>
              <a:gd name="connsiteX164-729" fmla="*/ 348665 w 1605470"/>
              <a:gd name="connsiteY164-730" fmla="*/ 1168288 h 6858000"/>
              <a:gd name="connsiteX165-731" fmla="*/ 340947 w 1605470"/>
              <a:gd name="connsiteY165-732" fmla="*/ 1142577 h 6858000"/>
              <a:gd name="connsiteX166-733" fmla="*/ 330253 w 1605470"/>
              <a:gd name="connsiteY166-734" fmla="*/ 1088484 h 6858000"/>
              <a:gd name="connsiteX167-735" fmla="*/ 314647 w 1605470"/>
              <a:gd name="connsiteY167-736" fmla="*/ 1053424 h 6858000"/>
              <a:gd name="connsiteX168-737" fmla="*/ 322906 w 1605470"/>
              <a:gd name="connsiteY168-738" fmla="*/ 1044367 h 6858000"/>
              <a:gd name="connsiteX169-739" fmla="*/ 326818 w 1605470"/>
              <a:gd name="connsiteY169-740" fmla="*/ 1022828 h 6858000"/>
              <a:gd name="connsiteX170-741" fmla="*/ 320445 w 1605470"/>
              <a:gd name="connsiteY170-742" fmla="*/ 932283 h 6858000"/>
              <a:gd name="connsiteX171-743" fmla="*/ 322681 w 1605470"/>
              <a:gd name="connsiteY171-744" fmla="*/ 915925 h 6858000"/>
              <a:gd name="connsiteX172-745" fmla="*/ 315310 w 1605470"/>
              <a:gd name="connsiteY172-746" fmla="*/ 896999 h 6858000"/>
              <a:gd name="connsiteX173-747" fmla="*/ 284718 w 1605470"/>
              <a:gd name="connsiteY173-748" fmla="*/ 821517 h 6858000"/>
              <a:gd name="connsiteX174-749" fmla="*/ 270682 w 1605470"/>
              <a:gd name="connsiteY174-750" fmla="*/ 786519 h 6858000"/>
              <a:gd name="connsiteX175-751" fmla="*/ 265483 w 1605470"/>
              <a:gd name="connsiteY175-752" fmla="*/ 784963 h 6858000"/>
              <a:gd name="connsiteX176-753" fmla="*/ 270939 w 1605470"/>
              <a:gd name="connsiteY176-754" fmla="*/ 776648 h 6858000"/>
              <a:gd name="connsiteX177-755" fmla="*/ 263668 w 1605470"/>
              <a:gd name="connsiteY177-756" fmla="*/ 751353 h 6858000"/>
              <a:gd name="connsiteX178-757" fmla="*/ 254540 w 1605470"/>
              <a:gd name="connsiteY178-758" fmla="*/ 741965 h 6858000"/>
              <a:gd name="connsiteX179-759" fmla="*/ 252501 w 1605470"/>
              <a:gd name="connsiteY179-760" fmla="*/ 724635 h 6858000"/>
              <a:gd name="connsiteX180-761" fmla="*/ 248897 w 1605470"/>
              <a:gd name="connsiteY180-762" fmla="*/ 681659 h 6858000"/>
              <a:gd name="connsiteX181-763" fmla="*/ 234316 w 1605470"/>
              <a:gd name="connsiteY181-764" fmla="*/ 635218 h 6858000"/>
              <a:gd name="connsiteX182-765" fmla="*/ 239327 w 1605470"/>
              <a:gd name="connsiteY182-766" fmla="*/ 613763 h 6858000"/>
              <a:gd name="connsiteX183-767" fmla="*/ 225269 w 1605470"/>
              <a:gd name="connsiteY183-768" fmla="*/ 598582 h 6858000"/>
              <a:gd name="connsiteX184-769" fmla="*/ 224950 w 1605470"/>
              <a:gd name="connsiteY184-770" fmla="*/ 576846 h 6858000"/>
              <a:gd name="connsiteX185-771" fmla="*/ 204632 w 1605470"/>
              <a:gd name="connsiteY185-772" fmla="*/ 553868 h 6858000"/>
              <a:gd name="connsiteX186-773" fmla="*/ 239317 w 1605470"/>
              <a:gd name="connsiteY186-774" fmla="*/ 517614 h 6858000"/>
              <a:gd name="connsiteX187-775" fmla="*/ 201693 w 1605470"/>
              <a:gd name="connsiteY187-776" fmla="*/ 469651 h 6858000"/>
              <a:gd name="connsiteX188-777" fmla="*/ 195012 w 1605470"/>
              <a:gd name="connsiteY188-778" fmla="*/ 448559 h 6858000"/>
              <a:gd name="connsiteX189-779" fmla="*/ 201434 w 1605470"/>
              <a:gd name="connsiteY189-780" fmla="*/ 441529 h 6858000"/>
              <a:gd name="connsiteX190-781" fmla="*/ 200655 w 1605470"/>
              <a:gd name="connsiteY190-782" fmla="*/ 428927 h 6858000"/>
              <a:gd name="connsiteX191-783" fmla="*/ 190059 w 1605470"/>
              <a:gd name="connsiteY191-784" fmla="*/ 430161 h 6858000"/>
              <a:gd name="connsiteX192-785" fmla="*/ 184450 w 1605470"/>
              <a:gd name="connsiteY192-786" fmla="*/ 396240 h 6858000"/>
              <a:gd name="connsiteX193-787" fmla="*/ 146196 w 1605470"/>
              <a:gd name="connsiteY193-788" fmla="*/ 358810 h 6858000"/>
              <a:gd name="connsiteX194-789" fmla="*/ 124571 w 1605470"/>
              <a:gd name="connsiteY194-790" fmla="*/ 302178 h 6858000"/>
              <a:gd name="connsiteX195-791" fmla="*/ 103243 w 1605470"/>
              <a:gd name="connsiteY195-792" fmla="*/ 211375 h 6858000"/>
              <a:gd name="connsiteX196-793" fmla="*/ 94571 w 1605470"/>
              <a:gd name="connsiteY196-794" fmla="*/ 184179 h 6858000"/>
              <a:gd name="connsiteX197-795" fmla="*/ 13437 w 1605470"/>
              <a:gd name="connsiteY197-796" fmla="*/ 19287 h 6858000"/>
              <a:gd name="connsiteX198-797" fmla="*/ 0 w 1605470"/>
              <a:gd name="connsiteY198-798" fmla="*/ 0 h 6858000"/>
              <a:gd name="connsiteX0-799" fmla="*/ 0 w 1605470"/>
              <a:gd name="connsiteY0-800" fmla="*/ 0 h 6858000"/>
              <a:gd name="connsiteX1-801" fmla="*/ 1605470 w 1605470"/>
              <a:gd name="connsiteY1-802" fmla="*/ 0 h 6858000"/>
              <a:gd name="connsiteX2-803" fmla="*/ 1605470 w 1605470"/>
              <a:gd name="connsiteY2-804" fmla="*/ 6858000 h 6858000"/>
              <a:gd name="connsiteX3-805" fmla="*/ 154105 w 1605470"/>
              <a:gd name="connsiteY3-806" fmla="*/ 6858000 h 6858000"/>
              <a:gd name="connsiteX4-807" fmla="*/ 154246 w 1605470"/>
              <a:gd name="connsiteY4-808" fmla="*/ 6857735 h 6858000"/>
              <a:gd name="connsiteX5-809" fmla="*/ 166295 w 1605470"/>
              <a:gd name="connsiteY5-810" fmla="*/ 6809549 h 6858000"/>
              <a:gd name="connsiteX6-811" fmla="*/ 198506 w 1605470"/>
              <a:gd name="connsiteY6-812" fmla="*/ 6715115 h 6858000"/>
              <a:gd name="connsiteX7-813" fmla="*/ 208357 w 1605470"/>
              <a:gd name="connsiteY7-814" fmla="*/ 6680170 h 6858000"/>
              <a:gd name="connsiteX8-815" fmla="*/ 233907 w 1605470"/>
              <a:gd name="connsiteY8-816" fmla="*/ 6621207 h 6858000"/>
              <a:gd name="connsiteX9-817" fmla="*/ 250564 w 1605470"/>
              <a:gd name="connsiteY9-818" fmla="*/ 6596265 h 6858000"/>
              <a:gd name="connsiteX10-819" fmla="*/ 250443 w 1605470"/>
              <a:gd name="connsiteY10-820" fmla="*/ 6594818 h 6858000"/>
              <a:gd name="connsiteX11-821" fmla="*/ 254688 w 1605470"/>
              <a:gd name="connsiteY11-822" fmla="*/ 6593735 h 6858000"/>
              <a:gd name="connsiteX12-823" fmla="*/ 257885 w 1605470"/>
              <a:gd name="connsiteY12-824" fmla="*/ 6589172 h 6858000"/>
              <a:gd name="connsiteX13-825" fmla="*/ 261179 w 1605470"/>
              <a:gd name="connsiteY13-826" fmla="*/ 6574442 h 6858000"/>
              <a:gd name="connsiteX14-827" fmla="*/ 261519 w 1605470"/>
              <a:gd name="connsiteY14-828" fmla="*/ 6568530 h 6858000"/>
              <a:gd name="connsiteX15-829" fmla="*/ 263928 w 1605470"/>
              <a:gd name="connsiteY15-830" fmla="*/ 6560674 h 6858000"/>
              <a:gd name="connsiteX16-831" fmla="*/ 264273 w 1605470"/>
              <a:gd name="connsiteY16-832" fmla="*/ 6560598 h 6858000"/>
              <a:gd name="connsiteX17-833" fmla="*/ 265970 w 1605470"/>
              <a:gd name="connsiteY17-834" fmla="*/ 6553006 h 6858000"/>
              <a:gd name="connsiteX18-835" fmla="*/ 270666 w 1605470"/>
              <a:gd name="connsiteY18-836" fmla="*/ 6514360 h 6858000"/>
              <a:gd name="connsiteX19-837" fmla="*/ 312320 w 1605470"/>
              <a:gd name="connsiteY19-838" fmla="*/ 6478062 h 6858000"/>
              <a:gd name="connsiteX20-839" fmla="*/ 323009 w 1605470"/>
              <a:gd name="connsiteY20-840" fmla="*/ 6460325 h 6858000"/>
              <a:gd name="connsiteX21-841" fmla="*/ 330242 w 1605470"/>
              <a:gd name="connsiteY21-842" fmla="*/ 6451488 h 6858000"/>
              <a:gd name="connsiteX22-843" fmla="*/ 331677 w 1605470"/>
              <a:gd name="connsiteY22-844" fmla="*/ 6451348 h 6858000"/>
              <a:gd name="connsiteX23-845" fmla="*/ 336035 w 1605470"/>
              <a:gd name="connsiteY23-846" fmla="*/ 6414240 h 6858000"/>
              <a:gd name="connsiteX24-847" fmla="*/ 338911 w 1605470"/>
              <a:gd name="connsiteY24-848" fmla="*/ 6410269 h 6858000"/>
              <a:gd name="connsiteX25-849" fmla="*/ 338811 w 1605470"/>
              <a:gd name="connsiteY25-850" fmla="*/ 6384857 h 6858000"/>
              <a:gd name="connsiteX26-851" fmla="*/ 340328 w 1605470"/>
              <a:gd name="connsiteY26-852" fmla="*/ 6372381 h 6858000"/>
              <a:gd name="connsiteX27-853" fmla="*/ 337522 w 1605470"/>
              <a:gd name="connsiteY27-854" fmla="*/ 6367510 h 6858000"/>
              <a:gd name="connsiteX28-855" fmla="*/ 341402 w 1605470"/>
              <a:gd name="connsiteY28-856" fmla="*/ 6349778 h 6858000"/>
              <a:gd name="connsiteX29-857" fmla="*/ 343067 w 1605470"/>
              <a:gd name="connsiteY29-858" fmla="*/ 6348250 h 6858000"/>
              <a:gd name="connsiteX30-859" fmla="*/ 341730 w 1605470"/>
              <a:gd name="connsiteY30-860" fmla="*/ 6331735 h 6858000"/>
              <a:gd name="connsiteX31-861" fmla="*/ 335123 w 1605470"/>
              <a:gd name="connsiteY31-862" fmla="*/ 6315613 h 6858000"/>
              <a:gd name="connsiteX32-863" fmla="*/ 385303 w 1605470"/>
              <a:gd name="connsiteY32-864" fmla="*/ 6171970 h 6858000"/>
              <a:gd name="connsiteX33-865" fmla="*/ 380910 w 1605470"/>
              <a:gd name="connsiteY33-866" fmla="*/ 6028119 h 6858000"/>
              <a:gd name="connsiteX34-867" fmla="*/ 409371 w 1605470"/>
              <a:gd name="connsiteY34-868" fmla="*/ 5950668 h 6858000"/>
              <a:gd name="connsiteX35-869" fmla="*/ 442432 w 1605470"/>
              <a:gd name="connsiteY35-870" fmla="*/ 5934687 h 6858000"/>
              <a:gd name="connsiteX36-871" fmla="*/ 489472 w 1605470"/>
              <a:gd name="connsiteY36-872" fmla="*/ 5732419 h 6858000"/>
              <a:gd name="connsiteX37-873" fmla="*/ 512623 w 1605470"/>
              <a:gd name="connsiteY37-874" fmla="*/ 5685392 h 6858000"/>
              <a:gd name="connsiteX38-875" fmla="*/ 510261 w 1605470"/>
              <a:gd name="connsiteY38-876" fmla="*/ 5634527 h 6858000"/>
              <a:gd name="connsiteX39-877" fmla="*/ 523992 w 1605470"/>
              <a:gd name="connsiteY39-878" fmla="*/ 5619557 h 6858000"/>
              <a:gd name="connsiteX40-879" fmla="*/ 526609 w 1605470"/>
              <a:gd name="connsiteY40-880" fmla="*/ 5617081 h 6858000"/>
              <a:gd name="connsiteX41-881" fmla="*/ 531653 w 1605470"/>
              <a:gd name="connsiteY41-882" fmla="*/ 5604904 h 6858000"/>
              <a:gd name="connsiteX42-883" fmla="*/ 539863 w 1605470"/>
              <a:gd name="connsiteY42-884" fmla="*/ 5604298 h 6858000"/>
              <a:gd name="connsiteX43-885" fmla="*/ 552319 w 1605470"/>
              <a:gd name="connsiteY43-886" fmla="*/ 5587997 h 6858000"/>
              <a:gd name="connsiteX44-887" fmla="*/ 559710 w 1605470"/>
              <a:gd name="connsiteY44-888" fmla="*/ 5564796 h 6858000"/>
              <a:gd name="connsiteX45-889" fmla="*/ 587214 w 1605470"/>
              <a:gd name="connsiteY45-890" fmla="*/ 5451511 h 6858000"/>
              <a:gd name="connsiteX46-891" fmla="*/ 608019 w 1605470"/>
              <a:gd name="connsiteY46-892" fmla="*/ 5385461 h 6858000"/>
              <a:gd name="connsiteX47-893" fmla="*/ 622750 w 1605470"/>
              <a:gd name="connsiteY47-894" fmla="*/ 5363084 h 6858000"/>
              <a:gd name="connsiteX48-895" fmla="*/ 638731 w 1605470"/>
              <a:gd name="connsiteY48-896" fmla="*/ 5330009 h 6858000"/>
              <a:gd name="connsiteX49-897" fmla="*/ 672224 w 1605470"/>
              <a:gd name="connsiteY49-898" fmla="*/ 5273739 h 6858000"/>
              <a:gd name="connsiteX50-899" fmla="*/ 681823 w 1605470"/>
              <a:gd name="connsiteY50-900" fmla="*/ 5241779 h 6858000"/>
              <a:gd name="connsiteX51-901" fmla="*/ 693049 w 1605470"/>
              <a:gd name="connsiteY51-902" fmla="*/ 5225268 h 6858000"/>
              <a:gd name="connsiteX52-903" fmla="*/ 694069 w 1605470"/>
              <a:gd name="connsiteY52-904" fmla="*/ 5217684 h 6858000"/>
              <a:gd name="connsiteX53-905" fmla="*/ 701410 w 1605470"/>
              <a:gd name="connsiteY53-906" fmla="*/ 5193377 h 6858000"/>
              <a:gd name="connsiteX54-907" fmla="*/ 704713 w 1605470"/>
              <a:gd name="connsiteY54-908" fmla="*/ 5179288 h 6858000"/>
              <a:gd name="connsiteX55-909" fmla="*/ 705697 w 1605470"/>
              <a:gd name="connsiteY55-910" fmla="*/ 5173621 h 6858000"/>
              <a:gd name="connsiteX56-911" fmla="*/ 701331 w 1605470"/>
              <a:gd name="connsiteY56-912" fmla="*/ 5159961 h 6858000"/>
              <a:gd name="connsiteX57-913" fmla="*/ 708008 w 1605470"/>
              <a:gd name="connsiteY57-914" fmla="*/ 5144295 h 6858000"/>
              <a:gd name="connsiteX58-915" fmla="*/ 704941 w 1605470"/>
              <a:gd name="connsiteY58-916" fmla="*/ 5125185 h 6858000"/>
              <a:gd name="connsiteX59-917" fmla="*/ 711771 w 1605470"/>
              <a:gd name="connsiteY59-918" fmla="*/ 5121884 h 6858000"/>
              <a:gd name="connsiteX60-919" fmla="*/ 721092 w 1605470"/>
              <a:gd name="connsiteY60-920" fmla="*/ 5108383 h 6858000"/>
              <a:gd name="connsiteX61-921" fmla="*/ 717045 w 1605470"/>
              <a:gd name="connsiteY61-922" fmla="*/ 5094705 h 6858000"/>
              <a:gd name="connsiteX62-923" fmla="*/ 718807 w 1605470"/>
              <a:gd name="connsiteY62-924" fmla="*/ 5067850 h 6858000"/>
              <a:gd name="connsiteX63-925" fmla="*/ 721538 w 1605470"/>
              <a:gd name="connsiteY63-926" fmla="*/ 5060861 h 6858000"/>
              <a:gd name="connsiteX64-927" fmla="*/ 718242 w 1605470"/>
              <a:gd name="connsiteY64-928" fmla="*/ 5034192 h 6858000"/>
              <a:gd name="connsiteX65-929" fmla="*/ 719796 w 1605470"/>
              <a:gd name="connsiteY65-930" fmla="*/ 4993030 h 6858000"/>
              <a:gd name="connsiteX66-931" fmla="*/ 726705 w 1605470"/>
              <a:gd name="connsiteY66-932" fmla="*/ 4946844 h 6858000"/>
              <a:gd name="connsiteX67-933" fmla="*/ 722561 w 1605470"/>
              <a:gd name="connsiteY67-934" fmla="*/ 4932692 h 6858000"/>
              <a:gd name="connsiteX68-935" fmla="*/ 724588 w 1605470"/>
              <a:gd name="connsiteY68-936" fmla="*/ 4845927 h 6858000"/>
              <a:gd name="connsiteX69-937" fmla="*/ 724935 w 1605470"/>
              <a:gd name="connsiteY69-938" fmla="*/ 4821504 h 6858000"/>
              <a:gd name="connsiteX70-939" fmla="*/ 732118 w 1605470"/>
              <a:gd name="connsiteY70-940" fmla="*/ 4801535 h 6858000"/>
              <a:gd name="connsiteX71-941" fmla="*/ 739787 w 1605470"/>
              <a:gd name="connsiteY71-942" fmla="*/ 4797794 h 6858000"/>
              <a:gd name="connsiteX72-943" fmla="*/ 741081 w 1605470"/>
              <a:gd name="connsiteY72-944" fmla="*/ 4784526 h 6858000"/>
              <a:gd name="connsiteX73-945" fmla="*/ 742865 w 1605470"/>
              <a:gd name="connsiteY73-946" fmla="*/ 4781211 h 6858000"/>
              <a:gd name="connsiteX74-947" fmla="*/ 751652 w 1605470"/>
              <a:gd name="connsiteY74-948" fmla="*/ 4761984 h 6858000"/>
              <a:gd name="connsiteX75-949" fmla="*/ 734671 w 1605470"/>
              <a:gd name="connsiteY75-950" fmla="*/ 4715631 h 6858000"/>
              <a:gd name="connsiteX76-951" fmla="*/ 743180 w 1605470"/>
              <a:gd name="connsiteY76-952" fmla="*/ 4662965 h 6858000"/>
              <a:gd name="connsiteX77-953" fmla="*/ 729578 w 1605470"/>
              <a:gd name="connsiteY77-954" fmla="*/ 4456787 h 6858000"/>
              <a:gd name="connsiteX78-955" fmla="*/ 756542 w 1605470"/>
              <a:gd name="connsiteY78-956" fmla="*/ 4429138 h 6858000"/>
              <a:gd name="connsiteX79-957" fmla="*/ 761317 w 1605470"/>
              <a:gd name="connsiteY79-958" fmla="*/ 4346145 h 6858000"/>
              <a:gd name="connsiteX80-959" fmla="*/ 715481 w 1605470"/>
              <a:gd name="connsiteY80-960" fmla="*/ 4214165 h 6858000"/>
              <a:gd name="connsiteX81-961" fmla="*/ 721848 w 1605470"/>
              <a:gd name="connsiteY81-962" fmla="*/ 4061253 h 6858000"/>
              <a:gd name="connsiteX82-963" fmla="*/ 710868 w 1605470"/>
              <a:gd name="connsiteY82-964" fmla="*/ 4048827 h 6858000"/>
              <a:gd name="connsiteX83-965" fmla="*/ 704810 w 1605470"/>
              <a:gd name="connsiteY83-966" fmla="*/ 4033999 h 6858000"/>
              <a:gd name="connsiteX84-967" fmla="*/ 705959 w 1605470"/>
              <a:gd name="connsiteY84-968" fmla="*/ 4031933 h 6858000"/>
              <a:gd name="connsiteX85-969" fmla="*/ 704535 w 1605470"/>
              <a:gd name="connsiteY85-970" fmla="*/ 4013953 h 6858000"/>
              <a:gd name="connsiteX86-971" fmla="*/ 700443 w 1605470"/>
              <a:gd name="connsiteY86-972" fmla="*/ 4010511 h 6858000"/>
              <a:gd name="connsiteX87-973" fmla="*/ 698282 w 1605470"/>
              <a:gd name="connsiteY87-974" fmla="*/ 3998331 h 6858000"/>
              <a:gd name="connsiteX88-975" fmla="*/ 690830 w 1605470"/>
              <a:gd name="connsiteY88-976" fmla="*/ 3974753 h 6858000"/>
              <a:gd name="connsiteX89-977" fmla="*/ 692428 w 1605470"/>
              <a:gd name="connsiteY89-978" fmla="*/ 3969950 h 6858000"/>
              <a:gd name="connsiteX90-979" fmla="*/ 685850 w 1605470"/>
              <a:gd name="connsiteY90-980" fmla="*/ 3933779 h 6858000"/>
              <a:gd name="connsiteX91-981" fmla="*/ 687181 w 1605470"/>
              <a:gd name="connsiteY91-982" fmla="*/ 3933093 h 6858000"/>
              <a:gd name="connsiteX92-983" fmla="*/ 691535 w 1605470"/>
              <a:gd name="connsiteY92-984" fmla="*/ 3922082 h 6858000"/>
              <a:gd name="connsiteX93-985" fmla="*/ 696613 w 1605470"/>
              <a:gd name="connsiteY93-986" fmla="*/ 3901461 h 6858000"/>
              <a:gd name="connsiteX94-987" fmla="*/ 725908 w 1605470"/>
              <a:gd name="connsiteY94-988" fmla="*/ 3851605 h 6858000"/>
              <a:gd name="connsiteX95-989" fmla="*/ 719207 w 1605470"/>
              <a:gd name="connsiteY95-990" fmla="*/ 3813873 h 6858000"/>
              <a:gd name="connsiteX96-991" fmla="*/ 718632 w 1605470"/>
              <a:gd name="connsiteY96-992" fmla="*/ 3806161 h 6858000"/>
              <a:gd name="connsiteX97-993" fmla="*/ 718939 w 1605470"/>
              <a:gd name="connsiteY97-994" fmla="*/ 3805957 h 6858000"/>
              <a:gd name="connsiteX98-995" fmla="*/ 718966 w 1605470"/>
              <a:gd name="connsiteY98-996" fmla="*/ 3797724 h 6858000"/>
              <a:gd name="connsiteX99-997" fmla="*/ 717581 w 1605470"/>
              <a:gd name="connsiteY99-998" fmla="*/ 3792098 h 6858000"/>
              <a:gd name="connsiteX100-999" fmla="*/ 716465 w 1605470"/>
              <a:gd name="connsiteY100-1000" fmla="*/ 3777135 h 6858000"/>
              <a:gd name="connsiteX101-1001" fmla="*/ 718198 w 1605470"/>
              <a:gd name="connsiteY101-1002" fmla="*/ 3771656 h 6858000"/>
              <a:gd name="connsiteX102-1003" fmla="*/ 721941 w 1605470"/>
              <a:gd name="connsiteY102-1004" fmla="*/ 3769007 h 6858000"/>
              <a:gd name="connsiteX103-1005" fmla="*/ 721407 w 1605470"/>
              <a:gd name="connsiteY103-1006" fmla="*/ 3767709 h 6858000"/>
              <a:gd name="connsiteX104-1007" fmla="*/ 730103 w 1605470"/>
              <a:gd name="connsiteY104-1008" fmla="*/ 3738082 h 6858000"/>
              <a:gd name="connsiteX105-1009" fmla="*/ 737449 w 1605470"/>
              <a:gd name="connsiteY105-1010" fmla="*/ 3673397 h 6858000"/>
              <a:gd name="connsiteX106-1011" fmla="*/ 736745 w 1605470"/>
              <a:gd name="connsiteY106-1012" fmla="*/ 3637109 h 6858000"/>
              <a:gd name="connsiteX107-1013" fmla="*/ 740188 w 1605470"/>
              <a:gd name="connsiteY107-1014" fmla="*/ 3536883 h 6858000"/>
              <a:gd name="connsiteX108-1015" fmla="*/ 747726 w 1605470"/>
              <a:gd name="connsiteY108-1016" fmla="*/ 3435652 h 6858000"/>
              <a:gd name="connsiteX109-1017" fmla="*/ 774383 w 1605470"/>
              <a:gd name="connsiteY109-1018" fmla="*/ 3381564 h 6858000"/>
              <a:gd name="connsiteX110-1019" fmla="*/ 774870 w 1605470"/>
              <a:gd name="connsiteY110-1020" fmla="*/ 3375761 h 6858000"/>
              <a:gd name="connsiteX111-1021" fmla="*/ 770510 w 1605470"/>
              <a:gd name="connsiteY111-1022" fmla="*/ 3361844 h 6858000"/>
              <a:gd name="connsiteX112-1023" fmla="*/ 767933 w 1605470"/>
              <a:gd name="connsiteY112-1024" fmla="*/ 3356929 h 6858000"/>
              <a:gd name="connsiteX113-1025" fmla="*/ 766158 w 1605470"/>
              <a:gd name="connsiteY113-1026" fmla="*/ 3349058 h 6858000"/>
              <a:gd name="connsiteX114-1027" fmla="*/ 766414 w 1605470"/>
              <a:gd name="connsiteY114-1028" fmla="*/ 3348763 h 6858000"/>
              <a:gd name="connsiteX115-1029" fmla="*/ 764166 w 1605470"/>
              <a:gd name="connsiteY115-1030" fmla="*/ 3341588 h 6858000"/>
              <a:gd name="connsiteX116-1031" fmla="*/ 749397 w 1605470"/>
              <a:gd name="connsiteY116-1032" fmla="*/ 3307769 h 6858000"/>
              <a:gd name="connsiteX117-1033" fmla="*/ 766960 w 1605470"/>
              <a:gd name="connsiteY117-1034" fmla="*/ 3250522 h 6858000"/>
              <a:gd name="connsiteX118-1035" fmla="*/ 767385 w 1605470"/>
              <a:gd name="connsiteY118-1036" fmla="*/ 3229163 h 6858000"/>
              <a:gd name="connsiteX119-1037" fmla="*/ 769208 w 1605470"/>
              <a:gd name="connsiteY119-1038" fmla="*/ 3217217 h 6858000"/>
              <a:gd name="connsiteX120-1039" fmla="*/ 770350 w 1605470"/>
              <a:gd name="connsiteY120-1040" fmla="*/ 3216125 h 6858000"/>
              <a:gd name="connsiteX121-1041" fmla="*/ 756043 w 1605470"/>
              <a:gd name="connsiteY121-1042" fmla="*/ 3183755 h 6858000"/>
              <a:gd name="connsiteX122-1043" fmla="*/ 756544 w 1605470"/>
              <a:gd name="connsiteY122-1044" fmla="*/ 3178642 h 6858000"/>
              <a:gd name="connsiteX123-1045" fmla="*/ 744144 w 1605470"/>
              <a:gd name="connsiteY123-1046" fmla="*/ 3158586 h 6858000"/>
              <a:gd name="connsiteX124-1047" fmla="*/ 739378 w 1605470"/>
              <a:gd name="connsiteY124-1048" fmla="*/ 3147669 h 6858000"/>
              <a:gd name="connsiteX125-1049" fmla="*/ 734648 w 1605470"/>
              <a:gd name="connsiteY125-1050" fmla="*/ 3145733 h 6858000"/>
              <a:gd name="connsiteX126-1051" fmla="*/ 729329 w 1605470"/>
              <a:gd name="connsiteY126-1052" fmla="*/ 3129034 h 6858000"/>
              <a:gd name="connsiteX127-1053" fmla="*/ 729994 w 1605470"/>
              <a:gd name="connsiteY127-1054" fmla="*/ 3126682 h 6858000"/>
              <a:gd name="connsiteX128-1055" fmla="*/ 720862 w 1605470"/>
              <a:gd name="connsiteY128-1056" fmla="*/ 3114519 h 6858000"/>
              <a:gd name="connsiteX129-1057" fmla="*/ 707471 w 1605470"/>
              <a:gd name="connsiteY129-1058" fmla="*/ 3106272 h 6858000"/>
              <a:gd name="connsiteX130-1059" fmla="*/ 680201 w 1605470"/>
              <a:gd name="connsiteY130-1060" fmla="*/ 2958185 h 6858000"/>
              <a:gd name="connsiteX131-1061" fmla="*/ 613412 w 1605470"/>
              <a:gd name="connsiteY131-1062" fmla="*/ 2731184 h 6858000"/>
              <a:gd name="connsiteX132-1063" fmla="*/ 555080 w 1605470"/>
              <a:gd name="connsiteY132-1064" fmla="*/ 2538816 h 6858000"/>
              <a:gd name="connsiteX133-1065" fmla="*/ 551827 w 1605470"/>
              <a:gd name="connsiteY133-1066" fmla="*/ 2485734 h 6858000"/>
              <a:gd name="connsiteX134-1067" fmla="*/ 525179 w 1605470"/>
              <a:gd name="connsiteY134-1068" fmla="*/ 2447068 h 6858000"/>
              <a:gd name="connsiteX135-1069" fmla="*/ 529511 w 1605470"/>
              <a:gd name="connsiteY135-1070" fmla="*/ 2425819 h 6858000"/>
              <a:gd name="connsiteX136-1071" fmla="*/ 530521 w 1605470"/>
              <a:gd name="connsiteY136-1072" fmla="*/ 2422066 h 6858000"/>
              <a:gd name="connsiteX137-1073" fmla="*/ 528878 w 1605470"/>
              <a:gd name="connsiteY137-1074" fmla="*/ 2408971 h 6858000"/>
              <a:gd name="connsiteX138-1075" fmla="*/ 535510 w 1605470"/>
              <a:gd name="connsiteY138-1076" fmla="*/ 2402874 h 6858000"/>
              <a:gd name="connsiteX139-1077" fmla="*/ 538122 w 1605470"/>
              <a:gd name="connsiteY139-1078" fmla="*/ 2381443 h 6858000"/>
              <a:gd name="connsiteX140-1079" fmla="*/ 533116 w 1605470"/>
              <a:gd name="connsiteY140-1080" fmla="*/ 2358011 h 6858000"/>
              <a:gd name="connsiteX141-1081" fmla="*/ 501423 w 1605470"/>
              <a:gd name="connsiteY141-1082" fmla="*/ 2249479 h 6858000"/>
              <a:gd name="connsiteX142-1083" fmla="*/ 486968 w 1605470"/>
              <a:gd name="connsiteY142-1084" fmla="*/ 2182937 h 6858000"/>
              <a:gd name="connsiteX143-1085" fmla="*/ 488555 w 1605470"/>
              <a:gd name="connsiteY143-1086" fmla="*/ 2155135 h 6858000"/>
              <a:gd name="connsiteX144-1087" fmla="*/ 486013 w 1605470"/>
              <a:gd name="connsiteY144-1088" fmla="*/ 2118008 h 6858000"/>
              <a:gd name="connsiteX145-1089" fmla="*/ 487006 w 1605470"/>
              <a:gd name="connsiteY145-1090" fmla="*/ 2050531 h 6858000"/>
              <a:gd name="connsiteX146-1091" fmla="*/ 478812 w 1605470"/>
              <a:gd name="connsiteY146-1092" fmla="*/ 1963269 h 6858000"/>
              <a:gd name="connsiteX147-1093" fmla="*/ 442619 w 1605470"/>
              <a:gd name="connsiteY147-1094" fmla="*/ 1910499 h 6858000"/>
              <a:gd name="connsiteX148-1095" fmla="*/ 446785 w 1605470"/>
              <a:gd name="connsiteY148-1096" fmla="*/ 1903212 h 6858000"/>
              <a:gd name="connsiteX149-1097" fmla="*/ 436547 w 1605470"/>
              <a:gd name="connsiteY149-1098" fmla="*/ 1861531 h 6858000"/>
              <a:gd name="connsiteX150-1099" fmla="*/ 364290 w 1605470"/>
              <a:gd name="connsiteY150-1100" fmla="*/ 1728772 h 6858000"/>
              <a:gd name="connsiteX151-1101" fmla="*/ 345287 w 1605470"/>
              <a:gd name="connsiteY151-1102" fmla="*/ 1646953 h 6858000"/>
              <a:gd name="connsiteX152-1103" fmla="*/ 344412 w 1605470"/>
              <a:gd name="connsiteY152-1104" fmla="*/ 1615777 h 6858000"/>
              <a:gd name="connsiteX153-1105" fmla="*/ 342578 w 1605470"/>
              <a:gd name="connsiteY153-1106" fmla="*/ 1563678 h 6858000"/>
              <a:gd name="connsiteX154-1107" fmla="*/ 355658 w 1605470"/>
              <a:gd name="connsiteY154-1108" fmla="*/ 1519474 h 6858000"/>
              <a:gd name="connsiteX155-1109" fmla="*/ 348400 w 1605470"/>
              <a:gd name="connsiteY155-1110" fmla="*/ 1477995 h 6858000"/>
              <a:gd name="connsiteX156-1111" fmla="*/ 328025 w 1605470"/>
              <a:gd name="connsiteY156-1112" fmla="*/ 1475165 h 6858000"/>
              <a:gd name="connsiteX157-1113" fmla="*/ 326326 w 1605470"/>
              <a:gd name="connsiteY157-1114" fmla="*/ 1428585 h 6858000"/>
              <a:gd name="connsiteX158-1115" fmla="*/ 325799 w 1605470"/>
              <a:gd name="connsiteY158-1116" fmla="*/ 1357181 h 6858000"/>
              <a:gd name="connsiteX159-1117" fmla="*/ 320507 w 1605470"/>
              <a:gd name="connsiteY159-1118" fmla="*/ 1347099 h 6858000"/>
              <a:gd name="connsiteX160-1119" fmla="*/ 335347 w 1605470"/>
              <a:gd name="connsiteY160-1120" fmla="*/ 1334233 h 6858000"/>
              <a:gd name="connsiteX161-1121" fmla="*/ 342792 w 1605470"/>
              <a:gd name="connsiteY161-1122" fmla="*/ 1307086 h 6858000"/>
              <a:gd name="connsiteX162-1123" fmla="*/ 343980 w 1605470"/>
              <a:gd name="connsiteY162-1124" fmla="*/ 1189033 h 6858000"/>
              <a:gd name="connsiteX163-1125" fmla="*/ 348665 w 1605470"/>
              <a:gd name="connsiteY163-1126" fmla="*/ 1168288 h 6858000"/>
              <a:gd name="connsiteX164-1127" fmla="*/ 340947 w 1605470"/>
              <a:gd name="connsiteY164-1128" fmla="*/ 1142577 h 6858000"/>
              <a:gd name="connsiteX165-1129" fmla="*/ 330253 w 1605470"/>
              <a:gd name="connsiteY165-1130" fmla="*/ 1088484 h 6858000"/>
              <a:gd name="connsiteX166-1131" fmla="*/ 314647 w 1605470"/>
              <a:gd name="connsiteY166-1132" fmla="*/ 1053424 h 6858000"/>
              <a:gd name="connsiteX167-1133" fmla="*/ 322906 w 1605470"/>
              <a:gd name="connsiteY167-1134" fmla="*/ 1044367 h 6858000"/>
              <a:gd name="connsiteX168-1135" fmla="*/ 326818 w 1605470"/>
              <a:gd name="connsiteY168-1136" fmla="*/ 1022828 h 6858000"/>
              <a:gd name="connsiteX169-1137" fmla="*/ 320445 w 1605470"/>
              <a:gd name="connsiteY169-1138" fmla="*/ 932283 h 6858000"/>
              <a:gd name="connsiteX170-1139" fmla="*/ 322681 w 1605470"/>
              <a:gd name="connsiteY170-1140" fmla="*/ 915925 h 6858000"/>
              <a:gd name="connsiteX171-1141" fmla="*/ 315310 w 1605470"/>
              <a:gd name="connsiteY171-1142" fmla="*/ 896999 h 6858000"/>
              <a:gd name="connsiteX172-1143" fmla="*/ 284718 w 1605470"/>
              <a:gd name="connsiteY172-1144" fmla="*/ 821517 h 6858000"/>
              <a:gd name="connsiteX173-1145" fmla="*/ 270682 w 1605470"/>
              <a:gd name="connsiteY173-1146" fmla="*/ 786519 h 6858000"/>
              <a:gd name="connsiteX174-1147" fmla="*/ 265483 w 1605470"/>
              <a:gd name="connsiteY174-1148" fmla="*/ 784963 h 6858000"/>
              <a:gd name="connsiteX175-1149" fmla="*/ 270939 w 1605470"/>
              <a:gd name="connsiteY175-1150" fmla="*/ 776648 h 6858000"/>
              <a:gd name="connsiteX176-1151" fmla="*/ 263668 w 1605470"/>
              <a:gd name="connsiteY176-1152" fmla="*/ 751353 h 6858000"/>
              <a:gd name="connsiteX177-1153" fmla="*/ 254540 w 1605470"/>
              <a:gd name="connsiteY177-1154" fmla="*/ 741965 h 6858000"/>
              <a:gd name="connsiteX178-1155" fmla="*/ 252501 w 1605470"/>
              <a:gd name="connsiteY178-1156" fmla="*/ 724635 h 6858000"/>
              <a:gd name="connsiteX179-1157" fmla="*/ 248897 w 1605470"/>
              <a:gd name="connsiteY179-1158" fmla="*/ 681659 h 6858000"/>
              <a:gd name="connsiteX180-1159" fmla="*/ 234316 w 1605470"/>
              <a:gd name="connsiteY180-1160" fmla="*/ 635218 h 6858000"/>
              <a:gd name="connsiteX181-1161" fmla="*/ 239327 w 1605470"/>
              <a:gd name="connsiteY181-1162" fmla="*/ 613763 h 6858000"/>
              <a:gd name="connsiteX182-1163" fmla="*/ 225269 w 1605470"/>
              <a:gd name="connsiteY182-1164" fmla="*/ 598582 h 6858000"/>
              <a:gd name="connsiteX183-1165" fmla="*/ 224950 w 1605470"/>
              <a:gd name="connsiteY183-1166" fmla="*/ 576846 h 6858000"/>
              <a:gd name="connsiteX184-1167" fmla="*/ 204632 w 1605470"/>
              <a:gd name="connsiteY184-1168" fmla="*/ 553868 h 6858000"/>
              <a:gd name="connsiteX185-1169" fmla="*/ 239317 w 1605470"/>
              <a:gd name="connsiteY185-1170" fmla="*/ 517614 h 6858000"/>
              <a:gd name="connsiteX186-1171" fmla="*/ 201693 w 1605470"/>
              <a:gd name="connsiteY186-1172" fmla="*/ 469651 h 6858000"/>
              <a:gd name="connsiteX187-1173" fmla="*/ 195012 w 1605470"/>
              <a:gd name="connsiteY187-1174" fmla="*/ 448559 h 6858000"/>
              <a:gd name="connsiteX188-1175" fmla="*/ 201434 w 1605470"/>
              <a:gd name="connsiteY188-1176" fmla="*/ 441529 h 6858000"/>
              <a:gd name="connsiteX189-1177" fmla="*/ 200655 w 1605470"/>
              <a:gd name="connsiteY189-1178" fmla="*/ 428927 h 6858000"/>
              <a:gd name="connsiteX190-1179" fmla="*/ 190059 w 1605470"/>
              <a:gd name="connsiteY190-1180" fmla="*/ 430161 h 6858000"/>
              <a:gd name="connsiteX191-1181" fmla="*/ 184450 w 1605470"/>
              <a:gd name="connsiteY191-1182" fmla="*/ 396240 h 6858000"/>
              <a:gd name="connsiteX192-1183" fmla="*/ 146196 w 1605470"/>
              <a:gd name="connsiteY192-1184" fmla="*/ 358810 h 6858000"/>
              <a:gd name="connsiteX193-1185" fmla="*/ 124571 w 1605470"/>
              <a:gd name="connsiteY193-1186" fmla="*/ 302178 h 6858000"/>
              <a:gd name="connsiteX194-1187" fmla="*/ 103243 w 1605470"/>
              <a:gd name="connsiteY194-1188" fmla="*/ 211375 h 6858000"/>
              <a:gd name="connsiteX195-1189" fmla="*/ 94571 w 1605470"/>
              <a:gd name="connsiteY195-1190" fmla="*/ 184179 h 6858000"/>
              <a:gd name="connsiteX196-1191" fmla="*/ 13437 w 1605470"/>
              <a:gd name="connsiteY196-1192" fmla="*/ 19287 h 6858000"/>
              <a:gd name="connsiteX197-1193" fmla="*/ 0 w 1605470"/>
              <a:gd name="connsiteY197-1194" fmla="*/ 0 h 6858000"/>
              <a:gd name="connsiteX0-1195" fmla="*/ 0 w 1605470"/>
              <a:gd name="connsiteY0-1196" fmla="*/ 0 h 6858000"/>
              <a:gd name="connsiteX1-1197" fmla="*/ 1605470 w 1605470"/>
              <a:gd name="connsiteY1-1198" fmla="*/ 0 h 6858000"/>
              <a:gd name="connsiteX2-1199" fmla="*/ 1605470 w 1605470"/>
              <a:gd name="connsiteY2-1200" fmla="*/ 6858000 h 6858000"/>
              <a:gd name="connsiteX3-1201" fmla="*/ 154105 w 1605470"/>
              <a:gd name="connsiteY3-1202" fmla="*/ 6858000 h 6858000"/>
              <a:gd name="connsiteX4-1203" fmla="*/ 154246 w 1605470"/>
              <a:gd name="connsiteY4-1204" fmla="*/ 6857735 h 6858000"/>
              <a:gd name="connsiteX5-1205" fmla="*/ 166295 w 1605470"/>
              <a:gd name="connsiteY5-1206" fmla="*/ 6809549 h 6858000"/>
              <a:gd name="connsiteX6-1207" fmla="*/ 198506 w 1605470"/>
              <a:gd name="connsiteY6-1208" fmla="*/ 6715115 h 6858000"/>
              <a:gd name="connsiteX7-1209" fmla="*/ 208357 w 1605470"/>
              <a:gd name="connsiteY7-1210" fmla="*/ 6680170 h 6858000"/>
              <a:gd name="connsiteX8-1211" fmla="*/ 233907 w 1605470"/>
              <a:gd name="connsiteY8-1212" fmla="*/ 6621207 h 6858000"/>
              <a:gd name="connsiteX9-1213" fmla="*/ 250564 w 1605470"/>
              <a:gd name="connsiteY9-1214" fmla="*/ 6596265 h 6858000"/>
              <a:gd name="connsiteX10-1215" fmla="*/ 250443 w 1605470"/>
              <a:gd name="connsiteY10-1216" fmla="*/ 6594818 h 6858000"/>
              <a:gd name="connsiteX11-1217" fmla="*/ 254688 w 1605470"/>
              <a:gd name="connsiteY11-1218" fmla="*/ 6593735 h 6858000"/>
              <a:gd name="connsiteX12-1219" fmla="*/ 257885 w 1605470"/>
              <a:gd name="connsiteY12-1220" fmla="*/ 6589172 h 6858000"/>
              <a:gd name="connsiteX13-1221" fmla="*/ 261179 w 1605470"/>
              <a:gd name="connsiteY13-1222" fmla="*/ 6574442 h 6858000"/>
              <a:gd name="connsiteX14-1223" fmla="*/ 261519 w 1605470"/>
              <a:gd name="connsiteY14-1224" fmla="*/ 6568530 h 6858000"/>
              <a:gd name="connsiteX15-1225" fmla="*/ 263928 w 1605470"/>
              <a:gd name="connsiteY15-1226" fmla="*/ 6560674 h 6858000"/>
              <a:gd name="connsiteX16-1227" fmla="*/ 264273 w 1605470"/>
              <a:gd name="connsiteY16-1228" fmla="*/ 6560598 h 6858000"/>
              <a:gd name="connsiteX17-1229" fmla="*/ 265970 w 1605470"/>
              <a:gd name="connsiteY17-1230" fmla="*/ 6553006 h 6858000"/>
              <a:gd name="connsiteX18-1231" fmla="*/ 270666 w 1605470"/>
              <a:gd name="connsiteY18-1232" fmla="*/ 6514360 h 6858000"/>
              <a:gd name="connsiteX19-1233" fmla="*/ 312320 w 1605470"/>
              <a:gd name="connsiteY19-1234" fmla="*/ 6478062 h 6858000"/>
              <a:gd name="connsiteX20-1235" fmla="*/ 323009 w 1605470"/>
              <a:gd name="connsiteY20-1236" fmla="*/ 6460325 h 6858000"/>
              <a:gd name="connsiteX21-1237" fmla="*/ 330242 w 1605470"/>
              <a:gd name="connsiteY21-1238" fmla="*/ 6451488 h 6858000"/>
              <a:gd name="connsiteX22-1239" fmla="*/ 331677 w 1605470"/>
              <a:gd name="connsiteY22-1240" fmla="*/ 6451348 h 6858000"/>
              <a:gd name="connsiteX23-1241" fmla="*/ 336035 w 1605470"/>
              <a:gd name="connsiteY23-1242" fmla="*/ 6414240 h 6858000"/>
              <a:gd name="connsiteX24-1243" fmla="*/ 338911 w 1605470"/>
              <a:gd name="connsiteY24-1244" fmla="*/ 6410269 h 6858000"/>
              <a:gd name="connsiteX25-1245" fmla="*/ 338811 w 1605470"/>
              <a:gd name="connsiteY25-1246" fmla="*/ 6384857 h 6858000"/>
              <a:gd name="connsiteX26-1247" fmla="*/ 340328 w 1605470"/>
              <a:gd name="connsiteY26-1248" fmla="*/ 6372381 h 6858000"/>
              <a:gd name="connsiteX27-1249" fmla="*/ 337522 w 1605470"/>
              <a:gd name="connsiteY27-1250" fmla="*/ 6367510 h 6858000"/>
              <a:gd name="connsiteX28-1251" fmla="*/ 341402 w 1605470"/>
              <a:gd name="connsiteY28-1252" fmla="*/ 6349778 h 6858000"/>
              <a:gd name="connsiteX29-1253" fmla="*/ 343067 w 1605470"/>
              <a:gd name="connsiteY29-1254" fmla="*/ 6348250 h 6858000"/>
              <a:gd name="connsiteX30-1255" fmla="*/ 341730 w 1605470"/>
              <a:gd name="connsiteY30-1256" fmla="*/ 6331735 h 6858000"/>
              <a:gd name="connsiteX31-1257" fmla="*/ 335123 w 1605470"/>
              <a:gd name="connsiteY31-1258" fmla="*/ 6315613 h 6858000"/>
              <a:gd name="connsiteX32-1259" fmla="*/ 385303 w 1605470"/>
              <a:gd name="connsiteY32-1260" fmla="*/ 6171970 h 6858000"/>
              <a:gd name="connsiteX33-1261" fmla="*/ 380910 w 1605470"/>
              <a:gd name="connsiteY33-1262" fmla="*/ 6028119 h 6858000"/>
              <a:gd name="connsiteX34-1263" fmla="*/ 409371 w 1605470"/>
              <a:gd name="connsiteY34-1264" fmla="*/ 5950668 h 6858000"/>
              <a:gd name="connsiteX35-1265" fmla="*/ 442432 w 1605470"/>
              <a:gd name="connsiteY35-1266" fmla="*/ 5934687 h 6858000"/>
              <a:gd name="connsiteX36-1267" fmla="*/ 489472 w 1605470"/>
              <a:gd name="connsiteY36-1268" fmla="*/ 5732419 h 6858000"/>
              <a:gd name="connsiteX37-1269" fmla="*/ 512623 w 1605470"/>
              <a:gd name="connsiteY37-1270" fmla="*/ 5685392 h 6858000"/>
              <a:gd name="connsiteX38-1271" fmla="*/ 510261 w 1605470"/>
              <a:gd name="connsiteY38-1272" fmla="*/ 5634527 h 6858000"/>
              <a:gd name="connsiteX39-1273" fmla="*/ 523992 w 1605470"/>
              <a:gd name="connsiteY39-1274" fmla="*/ 5619557 h 6858000"/>
              <a:gd name="connsiteX40-1275" fmla="*/ 526609 w 1605470"/>
              <a:gd name="connsiteY40-1276" fmla="*/ 5617081 h 6858000"/>
              <a:gd name="connsiteX41-1277" fmla="*/ 531653 w 1605470"/>
              <a:gd name="connsiteY41-1278" fmla="*/ 5604904 h 6858000"/>
              <a:gd name="connsiteX42-1279" fmla="*/ 539863 w 1605470"/>
              <a:gd name="connsiteY42-1280" fmla="*/ 5604298 h 6858000"/>
              <a:gd name="connsiteX43-1281" fmla="*/ 552319 w 1605470"/>
              <a:gd name="connsiteY43-1282" fmla="*/ 5587997 h 6858000"/>
              <a:gd name="connsiteX44-1283" fmla="*/ 559710 w 1605470"/>
              <a:gd name="connsiteY44-1284" fmla="*/ 5564796 h 6858000"/>
              <a:gd name="connsiteX45-1285" fmla="*/ 587214 w 1605470"/>
              <a:gd name="connsiteY45-1286" fmla="*/ 5451511 h 6858000"/>
              <a:gd name="connsiteX46-1287" fmla="*/ 608019 w 1605470"/>
              <a:gd name="connsiteY46-1288" fmla="*/ 5385461 h 6858000"/>
              <a:gd name="connsiteX47-1289" fmla="*/ 622750 w 1605470"/>
              <a:gd name="connsiteY47-1290" fmla="*/ 5363084 h 6858000"/>
              <a:gd name="connsiteX48-1291" fmla="*/ 638731 w 1605470"/>
              <a:gd name="connsiteY48-1292" fmla="*/ 5330009 h 6858000"/>
              <a:gd name="connsiteX49-1293" fmla="*/ 672224 w 1605470"/>
              <a:gd name="connsiteY49-1294" fmla="*/ 5273739 h 6858000"/>
              <a:gd name="connsiteX50-1295" fmla="*/ 681823 w 1605470"/>
              <a:gd name="connsiteY50-1296" fmla="*/ 5241779 h 6858000"/>
              <a:gd name="connsiteX51-1297" fmla="*/ 693049 w 1605470"/>
              <a:gd name="connsiteY51-1298" fmla="*/ 5225268 h 6858000"/>
              <a:gd name="connsiteX52-1299" fmla="*/ 694069 w 1605470"/>
              <a:gd name="connsiteY52-1300" fmla="*/ 5217684 h 6858000"/>
              <a:gd name="connsiteX53-1301" fmla="*/ 701410 w 1605470"/>
              <a:gd name="connsiteY53-1302" fmla="*/ 5193377 h 6858000"/>
              <a:gd name="connsiteX54-1303" fmla="*/ 704713 w 1605470"/>
              <a:gd name="connsiteY54-1304" fmla="*/ 5179288 h 6858000"/>
              <a:gd name="connsiteX55-1305" fmla="*/ 705697 w 1605470"/>
              <a:gd name="connsiteY55-1306" fmla="*/ 5173621 h 6858000"/>
              <a:gd name="connsiteX56-1307" fmla="*/ 701331 w 1605470"/>
              <a:gd name="connsiteY56-1308" fmla="*/ 5159961 h 6858000"/>
              <a:gd name="connsiteX57-1309" fmla="*/ 708008 w 1605470"/>
              <a:gd name="connsiteY57-1310" fmla="*/ 5144295 h 6858000"/>
              <a:gd name="connsiteX58-1311" fmla="*/ 704941 w 1605470"/>
              <a:gd name="connsiteY58-1312" fmla="*/ 5125185 h 6858000"/>
              <a:gd name="connsiteX59-1313" fmla="*/ 711771 w 1605470"/>
              <a:gd name="connsiteY59-1314" fmla="*/ 5121884 h 6858000"/>
              <a:gd name="connsiteX60-1315" fmla="*/ 721092 w 1605470"/>
              <a:gd name="connsiteY60-1316" fmla="*/ 5108383 h 6858000"/>
              <a:gd name="connsiteX61-1317" fmla="*/ 717045 w 1605470"/>
              <a:gd name="connsiteY61-1318" fmla="*/ 5094705 h 6858000"/>
              <a:gd name="connsiteX62-1319" fmla="*/ 718807 w 1605470"/>
              <a:gd name="connsiteY62-1320" fmla="*/ 5067850 h 6858000"/>
              <a:gd name="connsiteX63-1321" fmla="*/ 721538 w 1605470"/>
              <a:gd name="connsiteY63-1322" fmla="*/ 5060861 h 6858000"/>
              <a:gd name="connsiteX64-1323" fmla="*/ 718242 w 1605470"/>
              <a:gd name="connsiteY64-1324" fmla="*/ 5034192 h 6858000"/>
              <a:gd name="connsiteX65-1325" fmla="*/ 719796 w 1605470"/>
              <a:gd name="connsiteY65-1326" fmla="*/ 4993030 h 6858000"/>
              <a:gd name="connsiteX66-1327" fmla="*/ 726705 w 1605470"/>
              <a:gd name="connsiteY66-1328" fmla="*/ 4946844 h 6858000"/>
              <a:gd name="connsiteX67-1329" fmla="*/ 722561 w 1605470"/>
              <a:gd name="connsiteY67-1330" fmla="*/ 4932692 h 6858000"/>
              <a:gd name="connsiteX68-1331" fmla="*/ 724588 w 1605470"/>
              <a:gd name="connsiteY68-1332" fmla="*/ 4845927 h 6858000"/>
              <a:gd name="connsiteX69-1333" fmla="*/ 724935 w 1605470"/>
              <a:gd name="connsiteY69-1334" fmla="*/ 4821504 h 6858000"/>
              <a:gd name="connsiteX70-1335" fmla="*/ 732118 w 1605470"/>
              <a:gd name="connsiteY70-1336" fmla="*/ 4801535 h 6858000"/>
              <a:gd name="connsiteX71-1337" fmla="*/ 739787 w 1605470"/>
              <a:gd name="connsiteY71-1338" fmla="*/ 4797794 h 6858000"/>
              <a:gd name="connsiteX72-1339" fmla="*/ 741081 w 1605470"/>
              <a:gd name="connsiteY72-1340" fmla="*/ 4784526 h 6858000"/>
              <a:gd name="connsiteX73-1341" fmla="*/ 742865 w 1605470"/>
              <a:gd name="connsiteY73-1342" fmla="*/ 4781211 h 6858000"/>
              <a:gd name="connsiteX74-1343" fmla="*/ 751652 w 1605470"/>
              <a:gd name="connsiteY74-1344" fmla="*/ 4761984 h 6858000"/>
              <a:gd name="connsiteX75-1345" fmla="*/ 734671 w 1605470"/>
              <a:gd name="connsiteY75-1346" fmla="*/ 4715631 h 6858000"/>
              <a:gd name="connsiteX76-1347" fmla="*/ 743180 w 1605470"/>
              <a:gd name="connsiteY76-1348" fmla="*/ 4662965 h 6858000"/>
              <a:gd name="connsiteX77-1349" fmla="*/ 729578 w 1605470"/>
              <a:gd name="connsiteY77-1350" fmla="*/ 4456787 h 6858000"/>
              <a:gd name="connsiteX78-1351" fmla="*/ 756542 w 1605470"/>
              <a:gd name="connsiteY78-1352" fmla="*/ 4429138 h 6858000"/>
              <a:gd name="connsiteX79-1353" fmla="*/ 761317 w 1605470"/>
              <a:gd name="connsiteY79-1354" fmla="*/ 4346145 h 6858000"/>
              <a:gd name="connsiteX80-1355" fmla="*/ 715481 w 1605470"/>
              <a:gd name="connsiteY80-1356" fmla="*/ 4214165 h 6858000"/>
              <a:gd name="connsiteX81-1357" fmla="*/ 721848 w 1605470"/>
              <a:gd name="connsiteY81-1358" fmla="*/ 4061253 h 6858000"/>
              <a:gd name="connsiteX82-1359" fmla="*/ 710868 w 1605470"/>
              <a:gd name="connsiteY82-1360" fmla="*/ 4048827 h 6858000"/>
              <a:gd name="connsiteX83-1361" fmla="*/ 704810 w 1605470"/>
              <a:gd name="connsiteY83-1362" fmla="*/ 4033999 h 6858000"/>
              <a:gd name="connsiteX84-1363" fmla="*/ 705959 w 1605470"/>
              <a:gd name="connsiteY84-1364" fmla="*/ 4031933 h 6858000"/>
              <a:gd name="connsiteX85-1365" fmla="*/ 704535 w 1605470"/>
              <a:gd name="connsiteY85-1366" fmla="*/ 4013953 h 6858000"/>
              <a:gd name="connsiteX86-1367" fmla="*/ 700443 w 1605470"/>
              <a:gd name="connsiteY86-1368" fmla="*/ 4010511 h 6858000"/>
              <a:gd name="connsiteX87-1369" fmla="*/ 698282 w 1605470"/>
              <a:gd name="connsiteY87-1370" fmla="*/ 3998331 h 6858000"/>
              <a:gd name="connsiteX88-1371" fmla="*/ 690830 w 1605470"/>
              <a:gd name="connsiteY88-1372" fmla="*/ 3974753 h 6858000"/>
              <a:gd name="connsiteX89-1373" fmla="*/ 692428 w 1605470"/>
              <a:gd name="connsiteY89-1374" fmla="*/ 3969950 h 6858000"/>
              <a:gd name="connsiteX90-1375" fmla="*/ 685850 w 1605470"/>
              <a:gd name="connsiteY90-1376" fmla="*/ 3933779 h 6858000"/>
              <a:gd name="connsiteX91-1377" fmla="*/ 687181 w 1605470"/>
              <a:gd name="connsiteY91-1378" fmla="*/ 3933093 h 6858000"/>
              <a:gd name="connsiteX92-1379" fmla="*/ 691535 w 1605470"/>
              <a:gd name="connsiteY92-1380" fmla="*/ 3922082 h 6858000"/>
              <a:gd name="connsiteX93-1381" fmla="*/ 696613 w 1605470"/>
              <a:gd name="connsiteY93-1382" fmla="*/ 3901461 h 6858000"/>
              <a:gd name="connsiteX94-1383" fmla="*/ 725908 w 1605470"/>
              <a:gd name="connsiteY94-1384" fmla="*/ 3851605 h 6858000"/>
              <a:gd name="connsiteX95-1385" fmla="*/ 719207 w 1605470"/>
              <a:gd name="connsiteY95-1386" fmla="*/ 3813873 h 6858000"/>
              <a:gd name="connsiteX96-1387" fmla="*/ 718632 w 1605470"/>
              <a:gd name="connsiteY96-1388" fmla="*/ 3806161 h 6858000"/>
              <a:gd name="connsiteX97-1389" fmla="*/ 718939 w 1605470"/>
              <a:gd name="connsiteY97-1390" fmla="*/ 3805957 h 6858000"/>
              <a:gd name="connsiteX98-1391" fmla="*/ 718966 w 1605470"/>
              <a:gd name="connsiteY98-1392" fmla="*/ 3797724 h 6858000"/>
              <a:gd name="connsiteX99-1393" fmla="*/ 717581 w 1605470"/>
              <a:gd name="connsiteY99-1394" fmla="*/ 3792098 h 6858000"/>
              <a:gd name="connsiteX100-1395" fmla="*/ 716465 w 1605470"/>
              <a:gd name="connsiteY100-1396" fmla="*/ 3777135 h 6858000"/>
              <a:gd name="connsiteX101-1397" fmla="*/ 718198 w 1605470"/>
              <a:gd name="connsiteY101-1398" fmla="*/ 3771656 h 6858000"/>
              <a:gd name="connsiteX102-1399" fmla="*/ 721941 w 1605470"/>
              <a:gd name="connsiteY102-1400" fmla="*/ 3769007 h 6858000"/>
              <a:gd name="connsiteX103-1401" fmla="*/ 721407 w 1605470"/>
              <a:gd name="connsiteY103-1402" fmla="*/ 3767709 h 6858000"/>
              <a:gd name="connsiteX104-1403" fmla="*/ 730103 w 1605470"/>
              <a:gd name="connsiteY104-1404" fmla="*/ 3738082 h 6858000"/>
              <a:gd name="connsiteX105-1405" fmla="*/ 737449 w 1605470"/>
              <a:gd name="connsiteY105-1406" fmla="*/ 3673397 h 6858000"/>
              <a:gd name="connsiteX106-1407" fmla="*/ 736745 w 1605470"/>
              <a:gd name="connsiteY106-1408" fmla="*/ 3637109 h 6858000"/>
              <a:gd name="connsiteX107-1409" fmla="*/ 740188 w 1605470"/>
              <a:gd name="connsiteY107-1410" fmla="*/ 3536883 h 6858000"/>
              <a:gd name="connsiteX108-1411" fmla="*/ 747726 w 1605470"/>
              <a:gd name="connsiteY108-1412" fmla="*/ 3435652 h 6858000"/>
              <a:gd name="connsiteX109-1413" fmla="*/ 774383 w 1605470"/>
              <a:gd name="connsiteY109-1414" fmla="*/ 3381564 h 6858000"/>
              <a:gd name="connsiteX110-1415" fmla="*/ 774870 w 1605470"/>
              <a:gd name="connsiteY110-1416" fmla="*/ 3375761 h 6858000"/>
              <a:gd name="connsiteX111-1417" fmla="*/ 770510 w 1605470"/>
              <a:gd name="connsiteY111-1418" fmla="*/ 3361844 h 6858000"/>
              <a:gd name="connsiteX112-1419" fmla="*/ 767933 w 1605470"/>
              <a:gd name="connsiteY112-1420" fmla="*/ 3356929 h 6858000"/>
              <a:gd name="connsiteX113-1421" fmla="*/ 766158 w 1605470"/>
              <a:gd name="connsiteY113-1422" fmla="*/ 3349058 h 6858000"/>
              <a:gd name="connsiteX114-1423" fmla="*/ 766414 w 1605470"/>
              <a:gd name="connsiteY114-1424" fmla="*/ 3348763 h 6858000"/>
              <a:gd name="connsiteX115-1425" fmla="*/ 764166 w 1605470"/>
              <a:gd name="connsiteY115-1426" fmla="*/ 3341588 h 6858000"/>
              <a:gd name="connsiteX116-1427" fmla="*/ 749397 w 1605470"/>
              <a:gd name="connsiteY116-1428" fmla="*/ 3307769 h 6858000"/>
              <a:gd name="connsiteX117-1429" fmla="*/ 766960 w 1605470"/>
              <a:gd name="connsiteY117-1430" fmla="*/ 3250522 h 6858000"/>
              <a:gd name="connsiteX118-1431" fmla="*/ 767385 w 1605470"/>
              <a:gd name="connsiteY118-1432" fmla="*/ 3229163 h 6858000"/>
              <a:gd name="connsiteX119-1433" fmla="*/ 769208 w 1605470"/>
              <a:gd name="connsiteY119-1434" fmla="*/ 3217217 h 6858000"/>
              <a:gd name="connsiteX120-1435" fmla="*/ 770350 w 1605470"/>
              <a:gd name="connsiteY120-1436" fmla="*/ 3216125 h 6858000"/>
              <a:gd name="connsiteX121-1437" fmla="*/ 756043 w 1605470"/>
              <a:gd name="connsiteY121-1438" fmla="*/ 3183755 h 6858000"/>
              <a:gd name="connsiteX122-1439" fmla="*/ 756544 w 1605470"/>
              <a:gd name="connsiteY122-1440" fmla="*/ 3178642 h 6858000"/>
              <a:gd name="connsiteX123-1441" fmla="*/ 744144 w 1605470"/>
              <a:gd name="connsiteY123-1442" fmla="*/ 3158586 h 6858000"/>
              <a:gd name="connsiteX124-1443" fmla="*/ 739378 w 1605470"/>
              <a:gd name="connsiteY124-1444" fmla="*/ 3147669 h 6858000"/>
              <a:gd name="connsiteX125-1445" fmla="*/ 734648 w 1605470"/>
              <a:gd name="connsiteY125-1446" fmla="*/ 3145733 h 6858000"/>
              <a:gd name="connsiteX126-1447" fmla="*/ 729329 w 1605470"/>
              <a:gd name="connsiteY126-1448" fmla="*/ 3129034 h 6858000"/>
              <a:gd name="connsiteX127-1449" fmla="*/ 729994 w 1605470"/>
              <a:gd name="connsiteY127-1450" fmla="*/ 3126682 h 6858000"/>
              <a:gd name="connsiteX128-1451" fmla="*/ 720862 w 1605470"/>
              <a:gd name="connsiteY128-1452" fmla="*/ 3114519 h 6858000"/>
              <a:gd name="connsiteX129-1453" fmla="*/ 707471 w 1605470"/>
              <a:gd name="connsiteY129-1454" fmla="*/ 3106272 h 6858000"/>
              <a:gd name="connsiteX130-1455" fmla="*/ 680201 w 1605470"/>
              <a:gd name="connsiteY130-1456" fmla="*/ 2958185 h 6858000"/>
              <a:gd name="connsiteX131-1457" fmla="*/ 596759 w 1605470"/>
              <a:gd name="connsiteY131-1458" fmla="*/ 2762989 h 6858000"/>
              <a:gd name="connsiteX132-1459" fmla="*/ 555080 w 1605470"/>
              <a:gd name="connsiteY132-1460" fmla="*/ 2538816 h 6858000"/>
              <a:gd name="connsiteX133-1461" fmla="*/ 551827 w 1605470"/>
              <a:gd name="connsiteY133-1462" fmla="*/ 2485734 h 6858000"/>
              <a:gd name="connsiteX134-1463" fmla="*/ 525179 w 1605470"/>
              <a:gd name="connsiteY134-1464" fmla="*/ 2447068 h 6858000"/>
              <a:gd name="connsiteX135-1465" fmla="*/ 529511 w 1605470"/>
              <a:gd name="connsiteY135-1466" fmla="*/ 2425819 h 6858000"/>
              <a:gd name="connsiteX136-1467" fmla="*/ 530521 w 1605470"/>
              <a:gd name="connsiteY136-1468" fmla="*/ 2422066 h 6858000"/>
              <a:gd name="connsiteX137-1469" fmla="*/ 528878 w 1605470"/>
              <a:gd name="connsiteY137-1470" fmla="*/ 2408971 h 6858000"/>
              <a:gd name="connsiteX138-1471" fmla="*/ 535510 w 1605470"/>
              <a:gd name="connsiteY138-1472" fmla="*/ 2402874 h 6858000"/>
              <a:gd name="connsiteX139-1473" fmla="*/ 538122 w 1605470"/>
              <a:gd name="connsiteY139-1474" fmla="*/ 2381443 h 6858000"/>
              <a:gd name="connsiteX140-1475" fmla="*/ 533116 w 1605470"/>
              <a:gd name="connsiteY140-1476" fmla="*/ 2358011 h 6858000"/>
              <a:gd name="connsiteX141-1477" fmla="*/ 501423 w 1605470"/>
              <a:gd name="connsiteY141-1478" fmla="*/ 2249479 h 6858000"/>
              <a:gd name="connsiteX142-1479" fmla="*/ 486968 w 1605470"/>
              <a:gd name="connsiteY142-1480" fmla="*/ 2182937 h 6858000"/>
              <a:gd name="connsiteX143-1481" fmla="*/ 488555 w 1605470"/>
              <a:gd name="connsiteY143-1482" fmla="*/ 2155135 h 6858000"/>
              <a:gd name="connsiteX144-1483" fmla="*/ 486013 w 1605470"/>
              <a:gd name="connsiteY144-1484" fmla="*/ 2118008 h 6858000"/>
              <a:gd name="connsiteX145-1485" fmla="*/ 487006 w 1605470"/>
              <a:gd name="connsiteY145-1486" fmla="*/ 2050531 h 6858000"/>
              <a:gd name="connsiteX146-1487" fmla="*/ 478812 w 1605470"/>
              <a:gd name="connsiteY146-1488" fmla="*/ 1963269 h 6858000"/>
              <a:gd name="connsiteX147-1489" fmla="*/ 442619 w 1605470"/>
              <a:gd name="connsiteY147-1490" fmla="*/ 1910499 h 6858000"/>
              <a:gd name="connsiteX148-1491" fmla="*/ 446785 w 1605470"/>
              <a:gd name="connsiteY148-1492" fmla="*/ 1903212 h 6858000"/>
              <a:gd name="connsiteX149-1493" fmla="*/ 436547 w 1605470"/>
              <a:gd name="connsiteY149-1494" fmla="*/ 1861531 h 6858000"/>
              <a:gd name="connsiteX150-1495" fmla="*/ 364290 w 1605470"/>
              <a:gd name="connsiteY150-1496" fmla="*/ 1728772 h 6858000"/>
              <a:gd name="connsiteX151-1497" fmla="*/ 345287 w 1605470"/>
              <a:gd name="connsiteY151-1498" fmla="*/ 1646953 h 6858000"/>
              <a:gd name="connsiteX152-1499" fmla="*/ 344412 w 1605470"/>
              <a:gd name="connsiteY152-1500" fmla="*/ 1615777 h 6858000"/>
              <a:gd name="connsiteX153-1501" fmla="*/ 342578 w 1605470"/>
              <a:gd name="connsiteY153-1502" fmla="*/ 1563678 h 6858000"/>
              <a:gd name="connsiteX154-1503" fmla="*/ 355658 w 1605470"/>
              <a:gd name="connsiteY154-1504" fmla="*/ 1519474 h 6858000"/>
              <a:gd name="connsiteX155-1505" fmla="*/ 348400 w 1605470"/>
              <a:gd name="connsiteY155-1506" fmla="*/ 1477995 h 6858000"/>
              <a:gd name="connsiteX156-1507" fmla="*/ 328025 w 1605470"/>
              <a:gd name="connsiteY156-1508" fmla="*/ 1475165 h 6858000"/>
              <a:gd name="connsiteX157-1509" fmla="*/ 326326 w 1605470"/>
              <a:gd name="connsiteY157-1510" fmla="*/ 1428585 h 6858000"/>
              <a:gd name="connsiteX158-1511" fmla="*/ 325799 w 1605470"/>
              <a:gd name="connsiteY158-1512" fmla="*/ 1357181 h 6858000"/>
              <a:gd name="connsiteX159-1513" fmla="*/ 320507 w 1605470"/>
              <a:gd name="connsiteY159-1514" fmla="*/ 1347099 h 6858000"/>
              <a:gd name="connsiteX160-1515" fmla="*/ 335347 w 1605470"/>
              <a:gd name="connsiteY160-1516" fmla="*/ 1334233 h 6858000"/>
              <a:gd name="connsiteX161-1517" fmla="*/ 342792 w 1605470"/>
              <a:gd name="connsiteY161-1518" fmla="*/ 1307086 h 6858000"/>
              <a:gd name="connsiteX162-1519" fmla="*/ 343980 w 1605470"/>
              <a:gd name="connsiteY162-1520" fmla="*/ 1189033 h 6858000"/>
              <a:gd name="connsiteX163-1521" fmla="*/ 348665 w 1605470"/>
              <a:gd name="connsiteY163-1522" fmla="*/ 1168288 h 6858000"/>
              <a:gd name="connsiteX164-1523" fmla="*/ 340947 w 1605470"/>
              <a:gd name="connsiteY164-1524" fmla="*/ 1142577 h 6858000"/>
              <a:gd name="connsiteX165-1525" fmla="*/ 330253 w 1605470"/>
              <a:gd name="connsiteY165-1526" fmla="*/ 1088484 h 6858000"/>
              <a:gd name="connsiteX166-1527" fmla="*/ 314647 w 1605470"/>
              <a:gd name="connsiteY166-1528" fmla="*/ 1053424 h 6858000"/>
              <a:gd name="connsiteX167-1529" fmla="*/ 322906 w 1605470"/>
              <a:gd name="connsiteY167-1530" fmla="*/ 1044367 h 6858000"/>
              <a:gd name="connsiteX168-1531" fmla="*/ 326818 w 1605470"/>
              <a:gd name="connsiteY168-1532" fmla="*/ 1022828 h 6858000"/>
              <a:gd name="connsiteX169-1533" fmla="*/ 320445 w 1605470"/>
              <a:gd name="connsiteY169-1534" fmla="*/ 932283 h 6858000"/>
              <a:gd name="connsiteX170-1535" fmla="*/ 322681 w 1605470"/>
              <a:gd name="connsiteY170-1536" fmla="*/ 915925 h 6858000"/>
              <a:gd name="connsiteX171-1537" fmla="*/ 315310 w 1605470"/>
              <a:gd name="connsiteY171-1538" fmla="*/ 896999 h 6858000"/>
              <a:gd name="connsiteX172-1539" fmla="*/ 284718 w 1605470"/>
              <a:gd name="connsiteY172-1540" fmla="*/ 821517 h 6858000"/>
              <a:gd name="connsiteX173-1541" fmla="*/ 270682 w 1605470"/>
              <a:gd name="connsiteY173-1542" fmla="*/ 786519 h 6858000"/>
              <a:gd name="connsiteX174-1543" fmla="*/ 265483 w 1605470"/>
              <a:gd name="connsiteY174-1544" fmla="*/ 784963 h 6858000"/>
              <a:gd name="connsiteX175-1545" fmla="*/ 270939 w 1605470"/>
              <a:gd name="connsiteY175-1546" fmla="*/ 776648 h 6858000"/>
              <a:gd name="connsiteX176-1547" fmla="*/ 263668 w 1605470"/>
              <a:gd name="connsiteY176-1548" fmla="*/ 751353 h 6858000"/>
              <a:gd name="connsiteX177-1549" fmla="*/ 254540 w 1605470"/>
              <a:gd name="connsiteY177-1550" fmla="*/ 741965 h 6858000"/>
              <a:gd name="connsiteX178-1551" fmla="*/ 252501 w 1605470"/>
              <a:gd name="connsiteY178-1552" fmla="*/ 724635 h 6858000"/>
              <a:gd name="connsiteX179-1553" fmla="*/ 248897 w 1605470"/>
              <a:gd name="connsiteY179-1554" fmla="*/ 681659 h 6858000"/>
              <a:gd name="connsiteX180-1555" fmla="*/ 234316 w 1605470"/>
              <a:gd name="connsiteY180-1556" fmla="*/ 635218 h 6858000"/>
              <a:gd name="connsiteX181-1557" fmla="*/ 239327 w 1605470"/>
              <a:gd name="connsiteY181-1558" fmla="*/ 613763 h 6858000"/>
              <a:gd name="connsiteX182-1559" fmla="*/ 225269 w 1605470"/>
              <a:gd name="connsiteY182-1560" fmla="*/ 598582 h 6858000"/>
              <a:gd name="connsiteX183-1561" fmla="*/ 224950 w 1605470"/>
              <a:gd name="connsiteY183-1562" fmla="*/ 576846 h 6858000"/>
              <a:gd name="connsiteX184-1563" fmla="*/ 204632 w 1605470"/>
              <a:gd name="connsiteY184-1564" fmla="*/ 553868 h 6858000"/>
              <a:gd name="connsiteX185-1565" fmla="*/ 239317 w 1605470"/>
              <a:gd name="connsiteY185-1566" fmla="*/ 517614 h 6858000"/>
              <a:gd name="connsiteX186-1567" fmla="*/ 201693 w 1605470"/>
              <a:gd name="connsiteY186-1568" fmla="*/ 469651 h 6858000"/>
              <a:gd name="connsiteX187-1569" fmla="*/ 195012 w 1605470"/>
              <a:gd name="connsiteY187-1570" fmla="*/ 448559 h 6858000"/>
              <a:gd name="connsiteX188-1571" fmla="*/ 201434 w 1605470"/>
              <a:gd name="connsiteY188-1572" fmla="*/ 441529 h 6858000"/>
              <a:gd name="connsiteX189-1573" fmla="*/ 200655 w 1605470"/>
              <a:gd name="connsiteY189-1574" fmla="*/ 428927 h 6858000"/>
              <a:gd name="connsiteX190-1575" fmla="*/ 190059 w 1605470"/>
              <a:gd name="connsiteY190-1576" fmla="*/ 430161 h 6858000"/>
              <a:gd name="connsiteX191-1577" fmla="*/ 184450 w 1605470"/>
              <a:gd name="connsiteY191-1578" fmla="*/ 396240 h 6858000"/>
              <a:gd name="connsiteX192-1579" fmla="*/ 146196 w 1605470"/>
              <a:gd name="connsiteY192-1580" fmla="*/ 358810 h 6858000"/>
              <a:gd name="connsiteX193-1581" fmla="*/ 124571 w 1605470"/>
              <a:gd name="connsiteY193-1582" fmla="*/ 302178 h 6858000"/>
              <a:gd name="connsiteX194-1583" fmla="*/ 103243 w 1605470"/>
              <a:gd name="connsiteY194-1584" fmla="*/ 211375 h 6858000"/>
              <a:gd name="connsiteX195-1585" fmla="*/ 94571 w 1605470"/>
              <a:gd name="connsiteY195-1586" fmla="*/ 184179 h 6858000"/>
              <a:gd name="connsiteX196-1587" fmla="*/ 13437 w 1605470"/>
              <a:gd name="connsiteY196-1588" fmla="*/ 19287 h 6858000"/>
              <a:gd name="connsiteX197-1589" fmla="*/ 0 w 1605470"/>
              <a:gd name="connsiteY197-1590" fmla="*/ 0 h 6858000"/>
              <a:gd name="connsiteX0-1591" fmla="*/ 0 w 1605470"/>
              <a:gd name="connsiteY0-1592" fmla="*/ 0 h 6858000"/>
              <a:gd name="connsiteX1-1593" fmla="*/ 1605470 w 1605470"/>
              <a:gd name="connsiteY1-1594" fmla="*/ 0 h 6858000"/>
              <a:gd name="connsiteX2-1595" fmla="*/ 1605470 w 1605470"/>
              <a:gd name="connsiteY2-1596" fmla="*/ 6858000 h 6858000"/>
              <a:gd name="connsiteX3-1597" fmla="*/ 154105 w 1605470"/>
              <a:gd name="connsiteY3-1598" fmla="*/ 6858000 h 6858000"/>
              <a:gd name="connsiteX4-1599" fmla="*/ 154246 w 1605470"/>
              <a:gd name="connsiteY4-1600" fmla="*/ 6857735 h 6858000"/>
              <a:gd name="connsiteX5-1601" fmla="*/ 166295 w 1605470"/>
              <a:gd name="connsiteY5-1602" fmla="*/ 6809549 h 6858000"/>
              <a:gd name="connsiteX6-1603" fmla="*/ 198506 w 1605470"/>
              <a:gd name="connsiteY6-1604" fmla="*/ 6715115 h 6858000"/>
              <a:gd name="connsiteX7-1605" fmla="*/ 208357 w 1605470"/>
              <a:gd name="connsiteY7-1606" fmla="*/ 6680170 h 6858000"/>
              <a:gd name="connsiteX8-1607" fmla="*/ 233907 w 1605470"/>
              <a:gd name="connsiteY8-1608" fmla="*/ 6621207 h 6858000"/>
              <a:gd name="connsiteX9-1609" fmla="*/ 250564 w 1605470"/>
              <a:gd name="connsiteY9-1610" fmla="*/ 6596265 h 6858000"/>
              <a:gd name="connsiteX10-1611" fmla="*/ 250443 w 1605470"/>
              <a:gd name="connsiteY10-1612" fmla="*/ 6594818 h 6858000"/>
              <a:gd name="connsiteX11-1613" fmla="*/ 254688 w 1605470"/>
              <a:gd name="connsiteY11-1614" fmla="*/ 6593735 h 6858000"/>
              <a:gd name="connsiteX12-1615" fmla="*/ 257885 w 1605470"/>
              <a:gd name="connsiteY12-1616" fmla="*/ 6589172 h 6858000"/>
              <a:gd name="connsiteX13-1617" fmla="*/ 261179 w 1605470"/>
              <a:gd name="connsiteY13-1618" fmla="*/ 6574442 h 6858000"/>
              <a:gd name="connsiteX14-1619" fmla="*/ 261519 w 1605470"/>
              <a:gd name="connsiteY14-1620" fmla="*/ 6568530 h 6858000"/>
              <a:gd name="connsiteX15-1621" fmla="*/ 263928 w 1605470"/>
              <a:gd name="connsiteY15-1622" fmla="*/ 6560674 h 6858000"/>
              <a:gd name="connsiteX16-1623" fmla="*/ 264273 w 1605470"/>
              <a:gd name="connsiteY16-1624" fmla="*/ 6560598 h 6858000"/>
              <a:gd name="connsiteX17-1625" fmla="*/ 265970 w 1605470"/>
              <a:gd name="connsiteY17-1626" fmla="*/ 6553006 h 6858000"/>
              <a:gd name="connsiteX18-1627" fmla="*/ 270666 w 1605470"/>
              <a:gd name="connsiteY18-1628" fmla="*/ 6514360 h 6858000"/>
              <a:gd name="connsiteX19-1629" fmla="*/ 312320 w 1605470"/>
              <a:gd name="connsiteY19-1630" fmla="*/ 6478062 h 6858000"/>
              <a:gd name="connsiteX20-1631" fmla="*/ 323009 w 1605470"/>
              <a:gd name="connsiteY20-1632" fmla="*/ 6460325 h 6858000"/>
              <a:gd name="connsiteX21-1633" fmla="*/ 330242 w 1605470"/>
              <a:gd name="connsiteY21-1634" fmla="*/ 6451488 h 6858000"/>
              <a:gd name="connsiteX22-1635" fmla="*/ 331677 w 1605470"/>
              <a:gd name="connsiteY22-1636" fmla="*/ 6451348 h 6858000"/>
              <a:gd name="connsiteX23-1637" fmla="*/ 336035 w 1605470"/>
              <a:gd name="connsiteY23-1638" fmla="*/ 6414240 h 6858000"/>
              <a:gd name="connsiteX24-1639" fmla="*/ 338911 w 1605470"/>
              <a:gd name="connsiteY24-1640" fmla="*/ 6410269 h 6858000"/>
              <a:gd name="connsiteX25-1641" fmla="*/ 338811 w 1605470"/>
              <a:gd name="connsiteY25-1642" fmla="*/ 6384857 h 6858000"/>
              <a:gd name="connsiteX26-1643" fmla="*/ 340328 w 1605470"/>
              <a:gd name="connsiteY26-1644" fmla="*/ 6372381 h 6858000"/>
              <a:gd name="connsiteX27-1645" fmla="*/ 337522 w 1605470"/>
              <a:gd name="connsiteY27-1646" fmla="*/ 6367510 h 6858000"/>
              <a:gd name="connsiteX28-1647" fmla="*/ 341402 w 1605470"/>
              <a:gd name="connsiteY28-1648" fmla="*/ 6349778 h 6858000"/>
              <a:gd name="connsiteX29-1649" fmla="*/ 343067 w 1605470"/>
              <a:gd name="connsiteY29-1650" fmla="*/ 6348250 h 6858000"/>
              <a:gd name="connsiteX30-1651" fmla="*/ 341730 w 1605470"/>
              <a:gd name="connsiteY30-1652" fmla="*/ 6331735 h 6858000"/>
              <a:gd name="connsiteX31-1653" fmla="*/ 335123 w 1605470"/>
              <a:gd name="connsiteY31-1654" fmla="*/ 6315613 h 6858000"/>
              <a:gd name="connsiteX32-1655" fmla="*/ 385303 w 1605470"/>
              <a:gd name="connsiteY32-1656" fmla="*/ 6171970 h 6858000"/>
              <a:gd name="connsiteX33-1657" fmla="*/ 380910 w 1605470"/>
              <a:gd name="connsiteY33-1658" fmla="*/ 6028119 h 6858000"/>
              <a:gd name="connsiteX34-1659" fmla="*/ 409371 w 1605470"/>
              <a:gd name="connsiteY34-1660" fmla="*/ 5950668 h 6858000"/>
              <a:gd name="connsiteX35-1661" fmla="*/ 442432 w 1605470"/>
              <a:gd name="connsiteY35-1662" fmla="*/ 5934687 h 6858000"/>
              <a:gd name="connsiteX36-1663" fmla="*/ 489472 w 1605470"/>
              <a:gd name="connsiteY36-1664" fmla="*/ 5732419 h 6858000"/>
              <a:gd name="connsiteX37-1665" fmla="*/ 512623 w 1605470"/>
              <a:gd name="connsiteY37-1666" fmla="*/ 5685392 h 6858000"/>
              <a:gd name="connsiteX38-1667" fmla="*/ 510261 w 1605470"/>
              <a:gd name="connsiteY38-1668" fmla="*/ 5634527 h 6858000"/>
              <a:gd name="connsiteX39-1669" fmla="*/ 523992 w 1605470"/>
              <a:gd name="connsiteY39-1670" fmla="*/ 5619557 h 6858000"/>
              <a:gd name="connsiteX40-1671" fmla="*/ 526609 w 1605470"/>
              <a:gd name="connsiteY40-1672" fmla="*/ 5617081 h 6858000"/>
              <a:gd name="connsiteX41-1673" fmla="*/ 531653 w 1605470"/>
              <a:gd name="connsiteY41-1674" fmla="*/ 5604904 h 6858000"/>
              <a:gd name="connsiteX42-1675" fmla="*/ 539863 w 1605470"/>
              <a:gd name="connsiteY42-1676" fmla="*/ 5604298 h 6858000"/>
              <a:gd name="connsiteX43-1677" fmla="*/ 552319 w 1605470"/>
              <a:gd name="connsiteY43-1678" fmla="*/ 5587997 h 6858000"/>
              <a:gd name="connsiteX44-1679" fmla="*/ 559710 w 1605470"/>
              <a:gd name="connsiteY44-1680" fmla="*/ 5564796 h 6858000"/>
              <a:gd name="connsiteX45-1681" fmla="*/ 587214 w 1605470"/>
              <a:gd name="connsiteY45-1682" fmla="*/ 5451511 h 6858000"/>
              <a:gd name="connsiteX46-1683" fmla="*/ 608019 w 1605470"/>
              <a:gd name="connsiteY46-1684" fmla="*/ 5385461 h 6858000"/>
              <a:gd name="connsiteX47-1685" fmla="*/ 622750 w 1605470"/>
              <a:gd name="connsiteY47-1686" fmla="*/ 5363084 h 6858000"/>
              <a:gd name="connsiteX48-1687" fmla="*/ 638731 w 1605470"/>
              <a:gd name="connsiteY48-1688" fmla="*/ 5330009 h 6858000"/>
              <a:gd name="connsiteX49-1689" fmla="*/ 672224 w 1605470"/>
              <a:gd name="connsiteY49-1690" fmla="*/ 5273739 h 6858000"/>
              <a:gd name="connsiteX50-1691" fmla="*/ 681823 w 1605470"/>
              <a:gd name="connsiteY50-1692" fmla="*/ 5241779 h 6858000"/>
              <a:gd name="connsiteX51-1693" fmla="*/ 693049 w 1605470"/>
              <a:gd name="connsiteY51-1694" fmla="*/ 5225268 h 6858000"/>
              <a:gd name="connsiteX52-1695" fmla="*/ 694069 w 1605470"/>
              <a:gd name="connsiteY52-1696" fmla="*/ 5217684 h 6858000"/>
              <a:gd name="connsiteX53-1697" fmla="*/ 701410 w 1605470"/>
              <a:gd name="connsiteY53-1698" fmla="*/ 5193377 h 6858000"/>
              <a:gd name="connsiteX54-1699" fmla="*/ 704713 w 1605470"/>
              <a:gd name="connsiteY54-1700" fmla="*/ 5179288 h 6858000"/>
              <a:gd name="connsiteX55-1701" fmla="*/ 705697 w 1605470"/>
              <a:gd name="connsiteY55-1702" fmla="*/ 5173621 h 6858000"/>
              <a:gd name="connsiteX56-1703" fmla="*/ 701331 w 1605470"/>
              <a:gd name="connsiteY56-1704" fmla="*/ 5159961 h 6858000"/>
              <a:gd name="connsiteX57-1705" fmla="*/ 708008 w 1605470"/>
              <a:gd name="connsiteY57-1706" fmla="*/ 5144295 h 6858000"/>
              <a:gd name="connsiteX58-1707" fmla="*/ 704941 w 1605470"/>
              <a:gd name="connsiteY58-1708" fmla="*/ 5125185 h 6858000"/>
              <a:gd name="connsiteX59-1709" fmla="*/ 711771 w 1605470"/>
              <a:gd name="connsiteY59-1710" fmla="*/ 5121884 h 6858000"/>
              <a:gd name="connsiteX60-1711" fmla="*/ 721092 w 1605470"/>
              <a:gd name="connsiteY60-1712" fmla="*/ 5108383 h 6858000"/>
              <a:gd name="connsiteX61-1713" fmla="*/ 717045 w 1605470"/>
              <a:gd name="connsiteY61-1714" fmla="*/ 5094705 h 6858000"/>
              <a:gd name="connsiteX62-1715" fmla="*/ 718807 w 1605470"/>
              <a:gd name="connsiteY62-1716" fmla="*/ 5067850 h 6858000"/>
              <a:gd name="connsiteX63-1717" fmla="*/ 721538 w 1605470"/>
              <a:gd name="connsiteY63-1718" fmla="*/ 5060861 h 6858000"/>
              <a:gd name="connsiteX64-1719" fmla="*/ 718242 w 1605470"/>
              <a:gd name="connsiteY64-1720" fmla="*/ 5034192 h 6858000"/>
              <a:gd name="connsiteX65-1721" fmla="*/ 719796 w 1605470"/>
              <a:gd name="connsiteY65-1722" fmla="*/ 4993030 h 6858000"/>
              <a:gd name="connsiteX66-1723" fmla="*/ 726705 w 1605470"/>
              <a:gd name="connsiteY66-1724" fmla="*/ 4946844 h 6858000"/>
              <a:gd name="connsiteX67-1725" fmla="*/ 722561 w 1605470"/>
              <a:gd name="connsiteY67-1726" fmla="*/ 4932692 h 6858000"/>
              <a:gd name="connsiteX68-1727" fmla="*/ 724588 w 1605470"/>
              <a:gd name="connsiteY68-1728" fmla="*/ 4845927 h 6858000"/>
              <a:gd name="connsiteX69-1729" fmla="*/ 724935 w 1605470"/>
              <a:gd name="connsiteY69-1730" fmla="*/ 4821504 h 6858000"/>
              <a:gd name="connsiteX70-1731" fmla="*/ 732118 w 1605470"/>
              <a:gd name="connsiteY70-1732" fmla="*/ 4801535 h 6858000"/>
              <a:gd name="connsiteX71-1733" fmla="*/ 739787 w 1605470"/>
              <a:gd name="connsiteY71-1734" fmla="*/ 4797794 h 6858000"/>
              <a:gd name="connsiteX72-1735" fmla="*/ 741081 w 1605470"/>
              <a:gd name="connsiteY72-1736" fmla="*/ 4784526 h 6858000"/>
              <a:gd name="connsiteX73-1737" fmla="*/ 742865 w 1605470"/>
              <a:gd name="connsiteY73-1738" fmla="*/ 4781211 h 6858000"/>
              <a:gd name="connsiteX74-1739" fmla="*/ 751652 w 1605470"/>
              <a:gd name="connsiteY74-1740" fmla="*/ 4761984 h 6858000"/>
              <a:gd name="connsiteX75-1741" fmla="*/ 734671 w 1605470"/>
              <a:gd name="connsiteY75-1742" fmla="*/ 4715631 h 6858000"/>
              <a:gd name="connsiteX76-1743" fmla="*/ 743180 w 1605470"/>
              <a:gd name="connsiteY76-1744" fmla="*/ 4662965 h 6858000"/>
              <a:gd name="connsiteX77-1745" fmla="*/ 729578 w 1605470"/>
              <a:gd name="connsiteY77-1746" fmla="*/ 4456787 h 6858000"/>
              <a:gd name="connsiteX78-1747" fmla="*/ 756542 w 1605470"/>
              <a:gd name="connsiteY78-1748" fmla="*/ 4429138 h 6858000"/>
              <a:gd name="connsiteX79-1749" fmla="*/ 761317 w 1605470"/>
              <a:gd name="connsiteY79-1750" fmla="*/ 4346145 h 6858000"/>
              <a:gd name="connsiteX80-1751" fmla="*/ 715481 w 1605470"/>
              <a:gd name="connsiteY80-1752" fmla="*/ 4214165 h 6858000"/>
              <a:gd name="connsiteX81-1753" fmla="*/ 721848 w 1605470"/>
              <a:gd name="connsiteY81-1754" fmla="*/ 4061253 h 6858000"/>
              <a:gd name="connsiteX82-1755" fmla="*/ 710868 w 1605470"/>
              <a:gd name="connsiteY82-1756" fmla="*/ 4048827 h 6858000"/>
              <a:gd name="connsiteX83-1757" fmla="*/ 704810 w 1605470"/>
              <a:gd name="connsiteY83-1758" fmla="*/ 4033999 h 6858000"/>
              <a:gd name="connsiteX84-1759" fmla="*/ 705959 w 1605470"/>
              <a:gd name="connsiteY84-1760" fmla="*/ 4031933 h 6858000"/>
              <a:gd name="connsiteX85-1761" fmla="*/ 704535 w 1605470"/>
              <a:gd name="connsiteY85-1762" fmla="*/ 4013953 h 6858000"/>
              <a:gd name="connsiteX86-1763" fmla="*/ 700443 w 1605470"/>
              <a:gd name="connsiteY86-1764" fmla="*/ 4010511 h 6858000"/>
              <a:gd name="connsiteX87-1765" fmla="*/ 698282 w 1605470"/>
              <a:gd name="connsiteY87-1766" fmla="*/ 3998331 h 6858000"/>
              <a:gd name="connsiteX88-1767" fmla="*/ 690830 w 1605470"/>
              <a:gd name="connsiteY88-1768" fmla="*/ 3974753 h 6858000"/>
              <a:gd name="connsiteX89-1769" fmla="*/ 692428 w 1605470"/>
              <a:gd name="connsiteY89-1770" fmla="*/ 3969950 h 6858000"/>
              <a:gd name="connsiteX90-1771" fmla="*/ 685850 w 1605470"/>
              <a:gd name="connsiteY90-1772" fmla="*/ 3933779 h 6858000"/>
              <a:gd name="connsiteX91-1773" fmla="*/ 687181 w 1605470"/>
              <a:gd name="connsiteY91-1774" fmla="*/ 3933093 h 6858000"/>
              <a:gd name="connsiteX92-1775" fmla="*/ 691535 w 1605470"/>
              <a:gd name="connsiteY92-1776" fmla="*/ 3922082 h 6858000"/>
              <a:gd name="connsiteX93-1777" fmla="*/ 696613 w 1605470"/>
              <a:gd name="connsiteY93-1778" fmla="*/ 3901461 h 6858000"/>
              <a:gd name="connsiteX94-1779" fmla="*/ 725908 w 1605470"/>
              <a:gd name="connsiteY94-1780" fmla="*/ 3851605 h 6858000"/>
              <a:gd name="connsiteX95-1781" fmla="*/ 719207 w 1605470"/>
              <a:gd name="connsiteY95-1782" fmla="*/ 3813873 h 6858000"/>
              <a:gd name="connsiteX96-1783" fmla="*/ 718632 w 1605470"/>
              <a:gd name="connsiteY96-1784" fmla="*/ 3806161 h 6858000"/>
              <a:gd name="connsiteX97-1785" fmla="*/ 718939 w 1605470"/>
              <a:gd name="connsiteY97-1786" fmla="*/ 3805957 h 6858000"/>
              <a:gd name="connsiteX98-1787" fmla="*/ 718966 w 1605470"/>
              <a:gd name="connsiteY98-1788" fmla="*/ 3797724 h 6858000"/>
              <a:gd name="connsiteX99-1789" fmla="*/ 717581 w 1605470"/>
              <a:gd name="connsiteY99-1790" fmla="*/ 3792098 h 6858000"/>
              <a:gd name="connsiteX100-1791" fmla="*/ 716465 w 1605470"/>
              <a:gd name="connsiteY100-1792" fmla="*/ 3777135 h 6858000"/>
              <a:gd name="connsiteX101-1793" fmla="*/ 718198 w 1605470"/>
              <a:gd name="connsiteY101-1794" fmla="*/ 3771656 h 6858000"/>
              <a:gd name="connsiteX102-1795" fmla="*/ 721941 w 1605470"/>
              <a:gd name="connsiteY102-1796" fmla="*/ 3769007 h 6858000"/>
              <a:gd name="connsiteX103-1797" fmla="*/ 721407 w 1605470"/>
              <a:gd name="connsiteY103-1798" fmla="*/ 3767709 h 6858000"/>
              <a:gd name="connsiteX104-1799" fmla="*/ 730103 w 1605470"/>
              <a:gd name="connsiteY104-1800" fmla="*/ 3738082 h 6858000"/>
              <a:gd name="connsiteX105-1801" fmla="*/ 737449 w 1605470"/>
              <a:gd name="connsiteY105-1802" fmla="*/ 3673397 h 6858000"/>
              <a:gd name="connsiteX106-1803" fmla="*/ 736745 w 1605470"/>
              <a:gd name="connsiteY106-1804" fmla="*/ 3637109 h 6858000"/>
              <a:gd name="connsiteX107-1805" fmla="*/ 740188 w 1605470"/>
              <a:gd name="connsiteY107-1806" fmla="*/ 3536883 h 6858000"/>
              <a:gd name="connsiteX108-1807" fmla="*/ 747726 w 1605470"/>
              <a:gd name="connsiteY108-1808" fmla="*/ 3435652 h 6858000"/>
              <a:gd name="connsiteX109-1809" fmla="*/ 774383 w 1605470"/>
              <a:gd name="connsiteY109-1810" fmla="*/ 3381564 h 6858000"/>
              <a:gd name="connsiteX110-1811" fmla="*/ 774870 w 1605470"/>
              <a:gd name="connsiteY110-1812" fmla="*/ 3375761 h 6858000"/>
              <a:gd name="connsiteX111-1813" fmla="*/ 770510 w 1605470"/>
              <a:gd name="connsiteY111-1814" fmla="*/ 3361844 h 6858000"/>
              <a:gd name="connsiteX112-1815" fmla="*/ 767933 w 1605470"/>
              <a:gd name="connsiteY112-1816" fmla="*/ 3356929 h 6858000"/>
              <a:gd name="connsiteX113-1817" fmla="*/ 766158 w 1605470"/>
              <a:gd name="connsiteY113-1818" fmla="*/ 3349058 h 6858000"/>
              <a:gd name="connsiteX114-1819" fmla="*/ 766414 w 1605470"/>
              <a:gd name="connsiteY114-1820" fmla="*/ 3348763 h 6858000"/>
              <a:gd name="connsiteX115-1821" fmla="*/ 764166 w 1605470"/>
              <a:gd name="connsiteY115-1822" fmla="*/ 3341588 h 6858000"/>
              <a:gd name="connsiteX116-1823" fmla="*/ 749397 w 1605470"/>
              <a:gd name="connsiteY116-1824" fmla="*/ 3307769 h 6858000"/>
              <a:gd name="connsiteX117-1825" fmla="*/ 766960 w 1605470"/>
              <a:gd name="connsiteY117-1826" fmla="*/ 3250522 h 6858000"/>
              <a:gd name="connsiteX118-1827" fmla="*/ 767385 w 1605470"/>
              <a:gd name="connsiteY118-1828" fmla="*/ 3229163 h 6858000"/>
              <a:gd name="connsiteX119-1829" fmla="*/ 769208 w 1605470"/>
              <a:gd name="connsiteY119-1830" fmla="*/ 3217217 h 6858000"/>
              <a:gd name="connsiteX120-1831" fmla="*/ 770350 w 1605470"/>
              <a:gd name="connsiteY120-1832" fmla="*/ 3216125 h 6858000"/>
              <a:gd name="connsiteX121-1833" fmla="*/ 756043 w 1605470"/>
              <a:gd name="connsiteY121-1834" fmla="*/ 3183755 h 6858000"/>
              <a:gd name="connsiteX122-1835" fmla="*/ 756544 w 1605470"/>
              <a:gd name="connsiteY122-1836" fmla="*/ 3178642 h 6858000"/>
              <a:gd name="connsiteX123-1837" fmla="*/ 744144 w 1605470"/>
              <a:gd name="connsiteY123-1838" fmla="*/ 3158586 h 6858000"/>
              <a:gd name="connsiteX124-1839" fmla="*/ 739378 w 1605470"/>
              <a:gd name="connsiteY124-1840" fmla="*/ 3147669 h 6858000"/>
              <a:gd name="connsiteX125-1841" fmla="*/ 734648 w 1605470"/>
              <a:gd name="connsiteY125-1842" fmla="*/ 3145733 h 6858000"/>
              <a:gd name="connsiteX126-1843" fmla="*/ 729329 w 1605470"/>
              <a:gd name="connsiteY126-1844" fmla="*/ 3129034 h 6858000"/>
              <a:gd name="connsiteX127-1845" fmla="*/ 729994 w 1605470"/>
              <a:gd name="connsiteY127-1846" fmla="*/ 3126682 h 6858000"/>
              <a:gd name="connsiteX128-1847" fmla="*/ 720862 w 1605470"/>
              <a:gd name="connsiteY128-1848" fmla="*/ 3114519 h 6858000"/>
              <a:gd name="connsiteX129-1849" fmla="*/ 707471 w 1605470"/>
              <a:gd name="connsiteY129-1850" fmla="*/ 3106272 h 6858000"/>
              <a:gd name="connsiteX130-1851" fmla="*/ 680201 w 1605470"/>
              <a:gd name="connsiteY130-1852" fmla="*/ 2958185 h 6858000"/>
              <a:gd name="connsiteX131-1853" fmla="*/ 596759 w 1605470"/>
              <a:gd name="connsiteY131-1854" fmla="*/ 2762989 h 6858000"/>
              <a:gd name="connsiteX132-1855" fmla="*/ 571733 w 1605470"/>
              <a:gd name="connsiteY132-1856" fmla="*/ 2554718 h 6858000"/>
              <a:gd name="connsiteX133-1857" fmla="*/ 551827 w 1605470"/>
              <a:gd name="connsiteY133-1858" fmla="*/ 2485734 h 6858000"/>
              <a:gd name="connsiteX134-1859" fmla="*/ 525179 w 1605470"/>
              <a:gd name="connsiteY134-1860" fmla="*/ 2447068 h 6858000"/>
              <a:gd name="connsiteX135-1861" fmla="*/ 529511 w 1605470"/>
              <a:gd name="connsiteY135-1862" fmla="*/ 2425819 h 6858000"/>
              <a:gd name="connsiteX136-1863" fmla="*/ 530521 w 1605470"/>
              <a:gd name="connsiteY136-1864" fmla="*/ 2422066 h 6858000"/>
              <a:gd name="connsiteX137-1865" fmla="*/ 528878 w 1605470"/>
              <a:gd name="connsiteY137-1866" fmla="*/ 2408971 h 6858000"/>
              <a:gd name="connsiteX138-1867" fmla="*/ 535510 w 1605470"/>
              <a:gd name="connsiteY138-1868" fmla="*/ 2402874 h 6858000"/>
              <a:gd name="connsiteX139-1869" fmla="*/ 538122 w 1605470"/>
              <a:gd name="connsiteY139-1870" fmla="*/ 2381443 h 6858000"/>
              <a:gd name="connsiteX140-1871" fmla="*/ 533116 w 1605470"/>
              <a:gd name="connsiteY140-1872" fmla="*/ 2358011 h 6858000"/>
              <a:gd name="connsiteX141-1873" fmla="*/ 501423 w 1605470"/>
              <a:gd name="connsiteY141-1874" fmla="*/ 2249479 h 6858000"/>
              <a:gd name="connsiteX142-1875" fmla="*/ 486968 w 1605470"/>
              <a:gd name="connsiteY142-1876" fmla="*/ 2182937 h 6858000"/>
              <a:gd name="connsiteX143-1877" fmla="*/ 488555 w 1605470"/>
              <a:gd name="connsiteY143-1878" fmla="*/ 2155135 h 6858000"/>
              <a:gd name="connsiteX144-1879" fmla="*/ 486013 w 1605470"/>
              <a:gd name="connsiteY144-1880" fmla="*/ 2118008 h 6858000"/>
              <a:gd name="connsiteX145-1881" fmla="*/ 487006 w 1605470"/>
              <a:gd name="connsiteY145-1882" fmla="*/ 2050531 h 6858000"/>
              <a:gd name="connsiteX146-1883" fmla="*/ 478812 w 1605470"/>
              <a:gd name="connsiteY146-1884" fmla="*/ 1963269 h 6858000"/>
              <a:gd name="connsiteX147-1885" fmla="*/ 442619 w 1605470"/>
              <a:gd name="connsiteY147-1886" fmla="*/ 1910499 h 6858000"/>
              <a:gd name="connsiteX148-1887" fmla="*/ 446785 w 1605470"/>
              <a:gd name="connsiteY148-1888" fmla="*/ 1903212 h 6858000"/>
              <a:gd name="connsiteX149-1889" fmla="*/ 436547 w 1605470"/>
              <a:gd name="connsiteY149-1890" fmla="*/ 1861531 h 6858000"/>
              <a:gd name="connsiteX150-1891" fmla="*/ 364290 w 1605470"/>
              <a:gd name="connsiteY150-1892" fmla="*/ 1728772 h 6858000"/>
              <a:gd name="connsiteX151-1893" fmla="*/ 345287 w 1605470"/>
              <a:gd name="connsiteY151-1894" fmla="*/ 1646953 h 6858000"/>
              <a:gd name="connsiteX152-1895" fmla="*/ 344412 w 1605470"/>
              <a:gd name="connsiteY152-1896" fmla="*/ 1615777 h 6858000"/>
              <a:gd name="connsiteX153-1897" fmla="*/ 342578 w 1605470"/>
              <a:gd name="connsiteY153-1898" fmla="*/ 1563678 h 6858000"/>
              <a:gd name="connsiteX154-1899" fmla="*/ 355658 w 1605470"/>
              <a:gd name="connsiteY154-1900" fmla="*/ 1519474 h 6858000"/>
              <a:gd name="connsiteX155-1901" fmla="*/ 348400 w 1605470"/>
              <a:gd name="connsiteY155-1902" fmla="*/ 1477995 h 6858000"/>
              <a:gd name="connsiteX156-1903" fmla="*/ 328025 w 1605470"/>
              <a:gd name="connsiteY156-1904" fmla="*/ 1475165 h 6858000"/>
              <a:gd name="connsiteX157-1905" fmla="*/ 326326 w 1605470"/>
              <a:gd name="connsiteY157-1906" fmla="*/ 1428585 h 6858000"/>
              <a:gd name="connsiteX158-1907" fmla="*/ 325799 w 1605470"/>
              <a:gd name="connsiteY158-1908" fmla="*/ 1357181 h 6858000"/>
              <a:gd name="connsiteX159-1909" fmla="*/ 320507 w 1605470"/>
              <a:gd name="connsiteY159-1910" fmla="*/ 1347099 h 6858000"/>
              <a:gd name="connsiteX160-1911" fmla="*/ 335347 w 1605470"/>
              <a:gd name="connsiteY160-1912" fmla="*/ 1334233 h 6858000"/>
              <a:gd name="connsiteX161-1913" fmla="*/ 342792 w 1605470"/>
              <a:gd name="connsiteY161-1914" fmla="*/ 1307086 h 6858000"/>
              <a:gd name="connsiteX162-1915" fmla="*/ 343980 w 1605470"/>
              <a:gd name="connsiteY162-1916" fmla="*/ 1189033 h 6858000"/>
              <a:gd name="connsiteX163-1917" fmla="*/ 348665 w 1605470"/>
              <a:gd name="connsiteY163-1918" fmla="*/ 1168288 h 6858000"/>
              <a:gd name="connsiteX164-1919" fmla="*/ 340947 w 1605470"/>
              <a:gd name="connsiteY164-1920" fmla="*/ 1142577 h 6858000"/>
              <a:gd name="connsiteX165-1921" fmla="*/ 330253 w 1605470"/>
              <a:gd name="connsiteY165-1922" fmla="*/ 1088484 h 6858000"/>
              <a:gd name="connsiteX166-1923" fmla="*/ 314647 w 1605470"/>
              <a:gd name="connsiteY166-1924" fmla="*/ 1053424 h 6858000"/>
              <a:gd name="connsiteX167-1925" fmla="*/ 322906 w 1605470"/>
              <a:gd name="connsiteY167-1926" fmla="*/ 1044367 h 6858000"/>
              <a:gd name="connsiteX168-1927" fmla="*/ 326818 w 1605470"/>
              <a:gd name="connsiteY168-1928" fmla="*/ 1022828 h 6858000"/>
              <a:gd name="connsiteX169-1929" fmla="*/ 320445 w 1605470"/>
              <a:gd name="connsiteY169-1930" fmla="*/ 932283 h 6858000"/>
              <a:gd name="connsiteX170-1931" fmla="*/ 322681 w 1605470"/>
              <a:gd name="connsiteY170-1932" fmla="*/ 915925 h 6858000"/>
              <a:gd name="connsiteX171-1933" fmla="*/ 315310 w 1605470"/>
              <a:gd name="connsiteY171-1934" fmla="*/ 896999 h 6858000"/>
              <a:gd name="connsiteX172-1935" fmla="*/ 284718 w 1605470"/>
              <a:gd name="connsiteY172-1936" fmla="*/ 821517 h 6858000"/>
              <a:gd name="connsiteX173-1937" fmla="*/ 270682 w 1605470"/>
              <a:gd name="connsiteY173-1938" fmla="*/ 786519 h 6858000"/>
              <a:gd name="connsiteX174-1939" fmla="*/ 265483 w 1605470"/>
              <a:gd name="connsiteY174-1940" fmla="*/ 784963 h 6858000"/>
              <a:gd name="connsiteX175-1941" fmla="*/ 270939 w 1605470"/>
              <a:gd name="connsiteY175-1942" fmla="*/ 776648 h 6858000"/>
              <a:gd name="connsiteX176-1943" fmla="*/ 263668 w 1605470"/>
              <a:gd name="connsiteY176-1944" fmla="*/ 751353 h 6858000"/>
              <a:gd name="connsiteX177-1945" fmla="*/ 254540 w 1605470"/>
              <a:gd name="connsiteY177-1946" fmla="*/ 741965 h 6858000"/>
              <a:gd name="connsiteX178-1947" fmla="*/ 252501 w 1605470"/>
              <a:gd name="connsiteY178-1948" fmla="*/ 724635 h 6858000"/>
              <a:gd name="connsiteX179-1949" fmla="*/ 248897 w 1605470"/>
              <a:gd name="connsiteY179-1950" fmla="*/ 681659 h 6858000"/>
              <a:gd name="connsiteX180-1951" fmla="*/ 234316 w 1605470"/>
              <a:gd name="connsiteY180-1952" fmla="*/ 635218 h 6858000"/>
              <a:gd name="connsiteX181-1953" fmla="*/ 239327 w 1605470"/>
              <a:gd name="connsiteY181-1954" fmla="*/ 613763 h 6858000"/>
              <a:gd name="connsiteX182-1955" fmla="*/ 225269 w 1605470"/>
              <a:gd name="connsiteY182-1956" fmla="*/ 598582 h 6858000"/>
              <a:gd name="connsiteX183-1957" fmla="*/ 224950 w 1605470"/>
              <a:gd name="connsiteY183-1958" fmla="*/ 576846 h 6858000"/>
              <a:gd name="connsiteX184-1959" fmla="*/ 204632 w 1605470"/>
              <a:gd name="connsiteY184-1960" fmla="*/ 553868 h 6858000"/>
              <a:gd name="connsiteX185-1961" fmla="*/ 239317 w 1605470"/>
              <a:gd name="connsiteY185-1962" fmla="*/ 517614 h 6858000"/>
              <a:gd name="connsiteX186-1963" fmla="*/ 201693 w 1605470"/>
              <a:gd name="connsiteY186-1964" fmla="*/ 469651 h 6858000"/>
              <a:gd name="connsiteX187-1965" fmla="*/ 195012 w 1605470"/>
              <a:gd name="connsiteY187-1966" fmla="*/ 448559 h 6858000"/>
              <a:gd name="connsiteX188-1967" fmla="*/ 201434 w 1605470"/>
              <a:gd name="connsiteY188-1968" fmla="*/ 441529 h 6858000"/>
              <a:gd name="connsiteX189-1969" fmla="*/ 200655 w 1605470"/>
              <a:gd name="connsiteY189-1970" fmla="*/ 428927 h 6858000"/>
              <a:gd name="connsiteX190-1971" fmla="*/ 190059 w 1605470"/>
              <a:gd name="connsiteY190-1972" fmla="*/ 430161 h 6858000"/>
              <a:gd name="connsiteX191-1973" fmla="*/ 184450 w 1605470"/>
              <a:gd name="connsiteY191-1974" fmla="*/ 396240 h 6858000"/>
              <a:gd name="connsiteX192-1975" fmla="*/ 146196 w 1605470"/>
              <a:gd name="connsiteY192-1976" fmla="*/ 358810 h 6858000"/>
              <a:gd name="connsiteX193-1977" fmla="*/ 124571 w 1605470"/>
              <a:gd name="connsiteY193-1978" fmla="*/ 302178 h 6858000"/>
              <a:gd name="connsiteX194-1979" fmla="*/ 103243 w 1605470"/>
              <a:gd name="connsiteY194-1980" fmla="*/ 211375 h 6858000"/>
              <a:gd name="connsiteX195-1981" fmla="*/ 94571 w 1605470"/>
              <a:gd name="connsiteY195-1982" fmla="*/ 184179 h 6858000"/>
              <a:gd name="connsiteX196-1983" fmla="*/ 13437 w 1605470"/>
              <a:gd name="connsiteY196-1984" fmla="*/ 19287 h 6858000"/>
              <a:gd name="connsiteX197-1985" fmla="*/ 0 w 1605470"/>
              <a:gd name="connsiteY197-1986" fmla="*/ 0 h 6858000"/>
              <a:gd name="connsiteX0-1987" fmla="*/ 0 w 1605470"/>
              <a:gd name="connsiteY0-1988" fmla="*/ 0 h 6858000"/>
              <a:gd name="connsiteX1-1989" fmla="*/ 1605470 w 1605470"/>
              <a:gd name="connsiteY1-1990" fmla="*/ 0 h 6858000"/>
              <a:gd name="connsiteX2-1991" fmla="*/ 1605470 w 1605470"/>
              <a:gd name="connsiteY2-1992" fmla="*/ 6858000 h 6858000"/>
              <a:gd name="connsiteX3-1993" fmla="*/ 154105 w 1605470"/>
              <a:gd name="connsiteY3-1994" fmla="*/ 6858000 h 6858000"/>
              <a:gd name="connsiteX4-1995" fmla="*/ 154246 w 1605470"/>
              <a:gd name="connsiteY4-1996" fmla="*/ 6857735 h 6858000"/>
              <a:gd name="connsiteX5-1997" fmla="*/ 166295 w 1605470"/>
              <a:gd name="connsiteY5-1998" fmla="*/ 6809549 h 6858000"/>
              <a:gd name="connsiteX6-1999" fmla="*/ 198506 w 1605470"/>
              <a:gd name="connsiteY6-2000" fmla="*/ 6715115 h 6858000"/>
              <a:gd name="connsiteX7-2001" fmla="*/ 208357 w 1605470"/>
              <a:gd name="connsiteY7-2002" fmla="*/ 6680170 h 6858000"/>
              <a:gd name="connsiteX8-2003" fmla="*/ 233907 w 1605470"/>
              <a:gd name="connsiteY8-2004" fmla="*/ 6621207 h 6858000"/>
              <a:gd name="connsiteX9-2005" fmla="*/ 250564 w 1605470"/>
              <a:gd name="connsiteY9-2006" fmla="*/ 6596265 h 6858000"/>
              <a:gd name="connsiteX10-2007" fmla="*/ 250443 w 1605470"/>
              <a:gd name="connsiteY10-2008" fmla="*/ 6594818 h 6858000"/>
              <a:gd name="connsiteX11-2009" fmla="*/ 254688 w 1605470"/>
              <a:gd name="connsiteY11-2010" fmla="*/ 6593735 h 6858000"/>
              <a:gd name="connsiteX12-2011" fmla="*/ 257885 w 1605470"/>
              <a:gd name="connsiteY12-2012" fmla="*/ 6589172 h 6858000"/>
              <a:gd name="connsiteX13-2013" fmla="*/ 261179 w 1605470"/>
              <a:gd name="connsiteY13-2014" fmla="*/ 6574442 h 6858000"/>
              <a:gd name="connsiteX14-2015" fmla="*/ 261519 w 1605470"/>
              <a:gd name="connsiteY14-2016" fmla="*/ 6568530 h 6858000"/>
              <a:gd name="connsiteX15-2017" fmla="*/ 263928 w 1605470"/>
              <a:gd name="connsiteY15-2018" fmla="*/ 6560674 h 6858000"/>
              <a:gd name="connsiteX16-2019" fmla="*/ 264273 w 1605470"/>
              <a:gd name="connsiteY16-2020" fmla="*/ 6560598 h 6858000"/>
              <a:gd name="connsiteX17-2021" fmla="*/ 265970 w 1605470"/>
              <a:gd name="connsiteY17-2022" fmla="*/ 6553006 h 6858000"/>
              <a:gd name="connsiteX18-2023" fmla="*/ 270666 w 1605470"/>
              <a:gd name="connsiteY18-2024" fmla="*/ 6514360 h 6858000"/>
              <a:gd name="connsiteX19-2025" fmla="*/ 312320 w 1605470"/>
              <a:gd name="connsiteY19-2026" fmla="*/ 6478062 h 6858000"/>
              <a:gd name="connsiteX20-2027" fmla="*/ 323009 w 1605470"/>
              <a:gd name="connsiteY20-2028" fmla="*/ 6460325 h 6858000"/>
              <a:gd name="connsiteX21-2029" fmla="*/ 330242 w 1605470"/>
              <a:gd name="connsiteY21-2030" fmla="*/ 6451488 h 6858000"/>
              <a:gd name="connsiteX22-2031" fmla="*/ 331677 w 1605470"/>
              <a:gd name="connsiteY22-2032" fmla="*/ 6451348 h 6858000"/>
              <a:gd name="connsiteX23-2033" fmla="*/ 336035 w 1605470"/>
              <a:gd name="connsiteY23-2034" fmla="*/ 6414240 h 6858000"/>
              <a:gd name="connsiteX24-2035" fmla="*/ 338911 w 1605470"/>
              <a:gd name="connsiteY24-2036" fmla="*/ 6410269 h 6858000"/>
              <a:gd name="connsiteX25-2037" fmla="*/ 338811 w 1605470"/>
              <a:gd name="connsiteY25-2038" fmla="*/ 6384857 h 6858000"/>
              <a:gd name="connsiteX26-2039" fmla="*/ 340328 w 1605470"/>
              <a:gd name="connsiteY26-2040" fmla="*/ 6372381 h 6858000"/>
              <a:gd name="connsiteX27-2041" fmla="*/ 337522 w 1605470"/>
              <a:gd name="connsiteY27-2042" fmla="*/ 6367510 h 6858000"/>
              <a:gd name="connsiteX28-2043" fmla="*/ 341402 w 1605470"/>
              <a:gd name="connsiteY28-2044" fmla="*/ 6349778 h 6858000"/>
              <a:gd name="connsiteX29-2045" fmla="*/ 343067 w 1605470"/>
              <a:gd name="connsiteY29-2046" fmla="*/ 6348250 h 6858000"/>
              <a:gd name="connsiteX30-2047" fmla="*/ 341730 w 1605470"/>
              <a:gd name="connsiteY30-2048" fmla="*/ 6331735 h 6858000"/>
              <a:gd name="connsiteX31-2049" fmla="*/ 335123 w 1605470"/>
              <a:gd name="connsiteY31-2050" fmla="*/ 6315613 h 6858000"/>
              <a:gd name="connsiteX32-2051" fmla="*/ 385303 w 1605470"/>
              <a:gd name="connsiteY32-2052" fmla="*/ 6171970 h 6858000"/>
              <a:gd name="connsiteX33-2053" fmla="*/ 380910 w 1605470"/>
              <a:gd name="connsiteY33-2054" fmla="*/ 6028119 h 6858000"/>
              <a:gd name="connsiteX34-2055" fmla="*/ 409371 w 1605470"/>
              <a:gd name="connsiteY34-2056" fmla="*/ 5950668 h 6858000"/>
              <a:gd name="connsiteX35-2057" fmla="*/ 442432 w 1605470"/>
              <a:gd name="connsiteY35-2058" fmla="*/ 5934687 h 6858000"/>
              <a:gd name="connsiteX36-2059" fmla="*/ 489472 w 1605470"/>
              <a:gd name="connsiteY36-2060" fmla="*/ 5732419 h 6858000"/>
              <a:gd name="connsiteX37-2061" fmla="*/ 512623 w 1605470"/>
              <a:gd name="connsiteY37-2062" fmla="*/ 5685392 h 6858000"/>
              <a:gd name="connsiteX38-2063" fmla="*/ 510261 w 1605470"/>
              <a:gd name="connsiteY38-2064" fmla="*/ 5634527 h 6858000"/>
              <a:gd name="connsiteX39-2065" fmla="*/ 523992 w 1605470"/>
              <a:gd name="connsiteY39-2066" fmla="*/ 5619557 h 6858000"/>
              <a:gd name="connsiteX40-2067" fmla="*/ 526609 w 1605470"/>
              <a:gd name="connsiteY40-2068" fmla="*/ 5617081 h 6858000"/>
              <a:gd name="connsiteX41-2069" fmla="*/ 531653 w 1605470"/>
              <a:gd name="connsiteY41-2070" fmla="*/ 5604904 h 6858000"/>
              <a:gd name="connsiteX42-2071" fmla="*/ 539863 w 1605470"/>
              <a:gd name="connsiteY42-2072" fmla="*/ 5604298 h 6858000"/>
              <a:gd name="connsiteX43-2073" fmla="*/ 552319 w 1605470"/>
              <a:gd name="connsiteY43-2074" fmla="*/ 5587997 h 6858000"/>
              <a:gd name="connsiteX44-2075" fmla="*/ 559710 w 1605470"/>
              <a:gd name="connsiteY44-2076" fmla="*/ 5564796 h 6858000"/>
              <a:gd name="connsiteX45-2077" fmla="*/ 587214 w 1605470"/>
              <a:gd name="connsiteY45-2078" fmla="*/ 5451511 h 6858000"/>
              <a:gd name="connsiteX46-2079" fmla="*/ 608019 w 1605470"/>
              <a:gd name="connsiteY46-2080" fmla="*/ 5385461 h 6858000"/>
              <a:gd name="connsiteX47-2081" fmla="*/ 622750 w 1605470"/>
              <a:gd name="connsiteY47-2082" fmla="*/ 5363084 h 6858000"/>
              <a:gd name="connsiteX48-2083" fmla="*/ 638731 w 1605470"/>
              <a:gd name="connsiteY48-2084" fmla="*/ 5330009 h 6858000"/>
              <a:gd name="connsiteX49-2085" fmla="*/ 672224 w 1605470"/>
              <a:gd name="connsiteY49-2086" fmla="*/ 5273739 h 6858000"/>
              <a:gd name="connsiteX50-2087" fmla="*/ 681823 w 1605470"/>
              <a:gd name="connsiteY50-2088" fmla="*/ 5241779 h 6858000"/>
              <a:gd name="connsiteX51-2089" fmla="*/ 693049 w 1605470"/>
              <a:gd name="connsiteY51-2090" fmla="*/ 5225268 h 6858000"/>
              <a:gd name="connsiteX52-2091" fmla="*/ 694069 w 1605470"/>
              <a:gd name="connsiteY52-2092" fmla="*/ 5217684 h 6858000"/>
              <a:gd name="connsiteX53-2093" fmla="*/ 701410 w 1605470"/>
              <a:gd name="connsiteY53-2094" fmla="*/ 5193377 h 6858000"/>
              <a:gd name="connsiteX54-2095" fmla="*/ 704713 w 1605470"/>
              <a:gd name="connsiteY54-2096" fmla="*/ 5179288 h 6858000"/>
              <a:gd name="connsiteX55-2097" fmla="*/ 705697 w 1605470"/>
              <a:gd name="connsiteY55-2098" fmla="*/ 5173621 h 6858000"/>
              <a:gd name="connsiteX56-2099" fmla="*/ 701331 w 1605470"/>
              <a:gd name="connsiteY56-2100" fmla="*/ 5159961 h 6858000"/>
              <a:gd name="connsiteX57-2101" fmla="*/ 708008 w 1605470"/>
              <a:gd name="connsiteY57-2102" fmla="*/ 5144295 h 6858000"/>
              <a:gd name="connsiteX58-2103" fmla="*/ 704941 w 1605470"/>
              <a:gd name="connsiteY58-2104" fmla="*/ 5125185 h 6858000"/>
              <a:gd name="connsiteX59-2105" fmla="*/ 711771 w 1605470"/>
              <a:gd name="connsiteY59-2106" fmla="*/ 5121884 h 6858000"/>
              <a:gd name="connsiteX60-2107" fmla="*/ 721092 w 1605470"/>
              <a:gd name="connsiteY60-2108" fmla="*/ 5108383 h 6858000"/>
              <a:gd name="connsiteX61-2109" fmla="*/ 717045 w 1605470"/>
              <a:gd name="connsiteY61-2110" fmla="*/ 5094705 h 6858000"/>
              <a:gd name="connsiteX62-2111" fmla="*/ 718807 w 1605470"/>
              <a:gd name="connsiteY62-2112" fmla="*/ 5067850 h 6858000"/>
              <a:gd name="connsiteX63-2113" fmla="*/ 721538 w 1605470"/>
              <a:gd name="connsiteY63-2114" fmla="*/ 5060861 h 6858000"/>
              <a:gd name="connsiteX64-2115" fmla="*/ 718242 w 1605470"/>
              <a:gd name="connsiteY64-2116" fmla="*/ 5034192 h 6858000"/>
              <a:gd name="connsiteX65-2117" fmla="*/ 719796 w 1605470"/>
              <a:gd name="connsiteY65-2118" fmla="*/ 4993030 h 6858000"/>
              <a:gd name="connsiteX66-2119" fmla="*/ 726705 w 1605470"/>
              <a:gd name="connsiteY66-2120" fmla="*/ 4946844 h 6858000"/>
              <a:gd name="connsiteX67-2121" fmla="*/ 722561 w 1605470"/>
              <a:gd name="connsiteY67-2122" fmla="*/ 4932692 h 6858000"/>
              <a:gd name="connsiteX68-2123" fmla="*/ 724588 w 1605470"/>
              <a:gd name="connsiteY68-2124" fmla="*/ 4845927 h 6858000"/>
              <a:gd name="connsiteX69-2125" fmla="*/ 724935 w 1605470"/>
              <a:gd name="connsiteY69-2126" fmla="*/ 4821504 h 6858000"/>
              <a:gd name="connsiteX70-2127" fmla="*/ 732118 w 1605470"/>
              <a:gd name="connsiteY70-2128" fmla="*/ 4801535 h 6858000"/>
              <a:gd name="connsiteX71-2129" fmla="*/ 739787 w 1605470"/>
              <a:gd name="connsiteY71-2130" fmla="*/ 4797794 h 6858000"/>
              <a:gd name="connsiteX72-2131" fmla="*/ 741081 w 1605470"/>
              <a:gd name="connsiteY72-2132" fmla="*/ 4784526 h 6858000"/>
              <a:gd name="connsiteX73-2133" fmla="*/ 742865 w 1605470"/>
              <a:gd name="connsiteY73-2134" fmla="*/ 4781211 h 6858000"/>
              <a:gd name="connsiteX74-2135" fmla="*/ 751652 w 1605470"/>
              <a:gd name="connsiteY74-2136" fmla="*/ 4761984 h 6858000"/>
              <a:gd name="connsiteX75-2137" fmla="*/ 734671 w 1605470"/>
              <a:gd name="connsiteY75-2138" fmla="*/ 4715631 h 6858000"/>
              <a:gd name="connsiteX76-2139" fmla="*/ 743180 w 1605470"/>
              <a:gd name="connsiteY76-2140" fmla="*/ 4662965 h 6858000"/>
              <a:gd name="connsiteX77-2141" fmla="*/ 729578 w 1605470"/>
              <a:gd name="connsiteY77-2142" fmla="*/ 4456787 h 6858000"/>
              <a:gd name="connsiteX78-2143" fmla="*/ 756542 w 1605470"/>
              <a:gd name="connsiteY78-2144" fmla="*/ 4429138 h 6858000"/>
              <a:gd name="connsiteX79-2145" fmla="*/ 761317 w 1605470"/>
              <a:gd name="connsiteY79-2146" fmla="*/ 4346145 h 6858000"/>
              <a:gd name="connsiteX80-2147" fmla="*/ 715481 w 1605470"/>
              <a:gd name="connsiteY80-2148" fmla="*/ 4214165 h 6858000"/>
              <a:gd name="connsiteX81-2149" fmla="*/ 721848 w 1605470"/>
              <a:gd name="connsiteY81-2150" fmla="*/ 4061253 h 6858000"/>
              <a:gd name="connsiteX82-2151" fmla="*/ 710868 w 1605470"/>
              <a:gd name="connsiteY82-2152" fmla="*/ 4048827 h 6858000"/>
              <a:gd name="connsiteX83-2153" fmla="*/ 704810 w 1605470"/>
              <a:gd name="connsiteY83-2154" fmla="*/ 4033999 h 6858000"/>
              <a:gd name="connsiteX84-2155" fmla="*/ 705959 w 1605470"/>
              <a:gd name="connsiteY84-2156" fmla="*/ 4031933 h 6858000"/>
              <a:gd name="connsiteX85-2157" fmla="*/ 704535 w 1605470"/>
              <a:gd name="connsiteY85-2158" fmla="*/ 4013953 h 6858000"/>
              <a:gd name="connsiteX86-2159" fmla="*/ 700443 w 1605470"/>
              <a:gd name="connsiteY86-2160" fmla="*/ 4010511 h 6858000"/>
              <a:gd name="connsiteX87-2161" fmla="*/ 698282 w 1605470"/>
              <a:gd name="connsiteY87-2162" fmla="*/ 3998331 h 6858000"/>
              <a:gd name="connsiteX88-2163" fmla="*/ 690830 w 1605470"/>
              <a:gd name="connsiteY88-2164" fmla="*/ 3974753 h 6858000"/>
              <a:gd name="connsiteX89-2165" fmla="*/ 692428 w 1605470"/>
              <a:gd name="connsiteY89-2166" fmla="*/ 3969950 h 6858000"/>
              <a:gd name="connsiteX90-2167" fmla="*/ 685850 w 1605470"/>
              <a:gd name="connsiteY90-2168" fmla="*/ 3933779 h 6858000"/>
              <a:gd name="connsiteX91-2169" fmla="*/ 687181 w 1605470"/>
              <a:gd name="connsiteY91-2170" fmla="*/ 3933093 h 6858000"/>
              <a:gd name="connsiteX92-2171" fmla="*/ 691535 w 1605470"/>
              <a:gd name="connsiteY92-2172" fmla="*/ 3922082 h 6858000"/>
              <a:gd name="connsiteX93-2173" fmla="*/ 696613 w 1605470"/>
              <a:gd name="connsiteY93-2174" fmla="*/ 3901461 h 6858000"/>
              <a:gd name="connsiteX94-2175" fmla="*/ 725908 w 1605470"/>
              <a:gd name="connsiteY94-2176" fmla="*/ 3851605 h 6858000"/>
              <a:gd name="connsiteX95-2177" fmla="*/ 719207 w 1605470"/>
              <a:gd name="connsiteY95-2178" fmla="*/ 3813873 h 6858000"/>
              <a:gd name="connsiteX96-2179" fmla="*/ 718632 w 1605470"/>
              <a:gd name="connsiteY96-2180" fmla="*/ 3806161 h 6858000"/>
              <a:gd name="connsiteX97-2181" fmla="*/ 718939 w 1605470"/>
              <a:gd name="connsiteY97-2182" fmla="*/ 3805957 h 6858000"/>
              <a:gd name="connsiteX98-2183" fmla="*/ 718966 w 1605470"/>
              <a:gd name="connsiteY98-2184" fmla="*/ 3797724 h 6858000"/>
              <a:gd name="connsiteX99-2185" fmla="*/ 717581 w 1605470"/>
              <a:gd name="connsiteY99-2186" fmla="*/ 3792098 h 6858000"/>
              <a:gd name="connsiteX100-2187" fmla="*/ 716465 w 1605470"/>
              <a:gd name="connsiteY100-2188" fmla="*/ 3777135 h 6858000"/>
              <a:gd name="connsiteX101-2189" fmla="*/ 718198 w 1605470"/>
              <a:gd name="connsiteY101-2190" fmla="*/ 3771656 h 6858000"/>
              <a:gd name="connsiteX102-2191" fmla="*/ 721941 w 1605470"/>
              <a:gd name="connsiteY102-2192" fmla="*/ 3769007 h 6858000"/>
              <a:gd name="connsiteX103-2193" fmla="*/ 721407 w 1605470"/>
              <a:gd name="connsiteY103-2194" fmla="*/ 3767709 h 6858000"/>
              <a:gd name="connsiteX104-2195" fmla="*/ 730103 w 1605470"/>
              <a:gd name="connsiteY104-2196" fmla="*/ 3738082 h 6858000"/>
              <a:gd name="connsiteX105-2197" fmla="*/ 737449 w 1605470"/>
              <a:gd name="connsiteY105-2198" fmla="*/ 3673397 h 6858000"/>
              <a:gd name="connsiteX106-2199" fmla="*/ 736745 w 1605470"/>
              <a:gd name="connsiteY106-2200" fmla="*/ 3637109 h 6858000"/>
              <a:gd name="connsiteX107-2201" fmla="*/ 740188 w 1605470"/>
              <a:gd name="connsiteY107-2202" fmla="*/ 3536883 h 6858000"/>
              <a:gd name="connsiteX108-2203" fmla="*/ 747726 w 1605470"/>
              <a:gd name="connsiteY108-2204" fmla="*/ 3435652 h 6858000"/>
              <a:gd name="connsiteX109-2205" fmla="*/ 774383 w 1605470"/>
              <a:gd name="connsiteY109-2206" fmla="*/ 3381564 h 6858000"/>
              <a:gd name="connsiteX110-2207" fmla="*/ 774870 w 1605470"/>
              <a:gd name="connsiteY110-2208" fmla="*/ 3375761 h 6858000"/>
              <a:gd name="connsiteX111-2209" fmla="*/ 770510 w 1605470"/>
              <a:gd name="connsiteY111-2210" fmla="*/ 3361844 h 6858000"/>
              <a:gd name="connsiteX112-2211" fmla="*/ 767933 w 1605470"/>
              <a:gd name="connsiteY112-2212" fmla="*/ 3356929 h 6858000"/>
              <a:gd name="connsiteX113-2213" fmla="*/ 766158 w 1605470"/>
              <a:gd name="connsiteY113-2214" fmla="*/ 3349058 h 6858000"/>
              <a:gd name="connsiteX114-2215" fmla="*/ 766414 w 1605470"/>
              <a:gd name="connsiteY114-2216" fmla="*/ 3348763 h 6858000"/>
              <a:gd name="connsiteX115-2217" fmla="*/ 764166 w 1605470"/>
              <a:gd name="connsiteY115-2218" fmla="*/ 3341588 h 6858000"/>
              <a:gd name="connsiteX116-2219" fmla="*/ 749397 w 1605470"/>
              <a:gd name="connsiteY116-2220" fmla="*/ 3307769 h 6858000"/>
              <a:gd name="connsiteX117-2221" fmla="*/ 766960 w 1605470"/>
              <a:gd name="connsiteY117-2222" fmla="*/ 3250522 h 6858000"/>
              <a:gd name="connsiteX118-2223" fmla="*/ 767385 w 1605470"/>
              <a:gd name="connsiteY118-2224" fmla="*/ 3229163 h 6858000"/>
              <a:gd name="connsiteX119-2225" fmla="*/ 769208 w 1605470"/>
              <a:gd name="connsiteY119-2226" fmla="*/ 3217217 h 6858000"/>
              <a:gd name="connsiteX120-2227" fmla="*/ 770350 w 1605470"/>
              <a:gd name="connsiteY120-2228" fmla="*/ 3216125 h 6858000"/>
              <a:gd name="connsiteX121-2229" fmla="*/ 756043 w 1605470"/>
              <a:gd name="connsiteY121-2230" fmla="*/ 3183755 h 6858000"/>
              <a:gd name="connsiteX122-2231" fmla="*/ 756544 w 1605470"/>
              <a:gd name="connsiteY122-2232" fmla="*/ 3178642 h 6858000"/>
              <a:gd name="connsiteX123-2233" fmla="*/ 744144 w 1605470"/>
              <a:gd name="connsiteY123-2234" fmla="*/ 3158586 h 6858000"/>
              <a:gd name="connsiteX124-2235" fmla="*/ 739378 w 1605470"/>
              <a:gd name="connsiteY124-2236" fmla="*/ 3147669 h 6858000"/>
              <a:gd name="connsiteX125-2237" fmla="*/ 734648 w 1605470"/>
              <a:gd name="connsiteY125-2238" fmla="*/ 3145733 h 6858000"/>
              <a:gd name="connsiteX126-2239" fmla="*/ 729329 w 1605470"/>
              <a:gd name="connsiteY126-2240" fmla="*/ 3129034 h 6858000"/>
              <a:gd name="connsiteX127-2241" fmla="*/ 729994 w 1605470"/>
              <a:gd name="connsiteY127-2242" fmla="*/ 3126682 h 6858000"/>
              <a:gd name="connsiteX128-2243" fmla="*/ 720862 w 1605470"/>
              <a:gd name="connsiteY128-2244" fmla="*/ 3114519 h 6858000"/>
              <a:gd name="connsiteX129-2245" fmla="*/ 707471 w 1605470"/>
              <a:gd name="connsiteY129-2246" fmla="*/ 3106272 h 6858000"/>
              <a:gd name="connsiteX130-2247" fmla="*/ 680201 w 1605470"/>
              <a:gd name="connsiteY130-2248" fmla="*/ 2958185 h 6858000"/>
              <a:gd name="connsiteX131-2249" fmla="*/ 596759 w 1605470"/>
              <a:gd name="connsiteY131-2250" fmla="*/ 2762989 h 6858000"/>
              <a:gd name="connsiteX132-2251" fmla="*/ 571733 w 1605470"/>
              <a:gd name="connsiteY132-2252" fmla="*/ 2554718 h 6858000"/>
              <a:gd name="connsiteX133-2253" fmla="*/ 551827 w 1605470"/>
              <a:gd name="connsiteY133-2254" fmla="*/ 2485734 h 6858000"/>
              <a:gd name="connsiteX134-2255" fmla="*/ 525179 w 1605470"/>
              <a:gd name="connsiteY134-2256" fmla="*/ 2447068 h 6858000"/>
              <a:gd name="connsiteX135-2257" fmla="*/ 529511 w 1605470"/>
              <a:gd name="connsiteY135-2258" fmla="*/ 2425819 h 6858000"/>
              <a:gd name="connsiteX136-2259" fmla="*/ 530521 w 1605470"/>
              <a:gd name="connsiteY136-2260" fmla="*/ 2422066 h 6858000"/>
              <a:gd name="connsiteX137-2261" fmla="*/ 528878 w 1605470"/>
              <a:gd name="connsiteY137-2262" fmla="*/ 2408971 h 6858000"/>
              <a:gd name="connsiteX138-2263" fmla="*/ 535510 w 1605470"/>
              <a:gd name="connsiteY138-2264" fmla="*/ 2402874 h 6858000"/>
              <a:gd name="connsiteX139-2265" fmla="*/ 538122 w 1605470"/>
              <a:gd name="connsiteY139-2266" fmla="*/ 2381443 h 6858000"/>
              <a:gd name="connsiteX140-2267" fmla="*/ 533116 w 1605470"/>
              <a:gd name="connsiteY140-2268" fmla="*/ 2358011 h 6858000"/>
              <a:gd name="connsiteX141-2269" fmla="*/ 501423 w 1605470"/>
              <a:gd name="connsiteY141-2270" fmla="*/ 2249479 h 6858000"/>
              <a:gd name="connsiteX142-2271" fmla="*/ 486968 w 1605470"/>
              <a:gd name="connsiteY142-2272" fmla="*/ 2182937 h 6858000"/>
              <a:gd name="connsiteX143-2273" fmla="*/ 488555 w 1605470"/>
              <a:gd name="connsiteY143-2274" fmla="*/ 2155135 h 6858000"/>
              <a:gd name="connsiteX144-2275" fmla="*/ 486013 w 1605470"/>
              <a:gd name="connsiteY144-2276" fmla="*/ 2118008 h 6858000"/>
              <a:gd name="connsiteX145-2277" fmla="*/ 487006 w 1605470"/>
              <a:gd name="connsiteY145-2278" fmla="*/ 2050531 h 6858000"/>
              <a:gd name="connsiteX146-2279" fmla="*/ 478812 w 1605470"/>
              <a:gd name="connsiteY146-2280" fmla="*/ 1963269 h 6858000"/>
              <a:gd name="connsiteX147-2281" fmla="*/ 442619 w 1605470"/>
              <a:gd name="connsiteY147-2282" fmla="*/ 1910499 h 6858000"/>
              <a:gd name="connsiteX148-2283" fmla="*/ 446785 w 1605470"/>
              <a:gd name="connsiteY148-2284" fmla="*/ 1903212 h 6858000"/>
              <a:gd name="connsiteX149-2285" fmla="*/ 436547 w 1605470"/>
              <a:gd name="connsiteY149-2286" fmla="*/ 1861531 h 6858000"/>
              <a:gd name="connsiteX150-2287" fmla="*/ 364290 w 1605470"/>
              <a:gd name="connsiteY150-2288" fmla="*/ 1728772 h 6858000"/>
              <a:gd name="connsiteX151-2289" fmla="*/ 345287 w 1605470"/>
              <a:gd name="connsiteY151-2290" fmla="*/ 1646953 h 6858000"/>
              <a:gd name="connsiteX152-2291" fmla="*/ 344412 w 1605470"/>
              <a:gd name="connsiteY152-2292" fmla="*/ 1615777 h 6858000"/>
              <a:gd name="connsiteX153-2293" fmla="*/ 342578 w 1605470"/>
              <a:gd name="connsiteY153-2294" fmla="*/ 1563678 h 6858000"/>
              <a:gd name="connsiteX154-2295" fmla="*/ 355658 w 1605470"/>
              <a:gd name="connsiteY154-2296" fmla="*/ 1519474 h 6858000"/>
              <a:gd name="connsiteX155-2297" fmla="*/ 348400 w 1605470"/>
              <a:gd name="connsiteY155-2298" fmla="*/ 1477995 h 6858000"/>
              <a:gd name="connsiteX156-2299" fmla="*/ 328025 w 1605470"/>
              <a:gd name="connsiteY156-2300" fmla="*/ 1475165 h 6858000"/>
              <a:gd name="connsiteX157-2301" fmla="*/ 326326 w 1605470"/>
              <a:gd name="connsiteY157-2302" fmla="*/ 1428585 h 6858000"/>
              <a:gd name="connsiteX158-2303" fmla="*/ 325799 w 1605470"/>
              <a:gd name="connsiteY158-2304" fmla="*/ 1357181 h 6858000"/>
              <a:gd name="connsiteX159-2305" fmla="*/ 320507 w 1605470"/>
              <a:gd name="connsiteY159-2306" fmla="*/ 1347099 h 6858000"/>
              <a:gd name="connsiteX160-2307" fmla="*/ 335347 w 1605470"/>
              <a:gd name="connsiteY160-2308" fmla="*/ 1334233 h 6858000"/>
              <a:gd name="connsiteX161-2309" fmla="*/ 342792 w 1605470"/>
              <a:gd name="connsiteY161-2310" fmla="*/ 1307086 h 6858000"/>
              <a:gd name="connsiteX162-2311" fmla="*/ 343980 w 1605470"/>
              <a:gd name="connsiteY162-2312" fmla="*/ 1189033 h 6858000"/>
              <a:gd name="connsiteX163-2313" fmla="*/ 348665 w 1605470"/>
              <a:gd name="connsiteY163-2314" fmla="*/ 1168288 h 6858000"/>
              <a:gd name="connsiteX164-2315" fmla="*/ 340947 w 1605470"/>
              <a:gd name="connsiteY164-2316" fmla="*/ 1142577 h 6858000"/>
              <a:gd name="connsiteX165-2317" fmla="*/ 330253 w 1605470"/>
              <a:gd name="connsiteY165-2318" fmla="*/ 1088484 h 6858000"/>
              <a:gd name="connsiteX166-2319" fmla="*/ 314647 w 1605470"/>
              <a:gd name="connsiteY166-2320" fmla="*/ 1053424 h 6858000"/>
              <a:gd name="connsiteX167-2321" fmla="*/ 322906 w 1605470"/>
              <a:gd name="connsiteY167-2322" fmla="*/ 1044367 h 6858000"/>
              <a:gd name="connsiteX168-2323" fmla="*/ 326818 w 1605470"/>
              <a:gd name="connsiteY168-2324" fmla="*/ 1022828 h 6858000"/>
              <a:gd name="connsiteX169-2325" fmla="*/ 320445 w 1605470"/>
              <a:gd name="connsiteY169-2326" fmla="*/ 932283 h 6858000"/>
              <a:gd name="connsiteX170-2327" fmla="*/ 322681 w 1605470"/>
              <a:gd name="connsiteY170-2328" fmla="*/ 915925 h 6858000"/>
              <a:gd name="connsiteX171-2329" fmla="*/ 315310 w 1605470"/>
              <a:gd name="connsiteY171-2330" fmla="*/ 896999 h 6858000"/>
              <a:gd name="connsiteX172-2331" fmla="*/ 284718 w 1605470"/>
              <a:gd name="connsiteY172-2332" fmla="*/ 821517 h 6858000"/>
              <a:gd name="connsiteX173-2333" fmla="*/ 270682 w 1605470"/>
              <a:gd name="connsiteY173-2334" fmla="*/ 786519 h 6858000"/>
              <a:gd name="connsiteX174-2335" fmla="*/ 265483 w 1605470"/>
              <a:gd name="connsiteY174-2336" fmla="*/ 784963 h 6858000"/>
              <a:gd name="connsiteX175-2337" fmla="*/ 263668 w 1605470"/>
              <a:gd name="connsiteY175-2338" fmla="*/ 751353 h 6858000"/>
              <a:gd name="connsiteX176-2339" fmla="*/ 254540 w 1605470"/>
              <a:gd name="connsiteY176-2340" fmla="*/ 741965 h 6858000"/>
              <a:gd name="connsiteX177-2341" fmla="*/ 252501 w 1605470"/>
              <a:gd name="connsiteY177-2342" fmla="*/ 724635 h 6858000"/>
              <a:gd name="connsiteX178-2343" fmla="*/ 248897 w 1605470"/>
              <a:gd name="connsiteY178-2344" fmla="*/ 681659 h 6858000"/>
              <a:gd name="connsiteX179-2345" fmla="*/ 234316 w 1605470"/>
              <a:gd name="connsiteY179-2346" fmla="*/ 635218 h 6858000"/>
              <a:gd name="connsiteX180-2347" fmla="*/ 239327 w 1605470"/>
              <a:gd name="connsiteY180-2348" fmla="*/ 613763 h 6858000"/>
              <a:gd name="connsiteX181-2349" fmla="*/ 225269 w 1605470"/>
              <a:gd name="connsiteY181-2350" fmla="*/ 598582 h 6858000"/>
              <a:gd name="connsiteX182-2351" fmla="*/ 224950 w 1605470"/>
              <a:gd name="connsiteY182-2352" fmla="*/ 576846 h 6858000"/>
              <a:gd name="connsiteX183-2353" fmla="*/ 204632 w 1605470"/>
              <a:gd name="connsiteY183-2354" fmla="*/ 553868 h 6858000"/>
              <a:gd name="connsiteX184-2355" fmla="*/ 239317 w 1605470"/>
              <a:gd name="connsiteY184-2356" fmla="*/ 517614 h 6858000"/>
              <a:gd name="connsiteX185-2357" fmla="*/ 201693 w 1605470"/>
              <a:gd name="connsiteY185-2358" fmla="*/ 469651 h 6858000"/>
              <a:gd name="connsiteX186-2359" fmla="*/ 195012 w 1605470"/>
              <a:gd name="connsiteY186-2360" fmla="*/ 448559 h 6858000"/>
              <a:gd name="connsiteX187-2361" fmla="*/ 201434 w 1605470"/>
              <a:gd name="connsiteY187-2362" fmla="*/ 441529 h 6858000"/>
              <a:gd name="connsiteX188-2363" fmla="*/ 200655 w 1605470"/>
              <a:gd name="connsiteY188-2364" fmla="*/ 428927 h 6858000"/>
              <a:gd name="connsiteX189-2365" fmla="*/ 190059 w 1605470"/>
              <a:gd name="connsiteY189-2366" fmla="*/ 430161 h 6858000"/>
              <a:gd name="connsiteX190-2367" fmla="*/ 184450 w 1605470"/>
              <a:gd name="connsiteY190-2368" fmla="*/ 396240 h 6858000"/>
              <a:gd name="connsiteX191-2369" fmla="*/ 146196 w 1605470"/>
              <a:gd name="connsiteY191-2370" fmla="*/ 358810 h 6858000"/>
              <a:gd name="connsiteX192-2371" fmla="*/ 124571 w 1605470"/>
              <a:gd name="connsiteY192-2372" fmla="*/ 302178 h 6858000"/>
              <a:gd name="connsiteX193-2373" fmla="*/ 103243 w 1605470"/>
              <a:gd name="connsiteY193-2374" fmla="*/ 211375 h 6858000"/>
              <a:gd name="connsiteX194-2375" fmla="*/ 94571 w 1605470"/>
              <a:gd name="connsiteY194-2376" fmla="*/ 184179 h 6858000"/>
              <a:gd name="connsiteX195-2377" fmla="*/ 13437 w 1605470"/>
              <a:gd name="connsiteY195-2378" fmla="*/ 19287 h 6858000"/>
              <a:gd name="connsiteX196-2379" fmla="*/ 0 w 1605470"/>
              <a:gd name="connsiteY196-2380" fmla="*/ 0 h 6858000"/>
              <a:gd name="connsiteX0-2381" fmla="*/ 0 w 1605470"/>
              <a:gd name="connsiteY0-2382" fmla="*/ 0 h 6858000"/>
              <a:gd name="connsiteX1-2383" fmla="*/ 1605470 w 1605470"/>
              <a:gd name="connsiteY1-2384" fmla="*/ 0 h 6858000"/>
              <a:gd name="connsiteX2-2385" fmla="*/ 1605470 w 1605470"/>
              <a:gd name="connsiteY2-2386" fmla="*/ 6858000 h 6858000"/>
              <a:gd name="connsiteX3-2387" fmla="*/ 154105 w 1605470"/>
              <a:gd name="connsiteY3-2388" fmla="*/ 6858000 h 6858000"/>
              <a:gd name="connsiteX4-2389" fmla="*/ 154246 w 1605470"/>
              <a:gd name="connsiteY4-2390" fmla="*/ 6857735 h 6858000"/>
              <a:gd name="connsiteX5-2391" fmla="*/ 166295 w 1605470"/>
              <a:gd name="connsiteY5-2392" fmla="*/ 6809549 h 6858000"/>
              <a:gd name="connsiteX6-2393" fmla="*/ 198506 w 1605470"/>
              <a:gd name="connsiteY6-2394" fmla="*/ 6715115 h 6858000"/>
              <a:gd name="connsiteX7-2395" fmla="*/ 208357 w 1605470"/>
              <a:gd name="connsiteY7-2396" fmla="*/ 6680170 h 6858000"/>
              <a:gd name="connsiteX8-2397" fmla="*/ 233907 w 1605470"/>
              <a:gd name="connsiteY8-2398" fmla="*/ 6621207 h 6858000"/>
              <a:gd name="connsiteX9-2399" fmla="*/ 250564 w 1605470"/>
              <a:gd name="connsiteY9-2400" fmla="*/ 6596265 h 6858000"/>
              <a:gd name="connsiteX10-2401" fmla="*/ 250443 w 1605470"/>
              <a:gd name="connsiteY10-2402" fmla="*/ 6594818 h 6858000"/>
              <a:gd name="connsiteX11-2403" fmla="*/ 254688 w 1605470"/>
              <a:gd name="connsiteY11-2404" fmla="*/ 6593735 h 6858000"/>
              <a:gd name="connsiteX12-2405" fmla="*/ 257885 w 1605470"/>
              <a:gd name="connsiteY12-2406" fmla="*/ 6589172 h 6858000"/>
              <a:gd name="connsiteX13-2407" fmla="*/ 261179 w 1605470"/>
              <a:gd name="connsiteY13-2408" fmla="*/ 6574442 h 6858000"/>
              <a:gd name="connsiteX14-2409" fmla="*/ 261519 w 1605470"/>
              <a:gd name="connsiteY14-2410" fmla="*/ 6568530 h 6858000"/>
              <a:gd name="connsiteX15-2411" fmla="*/ 263928 w 1605470"/>
              <a:gd name="connsiteY15-2412" fmla="*/ 6560674 h 6858000"/>
              <a:gd name="connsiteX16-2413" fmla="*/ 264273 w 1605470"/>
              <a:gd name="connsiteY16-2414" fmla="*/ 6560598 h 6858000"/>
              <a:gd name="connsiteX17-2415" fmla="*/ 265970 w 1605470"/>
              <a:gd name="connsiteY17-2416" fmla="*/ 6553006 h 6858000"/>
              <a:gd name="connsiteX18-2417" fmla="*/ 270666 w 1605470"/>
              <a:gd name="connsiteY18-2418" fmla="*/ 6514360 h 6858000"/>
              <a:gd name="connsiteX19-2419" fmla="*/ 312320 w 1605470"/>
              <a:gd name="connsiteY19-2420" fmla="*/ 6478062 h 6858000"/>
              <a:gd name="connsiteX20-2421" fmla="*/ 323009 w 1605470"/>
              <a:gd name="connsiteY20-2422" fmla="*/ 6460325 h 6858000"/>
              <a:gd name="connsiteX21-2423" fmla="*/ 330242 w 1605470"/>
              <a:gd name="connsiteY21-2424" fmla="*/ 6451488 h 6858000"/>
              <a:gd name="connsiteX22-2425" fmla="*/ 331677 w 1605470"/>
              <a:gd name="connsiteY22-2426" fmla="*/ 6451348 h 6858000"/>
              <a:gd name="connsiteX23-2427" fmla="*/ 336035 w 1605470"/>
              <a:gd name="connsiteY23-2428" fmla="*/ 6414240 h 6858000"/>
              <a:gd name="connsiteX24-2429" fmla="*/ 338911 w 1605470"/>
              <a:gd name="connsiteY24-2430" fmla="*/ 6410269 h 6858000"/>
              <a:gd name="connsiteX25-2431" fmla="*/ 338811 w 1605470"/>
              <a:gd name="connsiteY25-2432" fmla="*/ 6384857 h 6858000"/>
              <a:gd name="connsiteX26-2433" fmla="*/ 340328 w 1605470"/>
              <a:gd name="connsiteY26-2434" fmla="*/ 6372381 h 6858000"/>
              <a:gd name="connsiteX27-2435" fmla="*/ 337522 w 1605470"/>
              <a:gd name="connsiteY27-2436" fmla="*/ 6367510 h 6858000"/>
              <a:gd name="connsiteX28-2437" fmla="*/ 341402 w 1605470"/>
              <a:gd name="connsiteY28-2438" fmla="*/ 6349778 h 6858000"/>
              <a:gd name="connsiteX29-2439" fmla="*/ 343067 w 1605470"/>
              <a:gd name="connsiteY29-2440" fmla="*/ 6348250 h 6858000"/>
              <a:gd name="connsiteX30-2441" fmla="*/ 341730 w 1605470"/>
              <a:gd name="connsiteY30-2442" fmla="*/ 6331735 h 6858000"/>
              <a:gd name="connsiteX31-2443" fmla="*/ 335123 w 1605470"/>
              <a:gd name="connsiteY31-2444" fmla="*/ 6315613 h 6858000"/>
              <a:gd name="connsiteX32-2445" fmla="*/ 385303 w 1605470"/>
              <a:gd name="connsiteY32-2446" fmla="*/ 6171970 h 6858000"/>
              <a:gd name="connsiteX33-2447" fmla="*/ 380910 w 1605470"/>
              <a:gd name="connsiteY33-2448" fmla="*/ 6028119 h 6858000"/>
              <a:gd name="connsiteX34-2449" fmla="*/ 409371 w 1605470"/>
              <a:gd name="connsiteY34-2450" fmla="*/ 5950668 h 6858000"/>
              <a:gd name="connsiteX35-2451" fmla="*/ 442432 w 1605470"/>
              <a:gd name="connsiteY35-2452" fmla="*/ 5934687 h 6858000"/>
              <a:gd name="connsiteX36-2453" fmla="*/ 489472 w 1605470"/>
              <a:gd name="connsiteY36-2454" fmla="*/ 5732419 h 6858000"/>
              <a:gd name="connsiteX37-2455" fmla="*/ 512623 w 1605470"/>
              <a:gd name="connsiteY37-2456" fmla="*/ 5685392 h 6858000"/>
              <a:gd name="connsiteX38-2457" fmla="*/ 510261 w 1605470"/>
              <a:gd name="connsiteY38-2458" fmla="*/ 5634527 h 6858000"/>
              <a:gd name="connsiteX39-2459" fmla="*/ 523992 w 1605470"/>
              <a:gd name="connsiteY39-2460" fmla="*/ 5619557 h 6858000"/>
              <a:gd name="connsiteX40-2461" fmla="*/ 526609 w 1605470"/>
              <a:gd name="connsiteY40-2462" fmla="*/ 5617081 h 6858000"/>
              <a:gd name="connsiteX41-2463" fmla="*/ 531653 w 1605470"/>
              <a:gd name="connsiteY41-2464" fmla="*/ 5604904 h 6858000"/>
              <a:gd name="connsiteX42-2465" fmla="*/ 539863 w 1605470"/>
              <a:gd name="connsiteY42-2466" fmla="*/ 5604298 h 6858000"/>
              <a:gd name="connsiteX43-2467" fmla="*/ 552319 w 1605470"/>
              <a:gd name="connsiteY43-2468" fmla="*/ 5587997 h 6858000"/>
              <a:gd name="connsiteX44-2469" fmla="*/ 559710 w 1605470"/>
              <a:gd name="connsiteY44-2470" fmla="*/ 5564796 h 6858000"/>
              <a:gd name="connsiteX45-2471" fmla="*/ 587214 w 1605470"/>
              <a:gd name="connsiteY45-2472" fmla="*/ 5451511 h 6858000"/>
              <a:gd name="connsiteX46-2473" fmla="*/ 608019 w 1605470"/>
              <a:gd name="connsiteY46-2474" fmla="*/ 5385461 h 6858000"/>
              <a:gd name="connsiteX47-2475" fmla="*/ 622750 w 1605470"/>
              <a:gd name="connsiteY47-2476" fmla="*/ 5363084 h 6858000"/>
              <a:gd name="connsiteX48-2477" fmla="*/ 638731 w 1605470"/>
              <a:gd name="connsiteY48-2478" fmla="*/ 5330009 h 6858000"/>
              <a:gd name="connsiteX49-2479" fmla="*/ 672224 w 1605470"/>
              <a:gd name="connsiteY49-2480" fmla="*/ 5273739 h 6858000"/>
              <a:gd name="connsiteX50-2481" fmla="*/ 681823 w 1605470"/>
              <a:gd name="connsiteY50-2482" fmla="*/ 5241779 h 6858000"/>
              <a:gd name="connsiteX51-2483" fmla="*/ 693049 w 1605470"/>
              <a:gd name="connsiteY51-2484" fmla="*/ 5225268 h 6858000"/>
              <a:gd name="connsiteX52-2485" fmla="*/ 694069 w 1605470"/>
              <a:gd name="connsiteY52-2486" fmla="*/ 5217684 h 6858000"/>
              <a:gd name="connsiteX53-2487" fmla="*/ 701410 w 1605470"/>
              <a:gd name="connsiteY53-2488" fmla="*/ 5193377 h 6858000"/>
              <a:gd name="connsiteX54-2489" fmla="*/ 704713 w 1605470"/>
              <a:gd name="connsiteY54-2490" fmla="*/ 5179288 h 6858000"/>
              <a:gd name="connsiteX55-2491" fmla="*/ 705697 w 1605470"/>
              <a:gd name="connsiteY55-2492" fmla="*/ 5173621 h 6858000"/>
              <a:gd name="connsiteX56-2493" fmla="*/ 701331 w 1605470"/>
              <a:gd name="connsiteY56-2494" fmla="*/ 5159961 h 6858000"/>
              <a:gd name="connsiteX57-2495" fmla="*/ 708008 w 1605470"/>
              <a:gd name="connsiteY57-2496" fmla="*/ 5144295 h 6858000"/>
              <a:gd name="connsiteX58-2497" fmla="*/ 704941 w 1605470"/>
              <a:gd name="connsiteY58-2498" fmla="*/ 5125185 h 6858000"/>
              <a:gd name="connsiteX59-2499" fmla="*/ 711771 w 1605470"/>
              <a:gd name="connsiteY59-2500" fmla="*/ 5121884 h 6858000"/>
              <a:gd name="connsiteX60-2501" fmla="*/ 721092 w 1605470"/>
              <a:gd name="connsiteY60-2502" fmla="*/ 5108383 h 6858000"/>
              <a:gd name="connsiteX61-2503" fmla="*/ 717045 w 1605470"/>
              <a:gd name="connsiteY61-2504" fmla="*/ 5094705 h 6858000"/>
              <a:gd name="connsiteX62-2505" fmla="*/ 718807 w 1605470"/>
              <a:gd name="connsiteY62-2506" fmla="*/ 5067850 h 6858000"/>
              <a:gd name="connsiteX63-2507" fmla="*/ 721538 w 1605470"/>
              <a:gd name="connsiteY63-2508" fmla="*/ 5060861 h 6858000"/>
              <a:gd name="connsiteX64-2509" fmla="*/ 718242 w 1605470"/>
              <a:gd name="connsiteY64-2510" fmla="*/ 5034192 h 6858000"/>
              <a:gd name="connsiteX65-2511" fmla="*/ 719796 w 1605470"/>
              <a:gd name="connsiteY65-2512" fmla="*/ 4993030 h 6858000"/>
              <a:gd name="connsiteX66-2513" fmla="*/ 726705 w 1605470"/>
              <a:gd name="connsiteY66-2514" fmla="*/ 4946844 h 6858000"/>
              <a:gd name="connsiteX67-2515" fmla="*/ 722561 w 1605470"/>
              <a:gd name="connsiteY67-2516" fmla="*/ 4932692 h 6858000"/>
              <a:gd name="connsiteX68-2517" fmla="*/ 724588 w 1605470"/>
              <a:gd name="connsiteY68-2518" fmla="*/ 4845927 h 6858000"/>
              <a:gd name="connsiteX69-2519" fmla="*/ 724935 w 1605470"/>
              <a:gd name="connsiteY69-2520" fmla="*/ 4821504 h 6858000"/>
              <a:gd name="connsiteX70-2521" fmla="*/ 732118 w 1605470"/>
              <a:gd name="connsiteY70-2522" fmla="*/ 4801535 h 6858000"/>
              <a:gd name="connsiteX71-2523" fmla="*/ 739787 w 1605470"/>
              <a:gd name="connsiteY71-2524" fmla="*/ 4797794 h 6858000"/>
              <a:gd name="connsiteX72-2525" fmla="*/ 741081 w 1605470"/>
              <a:gd name="connsiteY72-2526" fmla="*/ 4784526 h 6858000"/>
              <a:gd name="connsiteX73-2527" fmla="*/ 742865 w 1605470"/>
              <a:gd name="connsiteY73-2528" fmla="*/ 4781211 h 6858000"/>
              <a:gd name="connsiteX74-2529" fmla="*/ 751652 w 1605470"/>
              <a:gd name="connsiteY74-2530" fmla="*/ 4761984 h 6858000"/>
              <a:gd name="connsiteX75-2531" fmla="*/ 734671 w 1605470"/>
              <a:gd name="connsiteY75-2532" fmla="*/ 4715631 h 6858000"/>
              <a:gd name="connsiteX76-2533" fmla="*/ 743180 w 1605470"/>
              <a:gd name="connsiteY76-2534" fmla="*/ 4662965 h 6858000"/>
              <a:gd name="connsiteX77-2535" fmla="*/ 729578 w 1605470"/>
              <a:gd name="connsiteY77-2536" fmla="*/ 4456787 h 6858000"/>
              <a:gd name="connsiteX78-2537" fmla="*/ 756542 w 1605470"/>
              <a:gd name="connsiteY78-2538" fmla="*/ 4429138 h 6858000"/>
              <a:gd name="connsiteX79-2539" fmla="*/ 761317 w 1605470"/>
              <a:gd name="connsiteY79-2540" fmla="*/ 4346145 h 6858000"/>
              <a:gd name="connsiteX80-2541" fmla="*/ 715481 w 1605470"/>
              <a:gd name="connsiteY80-2542" fmla="*/ 4214165 h 6858000"/>
              <a:gd name="connsiteX81-2543" fmla="*/ 721848 w 1605470"/>
              <a:gd name="connsiteY81-2544" fmla="*/ 4061253 h 6858000"/>
              <a:gd name="connsiteX82-2545" fmla="*/ 710868 w 1605470"/>
              <a:gd name="connsiteY82-2546" fmla="*/ 4048827 h 6858000"/>
              <a:gd name="connsiteX83-2547" fmla="*/ 704810 w 1605470"/>
              <a:gd name="connsiteY83-2548" fmla="*/ 4033999 h 6858000"/>
              <a:gd name="connsiteX84-2549" fmla="*/ 705959 w 1605470"/>
              <a:gd name="connsiteY84-2550" fmla="*/ 4031933 h 6858000"/>
              <a:gd name="connsiteX85-2551" fmla="*/ 704535 w 1605470"/>
              <a:gd name="connsiteY85-2552" fmla="*/ 4013953 h 6858000"/>
              <a:gd name="connsiteX86-2553" fmla="*/ 700443 w 1605470"/>
              <a:gd name="connsiteY86-2554" fmla="*/ 4010511 h 6858000"/>
              <a:gd name="connsiteX87-2555" fmla="*/ 698282 w 1605470"/>
              <a:gd name="connsiteY87-2556" fmla="*/ 3998331 h 6858000"/>
              <a:gd name="connsiteX88-2557" fmla="*/ 690830 w 1605470"/>
              <a:gd name="connsiteY88-2558" fmla="*/ 3974753 h 6858000"/>
              <a:gd name="connsiteX89-2559" fmla="*/ 692428 w 1605470"/>
              <a:gd name="connsiteY89-2560" fmla="*/ 3969950 h 6858000"/>
              <a:gd name="connsiteX90-2561" fmla="*/ 685850 w 1605470"/>
              <a:gd name="connsiteY90-2562" fmla="*/ 3933779 h 6858000"/>
              <a:gd name="connsiteX91-2563" fmla="*/ 687181 w 1605470"/>
              <a:gd name="connsiteY91-2564" fmla="*/ 3933093 h 6858000"/>
              <a:gd name="connsiteX92-2565" fmla="*/ 691535 w 1605470"/>
              <a:gd name="connsiteY92-2566" fmla="*/ 3922082 h 6858000"/>
              <a:gd name="connsiteX93-2567" fmla="*/ 696613 w 1605470"/>
              <a:gd name="connsiteY93-2568" fmla="*/ 3901461 h 6858000"/>
              <a:gd name="connsiteX94-2569" fmla="*/ 725908 w 1605470"/>
              <a:gd name="connsiteY94-2570" fmla="*/ 3851605 h 6858000"/>
              <a:gd name="connsiteX95-2571" fmla="*/ 719207 w 1605470"/>
              <a:gd name="connsiteY95-2572" fmla="*/ 3813873 h 6858000"/>
              <a:gd name="connsiteX96-2573" fmla="*/ 718632 w 1605470"/>
              <a:gd name="connsiteY96-2574" fmla="*/ 3806161 h 6858000"/>
              <a:gd name="connsiteX97-2575" fmla="*/ 718939 w 1605470"/>
              <a:gd name="connsiteY97-2576" fmla="*/ 3805957 h 6858000"/>
              <a:gd name="connsiteX98-2577" fmla="*/ 718966 w 1605470"/>
              <a:gd name="connsiteY98-2578" fmla="*/ 3797724 h 6858000"/>
              <a:gd name="connsiteX99-2579" fmla="*/ 717581 w 1605470"/>
              <a:gd name="connsiteY99-2580" fmla="*/ 3792098 h 6858000"/>
              <a:gd name="connsiteX100-2581" fmla="*/ 716465 w 1605470"/>
              <a:gd name="connsiteY100-2582" fmla="*/ 3777135 h 6858000"/>
              <a:gd name="connsiteX101-2583" fmla="*/ 718198 w 1605470"/>
              <a:gd name="connsiteY101-2584" fmla="*/ 3771656 h 6858000"/>
              <a:gd name="connsiteX102-2585" fmla="*/ 721941 w 1605470"/>
              <a:gd name="connsiteY102-2586" fmla="*/ 3769007 h 6858000"/>
              <a:gd name="connsiteX103-2587" fmla="*/ 721407 w 1605470"/>
              <a:gd name="connsiteY103-2588" fmla="*/ 3767709 h 6858000"/>
              <a:gd name="connsiteX104-2589" fmla="*/ 730103 w 1605470"/>
              <a:gd name="connsiteY104-2590" fmla="*/ 3738082 h 6858000"/>
              <a:gd name="connsiteX105-2591" fmla="*/ 737449 w 1605470"/>
              <a:gd name="connsiteY105-2592" fmla="*/ 3673397 h 6858000"/>
              <a:gd name="connsiteX106-2593" fmla="*/ 736745 w 1605470"/>
              <a:gd name="connsiteY106-2594" fmla="*/ 3637109 h 6858000"/>
              <a:gd name="connsiteX107-2595" fmla="*/ 740188 w 1605470"/>
              <a:gd name="connsiteY107-2596" fmla="*/ 3536883 h 6858000"/>
              <a:gd name="connsiteX108-2597" fmla="*/ 747726 w 1605470"/>
              <a:gd name="connsiteY108-2598" fmla="*/ 3435652 h 6858000"/>
              <a:gd name="connsiteX109-2599" fmla="*/ 774383 w 1605470"/>
              <a:gd name="connsiteY109-2600" fmla="*/ 3381564 h 6858000"/>
              <a:gd name="connsiteX110-2601" fmla="*/ 774870 w 1605470"/>
              <a:gd name="connsiteY110-2602" fmla="*/ 3375761 h 6858000"/>
              <a:gd name="connsiteX111-2603" fmla="*/ 770510 w 1605470"/>
              <a:gd name="connsiteY111-2604" fmla="*/ 3361844 h 6858000"/>
              <a:gd name="connsiteX112-2605" fmla="*/ 767933 w 1605470"/>
              <a:gd name="connsiteY112-2606" fmla="*/ 3356929 h 6858000"/>
              <a:gd name="connsiteX113-2607" fmla="*/ 766158 w 1605470"/>
              <a:gd name="connsiteY113-2608" fmla="*/ 3349058 h 6858000"/>
              <a:gd name="connsiteX114-2609" fmla="*/ 766414 w 1605470"/>
              <a:gd name="connsiteY114-2610" fmla="*/ 3348763 h 6858000"/>
              <a:gd name="connsiteX115-2611" fmla="*/ 764166 w 1605470"/>
              <a:gd name="connsiteY115-2612" fmla="*/ 3341588 h 6858000"/>
              <a:gd name="connsiteX116-2613" fmla="*/ 749397 w 1605470"/>
              <a:gd name="connsiteY116-2614" fmla="*/ 3307769 h 6858000"/>
              <a:gd name="connsiteX117-2615" fmla="*/ 766960 w 1605470"/>
              <a:gd name="connsiteY117-2616" fmla="*/ 3250522 h 6858000"/>
              <a:gd name="connsiteX118-2617" fmla="*/ 767385 w 1605470"/>
              <a:gd name="connsiteY118-2618" fmla="*/ 3229163 h 6858000"/>
              <a:gd name="connsiteX119-2619" fmla="*/ 769208 w 1605470"/>
              <a:gd name="connsiteY119-2620" fmla="*/ 3217217 h 6858000"/>
              <a:gd name="connsiteX120-2621" fmla="*/ 770350 w 1605470"/>
              <a:gd name="connsiteY120-2622" fmla="*/ 3216125 h 6858000"/>
              <a:gd name="connsiteX121-2623" fmla="*/ 756043 w 1605470"/>
              <a:gd name="connsiteY121-2624" fmla="*/ 3183755 h 6858000"/>
              <a:gd name="connsiteX122-2625" fmla="*/ 756544 w 1605470"/>
              <a:gd name="connsiteY122-2626" fmla="*/ 3178642 h 6858000"/>
              <a:gd name="connsiteX123-2627" fmla="*/ 744144 w 1605470"/>
              <a:gd name="connsiteY123-2628" fmla="*/ 3158586 h 6858000"/>
              <a:gd name="connsiteX124-2629" fmla="*/ 739378 w 1605470"/>
              <a:gd name="connsiteY124-2630" fmla="*/ 3147669 h 6858000"/>
              <a:gd name="connsiteX125-2631" fmla="*/ 734648 w 1605470"/>
              <a:gd name="connsiteY125-2632" fmla="*/ 3145733 h 6858000"/>
              <a:gd name="connsiteX126-2633" fmla="*/ 729329 w 1605470"/>
              <a:gd name="connsiteY126-2634" fmla="*/ 3129034 h 6858000"/>
              <a:gd name="connsiteX127-2635" fmla="*/ 729994 w 1605470"/>
              <a:gd name="connsiteY127-2636" fmla="*/ 3126682 h 6858000"/>
              <a:gd name="connsiteX128-2637" fmla="*/ 720862 w 1605470"/>
              <a:gd name="connsiteY128-2638" fmla="*/ 3114519 h 6858000"/>
              <a:gd name="connsiteX129-2639" fmla="*/ 707471 w 1605470"/>
              <a:gd name="connsiteY129-2640" fmla="*/ 3106272 h 6858000"/>
              <a:gd name="connsiteX130-2641" fmla="*/ 680201 w 1605470"/>
              <a:gd name="connsiteY130-2642" fmla="*/ 2958185 h 6858000"/>
              <a:gd name="connsiteX131-2643" fmla="*/ 596759 w 1605470"/>
              <a:gd name="connsiteY131-2644" fmla="*/ 2762989 h 6858000"/>
              <a:gd name="connsiteX132-2645" fmla="*/ 571733 w 1605470"/>
              <a:gd name="connsiteY132-2646" fmla="*/ 2554718 h 6858000"/>
              <a:gd name="connsiteX133-2647" fmla="*/ 551827 w 1605470"/>
              <a:gd name="connsiteY133-2648" fmla="*/ 2485734 h 6858000"/>
              <a:gd name="connsiteX134-2649" fmla="*/ 525179 w 1605470"/>
              <a:gd name="connsiteY134-2650" fmla="*/ 2447068 h 6858000"/>
              <a:gd name="connsiteX135-2651" fmla="*/ 529511 w 1605470"/>
              <a:gd name="connsiteY135-2652" fmla="*/ 2425819 h 6858000"/>
              <a:gd name="connsiteX136-2653" fmla="*/ 530521 w 1605470"/>
              <a:gd name="connsiteY136-2654" fmla="*/ 2422066 h 6858000"/>
              <a:gd name="connsiteX137-2655" fmla="*/ 528878 w 1605470"/>
              <a:gd name="connsiteY137-2656" fmla="*/ 2408971 h 6858000"/>
              <a:gd name="connsiteX138-2657" fmla="*/ 535510 w 1605470"/>
              <a:gd name="connsiteY138-2658" fmla="*/ 2402874 h 6858000"/>
              <a:gd name="connsiteX139-2659" fmla="*/ 538122 w 1605470"/>
              <a:gd name="connsiteY139-2660" fmla="*/ 2381443 h 6858000"/>
              <a:gd name="connsiteX140-2661" fmla="*/ 533116 w 1605470"/>
              <a:gd name="connsiteY140-2662" fmla="*/ 2358011 h 6858000"/>
              <a:gd name="connsiteX141-2663" fmla="*/ 501423 w 1605470"/>
              <a:gd name="connsiteY141-2664" fmla="*/ 2249479 h 6858000"/>
              <a:gd name="connsiteX142-2665" fmla="*/ 486968 w 1605470"/>
              <a:gd name="connsiteY142-2666" fmla="*/ 2182937 h 6858000"/>
              <a:gd name="connsiteX143-2667" fmla="*/ 488555 w 1605470"/>
              <a:gd name="connsiteY143-2668" fmla="*/ 2155135 h 6858000"/>
              <a:gd name="connsiteX144-2669" fmla="*/ 486013 w 1605470"/>
              <a:gd name="connsiteY144-2670" fmla="*/ 2118008 h 6858000"/>
              <a:gd name="connsiteX145-2671" fmla="*/ 487006 w 1605470"/>
              <a:gd name="connsiteY145-2672" fmla="*/ 2050531 h 6858000"/>
              <a:gd name="connsiteX146-2673" fmla="*/ 478812 w 1605470"/>
              <a:gd name="connsiteY146-2674" fmla="*/ 1963269 h 6858000"/>
              <a:gd name="connsiteX147-2675" fmla="*/ 442619 w 1605470"/>
              <a:gd name="connsiteY147-2676" fmla="*/ 1910499 h 6858000"/>
              <a:gd name="connsiteX148-2677" fmla="*/ 446785 w 1605470"/>
              <a:gd name="connsiteY148-2678" fmla="*/ 1903212 h 6858000"/>
              <a:gd name="connsiteX149-2679" fmla="*/ 436547 w 1605470"/>
              <a:gd name="connsiteY149-2680" fmla="*/ 1861531 h 6858000"/>
              <a:gd name="connsiteX150-2681" fmla="*/ 364290 w 1605470"/>
              <a:gd name="connsiteY150-2682" fmla="*/ 1728772 h 6858000"/>
              <a:gd name="connsiteX151-2683" fmla="*/ 345287 w 1605470"/>
              <a:gd name="connsiteY151-2684" fmla="*/ 1646953 h 6858000"/>
              <a:gd name="connsiteX152-2685" fmla="*/ 344412 w 1605470"/>
              <a:gd name="connsiteY152-2686" fmla="*/ 1615777 h 6858000"/>
              <a:gd name="connsiteX153-2687" fmla="*/ 342578 w 1605470"/>
              <a:gd name="connsiteY153-2688" fmla="*/ 1563678 h 6858000"/>
              <a:gd name="connsiteX154-2689" fmla="*/ 355658 w 1605470"/>
              <a:gd name="connsiteY154-2690" fmla="*/ 1519474 h 6858000"/>
              <a:gd name="connsiteX155-2691" fmla="*/ 348400 w 1605470"/>
              <a:gd name="connsiteY155-2692" fmla="*/ 1477995 h 6858000"/>
              <a:gd name="connsiteX156-2693" fmla="*/ 328025 w 1605470"/>
              <a:gd name="connsiteY156-2694" fmla="*/ 1475165 h 6858000"/>
              <a:gd name="connsiteX157-2695" fmla="*/ 326326 w 1605470"/>
              <a:gd name="connsiteY157-2696" fmla="*/ 1428585 h 6858000"/>
              <a:gd name="connsiteX158-2697" fmla="*/ 325799 w 1605470"/>
              <a:gd name="connsiteY158-2698" fmla="*/ 1357181 h 6858000"/>
              <a:gd name="connsiteX159-2699" fmla="*/ 320507 w 1605470"/>
              <a:gd name="connsiteY159-2700" fmla="*/ 1347099 h 6858000"/>
              <a:gd name="connsiteX160-2701" fmla="*/ 335347 w 1605470"/>
              <a:gd name="connsiteY160-2702" fmla="*/ 1334233 h 6858000"/>
              <a:gd name="connsiteX161-2703" fmla="*/ 342792 w 1605470"/>
              <a:gd name="connsiteY161-2704" fmla="*/ 1307086 h 6858000"/>
              <a:gd name="connsiteX162-2705" fmla="*/ 343980 w 1605470"/>
              <a:gd name="connsiteY162-2706" fmla="*/ 1189033 h 6858000"/>
              <a:gd name="connsiteX163-2707" fmla="*/ 348665 w 1605470"/>
              <a:gd name="connsiteY163-2708" fmla="*/ 1168288 h 6858000"/>
              <a:gd name="connsiteX164-2709" fmla="*/ 340947 w 1605470"/>
              <a:gd name="connsiteY164-2710" fmla="*/ 1142577 h 6858000"/>
              <a:gd name="connsiteX165-2711" fmla="*/ 330253 w 1605470"/>
              <a:gd name="connsiteY165-2712" fmla="*/ 1088484 h 6858000"/>
              <a:gd name="connsiteX166-2713" fmla="*/ 314647 w 1605470"/>
              <a:gd name="connsiteY166-2714" fmla="*/ 1053424 h 6858000"/>
              <a:gd name="connsiteX167-2715" fmla="*/ 322906 w 1605470"/>
              <a:gd name="connsiteY167-2716" fmla="*/ 1044367 h 6858000"/>
              <a:gd name="connsiteX168-2717" fmla="*/ 326818 w 1605470"/>
              <a:gd name="connsiteY168-2718" fmla="*/ 1022828 h 6858000"/>
              <a:gd name="connsiteX169-2719" fmla="*/ 320445 w 1605470"/>
              <a:gd name="connsiteY169-2720" fmla="*/ 932283 h 6858000"/>
              <a:gd name="connsiteX170-2721" fmla="*/ 322681 w 1605470"/>
              <a:gd name="connsiteY170-2722" fmla="*/ 915925 h 6858000"/>
              <a:gd name="connsiteX171-2723" fmla="*/ 315310 w 1605470"/>
              <a:gd name="connsiteY171-2724" fmla="*/ 896999 h 6858000"/>
              <a:gd name="connsiteX172-2725" fmla="*/ 284718 w 1605470"/>
              <a:gd name="connsiteY172-2726" fmla="*/ 821517 h 6858000"/>
              <a:gd name="connsiteX173-2727" fmla="*/ 270682 w 1605470"/>
              <a:gd name="connsiteY173-2728" fmla="*/ 786519 h 6858000"/>
              <a:gd name="connsiteX174-2729" fmla="*/ 263668 w 1605470"/>
              <a:gd name="connsiteY174-2730" fmla="*/ 751353 h 6858000"/>
              <a:gd name="connsiteX175-2731" fmla="*/ 254540 w 1605470"/>
              <a:gd name="connsiteY175-2732" fmla="*/ 741965 h 6858000"/>
              <a:gd name="connsiteX176-2733" fmla="*/ 252501 w 1605470"/>
              <a:gd name="connsiteY176-2734" fmla="*/ 724635 h 6858000"/>
              <a:gd name="connsiteX177-2735" fmla="*/ 248897 w 1605470"/>
              <a:gd name="connsiteY177-2736" fmla="*/ 681659 h 6858000"/>
              <a:gd name="connsiteX178-2737" fmla="*/ 234316 w 1605470"/>
              <a:gd name="connsiteY178-2738" fmla="*/ 635218 h 6858000"/>
              <a:gd name="connsiteX179-2739" fmla="*/ 239327 w 1605470"/>
              <a:gd name="connsiteY179-2740" fmla="*/ 613763 h 6858000"/>
              <a:gd name="connsiteX180-2741" fmla="*/ 225269 w 1605470"/>
              <a:gd name="connsiteY180-2742" fmla="*/ 598582 h 6858000"/>
              <a:gd name="connsiteX181-2743" fmla="*/ 224950 w 1605470"/>
              <a:gd name="connsiteY181-2744" fmla="*/ 576846 h 6858000"/>
              <a:gd name="connsiteX182-2745" fmla="*/ 204632 w 1605470"/>
              <a:gd name="connsiteY182-2746" fmla="*/ 553868 h 6858000"/>
              <a:gd name="connsiteX183-2747" fmla="*/ 239317 w 1605470"/>
              <a:gd name="connsiteY183-2748" fmla="*/ 517614 h 6858000"/>
              <a:gd name="connsiteX184-2749" fmla="*/ 201693 w 1605470"/>
              <a:gd name="connsiteY184-2750" fmla="*/ 469651 h 6858000"/>
              <a:gd name="connsiteX185-2751" fmla="*/ 195012 w 1605470"/>
              <a:gd name="connsiteY185-2752" fmla="*/ 448559 h 6858000"/>
              <a:gd name="connsiteX186-2753" fmla="*/ 201434 w 1605470"/>
              <a:gd name="connsiteY186-2754" fmla="*/ 441529 h 6858000"/>
              <a:gd name="connsiteX187-2755" fmla="*/ 200655 w 1605470"/>
              <a:gd name="connsiteY187-2756" fmla="*/ 428927 h 6858000"/>
              <a:gd name="connsiteX188-2757" fmla="*/ 190059 w 1605470"/>
              <a:gd name="connsiteY188-2758" fmla="*/ 430161 h 6858000"/>
              <a:gd name="connsiteX189-2759" fmla="*/ 184450 w 1605470"/>
              <a:gd name="connsiteY189-2760" fmla="*/ 396240 h 6858000"/>
              <a:gd name="connsiteX190-2761" fmla="*/ 146196 w 1605470"/>
              <a:gd name="connsiteY190-2762" fmla="*/ 358810 h 6858000"/>
              <a:gd name="connsiteX191-2763" fmla="*/ 124571 w 1605470"/>
              <a:gd name="connsiteY191-2764" fmla="*/ 302178 h 6858000"/>
              <a:gd name="connsiteX192-2765" fmla="*/ 103243 w 1605470"/>
              <a:gd name="connsiteY192-2766" fmla="*/ 211375 h 6858000"/>
              <a:gd name="connsiteX193-2767" fmla="*/ 94571 w 1605470"/>
              <a:gd name="connsiteY193-2768" fmla="*/ 184179 h 6858000"/>
              <a:gd name="connsiteX194-2769" fmla="*/ 13437 w 1605470"/>
              <a:gd name="connsiteY194-2770" fmla="*/ 19287 h 6858000"/>
              <a:gd name="connsiteX195-2771" fmla="*/ 0 w 1605470"/>
              <a:gd name="connsiteY195-2772" fmla="*/ 0 h 6858000"/>
              <a:gd name="connsiteX0-2773" fmla="*/ 0 w 1605470"/>
              <a:gd name="connsiteY0-2774" fmla="*/ 0 h 6858000"/>
              <a:gd name="connsiteX1-2775" fmla="*/ 1605470 w 1605470"/>
              <a:gd name="connsiteY1-2776" fmla="*/ 0 h 6858000"/>
              <a:gd name="connsiteX2-2777" fmla="*/ 1605470 w 1605470"/>
              <a:gd name="connsiteY2-2778" fmla="*/ 6858000 h 6858000"/>
              <a:gd name="connsiteX3-2779" fmla="*/ 154105 w 1605470"/>
              <a:gd name="connsiteY3-2780" fmla="*/ 6858000 h 6858000"/>
              <a:gd name="connsiteX4-2781" fmla="*/ 154246 w 1605470"/>
              <a:gd name="connsiteY4-2782" fmla="*/ 6857735 h 6858000"/>
              <a:gd name="connsiteX5-2783" fmla="*/ 166295 w 1605470"/>
              <a:gd name="connsiteY5-2784" fmla="*/ 6809549 h 6858000"/>
              <a:gd name="connsiteX6-2785" fmla="*/ 198506 w 1605470"/>
              <a:gd name="connsiteY6-2786" fmla="*/ 6715115 h 6858000"/>
              <a:gd name="connsiteX7-2787" fmla="*/ 208357 w 1605470"/>
              <a:gd name="connsiteY7-2788" fmla="*/ 6680170 h 6858000"/>
              <a:gd name="connsiteX8-2789" fmla="*/ 233907 w 1605470"/>
              <a:gd name="connsiteY8-2790" fmla="*/ 6621207 h 6858000"/>
              <a:gd name="connsiteX9-2791" fmla="*/ 250564 w 1605470"/>
              <a:gd name="connsiteY9-2792" fmla="*/ 6596265 h 6858000"/>
              <a:gd name="connsiteX10-2793" fmla="*/ 250443 w 1605470"/>
              <a:gd name="connsiteY10-2794" fmla="*/ 6594818 h 6858000"/>
              <a:gd name="connsiteX11-2795" fmla="*/ 254688 w 1605470"/>
              <a:gd name="connsiteY11-2796" fmla="*/ 6593735 h 6858000"/>
              <a:gd name="connsiteX12-2797" fmla="*/ 257885 w 1605470"/>
              <a:gd name="connsiteY12-2798" fmla="*/ 6589172 h 6858000"/>
              <a:gd name="connsiteX13-2799" fmla="*/ 261179 w 1605470"/>
              <a:gd name="connsiteY13-2800" fmla="*/ 6574442 h 6858000"/>
              <a:gd name="connsiteX14-2801" fmla="*/ 261519 w 1605470"/>
              <a:gd name="connsiteY14-2802" fmla="*/ 6568530 h 6858000"/>
              <a:gd name="connsiteX15-2803" fmla="*/ 263928 w 1605470"/>
              <a:gd name="connsiteY15-2804" fmla="*/ 6560674 h 6858000"/>
              <a:gd name="connsiteX16-2805" fmla="*/ 264273 w 1605470"/>
              <a:gd name="connsiteY16-2806" fmla="*/ 6560598 h 6858000"/>
              <a:gd name="connsiteX17-2807" fmla="*/ 265970 w 1605470"/>
              <a:gd name="connsiteY17-2808" fmla="*/ 6553006 h 6858000"/>
              <a:gd name="connsiteX18-2809" fmla="*/ 270666 w 1605470"/>
              <a:gd name="connsiteY18-2810" fmla="*/ 6514360 h 6858000"/>
              <a:gd name="connsiteX19-2811" fmla="*/ 312320 w 1605470"/>
              <a:gd name="connsiteY19-2812" fmla="*/ 6478062 h 6858000"/>
              <a:gd name="connsiteX20-2813" fmla="*/ 323009 w 1605470"/>
              <a:gd name="connsiteY20-2814" fmla="*/ 6460325 h 6858000"/>
              <a:gd name="connsiteX21-2815" fmla="*/ 330242 w 1605470"/>
              <a:gd name="connsiteY21-2816" fmla="*/ 6451488 h 6858000"/>
              <a:gd name="connsiteX22-2817" fmla="*/ 331677 w 1605470"/>
              <a:gd name="connsiteY22-2818" fmla="*/ 6451348 h 6858000"/>
              <a:gd name="connsiteX23-2819" fmla="*/ 336035 w 1605470"/>
              <a:gd name="connsiteY23-2820" fmla="*/ 6414240 h 6858000"/>
              <a:gd name="connsiteX24-2821" fmla="*/ 338911 w 1605470"/>
              <a:gd name="connsiteY24-2822" fmla="*/ 6410269 h 6858000"/>
              <a:gd name="connsiteX25-2823" fmla="*/ 338811 w 1605470"/>
              <a:gd name="connsiteY25-2824" fmla="*/ 6384857 h 6858000"/>
              <a:gd name="connsiteX26-2825" fmla="*/ 340328 w 1605470"/>
              <a:gd name="connsiteY26-2826" fmla="*/ 6372381 h 6858000"/>
              <a:gd name="connsiteX27-2827" fmla="*/ 337522 w 1605470"/>
              <a:gd name="connsiteY27-2828" fmla="*/ 6367510 h 6858000"/>
              <a:gd name="connsiteX28-2829" fmla="*/ 341402 w 1605470"/>
              <a:gd name="connsiteY28-2830" fmla="*/ 6349778 h 6858000"/>
              <a:gd name="connsiteX29-2831" fmla="*/ 343067 w 1605470"/>
              <a:gd name="connsiteY29-2832" fmla="*/ 6348250 h 6858000"/>
              <a:gd name="connsiteX30-2833" fmla="*/ 341730 w 1605470"/>
              <a:gd name="connsiteY30-2834" fmla="*/ 6331735 h 6858000"/>
              <a:gd name="connsiteX31-2835" fmla="*/ 335123 w 1605470"/>
              <a:gd name="connsiteY31-2836" fmla="*/ 6315613 h 6858000"/>
              <a:gd name="connsiteX32-2837" fmla="*/ 385303 w 1605470"/>
              <a:gd name="connsiteY32-2838" fmla="*/ 6171970 h 6858000"/>
              <a:gd name="connsiteX33-2839" fmla="*/ 380910 w 1605470"/>
              <a:gd name="connsiteY33-2840" fmla="*/ 6028119 h 6858000"/>
              <a:gd name="connsiteX34-2841" fmla="*/ 409371 w 1605470"/>
              <a:gd name="connsiteY34-2842" fmla="*/ 5950668 h 6858000"/>
              <a:gd name="connsiteX35-2843" fmla="*/ 442432 w 1605470"/>
              <a:gd name="connsiteY35-2844" fmla="*/ 5934687 h 6858000"/>
              <a:gd name="connsiteX36-2845" fmla="*/ 489472 w 1605470"/>
              <a:gd name="connsiteY36-2846" fmla="*/ 5732419 h 6858000"/>
              <a:gd name="connsiteX37-2847" fmla="*/ 512623 w 1605470"/>
              <a:gd name="connsiteY37-2848" fmla="*/ 5685392 h 6858000"/>
              <a:gd name="connsiteX38-2849" fmla="*/ 510261 w 1605470"/>
              <a:gd name="connsiteY38-2850" fmla="*/ 5634527 h 6858000"/>
              <a:gd name="connsiteX39-2851" fmla="*/ 523992 w 1605470"/>
              <a:gd name="connsiteY39-2852" fmla="*/ 5619557 h 6858000"/>
              <a:gd name="connsiteX40-2853" fmla="*/ 526609 w 1605470"/>
              <a:gd name="connsiteY40-2854" fmla="*/ 5617081 h 6858000"/>
              <a:gd name="connsiteX41-2855" fmla="*/ 531653 w 1605470"/>
              <a:gd name="connsiteY41-2856" fmla="*/ 5604904 h 6858000"/>
              <a:gd name="connsiteX42-2857" fmla="*/ 539863 w 1605470"/>
              <a:gd name="connsiteY42-2858" fmla="*/ 5604298 h 6858000"/>
              <a:gd name="connsiteX43-2859" fmla="*/ 552319 w 1605470"/>
              <a:gd name="connsiteY43-2860" fmla="*/ 5587997 h 6858000"/>
              <a:gd name="connsiteX44-2861" fmla="*/ 559710 w 1605470"/>
              <a:gd name="connsiteY44-2862" fmla="*/ 5564796 h 6858000"/>
              <a:gd name="connsiteX45-2863" fmla="*/ 587214 w 1605470"/>
              <a:gd name="connsiteY45-2864" fmla="*/ 5451511 h 6858000"/>
              <a:gd name="connsiteX46-2865" fmla="*/ 608019 w 1605470"/>
              <a:gd name="connsiteY46-2866" fmla="*/ 5385461 h 6858000"/>
              <a:gd name="connsiteX47-2867" fmla="*/ 622750 w 1605470"/>
              <a:gd name="connsiteY47-2868" fmla="*/ 5363084 h 6858000"/>
              <a:gd name="connsiteX48-2869" fmla="*/ 638731 w 1605470"/>
              <a:gd name="connsiteY48-2870" fmla="*/ 5330009 h 6858000"/>
              <a:gd name="connsiteX49-2871" fmla="*/ 672224 w 1605470"/>
              <a:gd name="connsiteY49-2872" fmla="*/ 5273739 h 6858000"/>
              <a:gd name="connsiteX50-2873" fmla="*/ 681823 w 1605470"/>
              <a:gd name="connsiteY50-2874" fmla="*/ 5241779 h 6858000"/>
              <a:gd name="connsiteX51-2875" fmla="*/ 693049 w 1605470"/>
              <a:gd name="connsiteY51-2876" fmla="*/ 5225268 h 6858000"/>
              <a:gd name="connsiteX52-2877" fmla="*/ 694069 w 1605470"/>
              <a:gd name="connsiteY52-2878" fmla="*/ 5217684 h 6858000"/>
              <a:gd name="connsiteX53-2879" fmla="*/ 701410 w 1605470"/>
              <a:gd name="connsiteY53-2880" fmla="*/ 5193377 h 6858000"/>
              <a:gd name="connsiteX54-2881" fmla="*/ 704713 w 1605470"/>
              <a:gd name="connsiteY54-2882" fmla="*/ 5179288 h 6858000"/>
              <a:gd name="connsiteX55-2883" fmla="*/ 705697 w 1605470"/>
              <a:gd name="connsiteY55-2884" fmla="*/ 5173621 h 6858000"/>
              <a:gd name="connsiteX56-2885" fmla="*/ 701331 w 1605470"/>
              <a:gd name="connsiteY56-2886" fmla="*/ 5159961 h 6858000"/>
              <a:gd name="connsiteX57-2887" fmla="*/ 708008 w 1605470"/>
              <a:gd name="connsiteY57-2888" fmla="*/ 5144295 h 6858000"/>
              <a:gd name="connsiteX58-2889" fmla="*/ 704941 w 1605470"/>
              <a:gd name="connsiteY58-2890" fmla="*/ 5125185 h 6858000"/>
              <a:gd name="connsiteX59-2891" fmla="*/ 711771 w 1605470"/>
              <a:gd name="connsiteY59-2892" fmla="*/ 5121884 h 6858000"/>
              <a:gd name="connsiteX60-2893" fmla="*/ 721092 w 1605470"/>
              <a:gd name="connsiteY60-2894" fmla="*/ 5108383 h 6858000"/>
              <a:gd name="connsiteX61-2895" fmla="*/ 717045 w 1605470"/>
              <a:gd name="connsiteY61-2896" fmla="*/ 5094705 h 6858000"/>
              <a:gd name="connsiteX62-2897" fmla="*/ 718807 w 1605470"/>
              <a:gd name="connsiteY62-2898" fmla="*/ 5067850 h 6858000"/>
              <a:gd name="connsiteX63-2899" fmla="*/ 721538 w 1605470"/>
              <a:gd name="connsiteY63-2900" fmla="*/ 5060861 h 6858000"/>
              <a:gd name="connsiteX64-2901" fmla="*/ 718242 w 1605470"/>
              <a:gd name="connsiteY64-2902" fmla="*/ 5034192 h 6858000"/>
              <a:gd name="connsiteX65-2903" fmla="*/ 719796 w 1605470"/>
              <a:gd name="connsiteY65-2904" fmla="*/ 4993030 h 6858000"/>
              <a:gd name="connsiteX66-2905" fmla="*/ 726705 w 1605470"/>
              <a:gd name="connsiteY66-2906" fmla="*/ 4946844 h 6858000"/>
              <a:gd name="connsiteX67-2907" fmla="*/ 722561 w 1605470"/>
              <a:gd name="connsiteY67-2908" fmla="*/ 4932692 h 6858000"/>
              <a:gd name="connsiteX68-2909" fmla="*/ 724588 w 1605470"/>
              <a:gd name="connsiteY68-2910" fmla="*/ 4845927 h 6858000"/>
              <a:gd name="connsiteX69-2911" fmla="*/ 724935 w 1605470"/>
              <a:gd name="connsiteY69-2912" fmla="*/ 4821504 h 6858000"/>
              <a:gd name="connsiteX70-2913" fmla="*/ 732118 w 1605470"/>
              <a:gd name="connsiteY70-2914" fmla="*/ 4801535 h 6858000"/>
              <a:gd name="connsiteX71-2915" fmla="*/ 739787 w 1605470"/>
              <a:gd name="connsiteY71-2916" fmla="*/ 4797794 h 6858000"/>
              <a:gd name="connsiteX72-2917" fmla="*/ 741081 w 1605470"/>
              <a:gd name="connsiteY72-2918" fmla="*/ 4784526 h 6858000"/>
              <a:gd name="connsiteX73-2919" fmla="*/ 742865 w 1605470"/>
              <a:gd name="connsiteY73-2920" fmla="*/ 4781211 h 6858000"/>
              <a:gd name="connsiteX74-2921" fmla="*/ 751652 w 1605470"/>
              <a:gd name="connsiteY74-2922" fmla="*/ 4761984 h 6858000"/>
              <a:gd name="connsiteX75-2923" fmla="*/ 734671 w 1605470"/>
              <a:gd name="connsiteY75-2924" fmla="*/ 4715631 h 6858000"/>
              <a:gd name="connsiteX76-2925" fmla="*/ 743180 w 1605470"/>
              <a:gd name="connsiteY76-2926" fmla="*/ 4662965 h 6858000"/>
              <a:gd name="connsiteX77-2927" fmla="*/ 729578 w 1605470"/>
              <a:gd name="connsiteY77-2928" fmla="*/ 4456787 h 6858000"/>
              <a:gd name="connsiteX78-2929" fmla="*/ 756542 w 1605470"/>
              <a:gd name="connsiteY78-2930" fmla="*/ 4429138 h 6858000"/>
              <a:gd name="connsiteX79-2931" fmla="*/ 761317 w 1605470"/>
              <a:gd name="connsiteY79-2932" fmla="*/ 4346145 h 6858000"/>
              <a:gd name="connsiteX80-2933" fmla="*/ 715481 w 1605470"/>
              <a:gd name="connsiteY80-2934" fmla="*/ 4214165 h 6858000"/>
              <a:gd name="connsiteX81-2935" fmla="*/ 721848 w 1605470"/>
              <a:gd name="connsiteY81-2936" fmla="*/ 4061253 h 6858000"/>
              <a:gd name="connsiteX82-2937" fmla="*/ 710868 w 1605470"/>
              <a:gd name="connsiteY82-2938" fmla="*/ 4048827 h 6858000"/>
              <a:gd name="connsiteX83-2939" fmla="*/ 704810 w 1605470"/>
              <a:gd name="connsiteY83-2940" fmla="*/ 4033999 h 6858000"/>
              <a:gd name="connsiteX84-2941" fmla="*/ 705959 w 1605470"/>
              <a:gd name="connsiteY84-2942" fmla="*/ 4031933 h 6858000"/>
              <a:gd name="connsiteX85-2943" fmla="*/ 704535 w 1605470"/>
              <a:gd name="connsiteY85-2944" fmla="*/ 4013953 h 6858000"/>
              <a:gd name="connsiteX86-2945" fmla="*/ 700443 w 1605470"/>
              <a:gd name="connsiteY86-2946" fmla="*/ 4010511 h 6858000"/>
              <a:gd name="connsiteX87-2947" fmla="*/ 698282 w 1605470"/>
              <a:gd name="connsiteY87-2948" fmla="*/ 3998331 h 6858000"/>
              <a:gd name="connsiteX88-2949" fmla="*/ 690830 w 1605470"/>
              <a:gd name="connsiteY88-2950" fmla="*/ 3974753 h 6858000"/>
              <a:gd name="connsiteX89-2951" fmla="*/ 692428 w 1605470"/>
              <a:gd name="connsiteY89-2952" fmla="*/ 3969950 h 6858000"/>
              <a:gd name="connsiteX90-2953" fmla="*/ 685850 w 1605470"/>
              <a:gd name="connsiteY90-2954" fmla="*/ 3933779 h 6858000"/>
              <a:gd name="connsiteX91-2955" fmla="*/ 687181 w 1605470"/>
              <a:gd name="connsiteY91-2956" fmla="*/ 3933093 h 6858000"/>
              <a:gd name="connsiteX92-2957" fmla="*/ 691535 w 1605470"/>
              <a:gd name="connsiteY92-2958" fmla="*/ 3922082 h 6858000"/>
              <a:gd name="connsiteX93-2959" fmla="*/ 696613 w 1605470"/>
              <a:gd name="connsiteY93-2960" fmla="*/ 3901461 h 6858000"/>
              <a:gd name="connsiteX94-2961" fmla="*/ 725908 w 1605470"/>
              <a:gd name="connsiteY94-2962" fmla="*/ 3851605 h 6858000"/>
              <a:gd name="connsiteX95-2963" fmla="*/ 719207 w 1605470"/>
              <a:gd name="connsiteY95-2964" fmla="*/ 3813873 h 6858000"/>
              <a:gd name="connsiteX96-2965" fmla="*/ 718632 w 1605470"/>
              <a:gd name="connsiteY96-2966" fmla="*/ 3806161 h 6858000"/>
              <a:gd name="connsiteX97-2967" fmla="*/ 718939 w 1605470"/>
              <a:gd name="connsiteY97-2968" fmla="*/ 3805957 h 6858000"/>
              <a:gd name="connsiteX98-2969" fmla="*/ 718966 w 1605470"/>
              <a:gd name="connsiteY98-2970" fmla="*/ 3797724 h 6858000"/>
              <a:gd name="connsiteX99-2971" fmla="*/ 717581 w 1605470"/>
              <a:gd name="connsiteY99-2972" fmla="*/ 3792098 h 6858000"/>
              <a:gd name="connsiteX100-2973" fmla="*/ 716465 w 1605470"/>
              <a:gd name="connsiteY100-2974" fmla="*/ 3777135 h 6858000"/>
              <a:gd name="connsiteX101-2975" fmla="*/ 718198 w 1605470"/>
              <a:gd name="connsiteY101-2976" fmla="*/ 3771656 h 6858000"/>
              <a:gd name="connsiteX102-2977" fmla="*/ 721941 w 1605470"/>
              <a:gd name="connsiteY102-2978" fmla="*/ 3769007 h 6858000"/>
              <a:gd name="connsiteX103-2979" fmla="*/ 721407 w 1605470"/>
              <a:gd name="connsiteY103-2980" fmla="*/ 3767709 h 6858000"/>
              <a:gd name="connsiteX104-2981" fmla="*/ 730103 w 1605470"/>
              <a:gd name="connsiteY104-2982" fmla="*/ 3738082 h 6858000"/>
              <a:gd name="connsiteX105-2983" fmla="*/ 737449 w 1605470"/>
              <a:gd name="connsiteY105-2984" fmla="*/ 3673397 h 6858000"/>
              <a:gd name="connsiteX106-2985" fmla="*/ 736745 w 1605470"/>
              <a:gd name="connsiteY106-2986" fmla="*/ 3637109 h 6858000"/>
              <a:gd name="connsiteX107-2987" fmla="*/ 740188 w 1605470"/>
              <a:gd name="connsiteY107-2988" fmla="*/ 3536883 h 6858000"/>
              <a:gd name="connsiteX108-2989" fmla="*/ 747726 w 1605470"/>
              <a:gd name="connsiteY108-2990" fmla="*/ 3435652 h 6858000"/>
              <a:gd name="connsiteX109-2991" fmla="*/ 774383 w 1605470"/>
              <a:gd name="connsiteY109-2992" fmla="*/ 3381564 h 6858000"/>
              <a:gd name="connsiteX110-2993" fmla="*/ 774870 w 1605470"/>
              <a:gd name="connsiteY110-2994" fmla="*/ 3375761 h 6858000"/>
              <a:gd name="connsiteX111-2995" fmla="*/ 770510 w 1605470"/>
              <a:gd name="connsiteY111-2996" fmla="*/ 3361844 h 6858000"/>
              <a:gd name="connsiteX112-2997" fmla="*/ 767933 w 1605470"/>
              <a:gd name="connsiteY112-2998" fmla="*/ 3356929 h 6858000"/>
              <a:gd name="connsiteX113-2999" fmla="*/ 766158 w 1605470"/>
              <a:gd name="connsiteY113-3000" fmla="*/ 3349058 h 6858000"/>
              <a:gd name="connsiteX114-3001" fmla="*/ 766414 w 1605470"/>
              <a:gd name="connsiteY114-3002" fmla="*/ 3348763 h 6858000"/>
              <a:gd name="connsiteX115-3003" fmla="*/ 764166 w 1605470"/>
              <a:gd name="connsiteY115-3004" fmla="*/ 3341588 h 6858000"/>
              <a:gd name="connsiteX116-3005" fmla="*/ 749397 w 1605470"/>
              <a:gd name="connsiteY116-3006" fmla="*/ 3307769 h 6858000"/>
              <a:gd name="connsiteX117-3007" fmla="*/ 766960 w 1605470"/>
              <a:gd name="connsiteY117-3008" fmla="*/ 3250522 h 6858000"/>
              <a:gd name="connsiteX118-3009" fmla="*/ 767385 w 1605470"/>
              <a:gd name="connsiteY118-3010" fmla="*/ 3229163 h 6858000"/>
              <a:gd name="connsiteX119-3011" fmla="*/ 769208 w 1605470"/>
              <a:gd name="connsiteY119-3012" fmla="*/ 3217217 h 6858000"/>
              <a:gd name="connsiteX120-3013" fmla="*/ 770350 w 1605470"/>
              <a:gd name="connsiteY120-3014" fmla="*/ 3216125 h 6858000"/>
              <a:gd name="connsiteX121-3015" fmla="*/ 756043 w 1605470"/>
              <a:gd name="connsiteY121-3016" fmla="*/ 3183755 h 6858000"/>
              <a:gd name="connsiteX122-3017" fmla="*/ 756544 w 1605470"/>
              <a:gd name="connsiteY122-3018" fmla="*/ 3178642 h 6858000"/>
              <a:gd name="connsiteX123-3019" fmla="*/ 744144 w 1605470"/>
              <a:gd name="connsiteY123-3020" fmla="*/ 3158586 h 6858000"/>
              <a:gd name="connsiteX124-3021" fmla="*/ 739378 w 1605470"/>
              <a:gd name="connsiteY124-3022" fmla="*/ 3147669 h 6858000"/>
              <a:gd name="connsiteX125-3023" fmla="*/ 734648 w 1605470"/>
              <a:gd name="connsiteY125-3024" fmla="*/ 3145733 h 6858000"/>
              <a:gd name="connsiteX126-3025" fmla="*/ 729329 w 1605470"/>
              <a:gd name="connsiteY126-3026" fmla="*/ 3129034 h 6858000"/>
              <a:gd name="connsiteX127-3027" fmla="*/ 729994 w 1605470"/>
              <a:gd name="connsiteY127-3028" fmla="*/ 3126682 h 6858000"/>
              <a:gd name="connsiteX128-3029" fmla="*/ 720862 w 1605470"/>
              <a:gd name="connsiteY128-3030" fmla="*/ 3114519 h 6858000"/>
              <a:gd name="connsiteX129-3031" fmla="*/ 707471 w 1605470"/>
              <a:gd name="connsiteY129-3032" fmla="*/ 3106272 h 6858000"/>
              <a:gd name="connsiteX130-3033" fmla="*/ 680201 w 1605470"/>
              <a:gd name="connsiteY130-3034" fmla="*/ 2958185 h 6858000"/>
              <a:gd name="connsiteX131-3035" fmla="*/ 596759 w 1605470"/>
              <a:gd name="connsiteY131-3036" fmla="*/ 2762989 h 6858000"/>
              <a:gd name="connsiteX132-3037" fmla="*/ 571733 w 1605470"/>
              <a:gd name="connsiteY132-3038" fmla="*/ 2554718 h 6858000"/>
              <a:gd name="connsiteX133-3039" fmla="*/ 551827 w 1605470"/>
              <a:gd name="connsiteY133-3040" fmla="*/ 2485734 h 6858000"/>
              <a:gd name="connsiteX134-3041" fmla="*/ 525179 w 1605470"/>
              <a:gd name="connsiteY134-3042" fmla="*/ 2447068 h 6858000"/>
              <a:gd name="connsiteX135-3043" fmla="*/ 529511 w 1605470"/>
              <a:gd name="connsiteY135-3044" fmla="*/ 2425819 h 6858000"/>
              <a:gd name="connsiteX136-3045" fmla="*/ 530521 w 1605470"/>
              <a:gd name="connsiteY136-3046" fmla="*/ 2422066 h 6858000"/>
              <a:gd name="connsiteX137-3047" fmla="*/ 528878 w 1605470"/>
              <a:gd name="connsiteY137-3048" fmla="*/ 2408971 h 6858000"/>
              <a:gd name="connsiteX138-3049" fmla="*/ 535510 w 1605470"/>
              <a:gd name="connsiteY138-3050" fmla="*/ 2402874 h 6858000"/>
              <a:gd name="connsiteX139-3051" fmla="*/ 538122 w 1605470"/>
              <a:gd name="connsiteY139-3052" fmla="*/ 2381443 h 6858000"/>
              <a:gd name="connsiteX140-3053" fmla="*/ 533116 w 1605470"/>
              <a:gd name="connsiteY140-3054" fmla="*/ 2358011 h 6858000"/>
              <a:gd name="connsiteX141-3055" fmla="*/ 501423 w 1605470"/>
              <a:gd name="connsiteY141-3056" fmla="*/ 2249479 h 6858000"/>
              <a:gd name="connsiteX142-3057" fmla="*/ 486968 w 1605470"/>
              <a:gd name="connsiteY142-3058" fmla="*/ 2182937 h 6858000"/>
              <a:gd name="connsiteX143-3059" fmla="*/ 488555 w 1605470"/>
              <a:gd name="connsiteY143-3060" fmla="*/ 2155135 h 6858000"/>
              <a:gd name="connsiteX144-3061" fmla="*/ 486013 w 1605470"/>
              <a:gd name="connsiteY144-3062" fmla="*/ 2118008 h 6858000"/>
              <a:gd name="connsiteX145-3063" fmla="*/ 487006 w 1605470"/>
              <a:gd name="connsiteY145-3064" fmla="*/ 2050531 h 6858000"/>
              <a:gd name="connsiteX146-3065" fmla="*/ 478812 w 1605470"/>
              <a:gd name="connsiteY146-3066" fmla="*/ 1963269 h 6858000"/>
              <a:gd name="connsiteX147-3067" fmla="*/ 442619 w 1605470"/>
              <a:gd name="connsiteY147-3068" fmla="*/ 1910499 h 6858000"/>
              <a:gd name="connsiteX148-3069" fmla="*/ 446785 w 1605470"/>
              <a:gd name="connsiteY148-3070" fmla="*/ 1903212 h 6858000"/>
              <a:gd name="connsiteX149-3071" fmla="*/ 436547 w 1605470"/>
              <a:gd name="connsiteY149-3072" fmla="*/ 1861531 h 6858000"/>
              <a:gd name="connsiteX150-3073" fmla="*/ 364290 w 1605470"/>
              <a:gd name="connsiteY150-3074" fmla="*/ 1728772 h 6858000"/>
              <a:gd name="connsiteX151-3075" fmla="*/ 345287 w 1605470"/>
              <a:gd name="connsiteY151-3076" fmla="*/ 1646953 h 6858000"/>
              <a:gd name="connsiteX152-3077" fmla="*/ 344412 w 1605470"/>
              <a:gd name="connsiteY152-3078" fmla="*/ 1615777 h 6858000"/>
              <a:gd name="connsiteX153-3079" fmla="*/ 342578 w 1605470"/>
              <a:gd name="connsiteY153-3080" fmla="*/ 1563678 h 6858000"/>
              <a:gd name="connsiteX154-3081" fmla="*/ 355658 w 1605470"/>
              <a:gd name="connsiteY154-3082" fmla="*/ 1519474 h 6858000"/>
              <a:gd name="connsiteX155-3083" fmla="*/ 348400 w 1605470"/>
              <a:gd name="connsiteY155-3084" fmla="*/ 1477995 h 6858000"/>
              <a:gd name="connsiteX156-3085" fmla="*/ 328025 w 1605470"/>
              <a:gd name="connsiteY156-3086" fmla="*/ 1475165 h 6858000"/>
              <a:gd name="connsiteX157-3087" fmla="*/ 326326 w 1605470"/>
              <a:gd name="connsiteY157-3088" fmla="*/ 1428585 h 6858000"/>
              <a:gd name="connsiteX158-3089" fmla="*/ 325799 w 1605470"/>
              <a:gd name="connsiteY158-3090" fmla="*/ 1357181 h 6858000"/>
              <a:gd name="connsiteX159-3091" fmla="*/ 320507 w 1605470"/>
              <a:gd name="connsiteY159-3092" fmla="*/ 1347099 h 6858000"/>
              <a:gd name="connsiteX160-3093" fmla="*/ 335347 w 1605470"/>
              <a:gd name="connsiteY160-3094" fmla="*/ 1334233 h 6858000"/>
              <a:gd name="connsiteX161-3095" fmla="*/ 342792 w 1605470"/>
              <a:gd name="connsiteY161-3096" fmla="*/ 1307086 h 6858000"/>
              <a:gd name="connsiteX162-3097" fmla="*/ 343980 w 1605470"/>
              <a:gd name="connsiteY162-3098" fmla="*/ 1189033 h 6858000"/>
              <a:gd name="connsiteX163-3099" fmla="*/ 348665 w 1605470"/>
              <a:gd name="connsiteY163-3100" fmla="*/ 1168288 h 6858000"/>
              <a:gd name="connsiteX164-3101" fmla="*/ 340947 w 1605470"/>
              <a:gd name="connsiteY164-3102" fmla="*/ 1142577 h 6858000"/>
              <a:gd name="connsiteX165-3103" fmla="*/ 330253 w 1605470"/>
              <a:gd name="connsiteY165-3104" fmla="*/ 1088484 h 6858000"/>
              <a:gd name="connsiteX166-3105" fmla="*/ 314647 w 1605470"/>
              <a:gd name="connsiteY166-3106" fmla="*/ 1053424 h 6858000"/>
              <a:gd name="connsiteX167-3107" fmla="*/ 322906 w 1605470"/>
              <a:gd name="connsiteY167-3108" fmla="*/ 1044367 h 6858000"/>
              <a:gd name="connsiteX168-3109" fmla="*/ 326818 w 1605470"/>
              <a:gd name="connsiteY168-3110" fmla="*/ 1022828 h 6858000"/>
              <a:gd name="connsiteX169-3111" fmla="*/ 320445 w 1605470"/>
              <a:gd name="connsiteY169-3112" fmla="*/ 932283 h 6858000"/>
              <a:gd name="connsiteX170-3113" fmla="*/ 322681 w 1605470"/>
              <a:gd name="connsiteY170-3114" fmla="*/ 915925 h 6858000"/>
              <a:gd name="connsiteX171-3115" fmla="*/ 315310 w 1605470"/>
              <a:gd name="connsiteY171-3116" fmla="*/ 896999 h 6858000"/>
              <a:gd name="connsiteX172-3117" fmla="*/ 284718 w 1605470"/>
              <a:gd name="connsiteY172-3118" fmla="*/ 821517 h 6858000"/>
              <a:gd name="connsiteX173-3119" fmla="*/ 263668 w 1605470"/>
              <a:gd name="connsiteY173-3120" fmla="*/ 751353 h 6858000"/>
              <a:gd name="connsiteX174-3121" fmla="*/ 254540 w 1605470"/>
              <a:gd name="connsiteY174-3122" fmla="*/ 741965 h 6858000"/>
              <a:gd name="connsiteX175-3123" fmla="*/ 252501 w 1605470"/>
              <a:gd name="connsiteY175-3124" fmla="*/ 724635 h 6858000"/>
              <a:gd name="connsiteX176-3125" fmla="*/ 248897 w 1605470"/>
              <a:gd name="connsiteY176-3126" fmla="*/ 681659 h 6858000"/>
              <a:gd name="connsiteX177-3127" fmla="*/ 234316 w 1605470"/>
              <a:gd name="connsiteY177-3128" fmla="*/ 635218 h 6858000"/>
              <a:gd name="connsiteX178-3129" fmla="*/ 239327 w 1605470"/>
              <a:gd name="connsiteY178-3130" fmla="*/ 613763 h 6858000"/>
              <a:gd name="connsiteX179-3131" fmla="*/ 225269 w 1605470"/>
              <a:gd name="connsiteY179-3132" fmla="*/ 598582 h 6858000"/>
              <a:gd name="connsiteX180-3133" fmla="*/ 224950 w 1605470"/>
              <a:gd name="connsiteY180-3134" fmla="*/ 576846 h 6858000"/>
              <a:gd name="connsiteX181-3135" fmla="*/ 204632 w 1605470"/>
              <a:gd name="connsiteY181-3136" fmla="*/ 553868 h 6858000"/>
              <a:gd name="connsiteX182-3137" fmla="*/ 239317 w 1605470"/>
              <a:gd name="connsiteY182-3138" fmla="*/ 517614 h 6858000"/>
              <a:gd name="connsiteX183-3139" fmla="*/ 201693 w 1605470"/>
              <a:gd name="connsiteY183-3140" fmla="*/ 469651 h 6858000"/>
              <a:gd name="connsiteX184-3141" fmla="*/ 195012 w 1605470"/>
              <a:gd name="connsiteY184-3142" fmla="*/ 448559 h 6858000"/>
              <a:gd name="connsiteX185-3143" fmla="*/ 201434 w 1605470"/>
              <a:gd name="connsiteY185-3144" fmla="*/ 441529 h 6858000"/>
              <a:gd name="connsiteX186-3145" fmla="*/ 200655 w 1605470"/>
              <a:gd name="connsiteY186-3146" fmla="*/ 428927 h 6858000"/>
              <a:gd name="connsiteX187-3147" fmla="*/ 190059 w 1605470"/>
              <a:gd name="connsiteY187-3148" fmla="*/ 430161 h 6858000"/>
              <a:gd name="connsiteX188-3149" fmla="*/ 184450 w 1605470"/>
              <a:gd name="connsiteY188-3150" fmla="*/ 396240 h 6858000"/>
              <a:gd name="connsiteX189-3151" fmla="*/ 146196 w 1605470"/>
              <a:gd name="connsiteY189-3152" fmla="*/ 358810 h 6858000"/>
              <a:gd name="connsiteX190-3153" fmla="*/ 124571 w 1605470"/>
              <a:gd name="connsiteY190-3154" fmla="*/ 302178 h 6858000"/>
              <a:gd name="connsiteX191-3155" fmla="*/ 103243 w 1605470"/>
              <a:gd name="connsiteY191-3156" fmla="*/ 211375 h 6858000"/>
              <a:gd name="connsiteX192-3157" fmla="*/ 94571 w 1605470"/>
              <a:gd name="connsiteY192-3158" fmla="*/ 184179 h 6858000"/>
              <a:gd name="connsiteX193-3159" fmla="*/ 13437 w 1605470"/>
              <a:gd name="connsiteY193-3160" fmla="*/ 19287 h 6858000"/>
              <a:gd name="connsiteX194-3161" fmla="*/ 0 w 1605470"/>
              <a:gd name="connsiteY194-3162" fmla="*/ 0 h 6858000"/>
              <a:gd name="connsiteX0-3163" fmla="*/ 0 w 1605470"/>
              <a:gd name="connsiteY0-3164" fmla="*/ 0 h 6858000"/>
              <a:gd name="connsiteX1-3165" fmla="*/ 1605470 w 1605470"/>
              <a:gd name="connsiteY1-3166" fmla="*/ 0 h 6858000"/>
              <a:gd name="connsiteX2-3167" fmla="*/ 1605470 w 1605470"/>
              <a:gd name="connsiteY2-3168" fmla="*/ 6858000 h 6858000"/>
              <a:gd name="connsiteX3-3169" fmla="*/ 154105 w 1605470"/>
              <a:gd name="connsiteY3-3170" fmla="*/ 6858000 h 6858000"/>
              <a:gd name="connsiteX4-3171" fmla="*/ 154246 w 1605470"/>
              <a:gd name="connsiteY4-3172" fmla="*/ 6857735 h 6858000"/>
              <a:gd name="connsiteX5-3173" fmla="*/ 166295 w 1605470"/>
              <a:gd name="connsiteY5-3174" fmla="*/ 6809549 h 6858000"/>
              <a:gd name="connsiteX6-3175" fmla="*/ 198506 w 1605470"/>
              <a:gd name="connsiteY6-3176" fmla="*/ 6715115 h 6858000"/>
              <a:gd name="connsiteX7-3177" fmla="*/ 208357 w 1605470"/>
              <a:gd name="connsiteY7-3178" fmla="*/ 6680170 h 6858000"/>
              <a:gd name="connsiteX8-3179" fmla="*/ 233907 w 1605470"/>
              <a:gd name="connsiteY8-3180" fmla="*/ 6621207 h 6858000"/>
              <a:gd name="connsiteX9-3181" fmla="*/ 250564 w 1605470"/>
              <a:gd name="connsiteY9-3182" fmla="*/ 6596265 h 6858000"/>
              <a:gd name="connsiteX10-3183" fmla="*/ 250443 w 1605470"/>
              <a:gd name="connsiteY10-3184" fmla="*/ 6594818 h 6858000"/>
              <a:gd name="connsiteX11-3185" fmla="*/ 254688 w 1605470"/>
              <a:gd name="connsiteY11-3186" fmla="*/ 6593735 h 6858000"/>
              <a:gd name="connsiteX12-3187" fmla="*/ 257885 w 1605470"/>
              <a:gd name="connsiteY12-3188" fmla="*/ 6589172 h 6858000"/>
              <a:gd name="connsiteX13-3189" fmla="*/ 261179 w 1605470"/>
              <a:gd name="connsiteY13-3190" fmla="*/ 6574442 h 6858000"/>
              <a:gd name="connsiteX14-3191" fmla="*/ 261519 w 1605470"/>
              <a:gd name="connsiteY14-3192" fmla="*/ 6568530 h 6858000"/>
              <a:gd name="connsiteX15-3193" fmla="*/ 263928 w 1605470"/>
              <a:gd name="connsiteY15-3194" fmla="*/ 6560674 h 6858000"/>
              <a:gd name="connsiteX16-3195" fmla="*/ 264273 w 1605470"/>
              <a:gd name="connsiteY16-3196" fmla="*/ 6560598 h 6858000"/>
              <a:gd name="connsiteX17-3197" fmla="*/ 265970 w 1605470"/>
              <a:gd name="connsiteY17-3198" fmla="*/ 6553006 h 6858000"/>
              <a:gd name="connsiteX18-3199" fmla="*/ 270666 w 1605470"/>
              <a:gd name="connsiteY18-3200" fmla="*/ 6514360 h 6858000"/>
              <a:gd name="connsiteX19-3201" fmla="*/ 312320 w 1605470"/>
              <a:gd name="connsiteY19-3202" fmla="*/ 6478062 h 6858000"/>
              <a:gd name="connsiteX20-3203" fmla="*/ 323009 w 1605470"/>
              <a:gd name="connsiteY20-3204" fmla="*/ 6460325 h 6858000"/>
              <a:gd name="connsiteX21-3205" fmla="*/ 330242 w 1605470"/>
              <a:gd name="connsiteY21-3206" fmla="*/ 6451488 h 6858000"/>
              <a:gd name="connsiteX22-3207" fmla="*/ 331677 w 1605470"/>
              <a:gd name="connsiteY22-3208" fmla="*/ 6451348 h 6858000"/>
              <a:gd name="connsiteX23-3209" fmla="*/ 336035 w 1605470"/>
              <a:gd name="connsiteY23-3210" fmla="*/ 6414240 h 6858000"/>
              <a:gd name="connsiteX24-3211" fmla="*/ 338911 w 1605470"/>
              <a:gd name="connsiteY24-3212" fmla="*/ 6410269 h 6858000"/>
              <a:gd name="connsiteX25-3213" fmla="*/ 338811 w 1605470"/>
              <a:gd name="connsiteY25-3214" fmla="*/ 6384857 h 6858000"/>
              <a:gd name="connsiteX26-3215" fmla="*/ 340328 w 1605470"/>
              <a:gd name="connsiteY26-3216" fmla="*/ 6372381 h 6858000"/>
              <a:gd name="connsiteX27-3217" fmla="*/ 337522 w 1605470"/>
              <a:gd name="connsiteY27-3218" fmla="*/ 6367510 h 6858000"/>
              <a:gd name="connsiteX28-3219" fmla="*/ 341402 w 1605470"/>
              <a:gd name="connsiteY28-3220" fmla="*/ 6349778 h 6858000"/>
              <a:gd name="connsiteX29-3221" fmla="*/ 343067 w 1605470"/>
              <a:gd name="connsiteY29-3222" fmla="*/ 6348250 h 6858000"/>
              <a:gd name="connsiteX30-3223" fmla="*/ 341730 w 1605470"/>
              <a:gd name="connsiteY30-3224" fmla="*/ 6331735 h 6858000"/>
              <a:gd name="connsiteX31-3225" fmla="*/ 335123 w 1605470"/>
              <a:gd name="connsiteY31-3226" fmla="*/ 6315613 h 6858000"/>
              <a:gd name="connsiteX32-3227" fmla="*/ 385303 w 1605470"/>
              <a:gd name="connsiteY32-3228" fmla="*/ 6171970 h 6858000"/>
              <a:gd name="connsiteX33-3229" fmla="*/ 380910 w 1605470"/>
              <a:gd name="connsiteY33-3230" fmla="*/ 6028119 h 6858000"/>
              <a:gd name="connsiteX34-3231" fmla="*/ 409371 w 1605470"/>
              <a:gd name="connsiteY34-3232" fmla="*/ 5950668 h 6858000"/>
              <a:gd name="connsiteX35-3233" fmla="*/ 442432 w 1605470"/>
              <a:gd name="connsiteY35-3234" fmla="*/ 5934687 h 6858000"/>
              <a:gd name="connsiteX36-3235" fmla="*/ 489472 w 1605470"/>
              <a:gd name="connsiteY36-3236" fmla="*/ 5732419 h 6858000"/>
              <a:gd name="connsiteX37-3237" fmla="*/ 512623 w 1605470"/>
              <a:gd name="connsiteY37-3238" fmla="*/ 5685392 h 6858000"/>
              <a:gd name="connsiteX38-3239" fmla="*/ 510261 w 1605470"/>
              <a:gd name="connsiteY38-3240" fmla="*/ 5634527 h 6858000"/>
              <a:gd name="connsiteX39-3241" fmla="*/ 523992 w 1605470"/>
              <a:gd name="connsiteY39-3242" fmla="*/ 5619557 h 6858000"/>
              <a:gd name="connsiteX40-3243" fmla="*/ 526609 w 1605470"/>
              <a:gd name="connsiteY40-3244" fmla="*/ 5617081 h 6858000"/>
              <a:gd name="connsiteX41-3245" fmla="*/ 531653 w 1605470"/>
              <a:gd name="connsiteY41-3246" fmla="*/ 5604904 h 6858000"/>
              <a:gd name="connsiteX42-3247" fmla="*/ 539863 w 1605470"/>
              <a:gd name="connsiteY42-3248" fmla="*/ 5604298 h 6858000"/>
              <a:gd name="connsiteX43-3249" fmla="*/ 552319 w 1605470"/>
              <a:gd name="connsiteY43-3250" fmla="*/ 5587997 h 6858000"/>
              <a:gd name="connsiteX44-3251" fmla="*/ 559710 w 1605470"/>
              <a:gd name="connsiteY44-3252" fmla="*/ 5564796 h 6858000"/>
              <a:gd name="connsiteX45-3253" fmla="*/ 587214 w 1605470"/>
              <a:gd name="connsiteY45-3254" fmla="*/ 5451511 h 6858000"/>
              <a:gd name="connsiteX46-3255" fmla="*/ 608019 w 1605470"/>
              <a:gd name="connsiteY46-3256" fmla="*/ 5385461 h 6858000"/>
              <a:gd name="connsiteX47-3257" fmla="*/ 622750 w 1605470"/>
              <a:gd name="connsiteY47-3258" fmla="*/ 5363084 h 6858000"/>
              <a:gd name="connsiteX48-3259" fmla="*/ 638731 w 1605470"/>
              <a:gd name="connsiteY48-3260" fmla="*/ 5330009 h 6858000"/>
              <a:gd name="connsiteX49-3261" fmla="*/ 672224 w 1605470"/>
              <a:gd name="connsiteY49-3262" fmla="*/ 5273739 h 6858000"/>
              <a:gd name="connsiteX50-3263" fmla="*/ 681823 w 1605470"/>
              <a:gd name="connsiteY50-3264" fmla="*/ 5241779 h 6858000"/>
              <a:gd name="connsiteX51-3265" fmla="*/ 693049 w 1605470"/>
              <a:gd name="connsiteY51-3266" fmla="*/ 5225268 h 6858000"/>
              <a:gd name="connsiteX52-3267" fmla="*/ 694069 w 1605470"/>
              <a:gd name="connsiteY52-3268" fmla="*/ 5217684 h 6858000"/>
              <a:gd name="connsiteX53-3269" fmla="*/ 701410 w 1605470"/>
              <a:gd name="connsiteY53-3270" fmla="*/ 5193377 h 6858000"/>
              <a:gd name="connsiteX54-3271" fmla="*/ 704713 w 1605470"/>
              <a:gd name="connsiteY54-3272" fmla="*/ 5179288 h 6858000"/>
              <a:gd name="connsiteX55-3273" fmla="*/ 705697 w 1605470"/>
              <a:gd name="connsiteY55-3274" fmla="*/ 5173621 h 6858000"/>
              <a:gd name="connsiteX56-3275" fmla="*/ 701331 w 1605470"/>
              <a:gd name="connsiteY56-3276" fmla="*/ 5159961 h 6858000"/>
              <a:gd name="connsiteX57-3277" fmla="*/ 708008 w 1605470"/>
              <a:gd name="connsiteY57-3278" fmla="*/ 5144295 h 6858000"/>
              <a:gd name="connsiteX58-3279" fmla="*/ 704941 w 1605470"/>
              <a:gd name="connsiteY58-3280" fmla="*/ 5125185 h 6858000"/>
              <a:gd name="connsiteX59-3281" fmla="*/ 711771 w 1605470"/>
              <a:gd name="connsiteY59-3282" fmla="*/ 5121884 h 6858000"/>
              <a:gd name="connsiteX60-3283" fmla="*/ 721092 w 1605470"/>
              <a:gd name="connsiteY60-3284" fmla="*/ 5108383 h 6858000"/>
              <a:gd name="connsiteX61-3285" fmla="*/ 717045 w 1605470"/>
              <a:gd name="connsiteY61-3286" fmla="*/ 5094705 h 6858000"/>
              <a:gd name="connsiteX62-3287" fmla="*/ 718807 w 1605470"/>
              <a:gd name="connsiteY62-3288" fmla="*/ 5067850 h 6858000"/>
              <a:gd name="connsiteX63-3289" fmla="*/ 721538 w 1605470"/>
              <a:gd name="connsiteY63-3290" fmla="*/ 5060861 h 6858000"/>
              <a:gd name="connsiteX64-3291" fmla="*/ 718242 w 1605470"/>
              <a:gd name="connsiteY64-3292" fmla="*/ 5034192 h 6858000"/>
              <a:gd name="connsiteX65-3293" fmla="*/ 719796 w 1605470"/>
              <a:gd name="connsiteY65-3294" fmla="*/ 4993030 h 6858000"/>
              <a:gd name="connsiteX66-3295" fmla="*/ 726705 w 1605470"/>
              <a:gd name="connsiteY66-3296" fmla="*/ 4946844 h 6858000"/>
              <a:gd name="connsiteX67-3297" fmla="*/ 722561 w 1605470"/>
              <a:gd name="connsiteY67-3298" fmla="*/ 4932692 h 6858000"/>
              <a:gd name="connsiteX68-3299" fmla="*/ 724588 w 1605470"/>
              <a:gd name="connsiteY68-3300" fmla="*/ 4845927 h 6858000"/>
              <a:gd name="connsiteX69-3301" fmla="*/ 724935 w 1605470"/>
              <a:gd name="connsiteY69-3302" fmla="*/ 4821504 h 6858000"/>
              <a:gd name="connsiteX70-3303" fmla="*/ 732118 w 1605470"/>
              <a:gd name="connsiteY70-3304" fmla="*/ 4801535 h 6858000"/>
              <a:gd name="connsiteX71-3305" fmla="*/ 739787 w 1605470"/>
              <a:gd name="connsiteY71-3306" fmla="*/ 4797794 h 6858000"/>
              <a:gd name="connsiteX72-3307" fmla="*/ 741081 w 1605470"/>
              <a:gd name="connsiteY72-3308" fmla="*/ 4784526 h 6858000"/>
              <a:gd name="connsiteX73-3309" fmla="*/ 742865 w 1605470"/>
              <a:gd name="connsiteY73-3310" fmla="*/ 4781211 h 6858000"/>
              <a:gd name="connsiteX74-3311" fmla="*/ 751652 w 1605470"/>
              <a:gd name="connsiteY74-3312" fmla="*/ 4761984 h 6858000"/>
              <a:gd name="connsiteX75-3313" fmla="*/ 734671 w 1605470"/>
              <a:gd name="connsiteY75-3314" fmla="*/ 4715631 h 6858000"/>
              <a:gd name="connsiteX76-3315" fmla="*/ 743180 w 1605470"/>
              <a:gd name="connsiteY76-3316" fmla="*/ 4662965 h 6858000"/>
              <a:gd name="connsiteX77-3317" fmla="*/ 729578 w 1605470"/>
              <a:gd name="connsiteY77-3318" fmla="*/ 4456787 h 6858000"/>
              <a:gd name="connsiteX78-3319" fmla="*/ 756542 w 1605470"/>
              <a:gd name="connsiteY78-3320" fmla="*/ 4429138 h 6858000"/>
              <a:gd name="connsiteX79-3321" fmla="*/ 761317 w 1605470"/>
              <a:gd name="connsiteY79-3322" fmla="*/ 4346145 h 6858000"/>
              <a:gd name="connsiteX80-3323" fmla="*/ 715481 w 1605470"/>
              <a:gd name="connsiteY80-3324" fmla="*/ 4214165 h 6858000"/>
              <a:gd name="connsiteX81-3325" fmla="*/ 721848 w 1605470"/>
              <a:gd name="connsiteY81-3326" fmla="*/ 4061253 h 6858000"/>
              <a:gd name="connsiteX82-3327" fmla="*/ 710868 w 1605470"/>
              <a:gd name="connsiteY82-3328" fmla="*/ 4048827 h 6858000"/>
              <a:gd name="connsiteX83-3329" fmla="*/ 704810 w 1605470"/>
              <a:gd name="connsiteY83-3330" fmla="*/ 4033999 h 6858000"/>
              <a:gd name="connsiteX84-3331" fmla="*/ 705959 w 1605470"/>
              <a:gd name="connsiteY84-3332" fmla="*/ 4031933 h 6858000"/>
              <a:gd name="connsiteX85-3333" fmla="*/ 704535 w 1605470"/>
              <a:gd name="connsiteY85-3334" fmla="*/ 4013953 h 6858000"/>
              <a:gd name="connsiteX86-3335" fmla="*/ 700443 w 1605470"/>
              <a:gd name="connsiteY86-3336" fmla="*/ 4010511 h 6858000"/>
              <a:gd name="connsiteX87-3337" fmla="*/ 698282 w 1605470"/>
              <a:gd name="connsiteY87-3338" fmla="*/ 3998331 h 6858000"/>
              <a:gd name="connsiteX88-3339" fmla="*/ 690830 w 1605470"/>
              <a:gd name="connsiteY88-3340" fmla="*/ 3974753 h 6858000"/>
              <a:gd name="connsiteX89-3341" fmla="*/ 692428 w 1605470"/>
              <a:gd name="connsiteY89-3342" fmla="*/ 3969950 h 6858000"/>
              <a:gd name="connsiteX90-3343" fmla="*/ 685850 w 1605470"/>
              <a:gd name="connsiteY90-3344" fmla="*/ 3933779 h 6858000"/>
              <a:gd name="connsiteX91-3345" fmla="*/ 687181 w 1605470"/>
              <a:gd name="connsiteY91-3346" fmla="*/ 3933093 h 6858000"/>
              <a:gd name="connsiteX92-3347" fmla="*/ 691535 w 1605470"/>
              <a:gd name="connsiteY92-3348" fmla="*/ 3922082 h 6858000"/>
              <a:gd name="connsiteX93-3349" fmla="*/ 696613 w 1605470"/>
              <a:gd name="connsiteY93-3350" fmla="*/ 3901461 h 6858000"/>
              <a:gd name="connsiteX94-3351" fmla="*/ 725908 w 1605470"/>
              <a:gd name="connsiteY94-3352" fmla="*/ 3851605 h 6858000"/>
              <a:gd name="connsiteX95-3353" fmla="*/ 719207 w 1605470"/>
              <a:gd name="connsiteY95-3354" fmla="*/ 3813873 h 6858000"/>
              <a:gd name="connsiteX96-3355" fmla="*/ 718632 w 1605470"/>
              <a:gd name="connsiteY96-3356" fmla="*/ 3806161 h 6858000"/>
              <a:gd name="connsiteX97-3357" fmla="*/ 718939 w 1605470"/>
              <a:gd name="connsiteY97-3358" fmla="*/ 3805957 h 6858000"/>
              <a:gd name="connsiteX98-3359" fmla="*/ 718966 w 1605470"/>
              <a:gd name="connsiteY98-3360" fmla="*/ 3797724 h 6858000"/>
              <a:gd name="connsiteX99-3361" fmla="*/ 717581 w 1605470"/>
              <a:gd name="connsiteY99-3362" fmla="*/ 3792098 h 6858000"/>
              <a:gd name="connsiteX100-3363" fmla="*/ 716465 w 1605470"/>
              <a:gd name="connsiteY100-3364" fmla="*/ 3777135 h 6858000"/>
              <a:gd name="connsiteX101-3365" fmla="*/ 718198 w 1605470"/>
              <a:gd name="connsiteY101-3366" fmla="*/ 3771656 h 6858000"/>
              <a:gd name="connsiteX102-3367" fmla="*/ 721941 w 1605470"/>
              <a:gd name="connsiteY102-3368" fmla="*/ 3769007 h 6858000"/>
              <a:gd name="connsiteX103-3369" fmla="*/ 721407 w 1605470"/>
              <a:gd name="connsiteY103-3370" fmla="*/ 3767709 h 6858000"/>
              <a:gd name="connsiteX104-3371" fmla="*/ 730103 w 1605470"/>
              <a:gd name="connsiteY104-3372" fmla="*/ 3738082 h 6858000"/>
              <a:gd name="connsiteX105-3373" fmla="*/ 737449 w 1605470"/>
              <a:gd name="connsiteY105-3374" fmla="*/ 3673397 h 6858000"/>
              <a:gd name="connsiteX106-3375" fmla="*/ 736745 w 1605470"/>
              <a:gd name="connsiteY106-3376" fmla="*/ 3637109 h 6858000"/>
              <a:gd name="connsiteX107-3377" fmla="*/ 740188 w 1605470"/>
              <a:gd name="connsiteY107-3378" fmla="*/ 3536883 h 6858000"/>
              <a:gd name="connsiteX108-3379" fmla="*/ 747726 w 1605470"/>
              <a:gd name="connsiteY108-3380" fmla="*/ 3435652 h 6858000"/>
              <a:gd name="connsiteX109-3381" fmla="*/ 774383 w 1605470"/>
              <a:gd name="connsiteY109-3382" fmla="*/ 3381564 h 6858000"/>
              <a:gd name="connsiteX110-3383" fmla="*/ 774870 w 1605470"/>
              <a:gd name="connsiteY110-3384" fmla="*/ 3375761 h 6858000"/>
              <a:gd name="connsiteX111-3385" fmla="*/ 770510 w 1605470"/>
              <a:gd name="connsiteY111-3386" fmla="*/ 3361844 h 6858000"/>
              <a:gd name="connsiteX112-3387" fmla="*/ 767933 w 1605470"/>
              <a:gd name="connsiteY112-3388" fmla="*/ 3356929 h 6858000"/>
              <a:gd name="connsiteX113-3389" fmla="*/ 766158 w 1605470"/>
              <a:gd name="connsiteY113-3390" fmla="*/ 3349058 h 6858000"/>
              <a:gd name="connsiteX114-3391" fmla="*/ 766414 w 1605470"/>
              <a:gd name="connsiteY114-3392" fmla="*/ 3348763 h 6858000"/>
              <a:gd name="connsiteX115-3393" fmla="*/ 764166 w 1605470"/>
              <a:gd name="connsiteY115-3394" fmla="*/ 3341588 h 6858000"/>
              <a:gd name="connsiteX116-3395" fmla="*/ 749397 w 1605470"/>
              <a:gd name="connsiteY116-3396" fmla="*/ 3307769 h 6858000"/>
              <a:gd name="connsiteX117-3397" fmla="*/ 766960 w 1605470"/>
              <a:gd name="connsiteY117-3398" fmla="*/ 3250522 h 6858000"/>
              <a:gd name="connsiteX118-3399" fmla="*/ 767385 w 1605470"/>
              <a:gd name="connsiteY118-3400" fmla="*/ 3229163 h 6858000"/>
              <a:gd name="connsiteX119-3401" fmla="*/ 769208 w 1605470"/>
              <a:gd name="connsiteY119-3402" fmla="*/ 3217217 h 6858000"/>
              <a:gd name="connsiteX120-3403" fmla="*/ 770350 w 1605470"/>
              <a:gd name="connsiteY120-3404" fmla="*/ 3216125 h 6858000"/>
              <a:gd name="connsiteX121-3405" fmla="*/ 756043 w 1605470"/>
              <a:gd name="connsiteY121-3406" fmla="*/ 3183755 h 6858000"/>
              <a:gd name="connsiteX122-3407" fmla="*/ 756544 w 1605470"/>
              <a:gd name="connsiteY122-3408" fmla="*/ 3178642 h 6858000"/>
              <a:gd name="connsiteX123-3409" fmla="*/ 744144 w 1605470"/>
              <a:gd name="connsiteY123-3410" fmla="*/ 3158586 h 6858000"/>
              <a:gd name="connsiteX124-3411" fmla="*/ 739378 w 1605470"/>
              <a:gd name="connsiteY124-3412" fmla="*/ 3147669 h 6858000"/>
              <a:gd name="connsiteX125-3413" fmla="*/ 734648 w 1605470"/>
              <a:gd name="connsiteY125-3414" fmla="*/ 3145733 h 6858000"/>
              <a:gd name="connsiteX126-3415" fmla="*/ 729329 w 1605470"/>
              <a:gd name="connsiteY126-3416" fmla="*/ 3129034 h 6858000"/>
              <a:gd name="connsiteX127-3417" fmla="*/ 729994 w 1605470"/>
              <a:gd name="connsiteY127-3418" fmla="*/ 3126682 h 6858000"/>
              <a:gd name="connsiteX128-3419" fmla="*/ 720862 w 1605470"/>
              <a:gd name="connsiteY128-3420" fmla="*/ 3114519 h 6858000"/>
              <a:gd name="connsiteX129-3421" fmla="*/ 707471 w 1605470"/>
              <a:gd name="connsiteY129-3422" fmla="*/ 3106272 h 6858000"/>
              <a:gd name="connsiteX130-3423" fmla="*/ 680201 w 1605470"/>
              <a:gd name="connsiteY130-3424" fmla="*/ 2958185 h 6858000"/>
              <a:gd name="connsiteX131-3425" fmla="*/ 596759 w 1605470"/>
              <a:gd name="connsiteY131-3426" fmla="*/ 2762989 h 6858000"/>
              <a:gd name="connsiteX132-3427" fmla="*/ 571733 w 1605470"/>
              <a:gd name="connsiteY132-3428" fmla="*/ 2554718 h 6858000"/>
              <a:gd name="connsiteX133-3429" fmla="*/ 551827 w 1605470"/>
              <a:gd name="connsiteY133-3430" fmla="*/ 2485734 h 6858000"/>
              <a:gd name="connsiteX134-3431" fmla="*/ 525179 w 1605470"/>
              <a:gd name="connsiteY134-3432" fmla="*/ 2447068 h 6858000"/>
              <a:gd name="connsiteX135-3433" fmla="*/ 529511 w 1605470"/>
              <a:gd name="connsiteY135-3434" fmla="*/ 2425819 h 6858000"/>
              <a:gd name="connsiteX136-3435" fmla="*/ 530521 w 1605470"/>
              <a:gd name="connsiteY136-3436" fmla="*/ 2422066 h 6858000"/>
              <a:gd name="connsiteX137-3437" fmla="*/ 528878 w 1605470"/>
              <a:gd name="connsiteY137-3438" fmla="*/ 2408971 h 6858000"/>
              <a:gd name="connsiteX138-3439" fmla="*/ 535510 w 1605470"/>
              <a:gd name="connsiteY138-3440" fmla="*/ 2402874 h 6858000"/>
              <a:gd name="connsiteX139-3441" fmla="*/ 538122 w 1605470"/>
              <a:gd name="connsiteY139-3442" fmla="*/ 2381443 h 6858000"/>
              <a:gd name="connsiteX140-3443" fmla="*/ 501423 w 1605470"/>
              <a:gd name="connsiteY140-3444" fmla="*/ 2249479 h 6858000"/>
              <a:gd name="connsiteX141-3445" fmla="*/ 486968 w 1605470"/>
              <a:gd name="connsiteY141-3446" fmla="*/ 2182937 h 6858000"/>
              <a:gd name="connsiteX142-3447" fmla="*/ 488555 w 1605470"/>
              <a:gd name="connsiteY142-3448" fmla="*/ 2155135 h 6858000"/>
              <a:gd name="connsiteX143-3449" fmla="*/ 486013 w 1605470"/>
              <a:gd name="connsiteY143-3450" fmla="*/ 2118008 h 6858000"/>
              <a:gd name="connsiteX144-3451" fmla="*/ 487006 w 1605470"/>
              <a:gd name="connsiteY144-3452" fmla="*/ 2050531 h 6858000"/>
              <a:gd name="connsiteX145-3453" fmla="*/ 478812 w 1605470"/>
              <a:gd name="connsiteY145-3454" fmla="*/ 1963269 h 6858000"/>
              <a:gd name="connsiteX146-3455" fmla="*/ 442619 w 1605470"/>
              <a:gd name="connsiteY146-3456" fmla="*/ 1910499 h 6858000"/>
              <a:gd name="connsiteX147-3457" fmla="*/ 446785 w 1605470"/>
              <a:gd name="connsiteY147-3458" fmla="*/ 1903212 h 6858000"/>
              <a:gd name="connsiteX148-3459" fmla="*/ 436547 w 1605470"/>
              <a:gd name="connsiteY148-3460" fmla="*/ 1861531 h 6858000"/>
              <a:gd name="connsiteX149-3461" fmla="*/ 364290 w 1605470"/>
              <a:gd name="connsiteY149-3462" fmla="*/ 1728772 h 6858000"/>
              <a:gd name="connsiteX150-3463" fmla="*/ 345287 w 1605470"/>
              <a:gd name="connsiteY150-3464" fmla="*/ 1646953 h 6858000"/>
              <a:gd name="connsiteX151-3465" fmla="*/ 344412 w 1605470"/>
              <a:gd name="connsiteY151-3466" fmla="*/ 1615777 h 6858000"/>
              <a:gd name="connsiteX152-3467" fmla="*/ 342578 w 1605470"/>
              <a:gd name="connsiteY152-3468" fmla="*/ 1563678 h 6858000"/>
              <a:gd name="connsiteX153-3469" fmla="*/ 355658 w 1605470"/>
              <a:gd name="connsiteY153-3470" fmla="*/ 1519474 h 6858000"/>
              <a:gd name="connsiteX154-3471" fmla="*/ 348400 w 1605470"/>
              <a:gd name="connsiteY154-3472" fmla="*/ 1477995 h 6858000"/>
              <a:gd name="connsiteX155-3473" fmla="*/ 328025 w 1605470"/>
              <a:gd name="connsiteY155-3474" fmla="*/ 1475165 h 6858000"/>
              <a:gd name="connsiteX156-3475" fmla="*/ 326326 w 1605470"/>
              <a:gd name="connsiteY156-3476" fmla="*/ 1428585 h 6858000"/>
              <a:gd name="connsiteX157-3477" fmla="*/ 325799 w 1605470"/>
              <a:gd name="connsiteY157-3478" fmla="*/ 1357181 h 6858000"/>
              <a:gd name="connsiteX158-3479" fmla="*/ 320507 w 1605470"/>
              <a:gd name="connsiteY158-3480" fmla="*/ 1347099 h 6858000"/>
              <a:gd name="connsiteX159-3481" fmla="*/ 335347 w 1605470"/>
              <a:gd name="connsiteY159-3482" fmla="*/ 1334233 h 6858000"/>
              <a:gd name="connsiteX160-3483" fmla="*/ 342792 w 1605470"/>
              <a:gd name="connsiteY160-3484" fmla="*/ 1307086 h 6858000"/>
              <a:gd name="connsiteX161-3485" fmla="*/ 343980 w 1605470"/>
              <a:gd name="connsiteY161-3486" fmla="*/ 1189033 h 6858000"/>
              <a:gd name="connsiteX162-3487" fmla="*/ 348665 w 1605470"/>
              <a:gd name="connsiteY162-3488" fmla="*/ 1168288 h 6858000"/>
              <a:gd name="connsiteX163-3489" fmla="*/ 340947 w 1605470"/>
              <a:gd name="connsiteY163-3490" fmla="*/ 1142577 h 6858000"/>
              <a:gd name="connsiteX164-3491" fmla="*/ 330253 w 1605470"/>
              <a:gd name="connsiteY164-3492" fmla="*/ 1088484 h 6858000"/>
              <a:gd name="connsiteX165-3493" fmla="*/ 314647 w 1605470"/>
              <a:gd name="connsiteY165-3494" fmla="*/ 1053424 h 6858000"/>
              <a:gd name="connsiteX166-3495" fmla="*/ 322906 w 1605470"/>
              <a:gd name="connsiteY166-3496" fmla="*/ 1044367 h 6858000"/>
              <a:gd name="connsiteX167-3497" fmla="*/ 326818 w 1605470"/>
              <a:gd name="connsiteY167-3498" fmla="*/ 1022828 h 6858000"/>
              <a:gd name="connsiteX168-3499" fmla="*/ 320445 w 1605470"/>
              <a:gd name="connsiteY168-3500" fmla="*/ 932283 h 6858000"/>
              <a:gd name="connsiteX169-3501" fmla="*/ 322681 w 1605470"/>
              <a:gd name="connsiteY169-3502" fmla="*/ 915925 h 6858000"/>
              <a:gd name="connsiteX170-3503" fmla="*/ 315310 w 1605470"/>
              <a:gd name="connsiteY170-3504" fmla="*/ 896999 h 6858000"/>
              <a:gd name="connsiteX171-3505" fmla="*/ 284718 w 1605470"/>
              <a:gd name="connsiteY171-3506" fmla="*/ 821517 h 6858000"/>
              <a:gd name="connsiteX172-3507" fmla="*/ 263668 w 1605470"/>
              <a:gd name="connsiteY172-3508" fmla="*/ 751353 h 6858000"/>
              <a:gd name="connsiteX173-3509" fmla="*/ 254540 w 1605470"/>
              <a:gd name="connsiteY173-3510" fmla="*/ 741965 h 6858000"/>
              <a:gd name="connsiteX174-3511" fmla="*/ 252501 w 1605470"/>
              <a:gd name="connsiteY174-3512" fmla="*/ 724635 h 6858000"/>
              <a:gd name="connsiteX175-3513" fmla="*/ 248897 w 1605470"/>
              <a:gd name="connsiteY175-3514" fmla="*/ 681659 h 6858000"/>
              <a:gd name="connsiteX176-3515" fmla="*/ 234316 w 1605470"/>
              <a:gd name="connsiteY176-3516" fmla="*/ 635218 h 6858000"/>
              <a:gd name="connsiteX177-3517" fmla="*/ 239327 w 1605470"/>
              <a:gd name="connsiteY177-3518" fmla="*/ 613763 h 6858000"/>
              <a:gd name="connsiteX178-3519" fmla="*/ 225269 w 1605470"/>
              <a:gd name="connsiteY178-3520" fmla="*/ 598582 h 6858000"/>
              <a:gd name="connsiteX179-3521" fmla="*/ 224950 w 1605470"/>
              <a:gd name="connsiteY179-3522" fmla="*/ 576846 h 6858000"/>
              <a:gd name="connsiteX180-3523" fmla="*/ 204632 w 1605470"/>
              <a:gd name="connsiteY180-3524" fmla="*/ 553868 h 6858000"/>
              <a:gd name="connsiteX181-3525" fmla="*/ 239317 w 1605470"/>
              <a:gd name="connsiteY181-3526" fmla="*/ 517614 h 6858000"/>
              <a:gd name="connsiteX182-3527" fmla="*/ 201693 w 1605470"/>
              <a:gd name="connsiteY182-3528" fmla="*/ 469651 h 6858000"/>
              <a:gd name="connsiteX183-3529" fmla="*/ 195012 w 1605470"/>
              <a:gd name="connsiteY183-3530" fmla="*/ 448559 h 6858000"/>
              <a:gd name="connsiteX184-3531" fmla="*/ 201434 w 1605470"/>
              <a:gd name="connsiteY184-3532" fmla="*/ 441529 h 6858000"/>
              <a:gd name="connsiteX185-3533" fmla="*/ 200655 w 1605470"/>
              <a:gd name="connsiteY185-3534" fmla="*/ 428927 h 6858000"/>
              <a:gd name="connsiteX186-3535" fmla="*/ 190059 w 1605470"/>
              <a:gd name="connsiteY186-3536" fmla="*/ 430161 h 6858000"/>
              <a:gd name="connsiteX187-3537" fmla="*/ 184450 w 1605470"/>
              <a:gd name="connsiteY187-3538" fmla="*/ 396240 h 6858000"/>
              <a:gd name="connsiteX188-3539" fmla="*/ 146196 w 1605470"/>
              <a:gd name="connsiteY188-3540" fmla="*/ 358810 h 6858000"/>
              <a:gd name="connsiteX189-3541" fmla="*/ 124571 w 1605470"/>
              <a:gd name="connsiteY189-3542" fmla="*/ 302178 h 6858000"/>
              <a:gd name="connsiteX190-3543" fmla="*/ 103243 w 1605470"/>
              <a:gd name="connsiteY190-3544" fmla="*/ 211375 h 6858000"/>
              <a:gd name="connsiteX191-3545" fmla="*/ 94571 w 1605470"/>
              <a:gd name="connsiteY191-3546" fmla="*/ 184179 h 6858000"/>
              <a:gd name="connsiteX192-3547" fmla="*/ 13437 w 1605470"/>
              <a:gd name="connsiteY192-3548" fmla="*/ 19287 h 6858000"/>
              <a:gd name="connsiteX193-3549" fmla="*/ 0 w 1605470"/>
              <a:gd name="connsiteY193-3550" fmla="*/ 0 h 6858000"/>
              <a:gd name="connsiteX0-3551" fmla="*/ 0 w 1605470"/>
              <a:gd name="connsiteY0-3552" fmla="*/ 0 h 6858000"/>
              <a:gd name="connsiteX1-3553" fmla="*/ 1605470 w 1605470"/>
              <a:gd name="connsiteY1-3554" fmla="*/ 0 h 6858000"/>
              <a:gd name="connsiteX2-3555" fmla="*/ 1605470 w 1605470"/>
              <a:gd name="connsiteY2-3556" fmla="*/ 6858000 h 6858000"/>
              <a:gd name="connsiteX3-3557" fmla="*/ 154105 w 1605470"/>
              <a:gd name="connsiteY3-3558" fmla="*/ 6858000 h 6858000"/>
              <a:gd name="connsiteX4-3559" fmla="*/ 154246 w 1605470"/>
              <a:gd name="connsiteY4-3560" fmla="*/ 6857735 h 6858000"/>
              <a:gd name="connsiteX5-3561" fmla="*/ 166295 w 1605470"/>
              <a:gd name="connsiteY5-3562" fmla="*/ 6809549 h 6858000"/>
              <a:gd name="connsiteX6-3563" fmla="*/ 198506 w 1605470"/>
              <a:gd name="connsiteY6-3564" fmla="*/ 6715115 h 6858000"/>
              <a:gd name="connsiteX7-3565" fmla="*/ 208357 w 1605470"/>
              <a:gd name="connsiteY7-3566" fmla="*/ 6680170 h 6858000"/>
              <a:gd name="connsiteX8-3567" fmla="*/ 233907 w 1605470"/>
              <a:gd name="connsiteY8-3568" fmla="*/ 6621207 h 6858000"/>
              <a:gd name="connsiteX9-3569" fmla="*/ 250564 w 1605470"/>
              <a:gd name="connsiteY9-3570" fmla="*/ 6596265 h 6858000"/>
              <a:gd name="connsiteX10-3571" fmla="*/ 250443 w 1605470"/>
              <a:gd name="connsiteY10-3572" fmla="*/ 6594818 h 6858000"/>
              <a:gd name="connsiteX11-3573" fmla="*/ 254688 w 1605470"/>
              <a:gd name="connsiteY11-3574" fmla="*/ 6593735 h 6858000"/>
              <a:gd name="connsiteX12-3575" fmla="*/ 257885 w 1605470"/>
              <a:gd name="connsiteY12-3576" fmla="*/ 6589172 h 6858000"/>
              <a:gd name="connsiteX13-3577" fmla="*/ 261179 w 1605470"/>
              <a:gd name="connsiteY13-3578" fmla="*/ 6574442 h 6858000"/>
              <a:gd name="connsiteX14-3579" fmla="*/ 261519 w 1605470"/>
              <a:gd name="connsiteY14-3580" fmla="*/ 6568530 h 6858000"/>
              <a:gd name="connsiteX15-3581" fmla="*/ 263928 w 1605470"/>
              <a:gd name="connsiteY15-3582" fmla="*/ 6560674 h 6858000"/>
              <a:gd name="connsiteX16-3583" fmla="*/ 264273 w 1605470"/>
              <a:gd name="connsiteY16-3584" fmla="*/ 6560598 h 6858000"/>
              <a:gd name="connsiteX17-3585" fmla="*/ 265970 w 1605470"/>
              <a:gd name="connsiteY17-3586" fmla="*/ 6553006 h 6858000"/>
              <a:gd name="connsiteX18-3587" fmla="*/ 270666 w 1605470"/>
              <a:gd name="connsiteY18-3588" fmla="*/ 6514360 h 6858000"/>
              <a:gd name="connsiteX19-3589" fmla="*/ 312320 w 1605470"/>
              <a:gd name="connsiteY19-3590" fmla="*/ 6478062 h 6858000"/>
              <a:gd name="connsiteX20-3591" fmla="*/ 323009 w 1605470"/>
              <a:gd name="connsiteY20-3592" fmla="*/ 6460325 h 6858000"/>
              <a:gd name="connsiteX21-3593" fmla="*/ 330242 w 1605470"/>
              <a:gd name="connsiteY21-3594" fmla="*/ 6451488 h 6858000"/>
              <a:gd name="connsiteX22-3595" fmla="*/ 331677 w 1605470"/>
              <a:gd name="connsiteY22-3596" fmla="*/ 6451348 h 6858000"/>
              <a:gd name="connsiteX23-3597" fmla="*/ 336035 w 1605470"/>
              <a:gd name="connsiteY23-3598" fmla="*/ 6414240 h 6858000"/>
              <a:gd name="connsiteX24-3599" fmla="*/ 338911 w 1605470"/>
              <a:gd name="connsiteY24-3600" fmla="*/ 6410269 h 6858000"/>
              <a:gd name="connsiteX25-3601" fmla="*/ 338811 w 1605470"/>
              <a:gd name="connsiteY25-3602" fmla="*/ 6384857 h 6858000"/>
              <a:gd name="connsiteX26-3603" fmla="*/ 340328 w 1605470"/>
              <a:gd name="connsiteY26-3604" fmla="*/ 6372381 h 6858000"/>
              <a:gd name="connsiteX27-3605" fmla="*/ 337522 w 1605470"/>
              <a:gd name="connsiteY27-3606" fmla="*/ 6367510 h 6858000"/>
              <a:gd name="connsiteX28-3607" fmla="*/ 341402 w 1605470"/>
              <a:gd name="connsiteY28-3608" fmla="*/ 6349778 h 6858000"/>
              <a:gd name="connsiteX29-3609" fmla="*/ 343067 w 1605470"/>
              <a:gd name="connsiteY29-3610" fmla="*/ 6348250 h 6858000"/>
              <a:gd name="connsiteX30-3611" fmla="*/ 341730 w 1605470"/>
              <a:gd name="connsiteY30-3612" fmla="*/ 6331735 h 6858000"/>
              <a:gd name="connsiteX31-3613" fmla="*/ 335123 w 1605470"/>
              <a:gd name="connsiteY31-3614" fmla="*/ 6315613 h 6858000"/>
              <a:gd name="connsiteX32-3615" fmla="*/ 385303 w 1605470"/>
              <a:gd name="connsiteY32-3616" fmla="*/ 6171970 h 6858000"/>
              <a:gd name="connsiteX33-3617" fmla="*/ 380910 w 1605470"/>
              <a:gd name="connsiteY33-3618" fmla="*/ 6028119 h 6858000"/>
              <a:gd name="connsiteX34-3619" fmla="*/ 409371 w 1605470"/>
              <a:gd name="connsiteY34-3620" fmla="*/ 5950668 h 6858000"/>
              <a:gd name="connsiteX35-3621" fmla="*/ 442432 w 1605470"/>
              <a:gd name="connsiteY35-3622" fmla="*/ 5934687 h 6858000"/>
              <a:gd name="connsiteX36-3623" fmla="*/ 489472 w 1605470"/>
              <a:gd name="connsiteY36-3624" fmla="*/ 5732419 h 6858000"/>
              <a:gd name="connsiteX37-3625" fmla="*/ 512623 w 1605470"/>
              <a:gd name="connsiteY37-3626" fmla="*/ 5685392 h 6858000"/>
              <a:gd name="connsiteX38-3627" fmla="*/ 510261 w 1605470"/>
              <a:gd name="connsiteY38-3628" fmla="*/ 5634527 h 6858000"/>
              <a:gd name="connsiteX39-3629" fmla="*/ 523992 w 1605470"/>
              <a:gd name="connsiteY39-3630" fmla="*/ 5619557 h 6858000"/>
              <a:gd name="connsiteX40-3631" fmla="*/ 526609 w 1605470"/>
              <a:gd name="connsiteY40-3632" fmla="*/ 5617081 h 6858000"/>
              <a:gd name="connsiteX41-3633" fmla="*/ 531653 w 1605470"/>
              <a:gd name="connsiteY41-3634" fmla="*/ 5604904 h 6858000"/>
              <a:gd name="connsiteX42-3635" fmla="*/ 539863 w 1605470"/>
              <a:gd name="connsiteY42-3636" fmla="*/ 5604298 h 6858000"/>
              <a:gd name="connsiteX43-3637" fmla="*/ 552319 w 1605470"/>
              <a:gd name="connsiteY43-3638" fmla="*/ 5587997 h 6858000"/>
              <a:gd name="connsiteX44-3639" fmla="*/ 559710 w 1605470"/>
              <a:gd name="connsiteY44-3640" fmla="*/ 5564796 h 6858000"/>
              <a:gd name="connsiteX45-3641" fmla="*/ 587214 w 1605470"/>
              <a:gd name="connsiteY45-3642" fmla="*/ 5451511 h 6858000"/>
              <a:gd name="connsiteX46-3643" fmla="*/ 608019 w 1605470"/>
              <a:gd name="connsiteY46-3644" fmla="*/ 5385461 h 6858000"/>
              <a:gd name="connsiteX47-3645" fmla="*/ 622750 w 1605470"/>
              <a:gd name="connsiteY47-3646" fmla="*/ 5363084 h 6858000"/>
              <a:gd name="connsiteX48-3647" fmla="*/ 638731 w 1605470"/>
              <a:gd name="connsiteY48-3648" fmla="*/ 5330009 h 6858000"/>
              <a:gd name="connsiteX49-3649" fmla="*/ 672224 w 1605470"/>
              <a:gd name="connsiteY49-3650" fmla="*/ 5273739 h 6858000"/>
              <a:gd name="connsiteX50-3651" fmla="*/ 681823 w 1605470"/>
              <a:gd name="connsiteY50-3652" fmla="*/ 5241779 h 6858000"/>
              <a:gd name="connsiteX51-3653" fmla="*/ 693049 w 1605470"/>
              <a:gd name="connsiteY51-3654" fmla="*/ 5225268 h 6858000"/>
              <a:gd name="connsiteX52-3655" fmla="*/ 694069 w 1605470"/>
              <a:gd name="connsiteY52-3656" fmla="*/ 5217684 h 6858000"/>
              <a:gd name="connsiteX53-3657" fmla="*/ 701410 w 1605470"/>
              <a:gd name="connsiteY53-3658" fmla="*/ 5193377 h 6858000"/>
              <a:gd name="connsiteX54-3659" fmla="*/ 704713 w 1605470"/>
              <a:gd name="connsiteY54-3660" fmla="*/ 5179288 h 6858000"/>
              <a:gd name="connsiteX55-3661" fmla="*/ 705697 w 1605470"/>
              <a:gd name="connsiteY55-3662" fmla="*/ 5173621 h 6858000"/>
              <a:gd name="connsiteX56-3663" fmla="*/ 701331 w 1605470"/>
              <a:gd name="connsiteY56-3664" fmla="*/ 5159961 h 6858000"/>
              <a:gd name="connsiteX57-3665" fmla="*/ 708008 w 1605470"/>
              <a:gd name="connsiteY57-3666" fmla="*/ 5144295 h 6858000"/>
              <a:gd name="connsiteX58-3667" fmla="*/ 704941 w 1605470"/>
              <a:gd name="connsiteY58-3668" fmla="*/ 5125185 h 6858000"/>
              <a:gd name="connsiteX59-3669" fmla="*/ 711771 w 1605470"/>
              <a:gd name="connsiteY59-3670" fmla="*/ 5121884 h 6858000"/>
              <a:gd name="connsiteX60-3671" fmla="*/ 721092 w 1605470"/>
              <a:gd name="connsiteY60-3672" fmla="*/ 5108383 h 6858000"/>
              <a:gd name="connsiteX61-3673" fmla="*/ 717045 w 1605470"/>
              <a:gd name="connsiteY61-3674" fmla="*/ 5094705 h 6858000"/>
              <a:gd name="connsiteX62-3675" fmla="*/ 718807 w 1605470"/>
              <a:gd name="connsiteY62-3676" fmla="*/ 5067850 h 6858000"/>
              <a:gd name="connsiteX63-3677" fmla="*/ 721538 w 1605470"/>
              <a:gd name="connsiteY63-3678" fmla="*/ 5060861 h 6858000"/>
              <a:gd name="connsiteX64-3679" fmla="*/ 718242 w 1605470"/>
              <a:gd name="connsiteY64-3680" fmla="*/ 5034192 h 6858000"/>
              <a:gd name="connsiteX65-3681" fmla="*/ 719796 w 1605470"/>
              <a:gd name="connsiteY65-3682" fmla="*/ 4993030 h 6858000"/>
              <a:gd name="connsiteX66-3683" fmla="*/ 726705 w 1605470"/>
              <a:gd name="connsiteY66-3684" fmla="*/ 4946844 h 6858000"/>
              <a:gd name="connsiteX67-3685" fmla="*/ 722561 w 1605470"/>
              <a:gd name="connsiteY67-3686" fmla="*/ 4932692 h 6858000"/>
              <a:gd name="connsiteX68-3687" fmla="*/ 724588 w 1605470"/>
              <a:gd name="connsiteY68-3688" fmla="*/ 4845927 h 6858000"/>
              <a:gd name="connsiteX69-3689" fmla="*/ 724935 w 1605470"/>
              <a:gd name="connsiteY69-3690" fmla="*/ 4821504 h 6858000"/>
              <a:gd name="connsiteX70-3691" fmla="*/ 732118 w 1605470"/>
              <a:gd name="connsiteY70-3692" fmla="*/ 4801535 h 6858000"/>
              <a:gd name="connsiteX71-3693" fmla="*/ 739787 w 1605470"/>
              <a:gd name="connsiteY71-3694" fmla="*/ 4797794 h 6858000"/>
              <a:gd name="connsiteX72-3695" fmla="*/ 741081 w 1605470"/>
              <a:gd name="connsiteY72-3696" fmla="*/ 4784526 h 6858000"/>
              <a:gd name="connsiteX73-3697" fmla="*/ 742865 w 1605470"/>
              <a:gd name="connsiteY73-3698" fmla="*/ 4781211 h 6858000"/>
              <a:gd name="connsiteX74-3699" fmla="*/ 751652 w 1605470"/>
              <a:gd name="connsiteY74-3700" fmla="*/ 4761984 h 6858000"/>
              <a:gd name="connsiteX75-3701" fmla="*/ 734671 w 1605470"/>
              <a:gd name="connsiteY75-3702" fmla="*/ 4715631 h 6858000"/>
              <a:gd name="connsiteX76-3703" fmla="*/ 743180 w 1605470"/>
              <a:gd name="connsiteY76-3704" fmla="*/ 4662965 h 6858000"/>
              <a:gd name="connsiteX77-3705" fmla="*/ 729578 w 1605470"/>
              <a:gd name="connsiteY77-3706" fmla="*/ 4456787 h 6858000"/>
              <a:gd name="connsiteX78-3707" fmla="*/ 756542 w 1605470"/>
              <a:gd name="connsiteY78-3708" fmla="*/ 4429138 h 6858000"/>
              <a:gd name="connsiteX79-3709" fmla="*/ 761317 w 1605470"/>
              <a:gd name="connsiteY79-3710" fmla="*/ 4346145 h 6858000"/>
              <a:gd name="connsiteX80-3711" fmla="*/ 715481 w 1605470"/>
              <a:gd name="connsiteY80-3712" fmla="*/ 4214165 h 6858000"/>
              <a:gd name="connsiteX81-3713" fmla="*/ 721848 w 1605470"/>
              <a:gd name="connsiteY81-3714" fmla="*/ 4061253 h 6858000"/>
              <a:gd name="connsiteX82-3715" fmla="*/ 710868 w 1605470"/>
              <a:gd name="connsiteY82-3716" fmla="*/ 4048827 h 6858000"/>
              <a:gd name="connsiteX83-3717" fmla="*/ 704810 w 1605470"/>
              <a:gd name="connsiteY83-3718" fmla="*/ 4033999 h 6858000"/>
              <a:gd name="connsiteX84-3719" fmla="*/ 705959 w 1605470"/>
              <a:gd name="connsiteY84-3720" fmla="*/ 4031933 h 6858000"/>
              <a:gd name="connsiteX85-3721" fmla="*/ 704535 w 1605470"/>
              <a:gd name="connsiteY85-3722" fmla="*/ 4013953 h 6858000"/>
              <a:gd name="connsiteX86-3723" fmla="*/ 700443 w 1605470"/>
              <a:gd name="connsiteY86-3724" fmla="*/ 4010511 h 6858000"/>
              <a:gd name="connsiteX87-3725" fmla="*/ 698282 w 1605470"/>
              <a:gd name="connsiteY87-3726" fmla="*/ 3998331 h 6858000"/>
              <a:gd name="connsiteX88-3727" fmla="*/ 690830 w 1605470"/>
              <a:gd name="connsiteY88-3728" fmla="*/ 3974753 h 6858000"/>
              <a:gd name="connsiteX89-3729" fmla="*/ 692428 w 1605470"/>
              <a:gd name="connsiteY89-3730" fmla="*/ 3969950 h 6858000"/>
              <a:gd name="connsiteX90-3731" fmla="*/ 685850 w 1605470"/>
              <a:gd name="connsiteY90-3732" fmla="*/ 3933779 h 6858000"/>
              <a:gd name="connsiteX91-3733" fmla="*/ 687181 w 1605470"/>
              <a:gd name="connsiteY91-3734" fmla="*/ 3933093 h 6858000"/>
              <a:gd name="connsiteX92-3735" fmla="*/ 691535 w 1605470"/>
              <a:gd name="connsiteY92-3736" fmla="*/ 3922082 h 6858000"/>
              <a:gd name="connsiteX93-3737" fmla="*/ 696613 w 1605470"/>
              <a:gd name="connsiteY93-3738" fmla="*/ 3901461 h 6858000"/>
              <a:gd name="connsiteX94-3739" fmla="*/ 725908 w 1605470"/>
              <a:gd name="connsiteY94-3740" fmla="*/ 3851605 h 6858000"/>
              <a:gd name="connsiteX95-3741" fmla="*/ 719207 w 1605470"/>
              <a:gd name="connsiteY95-3742" fmla="*/ 3813873 h 6858000"/>
              <a:gd name="connsiteX96-3743" fmla="*/ 718632 w 1605470"/>
              <a:gd name="connsiteY96-3744" fmla="*/ 3806161 h 6858000"/>
              <a:gd name="connsiteX97-3745" fmla="*/ 718939 w 1605470"/>
              <a:gd name="connsiteY97-3746" fmla="*/ 3805957 h 6858000"/>
              <a:gd name="connsiteX98-3747" fmla="*/ 718966 w 1605470"/>
              <a:gd name="connsiteY98-3748" fmla="*/ 3797724 h 6858000"/>
              <a:gd name="connsiteX99-3749" fmla="*/ 717581 w 1605470"/>
              <a:gd name="connsiteY99-3750" fmla="*/ 3792098 h 6858000"/>
              <a:gd name="connsiteX100-3751" fmla="*/ 716465 w 1605470"/>
              <a:gd name="connsiteY100-3752" fmla="*/ 3777135 h 6858000"/>
              <a:gd name="connsiteX101-3753" fmla="*/ 718198 w 1605470"/>
              <a:gd name="connsiteY101-3754" fmla="*/ 3771656 h 6858000"/>
              <a:gd name="connsiteX102-3755" fmla="*/ 721941 w 1605470"/>
              <a:gd name="connsiteY102-3756" fmla="*/ 3769007 h 6858000"/>
              <a:gd name="connsiteX103-3757" fmla="*/ 721407 w 1605470"/>
              <a:gd name="connsiteY103-3758" fmla="*/ 3767709 h 6858000"/>
              <a:gd name="connsiteX104-3759" fmla="*/ 730103 w 1605470"/>
              <a:gd name="connsiteY104-3760" fmla="*/ 3738082 h 6858000"/>
              <a:gd name="connsiteX105-3761" fmla="*/ 737449 w 1605470"/>
              <a:gd name="connsiteY105-3762" fmla="*/ 3673397 h 6858000"/>
              <a:gd name="connsiteX106-3763" fmla="*/ 736745 w 1605470"/>
              <a:gd name="connsiteY106-3764" fmla="*/ 3637109 h 6858000"/>
              <a:gd name="connsiteX107-3765" fmla="*/ 740188 w 1605470"/>
              <a:gd name="connsiteY107-3766" fmla="*/ 3536883 h 6858000"/>
              <a:gd name="connsiteX108-3767" fmla="*/ 747726 w 1605470"/>
              <a:gd name="connsiteY108-3768" fmla="*/ 3435652 h 6858000"/>
              <a:gd name="connsiteX109-3769" fmla="*/ 774383 w 1605470"/>
              <a:gd name="connsiteY109-3770" fmla="*/ 3381564 h 6858000"/>
              <a:gd name="connsiteX110-3771" fmla="*/ 774870 w 1605470"/>
              <a:gd name="connsiteY110-3772" fmla="*/ 3375761 h 6858000"/>
              <a:gd name="connsiteX111-3773" fmla="*/ 770510 w 1605470"/>
              <a:gd name="connsiteY111-3774" fmla="*/ 3361844 h 6858000"/>
              <a:gd name="connsiteX112-3775" fmla="*/ 767933 w 1605470"/>
              <a:gd name="connsiteY112-3776" fmla="*/ 3356929 h 6858000"/>
              <a:gd name="connsiteX113-3777" fmla="*/ 766158 w 1605470"/>
              <a:gd name="connsiteY113-3778" fmla="*/ 3349058 h 6858000"/>
              <a:gd name="connsiteX114-3779" fmla="*/ 766414 w 1605470"/>
              <a:gd name="connsiteY114-3780" fmla="*/ 3348763 h 6858000"/>
              <a:gd name="connsiteX115-3781" fmla="*/ 764166 w 1605470"/>
              <a:gd name="connsiteY115-3782" fmla="*/ 3341588 h 6858000"/>
              <a:gd name="connsiteX116-3783" fmla="*/ 749397 w 1605470"/>
              <a:gd name="connsiteY116-3784" fmla="*/ 3307769 h 6858000"/>
              <a:gd name="connsiteX117-3785" fmla="*/ 766960 w 1605470"/>
              <a:gd name="connsiteY117-3786" fmla="*/ 3250522 h 6858000"/>
              <a:gd name="connsiteX118-3787" fmla="*/ 767385 w 1605470"/>
              <a:gd name="connsiteY118-3788" fmla="*/ 3229163 h 6858000"/>
              <a:gd name="connsiteX119-3789" fmla="*/ 769208 w 1605470"/>
              <a:gd name="connsiteY119-3790" fmla="*/ 3217217 h 6858000"/>
              <a:gd name="connsiteX120-3791" fmla="*/ 770350 w 1605470"/>
              <a:gd name="connsiteY120-3792" fmla="*/ 3216125 h 6858000"/>
              <a:gd name="connsiteX121-3793" fmla="*/ 756043 w 1605470"/>
              <a:gd name="connsiteY121-3794" fmla="*/ 3183755 h 6858000"/>
              <a:gd name="connsiteX122-3795" fmla="*/ 756544 w 1605470"/>
              <a:gd name="connsiteY122-3796" fmla="*/ 3178642 h 6858000"/>
              <a:gd name="connsiteX123-3797" fmla="*/ 744144 w 1605470"/>
              <a:gd name="connsiteY123-3798" fmla="*/ 3158586 h 6858000"/>
              <a:gd name="connsiteX124-3799" fmla="*/ 739378 w 1605470"/>
              <a:gd name="connsiteY124-3800" fmla="*/ 3147669 h 6858000"/>
              <a:gd name="connsiteX125-3801" fmla="*/ 734648 w 1605470"/>
              <a:gd name="connsiteY125-3802" fmla="*/ 3145733 h 6858000"/>
              <a:gd name="connsiteX126-3803" fmla="*/ 729329 w 1605470"/>
              <a:gd name="connsiteY126-3804" fmla="*/ 3129034 h 6858000"/>
              <a:gd name="connsiteX127-3805" fmla="*/ 729994 w 1605470"/>
              <a:gd name="connsiteY127-3806" fmla="*/ 3126682 h 6858000"/>
              <a:gd name="connsiteX128-3807" fmla="*/ 720862 w 1605470"/>
              <a:gd name="connsiteY128-3808" fmla="*/ 3114519 h 6858000"/>
              <a:gd name="connsiteX129-3809" fmla="*/ 707471 w 1605470"/>
              <a:gd name="connsiteY129-3810" fmla="*/ 3106272 h 6858000"/>
              <a:gd name="connsiteX130-3811" fmla="*/ 680201 w 1605470"/>
              <a:gd name="connsiteY130-3812" fmla="*/ 2958185 h 6858000"/>
              <a:gd name="connsiteX131-3813" fmla="*/ 596759 w 1605470"/>
              <a:gd name="connsiteY131-3814" fmla="*/ 2762989 h 6858000"/>
              <a:gd name="connsiteX132-3815" fmla="*/ 571733 w 1605470"/>
              <a:gd name="connsiteY132-3816" fmla="*/ 2554718 h 6858000"/>
              <a:gd name="connsiteX133-3817" fmla="*/ 551827 w 1605470"/>
              <a:gd name="connsiteY133-3818" fmla="*/ 2485734 h 6858000"/>
              <a:gd name="connsiteX134-3819" fmla="*/ 525179 w 1605470"/>
              <a:gd name="connsiteY134-3820" fmla="*/ 2447068 h 6858000"/>
              <a:gd name="connsiteX135-3821" fmla="*/ 529511 w 1605470"/>
              <a:gd name="connsiteY135-3822" fmla="*/ 2425819 h 6858000"/>
              <a:gd name="connsiteX136-3823" fmla="*/ 530521 w 1605470"/>
              <a:gd name="connsiteY136-3824" fmla="*/ 2422066 h 6858000"/>
              <a:gd name="connsiteX137-3825" fmla="*/ 528878 w 1605470"/>
              <a:gd name="connsiteY137-3826" fmla="*/ 2408971 h 6858000"/>
              <a:gd name="connsiteX138-3827" fmla="*/ 535510 w 1605470"/>
              <a:gd name="connsiteY138-3828" fmla="*/ 2402874 h 6858000"/>
              <a:gd name="connsiteX139-3829" fmla="*/ 538122 w 1605470"/>
              <a:gd name="connsiteY139-3830" fmla="*/ 2381443 h 6858000"/>
              <a:gd name="connsiteX140-3831" fmla="*/ 514451 w 1605470"/>
              <a:gd name="connsiteY140-3832" fmla="*/ 2261920 h 6858000"/>
              <a:gd name="connsiteX141-3833" fmla="*/ 486968 w 1605470"/>
              <a:gd name="connsiteY141-3834" fmla="*/ 2182937 h 6858000"/>
              <a:gd name="connsiteX142-3835" fmla="*/ 488555 w 1605470"/>
              <a:gd name="connsiteY142-3836" fmla="*/ 2155135 h 6858000"/>
              <a:gd name="connsiteX143-3837" fmla="*/ 486013 w 1605470"/>
              <a:gd name="connsiteY143-3838" fmla="*/ 2118008 h 6858000"/>
              <a:gd name="connsiteX144-3839" fmla="*/ 487006 w 1605470"/>
              <a:gd name="connsiteY144-3840" fmla="*/ 2050531 h 6858000"/>
              <a:gd name="connsiteX145-3841" fmla="*/ 478812 w 1605470"/>
              <a:gd name="connsiteY145-3842" fmla="*/ 1963269 h 6858000"/>
              <a:gd name="connsiteX146-3843" fmla="*/ 442619 w 1605470"/>
              <a:gd name="connsiteY146-3844" fmla="*/ 1910499 h 6858000"/>
              <a:gd name="connsiteX147-3845" fmla="*/ 446785 w 1605470"/>
              <a:gd name="connsiteY147-3846" fmla="*/ 1903212 h 6858000"/>
              <a:gd name="connsiteX148-3847" fmla="*/ 436547 w 1605470"/>
              <a:gd name="connsiteY148-3848" fmla="*/ 1861531 h 6858000"/>
              <a:gd name="connsiteX149-3849" fmla="*/ 364290 w 1605470"/>
              <a:gd name="connsiteY149-3850" fmla="*/ 1728772 h 6858000"/>
              <a:gd name="connsiteX150-3851" fmla="*/ 345287 w 1605470"/>
              <a:gd name="connsiteY150-3852" fmla="*/ 1646953 h 6858000"/>
              <a:gd name="connsiteX151-3853" fmla="*/ 344412 w 1605470"/>
              <a:gd name="connsiteY151-3854" fmla="*/ 1615777 h 6858000"/>
              <a:gd name="connsiteX152-3855" fmla="*/ 342578 w 1605470"/>
              <a:gd name="connsiteY152-3856" fmla="*/ 1563678 h 6858000"/>
              <a:gd name="connsiteX153-3857" fmla="*/ 355658 w 1605470"/>
              <a:gd name="connsiteY153-3858" fmla="*/ 1519474 h 6858000"/>
              <a:gd name="connsiteX154-3859" fmla="*/ 348400 w 1605470"/>
              <a:gd name="connsiteY154-3860" fmla="*/ 1477995 h 6858000"/>
              <a:gd name="connsiteX155-3861" fmla="*/ 328025 w 1605470"/>
              <a:gd name="connsiteY155-3862" fmla="*/ 1475165 h 6858000"/>
              <a:gd name="connsiteX156-3863" fmla="*/ 326326 w 1605470"/>
              <a:gd name="connsiteY156-3864" fmla="*/ 1428585 h 6858000"/>
              <a:gd name="connsiteX157-3865" fmla="*/ 325799 w 1605470"/>
              <a:gd name="connsiteY157-3866" fmla="*/ 1357181 h 6858000"/>
              <a:gd name="connsiteX158-3867" fmla="*/ 320507 w 1605470"/>
              <a:gd name="connsiteY158-3868" fmla="*/ 1347099 h 6858000"/>
              <a:gd name="connsiteX159-3869" fmla="*/ 335347 w 1605470"/>
              <a:gd name="connsiteY159-3870" fmla="*/ 1334233 h 6858000"/>
              <a:gd name="connsiteX160-3871" fmla="*/ 342792 w 1605470"/>
              <a:gd name="connsiteY160-3872" fmla="*/ 1307086 h 6858000"/>
              <a:gd name="connsiteX161-3873" fmla="*/ 343980 w 1605470"/>
              <a:gd name="connsiteY161-3874" fmla="*/ 1189033 h 6858000"/>
              <a:gd name="connsiteX162-3875" fmla="*/ 348665 w 1605470"/>
              <a:gd name="connsiteY162-3876" fmla="*/ 1168288 h 6858000"/>
              <a:gd name="connsiteX163-3877" fmla="*/ 340947 w 1605470"/>
              <a:gd name="connsiteY163-3878" fmla="*/ 1142577 h 6858000"/>
              <a:gd name="connsiteX164-3879" fmla="*/ 330253 w 1605470"/>
              <a:gd name="connsiteY164-3880" fmla="*/ 1088484 h 6858000"/>
              <a:gd name="connsiteX165-3881" fmla="*/ 314647 w 1605470"/>
              <a:gd name="connsiteY165-3882" fmla="*/ 1053424 h 6858000"/>
              <a:gd name="connsiteX166-3883" fmla="*/ 322906 w 1605470"/>
              <a:gd name="connsiteY166-3884" fmla="*/ 1044367 h 6858000"/>
              <a:gd name="connsiteX167-3885" fmla="*/ 326818 w 1605470"/>
              <a:gd name="connsiteY167-3886" fmla="*/ 1022828 h 6858000"/>
              <a:gd name="connsiteX168-3887" fmla="*/ 320445 w 1605470"/>
              <a:gd name="connsiteY168-3888" fmla="*/ 932283 h 6858000"/>
              <a:gd name="connsiteX169-3889" fmla="*/ 322681 w 1605470"/>
              <a:gd name="connsiteY169-3890" fmla="*/ 915925 h 6858000"/>
              <a:gd name="connsiteX170-3891" fmla="*/ 315310 w 1605470"/>
              <a:gd name="connsiteY170-3892" fmla="*/ 896999 h 6858000"/>
              <a:gd name="connsiteX171-3893" fmla="*/ 284718 w 1605470"/>
              <a:gd name="connsiteY171-3894" fmla="*/ 821517 h 6858000"/>
              <a:gd name="connsiteX172-3895" fmla="*/ 263668 w 1605470"/>
              <a:gd name="connsiteY172-3896" fmla="*/ 751353 h 6858000"/>
              <a:gd name="connsiteX173-3897" fmla="*/ 254540 w 1605470"/>
              <a:gd name="connsiteY173-3898" fmla="*/ 741965 h 6858000"/>
              <a:gd name="connsiteX174-3899" fmla="*/ 252501 w 1605470"/>
              <a:gd name="connsiteY174-3900" fmla="*/ 724635 h 6858000"/>
              <a:gd name="connsiteX175-3901" fmla="*/ 248897 w 1605470"/>
              <a:gd name="connsiteY175-3902" fmla="*/ 681659 h 6858000"/>
              <a:gd name="connsiteX176-3903" fmla="*/ 234316 w 1605470"/>
              <a:gd name="connsiteY176-3904" fmla="*/ 635218 h 6858000"/>
              <a:gd name="connsiteX177-3905" fmla="*/ 239327 w 1605470"/>
              <a:gd name="connsiteY177-3906" fmla="*/ 613763 h 6858000"/>
              <a:gd name="connsiteX178-3907" fmla="*/ 225269 w 1605470"/>
              <a:gd name="connsiteY178-3908" fmla="*/ 598582 h 6858000"/>
              <a:gd name="connsiteX179-3909" fmla="*/ 224950 w 1605470"/>
              <a:gd name="connsiteY179-3910" fmla="*/ 576846 h 6858000"/>
              <a:gd name="connsiteX180-3911" fmla="*/ 204632 w 1605470"/>
              <a:gd name="connsiteY180-3912" fmla="*/ 553868 h 6858000"/>
              <a:gd name="connsiteX181-3913" fmla="*/ 239317 w 1605470"/>
              <a:gd name="connsiteY181-3914" fmla="*/ 517614 h 6858000"/>
              <a:gd name="connsiteX182-3915" fmla="*/ 201693 w 1605470"/>
              <a:gd name="connsiteY182-3916" fmla="*/ 469651 h 6858000"/>
              <a:gd name="connsiteX183-3917" fmla="*/ 195012 w 1605470"/>
              <a:gd name="connsiteY183-3918" fmla="*/ 448559 h 6858000"/>
              <a:gd name="connsiteX184-3919" fmla="*/ 201434 w 1605470"/>
              <a:gd name="connsiteY184-3920" fmla="*/ 441529 h 6858000"/>
              <a:gd name="connsiteX185-3921" fmla="*/ 200655 w 1605470"/>
              <a:gd name="connsiteY185-3922" fmla="*/ 428927 h 6858000"/>
              <a:gd name="connsiteX186-3923" fmla="*/ 190059 w 1605470"/>
              <a:gd name="connsiteY186-3924" fmla="*/ 430161 h 6858000"/>
              <a:gd name="connsiteX187-3925" fmla="*/ 184450 w 1605470"/>
              <a:gd name="connsiteY187-3926" fmla="*/ 396240 h 6858000"/>
              <a:gd name="connsiteX188-3927" fmla="*/ 146196 w 1605470"/>
              <a:gd name="connsiteY188-3928" fmla="*/ 358810 h 6858000"/>
              <a:gd name="connsiteX189-3929" fmla="*/ 124571 w 1605470"/>
              <a:gd name="connsiteY189-3930" fmla="*/ 302178 h 6858000"/>
              <a:gd name="connsiteX190-3931" fmla="*/ 103243 w 1605470"/>
              <a:gd name="connsiteY190-3932" fmla="*/ 211375 h 6858000"/>
              <a:gd name="connsiteX191-3933" fmla="*/ 94571 w 1605470"/>
              <a:gd name="connsiteY191-3934" fmla="*/ 184179 h 6858000"/>
              <a:gd name="connsiteX192-3935" fmla="*/ 13437 w 1605470"/>
              <a:gd name="connsiteY192-3936" fmla="*/ 19287 h 6858000"/>
              <a:gd name="connsiteX193-3937" fmla="*/ 0 w 1605470"/>
              <a:gd name="connsiteY193-3938" fmla="*/ 0 h 6858000"/>
              <a:gd name="connsiteX0-3939" fmla="*/ 0 w 1605470"/>
              <a:gd name="connsiteY0-3940" fmla="*/ 0 h 6858000"/>
              <a:gd name="connsiteX1-3941" fmla="*/ 1605470 w 1605470"/>
              <a:gd name="connsiteY1-3942" fmla="*/ 0 h 6858000"/>
              <a:gd name="connsiteX2-3943" fmla="*/ 1605470 w 1605470"/>
              <a:gd name="connsiteY2-3944" fmla="*/ 6858000 h 6858000"/>
              <a:gd name="connsiteX3-3945" fmla="*/ 154105 w 1605470"/>
              <a:gd name="connsiteY3-3946" fmla="*/ 6858000 h 6858000"/>
              <a:gd name="connsiteX4-3947" fmla="*/ 154246 w 1605470"/>
              <a:gd name="connsiteY4-3948" fmla="*/ 6857735 h 6858000"/>
              <a:gd name="connsiteX5-3949" fmla="*/ 166295 w 1605470"/>
              <a:gd name="connsiteY5-3950" fmla="*/ 6809549 h 6858000"/>
              <a:gd name="connsiteX6-3951" fmla="*/ 198506 w 1605470"/>
              <a:gd name="connsiteY6-3952" fmla="*/ 6715115 h 6858000"/>
              <a:gd name="connsiteX7-3953" fmla="*/ 208357 w 1605470"/>
              <a:gd name="connsiteY7-3954" fmla="*/ 6680170 h 6858000"/>
              <a:gd name="connsiteX8-3955" fmla="*/ 233907 w 1605470"/>
              <a:gd name="connsiteY8-3956" fmla="*/ 6621207 h 6858000"/>
              <a:gd name="connsiteX9-3957" fmla="*/ 250564 w 1605470"/>
              <a:gd name="connsiteY9-3958" fmla="*/ 6596265 h 6858000"/>
              <a:gd name="connsiteX10-3959" fmla="*/ 250443 w 1605470"/>
              <a:gd name="connsiteY10-3960" fmla="*/ 6594818 h 6858000"/>
              <a:gd name="connsiteX11-3961" fmla="*/ 254688 w 1605470"/>
              <a:gd name="connsiteY11-3962" fmla="*/ 6593735 h 6858000"/>
              <a:gd name="connsiteX12-3963" fmla="*/ 257885 w 1605470"/>
              <a:gd name="connsiteY12-3964" fmla="*/ 6589172 h 6858000"/>
              <a:gd name="connsiteX13-3965" fmla="*/ 261179 w 1605470"/>
              <a:gd name="connsiteY13-3966" fmla="*/ 6574442 h 6858000"/>
              <a:gd name="connsiteX14-3967" fmla="*/ 261519 w 1605470"/>
              <a:gd name="connsiteY14-3968" fmla="*/ 6568530 h 6858000"/>
              <a:gd name="connsiteX15-3969" fmla="*/ 263928 w 1605470"/>
              <a:gd name="connsiteY15-3970" fmla="*/ 6560674 h 6858000"/>
              <a:gd name="connsiteX16-3971" fmla="*/ 264273 w 1605470"/>
              <a:gd name="connsiteY16-3972" fmla="*/ 6560598 h 6858000"/>
              <a:gd name="connsiteX17-3973" fmla="*/ 265970 w 1605470"/>
              <a:gd name="connsiteY17-3974" fmla="*/ 6553006 h 6858000"/>
              <a:gd name="connsiteX18-3975" fmla="*/ 270666 w 1605470"/>
              <a:gd name="connsiteY18-3976" fmla="*/ 6514360 h 6858000"/>
              <a:gd name="connsiteX19-3977" fmla="*/ 312320 w 1605470"/>
              <a:gd name="connsiteY19-3978" fmla="*/ 6478062 h 6858000"/>
              <a:gd name="connsiteX20-3979" fmla="*/ 323009 w 1605470"/>
              <a:gd name="connsiteY20-3980" fmla="*/ 6460325 h 6858000"/>
              <a:gd name="connsiteX21-3981" fmla="*/ 330242 w 1605470"/>
              <a:gd name="connsiteY21-3982" fmla="*/ 6451488 h 6858000"/>
              <a:gd name="connsiteX22-3983" fmla="*/ 331677 w 1605470"/>
              <a:gd name="connsiteY22-3984" fmla="*/ 6451348 h 6858000"/>
              <a:gd name="connsiteX23-3985" fmla="*/ 336035 w 1605470"/>
              <a:gd name="connsiteY23-3986" fmla="*/ 6414240 h 6858000"/>
              <a:gd name="connsiteX24-3987" fmla="*/ 338911 w 1605470"/>
              <a:gd name="connsiteY24-3988" fmla="*/ 6410269 h 6858000"/>
              <a:gd name="connsiteX25-3989" fmla="*/ 338811 w 1605470"/>
              <a:gd name="connsiteY25-3990" fmla="*/ 6384857 h 6858000"/>
              <a:gd name="connsiteX26-3991" fmla="*/ 340328 w 1605470"/>
              <a:gd name="connsiteY26-3992" fmla="*/ 6372381 h 6858000"/>
              <a:gd name="connsiteX27-3993" fmla="*/ 337522 w 1605470"/>
              <a:gd name="connsiteY27-3994" fmla="*/ 6367510 h 6858000"/>
              <a:gd name="connsiteX28-3995" fmla="*/ 341402 w 1605470"/>
              <a:gd name="connsiteY28-3996" fmla="*/ 6349778 h 6858000"/>
              <a:gd name="connsiteX29-3997" fmla="*/ 343067 w 1605470"/>
              <a:gd name="connsiteY29-3998" fmla="*/ 6348250 h 6858000"/>
              <a:gd name="connsiteX30-3999" fmla="*/ 341730 w 1605470"/>
              <a:gd name="connsiteY30-4000" fmla="*/ 6331735 h 6858000"/>
              <a:gd name="connsiteX31-4001" fmla="*/ 335123 w 1605470"/>
              <a:gd name="connsiteY31-4002" fmla="*/ 6315613 h 6858000"/>
              <a:gd name="connsiteX32-4003" fmla="*/ 385303 w 1605470"/>
              <a:gd name="connsiteY32-4004" fmla="*/ 6171970 h 6858000"/>
              <a:gd name="connsiteX33-4005" fmla="*/ 380910 w 1605470"/>
              <a:gd name="connsiteY33-4006" fmla="*/ 6028119 h 6858000"/>
              <a:gd name="connsiteX34-4007" fmla="*/ 409371 w 1605470"/>
              <a:gd name="connsiteY34-4008" fmla="*/ 5950668 h 6858000"/>
              <a:gd name="connsiteX35-4009" fmla="*/ 442432 w 1605470"/>
              <a:gd name="connsiteY35-4010" fmla="*/ 5934687 h 6858000"/>
              <a:gd name="connsiteX36-4011" fmla="*/ 489472 w 1605470"/>
              <a:gd name="connsiteY36-4012" fmla="*/ 5732419 h 6858000"/>
              <a:gd name="connsiteX37-4013" fmla="*/ 512623 w 1605470"/>
              <a:gd name="connsiteY37-4014" fmla="*/ 5685392 h 6858000"/>
              <a:gd name="connsiteX38-4015" fmla="*/ 510261 w 1605470"/>
              <a:gd name="connsiteY38-4016" fmla="*/ 5634527 h 6858000"/>
              <a:gd name="connsiteX39-4017" fmla="*/ 523992 w 1605470"/>
              <a:gd name="connsiteY39-4018" fmla="*/ 5619557 h 6858000"/>
              <a:gd name="connsiteX40-4019" fmla="*/ 526609 w 1605470"/>
              <a:gd name="connsiteY40-4020" fmla="*/ 5617081 h 6858000"/>
              <a:gd name="connsiteX41-4021" fmla="*/ 531653 w 1605470"/>
              <a:gd name="connsiteY41-4022" fmla="*/ 5604904 h 6858000"/>
              <a:gd name="connsiteX42-4023" fmla="*/ 539863 w 1605470"/>
              <a:gd name="connsiteY42-4024" fmla="*/ 5604298 h 6858000"/>
              <a:gd name="connsiteX43-4025" fmla="*/ 552319 w 1605470"/>
              <a:gd name="connsiteY43-4026" fmla="*/ 5587997 h 6858000"/>
              <a:gd name="connsiteX44-4027" fmla="*/ 559710 w 1605470"/>
              <a:gd name="connsiteY44-4028" fmla="*/ 5564796 h 6858000"/>
              <a:gd name="connsiteX45-4029" fmla="*/ 587214 w 1605470"/>
              <a:gd name="connsiteY45-4030" fmla="*/ 5451511 h 6858000"/>
              <a:gd name="connsiteX46-4031" fmla="*/ 608019 w 1605470"/>
              <a:gd name="connsiteY46-4032" fmla="*/ 5385461 h 6858000"/>
              <a:gd name="connsiteX47-4033" fmla="*/ 622750 w 1605470"/>
              <a:gd name="connsiteY47-4034" fmla="*/ 5363084 h 6858000"/>
              <a:gd name="connsiteX48-4035" fmla="*/ 638731 w 1605470"/>
              <a:gd name="connsiteY48-4036" fmla="*/ 5330009 h 6858000"/>
              <a:gd name="connsiteX49-4037" fmla="*/ 672224 w 1605470"/>
              <a:gd name="connsiteY49-4038" fmla="*/ 5273739 h 6858000"/>
              <a:gd name="connsiteX50-4039" fmla="*/ 681823 w 1605470"/>
              <a:gd name="connsiteY50-4040" fmla="*/ 5241779 h 6858000"/>
              <a:gd name="connsiteX51-4041" fmla="*/ 693049 w 1605470"/>
              <a:gd name="connsiteY51-4042" fmla="*/ 5225268 h 6858000"/>
              <a:gd name="connsiteX52-4043" fmla="*/ 694069 w 1605470"/>
              <a:gd name="connsiteY52-4044" fmla="*/ 5217684 h 6858000"/>
              <a:gd name="connsiteX53-4045" fmla="*/ 701410 w 1605470"/>
              <a:gd name="connsiteY53-4046" fmla="*/ 5193377 h 6858000"/>
              <a:gd name="connsiteX54-4047" fmla="*/ 704713 w 1605470"/>
              <a:gd name="connsiteY54-4048" fmla="*/ 5179288 h 6858000"/>
              <a:gd name="connsiteX55-4049" fmla="*/ 705697 w 1605470"/>
              <a:gd name="connsiteY55-4050" fmla="*/ 5173621 h 6858000"/>
              <a:gd name="connsiteX56-4051" fmla="*/ 701331 w 1605470"/>
              <a:gd name="connsiteY56-4052" fmla="*/ 5159961 h 6858000"/>
              <a:gd name="connsiteX57-4053" fmla="*/ 708008 w 1605470"/>
              <a:gd name="connsiteY57-4054" fmla="*/ 5144295 h 6858000"/>
              <a:gd name="connsiteX58-4055" fmla="*/ 704941 w 1605470"/>
              <a:gd name="connsiteY58-4056" fmla="*/ 5125185 h 6858000"/>
              <a:gd name="connsiteX59-4057" fmla="*/ 711771 w 1605470"/>
              <a:gd name="connsiteY59-4058" fmla="*/ 5121884 h 6858000"/>
              <a:gd name="connsiteX60-4059" fmla="*/ 721092 w 1605470"/>
              <a:gd name="connsiteY60-4060" fmla="*/ 5108383 h 6858000"/>
              <a:gd name="connsiteX61-4061" fmla="*/ 717045 w 1605470"/>
              <a:gd name="connsiteY61-4062" fmla="*/ 5094705 h 6858000"/>
              <a:gd name="connsiteX62-4063" fmla="*/ 718807 w 1605470"/>
              <a:gd name="connsiteY62-4064" fmla="*/ 5067850 h 6858000"/>
              <a:gd name="connsiteX63-4065" fmla="*/ 721538 w 1605470"/>
              <a:gd name="connsiteY63-4066" fmla="*/ 5060861 h 6858000"/>
              <a:gd name="connsiteX64-4067" fmla="*/ 718242 w 1605470"/>
              <a:gd name="connsiteY64-4068" fmla="*/ 5034192 h 6858000"/>
              <a:gd name="connsiteX65-4069" fmla="*/ 719796 w 1605470"/>
              <a:gd name="connsiteY65-4070" fmla="*/ 4993030 h 6858000"/>
              <a:gd name="connsiteX66-4071" fmla="*/ 726705 w 1605470"/>
              <a:gd name="connsiteY66-4072" fmla="*/ 4946844 h 6858000"/>
              <a:gd name="connsiteX67-4073" fmla="*/ 722561 w 1605470"/>
              <a:gd name="connsiteY67-4074" fmla="*/ 4932692 h 6858000"/>
              <a:gd name="connsiteX68-4075" fmla="*/ 724588 w 1605470"/>
              <a:gd name="connsiteY68-4076" fmla="*/ 4845927 h 6858000"/>
              <a:gd name="connsiteX69-4077" fmla="*/ 724935 w 1605470"/>
              <a:gd name="connsiteY69-4078" fmla="*/ 4821504 h 6858000"/>
              <a:gd name="connsiteX70-4079" fmla="*/ 732118 w 1605470"/>
              <a:gd name="connsiteY70-4080" fmla="*/ 4801535 h 6858000"/>
              <a:gd name="connsiteX71-4081" fmla="*/ 739787 w 1605470"/>
              <a:gd name="connsiteY71-4082" fmla="*/ 4797794 h 6858000"/>
              <a:gd name="connsiteX72-4083" fmla="*/ 741081 w 1605470"/>
              <a:gd name="connsiteY72-4084" fmla="*/ 4784526 h 6858000"/>
              <a:gd name="connsiteX73-4085" fmla="*/ 742865 w 1605470"/>
              <a:gd name="connsiteY73-4086" fmla="*/ 4781211 h 6858000"/>
              <a:gd name="connsiteX74-4087" fmla="*/ 751652 w 1605470"/>
              <a:gd name="connsiteY74-4088" fmla="*/ 4761984 h 6858000"/>
              <a:gd name="connsiteX75-4089" fmla="*/ 734671 w 1605470"/>
              <a:gd name="connsiteY75-4090" fmla="*/ 4715631 h 6858000"/>
              <a:gd name="connsiteX76-4091" fmla="*/ 743180 w 1605470"/>
              <a:gd name="connsiteY76-4092" fmla="*/ 4662965 h 6858000"/>
              <a:gd name="connsiteX77-4093" fmla="*/ 729578 w 1605470"/>
              <a:gd name="connsiteY77-4094" fmla="*/ 4456787 h 6858000"/>
              <a:gd name="connsiteX78-4095" fmla="*/ 756542 w 1605470"/>
              <a:gd name="connsiteY78-4096" fmla="*/ 4429138 h 6858000"/>
              <a:gd name="connsiteX79-4097" fmla="*/ 761317 w 1605470"/>
              <a:gd name="connsiteY79-4098" fmla="*/ 4346145 h 6858000"/>
              <a:gd name="connsiteX80-4099" fmla="*/ 715481 w 1605470"/>
              <a:gd name="connsiteY80-4100" fmla="*/ 4214165 h 6858000"/>
              <a:gd name="connsiteX81-4101" fmla="*/ 721848 w 1605470"/>
              <a:gd name="connsiteY81-4102" fmla="*/ 4061253 h 6858000"/>
              <a:gd name="connsiteX82-4103" fmla="*/ 710868 w 1605470"/>
              <a:gd name="connsiteY82-4104" fmla="*/ 4048827 h 6858000"/>
              <a:gd name="connsiteX83-4105" fmla="*/ 704810 w 1605470"/>
              <a:gd name="connsiteY83-4106" fmla="*/ 4033999 h 6858000"/>
              <a:gd name="connsiteX84-4107" fmla="*/ 705959 w 1605470"/>
              <a:gd name="connsiteY84-4108" fmla="*/ 4031933 h 6858000"/>
              <a:gd name="connsiteX85-4109" fmla="*/ 704535 w 1605470"/>
              <a:gd name="connsiteY85-4110" fmla="*/ 4013953 h 6858000"/>
              <a:gd name="connsiteX86-4111" fmla="*/ 700443 w 1605470"/>
              <a:gd name="connsiteY86-4112" fmla="*/ 4010511 h 6858000"/>
              <a:gd name="connsiteX87-4113" fmla="*/ 698282 w 1605470"/>
              <a:gd name="connsiteY87-4114" fmla="*/ 3998331 h 6858000"/>
              <a:gd name="connsiteX88-4115" fmla="*/ 690830 w 1605470"/>
              <a:gd name="connsiteY88-4116" fmla="*/ 3974753 h 6858000"/>
              <a:gd name="connsiteX89-4117" fmla="*/ 692428 w 1605470"/>
              <a:gd name="connsiteY89-4118" fmla="*/ 3969950 h 6858000"/>
              <a:gd name="connsiteX90-4119" fmla="*/ 685850 w 1605470"/>
              <a:gd name="connsiteY90-4120" fmla="*/ 3933779 h 6858000"/>
              <a:gd name="connsiteX91-4121" fmla="*/ 687181 w 1605470"/>
              <a:gd name="connsiteY91-4122" fmla="*/ 3933093 h 6858000"/>
              <a:gd name="connsiteX92-4123" fmla="*/ 691535 w 1605470"/>
              <a:gd name="connsiteY92-4124" fmla="*/ 3922082 h 6858000"/>
              <a:gd name="connsiteX93-4125" fmla="*/ 696613 w 1605470"/>
              <a:gd name="connsiteY93-4126" fmla="*/ 3901461 h 6858000"/>
              <a:gd name="connsiteX94-4127" fmla="*/ 725908 w 1605470"/>
              <a:gd name="connsiteY94-4128" fmla="*/ 3851605 h 6858000"/>
              <a:gd name="connsiteX95-4129" fmla="*/ 719207 w 1605470"/>
              <a:gd name="connsiteY95-4130" fmla="*/ 3813873 h 6858000"/>
              <a:gd name="connsiteX96-4131" fmla="*/ 718632 w 1605470"/>
              <a:gd name="connsiteY96-4132" fmla="*/ 3806161 h 6858000"/>
              <a:gd name="connsiteX97-4133" fmla="*/ 718939 w 1605470"/>
              <a:gd name="connsiteY97-4134" fmla="*/ 3805957 h 6858000"/>
              <a:gd name="connsiteX98-4135" fmla="*/ 718966 w 1605470"/>
              <a:gd name="connsiteY98-4136" fmla="*/ 3797724 h 6858000"/>
              <a:gd name="connsiteX99-4137" fmla="*/ 717581 w 1605470"/>
              <a:gd name="connsiteY99-4138" fmla="*/ 3792098 h 6858000"/>
              <a:gd name="connsiteX100-4139" fmla="*/ 716465 w 1605470"/>
              <a:gd name="connsiteY100-4140" fmla="*/ 3777135 h 6858000"/>
              <a:gd name="connsiteX101-4141" fmla="*/ 718198 w 1605470"/>
              <a:gd name="connsiteY101-4142" fmla="*/ 3771656 h 6858000"/>
              <a:gd name="connsiteX102-4143" fmla="*/ 721941 w 1605470"/>
              <a:gd name="connsiteY102-4144" fmla="*/ 3769007 h 6858000"/>
              <a:gd name="connsiteX103-4145" fmla="*/ 721407 w 1605470"/>
              <a:gd name="connsiteY103-4146" fmla="*/ 3767709 h 6858000"/>
              <a:gd name="connsiteX104-4147" fmla="*/ 730103 w 1605470"/>
              <a:gd name="connsiteY104-4148" fmla="*/ 3738082 h 6858000"/>
              <a:gd name="connsiteX105-4149" fmla="*/ 737449 w 1605470"/>
              <a:gd name="connsiteY105-4150" fmla="*/ 3673397 h 6858000"/>
              <a:gd name="connsiteX106-4151" fmla="*/ 736745 w 1605470"/>
              <a:gd name="connsiteY106-4152" fmla="*/ 3637109 h 6858000"/>
              <a:gd name="connsiteX107-4153" fmla="*/ 740188 w 1605470"/>
              <a:gd name="connsiteY107-4154" fmla="*/ 3536883 h 6858000"/>
              <a:gd name="connsiteX108-4155" fmla="*/ 747726 w 1605470"/>
              <a:gd name="connsiteY108-4156" fmla="*/ 3435652 h 6858000"/>
              <a:gd name="connsiteX109-4157" fmla="*/ 774383 w 1605470"/>
              <a:gd name="connsiteY109-4158" fmla="*/ 3381564 h 6858000"/>
              <a:gd name="connsiteX110-4159" fmla="*/ 774870 w 1605470"/>
              <a:gd name="connsiteY110-4160" fmla="*/ 3375761 h 6858000"/>
              <a:gd name="connsiteX111-4161" fmla="*/ 770510 w 1605470"/>
              <a:gd name="connsiteY111-4162" fmla="*/ 3361844 h 6858000"/>
              <a:gd name="connsiteX112-4163" fmla="*/ 767933 w 1605470"/>
              <a:gd name="connsiteY112-4164" fmla="*/ 3356929 h 6858000"/>
              <a:gd name="connsiteX113-4165" fmla="*/ 766158 w 1605470"/>
              <a:gd name="connsiteY113-4166" fmla="*/ 3349058 h 6858000"/>
              <a:gd name="connsiteX114-4167" fmla="*/ 766414 w 1605470"/>
              <a:gd name="connsiteY114-4168" fmla="*/ 3348763 h 6858000"/>
              <a:gd name="connsiteX115-4169" fmla="*/ 764166 w 1605470"/>
              <a:gd name="connsiteY115-4170" fmla="*/ 3341588 h 6858000"/>
              <a:gd name="connsiteX116-4171" fmla="*/ 749397 w 1605470"/>
              <a:gd name="connsiteY116-4172" fmla="*/ 3307769 h 6858000"/>
              <a:gd name="connsiteX117-4173" fmla="*/ 766960 w 1605470"/>
              <a:gd name="connsiteY117-4174" fmla="*/ 3250522 h 6858000"/>
              <a:gd name="connsiteX118-4175" fmla="*/ 767385 w 1605470"/>
              <a:gd name="connsiteY118-4176" fmla="*/ 3229163 h 6858000"/>
              <a:gd name="connsiteX119-4177" fmla="*/ 769208 w 1605470"/>
              <a:gd name="connsiteY119-4178" fmla="*/ 3217217 h 6858000"/>
              <a:gd name="connsiteX120-4179" fmla="*/ 770350 w 1605470"/>
              <a:gd name="connsiteY120-4180" fmla="*/ 3216125 h 6858000"/>
              <a:gd name="connsiteX121-4181" fmla="*/ 756043 w 1605470"/>
              <a:gd name="connsiteY121-4182" fmla="*/ 3183755 h 6858000"/>
              <a:gd name="connsiteX122-4183" fmla="*/ 756544 w 1605470"/>
              <a:gd name="connsiteY122-4184" fmla="*/ 3178642 h 6858000"/>
              <a:gd name="connsiteX123-4185" fmla="*/ 744144 w 1605470"/>
              <a:gd name="connsiteY123-4186" fmla="*/ 3158586 h 6858000"/>
              <a:gd name="connsiteX124-4187" fmla="*/ 739378 w 1605470"/>
              <a:gd name="connsiteY124-4188" fmla="*/ 3147669 h 6858000"/>
              <a:gd name="connsiteX125-4189" fmla="*/ 734648 w 1605470"/>
              <a:gd name="connsiteY125-4190" fmla="*/ 3145733 h 6858000"/>
              <a:gd name="connsiteX126-4191" fmla="*/ 729329 w 1605470"/>
              <a:gd name="connsiteY126-4192" fmla="*/ 3129034 h 6858000"/>
              <a:gd name="connsiteX127-4193" fmla="*/ 729994 w 1605470"/>
              <a:gd name="connsiteY127-4194" fmla="*/ 3126682 h 6858000"/>
              <a:gd name="connsiteX128-4195" fmla="*/ 720862 w 1605470"/>
              <a:gd name="connsiteY128-4196" fmla="*/ 3114519 h 6858000"/>
              <a:gd name="connsiteX129-4197" fmla="*/ 707471 w 1605470"/>
              <a:gd name="connsiteY129-4198" fmla="*/ 3106272 h 6858000"/>
              <a:gd name="connsiteX130-4199" fmla="*/ 680201 w 1605470"/>
              <a:gd name="connsiteY130-4200" fmla="*/ 2958185 h 6858000"/>
              <a:gd name="connsiteX131-4201" fmla="*/ 596759 w 1605470"/>
              <a:gd name="connsiteY131-4202" fmla="*/ 2762989 h 6858000"/>
              <a:gd name="connsiteX132-4203" fmla="*/ 571733 w 1605470"/>
              <a:gd name="connsiteY132-4204" fmla="*/ 2554718 h 6858000"/>
              <a:gd name="connsiteX133-4205" fmla="*/ 551827 w 1605470"/>
              <a:gd name="connsiteY133-4206" fmla="*/ 2485734 h 6858000"/>
              <a:gd name="connsiteX134-4207" fmla="*/ 525179 w 1605470"/>
              <a:gd name="connsiteY134-4208" fmla="*/ 2447068 h 6858000"/>
              <a:gd name="connsiteX135-4209" fmla="*/ 529511 w 1605470"/>
              <a:gd name="connsiteY135-4210" fmla="*/ 2425819 h 6858000"/>
              <a:gd name="connsiteX136-4211" fmla="*/ 530521 w 1605470"/>
              <a:gd name="connsiteY136-4212" fmla="*/ 2422066 h 6858000"/>
              <a:gd name="connsiteX137-4213" fmla="*/ 528878 w 1605470"/>
              <a:gd name="connsiteY137-4214" fmla="*/ 2408971 h 6858000"/>
              <a:gd name="connsiteX138-4215" fmla="*/ 535510 w 1605470"/>
              <a:gd name="connsiteY138-4216" fmla="*/ 2402874 h 6858000"/>
              <a:gd name="connsiteX139-4217" fmla="*/ 538122 w 1605470"/>
              <a:gd name="connsiteY139-4218" fmla="*/ 2381443 h 6858000"/>
              <a:gd name="connsiteX140-4219" fmla="*/ 514451 w 1605470"/>
              <a:gd name="connsiteY140-4220" fmla="*/ 2261920 h 6858000"/>
              <a:gd name="connsiteX141-4221" fmla="*/ 486968 w 1605470"/>
              <a:gd name="connsiteY141-4222" fmla="*/ 2182937 h 6858000"/>
              <a:gd name="connsiteX142-4223" fmla="*/ 488555 w 1605470"/>
              <a:gd name="connsiteY142-4224" fmla="*/ 2155135 h 6858000"/>
              <a:gd name="connsiteX143-4225" fmla="*/ 486013 w 1605470"/>
              <a:gd name="connsiteY143-4226" fmla="*/ 2118008 h 6858000"/>
              <a:gd name="connsiteX144-4227" fmla="*/ 487006 w 1605470"/>
              <a:gd name="connsiteY144-4228" fmla="*/ 2050531 h 6858000"/>
              <a:gd name="connsiteX145-4229" fmla="*/ 478812 w 1605470"/>
              <a:gd name="connsiteY145-4230" fmla="*/ 1963269 h 6858000"/>
              <a:gd name="connsiteX146-4231" fmla="*/ 442619 w 1605470"/>
              <a:gd name="connsiteY146-4232" fmla="*/ 1910499 h 6858000"/>
              <a:gd name="connsiteX147-4233" fmla="*/ 446785 w 1605470"/>
              <a:gd name="connsiteY147-4234" fmla="*/ 1903212 h 6858000"/>
              <a:gd name="connsiteX148-4235" fmla="*/ 436547 w 1605470"/>
              <a:gd name="connsiteY148-4236" fmla="*/ 1861531 h 6858000"/>
              <a:gd name="connsiteX149-4237" fmla="*/ 390346 w 1605470"/>
              <a:gd name="connsiteY149-4238" fmla="*/ 1732919 h 6858000"/>
              <a:gd name="connsiteX150-4239" fmla="*/ 345287 w 1605470"/>
              <a:gd name="connsiteY150-4240" fmla="*/ 1646953 h 6858000"/>
              <a:gd name="connsiteX151-4241" fmla="*/ 344412 w 1605470"/>
              <a:gd name="connsiteY151-4242" fmla="*/ 1615777 h 6858000"/>
              <a:gd name="connsiteX152-4243" fmla="*/ 342578 w 1605470"/>
              <a:gd name="connsiteY152-4244" fmla="*/ 1563678 h 6858000"/>
              <a:gd name="connsiteX153-4245" fmla="*/ 355658 w 1605470"/>
              <a:gd name="connsiteY153-4246" fmla="*/ 1519474 h 6858000"/>
              <a:gd name="connsiteX154-4247" fmla="*/ 348400 w 1605470"/>
              <a:gd name="connsiteY154-4248" fmla="*/ 1477995 h 6858000"/>
              <a:gd name="connsiteX155-4249" fmla="*/ 328025 w 1605470"/>
              <a:gd name="connsiteY155-4250" fmla="*/ 1475165 h 6858000"/>
              <a:gd name="connsiteX156-4251" fmla="*/ 326326 w 1605470"/>
              <a:gd name="connsiteY156-4252" fmla="*/ 1428585 h 6858000"/>
              <a:gd name="connsiteX157-4253" fmla="*/ 325799 w 1605470"/>
              <a:gd name="connsiteY157-4254" fmla="*/ 1357181 h 6858000"/>
              <a:gd name="connsiteX158-4255" fmla="*/ 320507 w 1605470"/>
              <a:gd name="connsiteY158-4256" fmla="*/ 1347099 h 6858000"/>
              <a:gd name="connsiteX159-4257" fmla="*/ 335347 w 1605470"/>
              <a:gd name="connsiteY159-4258" fmla="*/ 1334233 h 6858000"/>
              <a:gd name="connsiteX160-4259" fmla="*/ 342792 w 1605470"/>
              <a:gd name="connsiteY160-4260" fmla="*/ 1307086 h 6858000"/>
              <a:gd name="connsiteX161-4261" fmla="*/ 343980 w 1605470"/>
              <a:gd name="connsiteY161-4262" fmla="*/ 1189033 h 6858000"/>
              <a:gd name="connsiteX162-4263" fmla="*/ 348665 w 1605470"/>
              <a:gd name="connsiteY162-4264" fmla="*/ 1168288 h 6858000"/>
              <a:gd name="connsiteX163-4265" fmla="*/ 340947 w 1605470"/>
              <a:gd name="connsiteY163-4266" fmla="*/ 1142577 h 6858000"/>
              <a:gd name="connsiteX164-4267" fmla="*/ 330253 w 1605470"/>
              <a:gd name="connsiteY164-4268" fmla="*/ 1088484 h 6858000"/>
              <a:gd name="connsiteX165-4269" fmla="*/ 314647 w 1605470"/>
              <a:gd name="connsiteY165-4270" fmla="*/ 1053424 h 6858000"/>
              <a:gd name="connsiteX166-4271" fmla="*/ 322906 w 1605470"/>
              <a:gd name="connsiteY166-4272" fmla="*/ 1044367 h 6858000"/>
              <a:gd name="connsiteX167-4273" fmla="*/ 326818 w 1605470"/>
              <a:gd name="connsiteY167-4274" fmla="*/ 1022828 h 6858000"/>
              <a:gd name="connsiteX168-4275" fmla="*/ 320445 w 1605470"/>
              <a:gd name="connsiteY168-4276" fmla="*/ 932283 h 6858000"/>
              <a:gd name="connsiteX169-4277" fmla="*/ 322681 w 1605470"/>
              <a:gd name="connsiteY169-4278" fmla="*/ 915925 h 6858000"/>
              <a:gd name="connsiteX170-4279" fmla="*/ 315310 w 1605470"/>
              <a:gd name="connsiteY170-4280" fmla="*/ 896999 h 6858000"/>
              <a:gd name="connsiteX171-4281" fmla="*/ 284718 w 1605470"/>
              <a:gd name="connsiteY171-4282" fmla="*/ 821517 h 6858000"/>
              <a:gd name="connsiteX172-4283" fmla="*/ 263668 w 1605470"/>
              <a:gd name="connsiteY172-4284" fmla="*/ 751353 h 6858000"/>
              <a:gd name="connsiteX173-4285" fmla="*/ 254540 w 1605470"/>
              <a:gd name="connsiteY173-4286" fmla="*/ 741965 h 6858000"/>
              <a:gd name="connsiteX174-4287" fmla="*/ 252501 w 1605470"/>
              <a:gd name="connsiteY174-4288" fmla="*/ 724635 h 6858000"/>
              <a:gd name="connsiteX175-4289" fmla="*/ 248897 w 1605470"/>
              <a:gd name="connsiteY175-4290" fmla="*/ 681659 h 6858000"/>
              <a:gd name="connsiteX176-4291" fmla="*/ 234316 w 1605470"/>
              <a:gd name="connsiteY176-4292" fmla="*/ 635218 h 6858000"/>
              <a:gd name="connsiteX177-4293" fmla="*/ 239327 w 1605470"/>
              <a:gd name="connsiteY177-4294" fmla="*/ 613763 h 6858000"/>
              <a:gd name="connsiteX178-4295" fmla="*/ 225269 w 1605470"/>
              <a:gd name="connsiteY178-4296" fmla="*/ 598582 h 6858000"/>
              <a:gd name="connsiteX179-4297" fmla="*/ 224950 w 1605470"/>
              <a:gd name="connsiteY179-4298" fmla="*/ 576846 h 6858000"/>
              <a:gd name="connsiteX180-4299" fmla="*/ 204632 w 1605470"/>
              <a:gd name="connsiteY180-4300" fmla="*/ 553868 h 6858000"/>
              <a:gd name="connsiteX181-4301" fmla="*/ 239317 w 1605470"/>
              <a:gd name="connsiteY181-4302" fmla="*/ 517614 h 6858000"/>
              <a:gd name="connsiteX182-4303" fmla="*/ 201693 w 1605470"/>
              <a:gd name="connsiteY182-4304" fmla="*/ 469651 h 6858000"/>
              <a:gd name="connsiteX183-4305" fmla="*/ 195012 w 1605470"/>
              <a:gd name="connsiteY183-4306" fmla="*/ 448559 h 6858000"/>
              <a:gd name="connsiteX184-4307" fmla="*/ 201434 w 1605470"/>
              <a:gd name="connsiteY184-4308" fmla="*/ 441529 h 6858000"/>
              <a:gd name="connsiteX185-4309" fmla="*/ 200655 w 1605470"/>
              <a:gd name="connsiteY185-4310" fmla="*/ 428927 h 6858000"/>
              <a:gd name="connsiteX186-4311" fmla="*/ 190059 w 1605470"/>
              <a:gd name="connsiteY186-4312" fmla="*/ 430161 h 6858000"/>
              <a:gd name="connsiteX187-4313" fmla="*/ 184450 w 1605470"/>
              <a:gd name="connsiteY187-4314" fmla="*/ 396240 h 6858000"/>
              <a:gd name="connsiteX188-4315" fmla="*/ 146196 w 1605470"/>
              <a:gd name="connsiteY188-4316" fmla="*/ 358810 h 6858000"/>
              <a:gd name="connsiteX189-4317" fmla="*/ 124571 w 1605470"/>
              <a:gd name="connsiteY189-4318" fmla="*/ 302178 h 6858000"/>
              <a:gd name="connsiteX190-4319" fmla="*/ 103243 w 1605470"/>
              <a:gd name="connsiteY190-4320" fmla="*/ 211375 h 6858000"/>
              <a:gd name="connsiteX191-4321" fmla="*/ 94571 w 1605470"/>
              <a:gd name="connsiteY191-4322" fmla="*/ 184179 h 6858000"/>
              <a:gd name="connsiteX192-4323" fmla="*/ 13437 w 1605470"/>
              <a:gd name="connsiteY192-4324" fmla="*/ 19287 h 6858000"/>
              <a:gd name="connsiteX193-4325" fmla="*/ 0 w 1605470"/>
              <a:gd name="connsiteY193-4326" fmla="*/ 0 h 6858000"/>
              <a:gd name="connsiteX0-4327" fmla="*/ 0 w 1605470"/>
              <a:gd name="connsiteY0-4328" fmla="*/ 0 h 6858000"/>
              <a:gd name="connsiteX1-4329" fmla="*/ 1605470 w 1605470"/>
              <a:gd name="connsiteY1-4330" fmla="*/ 0 h 6858000"/>
              <a:gd name="connsiteX2-4331" fmla="*/ 1605470 w 1605470"/>
              <a:gd name="connsiteY2-4332" fmla="*/ 6858000 h 6858000"/>
              <a:gd name="connsiteX3-4333" fmla="*/ 154105 w 1605470"/>
              <a:gd name="connsiteY3-4334" fmla="*/ 6858000 h 6858000"/>
              <a:gd name="connsiteX4-4335" fmla="*/ 154246 w 1605470"/>
              <a:gd name="connsiteY4-4336" fmla="*/ 6857735 h 6858000"/>
              <a:gd name="connsiteX5-4337" fmla="*/ 166295 w 1605470"/>
              <a:gd name="connsiteY5-4338" fmla="*/ 6809549 h 6858000"/>
              <a:gd name="connsiteX6-4339" fmla="*/ 198506 w 1605470"/>
              <a:gd name="connsiteY6-4340" fmla="*/ 6715115 h 6858000"/>
              <a:gd name="connsiteX7-4341" fmla="*/ 208357 w 1605470"/>
              <a:gd name="connsiteY7-4342" fmla="*/ 6680170 h 6858000"/>
              <a:gd name="connsiteX8-4343" fmla="*/ 233907 w 1605470"/>
              <a:gd name="connsiteY8-4344" fmla="*/ 6621207 h 6858000"/>
              <a:gd name="connsiteX9-4345" fmla="*/ 250564 w 1605470"/>
              <a:gd name="connsiteY9-4346" fmla="*/ 6596265 h 6858000"/>
              <a:gd name="connsiteX10-4347" fmla="*/ 250443 w 1605470"/>
              <a:gd name="connsiteY10-4348" fmla="*/ 6594818 h 6858000"/>
              <a:gd name="connsiteX11-4349" fmla="*/ 254688 w 1605470"/>
              <a:gd name="connsiteY11-4350" fmla="*/ 6593735 h 6858000"/>
              <a:gd name="connsiteX12-4351" fmla="*/ 257885 w 1605470"/>
              <a:gd name="connsiteY12-4352" fmla="*/ 6589172 h 6858000"/>
              <a:gd name="connsiteX13-4353" fmla="*/ 261179 w 1605470"/>
              <a:gd name="connsiteY13-4354" fmla="*/ 6574442 h 6858000"/>
              <a:gd name="connsiteX14-4355" fmla="*/ 261519 w 1605470"/>
              <a:gd name="connsiteY14-4356" fmla="*/ 6568530 h 6858000"/>
              <a:gd name="connsiteX15-4357" fmla="*/ 263928 w 1605470"/>
              <a:gd name="connsiteY15-4358" fmla="*/ 6560674 h 6858000"/>
              <a:gd name="connsiteX16-4359" fmla="*/ 264273 w 1605470"/>
              <a:gd name="connsiteY16-4360" fmla="*/ 6560598 h 6858000"/>
              <a:gd name="connsiteX17-4361" fmla="*/ 265970 w 1605470"/>
              <a:gd name="connsiteY17-4362" fmla="*/ 6553006 h 6858000"/>
              <a:gd name="connsiteX18-4363" fmla="*/ 270666 w 1605470"/>
              <a:gd name="connsiteY18-4364" fmla="*/ 6514360 h 6858000"/>
              <a:gd name="connsiteX19-4365" fmla="*/ 312320 w 1605470"/>
              <a:gd name="connsiteY19-4366" fmla="*/ 6478062 h 6858000"/>
              <a:gd name="connsiteX20-4367" fmla="*/ 323009 w 1605470"/>
              <a:gd name="connsiteY20-4368" fmla="*/ 6460325 h 6858000"/>
              <a:gd name="connsiteX21-4369" fmla="*/ 330242 w 1605470"/>
              <a:gd name="connsiteY21-4370" fmla="*/ 6451488 h 6858000"/>
              <a:gd name="connsiteX22-4371" fmla="*/ 331677 w 1605470"/>
              <a:gd name="connsiteY22-4372" fmla="*/ 6451348 h 6858000"/>
              <a:gd name="connsiteX23-4373" fmla="*/ 336035 w 1605470"/>
              <a:gd name="connsiteY23-4374" fmla="*/ 6414240 h 6858000"/>
              <a:gd name="connsiteX24-4375" fmla="*/ 338911 w 1605470"/>
              <a:gd name="connsiteY24-4376" fmla="*/ 6410269 h 6858000"/>
              <a:gd name="connsiteX25-4377" fmla="*/ 338811 w 1605470"/>
              <a:gd name="connsiteY25-4378" fmla="*/ 6384857 h 6858000"/>
              <a:gd name="connsiteX26-4379" fmla="*/ 340328 w 1605470"/>
              <a:gd name="connsiteY26-4380" fmla="*/ 6372381 h 6858000"/>
              <a:gd name="connsiteX27-4381" fmla="*/ 337522 w 1605470"/>
              <a:gd name="connsiteY27-4382" fmla="*/ 6367510 h 6858000"/>
              <a:gd name="connsiteX28-4383" fmla="*/ 341402 w 1605470"/>
              <a:gd name="connsiteY28-4384" fmla="*/ 6349778 h 6858000"/>
              <a:gd name="connsiteX29-4385" fmla="*/ 343067 w 1605470"/>
              <a:gd name="connsiteY29-4386" fmla="*/ 6348250 h 6858000"/>
              <a:gd name="connsiteX30-4387" fmla="*/ 341730 w 1605470"/>
              <a:gd name="connsiteY30-4388" fmla="*/ 6331735 h 6858000"/>
              <a:gd name="connsiteX31-4389" fmla="*/ 335123 w 1605470"/>
              <a:gd name="connsiteY31-4390" fmla="*/ 6315613 h 6858000"/>
              <a:gd name="connsiteX32-4391" fmla="*/ 385303 w 1605470"/>
              <a:gd name="connsiteY32-4392" fmla="*/ 6171970 h 6858000"/>
              <a:gd name="connsiteX33-4393" fmla="*/ 380910 w 1605470"/>
              <a:gd name="connsiteY33-4394" fmla="*/ 6028119 h 6858000"/>
              <a:gd name="connsiteX34-4395" fmla="*/ 409371 w 1605470"/>
              <a:gd name="connsiteY34-4396" fmla="*/ 5950668 h 6858000"/>
              <a:gd name="connsiteX35-4397" fmla="*/ 442432 w 1605470"/>
              <a:gd name="connsiteY35-4398" fmla="*/ 5934687 h 6858000"/>
              <a:gd name="connsiteX36-4399" fmla="*/ 489472 w 1605470"/>
              <a:gd name="connsiteY36-4400" fmla="*/ 5732419 h 6858000"/>
              <a:gd name="connsiteX37-4401" fmla="*/ 512623 w 1605470"/>
              <a:gd name="connsiteY37-4402" fmla="*/ 5685392 h 6858000"/>
              <a:gd name="connsiteX38-4403" fmla="*/ 510261 w 1605470"/>
              <a:gd name="connsiteY38-4404" fmla="*/ 5634527 h 6858000"/>
              <a:gd name="connsiteX39-4405" fmla="*/ 523992 w 1605470"/>
              <a:gd name="connsiteY39-4406" fmla="*/ 5619557 h 6858000"/>
              <a:gd name="connsiteX40-4407" fmla="*/ 526609 w 1605470"/>
              <a:gd name="connsiteY40-4408" fmla="*/ 5617081 h 6858000"/>
              <a:gd name="connsiteX41-4409" fmla="*/ 531653 w 1605470"/>
              <a:gd name="connsiteY41-4410" fmla="*/ 5604904 h 6858000"/>
              <a:gd name="connsiteX42-4411" fmla="*/ 539863 w 1605470"/>
              <a:gd name="connsiteY42-4412" fmla="*/ 5604298 h 6858000"/>
              <a:gd name="connsiteX43-4413" fmla="*/ 552319 w 1605470"/>
              <a:gd name="connsiteY43-4414" fmla="*/ 5587997 h 6858000"/>
              <a:gd name="connsiteX44-4415" fmla="*/ 559710 w 1605470"/>
              <a:gd name="connsiteY44-4416" fmla="*/ 5564796 h 6858000"/>
              <a:gd name="connsiteX45-4417" fmla="*/ 587214 w 1605470"/>
              <a:gd name="connsiteY45-4418" fmla="*/ 5451511 h 6858000"/>
              <a:gd name="connsiteX46-4419" fmla="*/ 608019 w 1605470"/>
              <a:gd name="connsiteY46-4420" fmla="*/ 5385461 h 6858000"/>
              <a:gd name="connsiteX47-4421" fmla="*/ 622750 w 1605470"/>
              <a:gd name="connsiteY47-4422" fmla="*/ 5363084 h 6858000"/>
              <a:gd name="connsiteX48-4423" fmla="*/ 638731 w 1605470"/>
              <a:gd name="connsiteY48-4424" fmla="*/ 5330009 h 6858000"/>
              <a:gd name="connsiteX49-4425" fmla="*/ 672224 w 1605470"/>
              <a:gd name="connsiteY49-4426" fmla="*/ 5273739 h 6858000"/>
              <a:gd name="connsiteX50-4427" fmla="*/ 681823 w 1605470"/>
              <a:gd name="connsiteY50-4428" fmla="*/ 5241779 h 6858000"/>
              <a:gd name="connsiteX51-4429" fmla="*/ 693049 w 1605470"/>
              <a:gd name="connsiteY51-4430" fmla="*/ 5225268 h 6858000"/>
              <a:gd name="connsiteX52-4431" fmla="*/ 694069 w 1605470"/>
              <a:gd name="connsiteY52-4432" fmla="*/ 5217684 h 6858000"/>
              <a:gd name="connsiteX53-4433" fmla="*/ 701410 w 1605470"/>
              <a:gd name="connsiteY53-4434" fmla="*/ 5193377 h 6858000"/>
              <a:gd name="connsiteX54-4435" fmla="*/ 704713 w 1605470"/>
              <a:gd name="connsiteY54-4436" fmla="*/ 5179288 h 6858000"/>
              <a:gd name="connsiteX55-4437" fmla="*/ 705697 w 1605470"/>
              <a:gd name="connsiteY55-4438" fmla="*/ 5173621 h 6858000"/>
              <a:gd name="connsiteX56-4439" fmla="*/ 701331 w 1605470"/>
              <a:gd name="connsiteY56-4440" fmla="*/ 5159961 h 6858000"/>
              <a:gd name="connsiteX57-4441" fmla="*/ 708008 w 1605470"/>
              <a:gd name="connsiteY57-4442" fmla="*/ 5144295 h 6858000"/>
              <a:gd name="connsiteX58-4443" fmla="*/ 704941 w 1605470"/>
              <a:gd name="connsiteY58-4444" fmla="*/ 5125185 h 6858000"/>
              <a:gd name="connsiteX59-4445" fmla="*/ 711771 w 1605470"/>
              <a:gd name="connsiteY59-4446" fmla="*/ 5121884 h 6858000"/>
              <a:gd name="connsiteX60-4447" fmla="*/ 721092 w 1605470"/>
              <a:gd name="connsiteY60-4448" fmla="*/ 5108383 h 6858000"/>
              <a:gd name="connsiteX61-4449" fmla="*/ 717045 w 1605470"/>
              <a:gd name="connsiteY61-4450" fmla="*/ 5094705 h 6858000"/>
              <a:gd name="connsiteX62-4451" fmla="*/ 718807 w 1605470"/>
              <a:gd name="connsiteY62-4452" fmla="*/ 5067850 h 6858000"/>
              <a:gd name="connsiteX63-4453" fmla="*/ 721538 w 1605470"/>
              <a:gd name="connsiteY63-4454" fmla="*/ 5060861 h 6858000"/>
              <a:gd name="connsiteX64-4455" fmla="*/ 718242 w 1605470"/>
              <a:gd name="connsiteY64-4456" fmla="*/ 5034192 h 6858000"/>
              <a:gd name="connsiteX65-4457" fmla="*/ 719796 w 1605470"/>
              <a:gd name="connsiteY65-4458" fmla="*/ 4993030 h 6858000"/>
              <a:gd name="connsiteX66-4459" fmla="*/ 726705 w 1605470"/>
              <a:gd name="connsiteY66-4460" fmla="*/ 4946844 h 6858000"/>
              <a:gd name="connsiteX67-4461" fmla="*/ 722561 w 1605470"/>
              <a:gd name="connsiteY67-4462" fmla="*/ 4932692 h 6858000"/>
              <a:gd name="connsiteX68-4463" fmla="*/ 724588 w 1605470"/>
              <a:gd name="connsiteY68-4464" fmla="*/ 4845927 h 6858000"/>
              <a:gd name="connsiteX69-4465" fmla="*/ 724935 w 1605470"/>
              <a:gd name="connsiteY69-4466" fmla="*/ 4821504 h 6858000"/>
              <a:gd name="connsiteX70-4467" fmla="*/ 732118 w 1605470"/>
              <a:gd name="connsiteY70-4468" fmla="*/ 4801535 h 6858000"/>
              <a:gd name="connsiteX71-4469" fmla="*/ 739787 w 1605470"/>
              <a:gd name="connsiteY71-4470" fmla="*/ 4797794 h 6858000"/>
              <a:gd name="connsiteX72-4471" fmla="*/ 741081 w 1605470"/>
              <a:gd name="connsiteY72-4472" fmla="*/ 4784526 h 6858000"/>
              <a:gd name="connsiteX73-4473" fmla="*/ 742865 w 1605470"/>
              <a:gd name="connsiteY73-4474" fmla="*/ 4781211 h 6858000"/>
              <a:gd name="connsiteX74-4475" fmla="*/ 751652 w 1605470"/>
              <a:gd name="connsiteY74-4476" fmla="*/ 4761984 h 6858000"/>
              <a:gd name="connsiteX75-4477" fmla="*/ 734671 w 1605470"/>
              <a:gd name="connsiteY75-4478" fmla="*/ 4715631 h 6858000"/>
              <a:gd name="connsiteX76-4479" fmla="*/ 743180 w 1605470"/>
              <a:gd name="connsiteY76-4480" fmla="*/ 4662965 h 6858000"/>
              <a:gd name="connsiteX77-4481" fmla="*/ 729578 w 1605470"/>
              <a:gd name="connsiteY77-4482" fmla="*/ 4456787 h 6858000"/>
              <a:gd name="connsiteX78-4483" fmla="*/ 756542 w 1605470"/>
              <a:gd name="connsiteY78-4484" fmla="*/ 4429138 h 6858000"/>
              <a:gd name="connsiteX79-4485" fmla="*/ 761317 w 1605470"/>
              <a:gd name="connsiteY79-4486" fmla="*/ 4346145 h 6858000"/>
              <a:gd name="connsiteX80-4487" fmla="*/ 715481 w 1605470"/>
              <a:gd name="connsiteY80-4488" fmla="*/ 4214165 h 6858000"/>
              <a:gd name="connsiteX81-4489" fmla="*/ 721848 w 1605470"/>
              <a:gd name="connsiteY81-4490" fmla="*/ 4061253 h 6858000"/>
              <a:gd name="connsiteX82-4491" fmla="*/ 710868 w 1605470"/>
              <a:gd name="connsiteY82-4492" fmla="*/ 4048827 h 6858000"/>
              <a:gd name="connsiteX83-4493" fmla="*/ 704810 w 1605470"/>
              <a:gd name="connsiteY83-4494" fmla="*/ 4033999 h 6858000"/>
              <a:gd name="connsiteX84-4495" fmla="*/ 705959 w 1605470"/>
              <a:gd name="connsiteY84-4496" fmla="*/ 4031933 h 6858000"/>
              <a:gd name="connsiteX85-4497" fmla="*/ 704535 w 1605470"/>
              <a:gd name="connsiteY85-4498" fmla="*/ 4013953 h 6858000"/>
              <a:gd name="connsiteX86-4499" fmla="*/ 700443 w 1605470"/>
              <a:gd name="connsiteY86-4500" fmla="*/ 4010511 h 6858000"/>
              <a:gd name="connsiteX87-4501" fmla="*/ 698282 w 1605470"/>
              <a:gd name="connsiteY87-4502" fmla="*/ 3998331 h 6858000"/>
              <a:gd name="connsiteX88-4503" fmla="*/ 690830 w 1605470"/>
              <a:gd name="connsiteY88-4504" fmla="*/ 3974753 h 6858000"/>
              <a:gd name="connsiteX89-4505" fmla="*/ 692428 w 1605470"/>
              <a:gd name="connsiteY89-4506" fmla="*/ 3969950 h 6858000"/>
              <a:gd name="connsiteX90-4507" fmla="*/ 685850 w 1605470"/>
              <a:gd name="connsiteY90-4508" fmla="*/ 3933779 h 6858000"/>
              <a:gd name="connsiteX91-4509" fmla="*/ 687181 w 1605470"/>
              <a:gd name="connsiteY91-4510" fmla="*/ 3933093 h 6858000"/>
              <a:gd name="connsiteX92-4511" fmla="*/ 691535 w 1605470"/>
              <a:gd name="connsiteY92-4512" fmla="*/ 3922082 h 6858000"/>
              <a:gd name="connsiteX93-4513" fmla="*/ 696613 w 1605470"/>
              <a:gd name="connsiteY93-4514" fmla="*/ 3901461 h 6858000"/>
              <a:gd name="connsiteX94-4515" fmla="*/ 725908 w 1605470"/>
              <a:gd name="connsiteY94-4516" fmla="*/ 3851605 h 6858000"/>
              <a:gd name="connsiteX95-4517" fmla="*/ 719207 w 1605470"/>
              <a:gd name="connsiteY95-4518" fmla="*/ 3813873 h 6858000"/>
              <a:gd name="connsiteX96-4519" fmla="*/ 718632 w 1605470"/>
              <a:gd name="connsiteY96-4520" fmla="*/ 3806161 h 6858000"/>
              <a:gd name="connsiteX97-4521" fmla="*/ 718939 w 1605470"/>
              <a:gd name="connsiteY97-4522" fmla="*/ 3805957 h 6858000"/>
              <a:gd name="connsiteX98-4523" fmla="*/ 718966 w 1605470"/>
              <a:gd name="connsiteY98-4524" fmla="*/ 3797724 h 6858000"/>
              <a:gd name="connsiteX99-4525" fmla="*/ 717581 w 1605470"/>
              <a:gd name="connsiteY99-4526" fmla="*/ 3792098 h 6858000"/>
              <a:gd name="connsiteX100-4527" fmla="*/ 716465 w 1605470"/>
              <a:gd name="connsiteY100-4528" fmla="*/ 3777135 h 6858000"/>
              <a:gd name="connsiteX101-4529" fmla="*/ 718198 w 1605470"/>
              <a:gd name="connsiteY101-4530" fmla="*/ 3771656 h 6858000"/>
              <a:gd name="connsiteX102-4531" fmla="*/ 721941 w 1605470"/>
              <a:gd name="connsiteY102-4532" fmla="*/ 3769007 h 6858000"/>
              <a:gd name="connsiteX103-4533" fmla="*/ 721407 w 1605470"/>
              <a:gd name="connsiteY103-4534" fmla="*/ 3767709 h 6858000"/>
              <a:gd name="connsiteX104-4535" fmla="*/ 730103 w 1605470"/>
              <a:gd name="connsiteY104-4536" fmla="*/ 3738082 h 6858000"/>
              <a:gd name="connsiteX105-4537" fmla="*/ 737449 w 1605470"/>
              <a:gd name="connsiteY105-4538" fmla="*/ 3673397 h 6858000"/>
              <a:gd name="connsiteX106-4539" fmla="*/ 736745 w 1605470"/>
              <a:gd name="connsiteY106-4540" fmla="*/ 3637109 h 6858000"/>
              <a:gd name="connsiteX107-4541" fmla="*/ 740188 w 1605470"/>
              <a:gd name="connsiteY107-4542" fmla="*/ 3536883 h 6858000"/>
              <a:gd name="connsiteX108-4543" fmla="*/ 747726 w 1605470"/>
              <a:gd name="connsiteY108-4544" fmla="*/ 3435652 h 6858000"/>
              <a:gd name="connsiteX109-4545" fmla="*/ 774383 w 1605470"/>
              <a:gd name="connsiteY109-4546" fmla="*/ 3381564 h 6858000"/>
              <a:gd name="connsiteX110-4547" fmla="*/ 774870 w 1605470"/>
              <a:gd name="connsiteY110-4548" fmla="*/ 3375761 h 6858000"/>
              <a:gd name="connsiteX111-4549" fmla="*/ 770510 w 1605470"/>
              <a:gd name="connsiteY111-4550" fmla="*/ 3361844 h 6858000"/>
              <a:gd name="connsiteX112-4551" fmla="*/ 767933 w 1605470"/>
              <a:gd name="connsiteY112-4552" fmla="*/ 3356929 h 6858000"/>
              <a:gd name="connsiteX113-4553" fmla="*/ 766158 w 1605470"/>
              <a:gd name="connsiteY113-4554" fmla="*/ 3349058 h 6858000"/>
              <a:gd name="connsiteX114-4555" fmla="*/ 766414 w 1605470"/>
              <a:gd name="connsiteY114-4556" fmla="*/ 3348763 h 6858000"/>
              <a:gd name="connsiteX115-4557" fmla="*/ 764166 w 1605470"/>
              <a:gd name="connsiteY115-4558" fmla="*/ 3341588 h 6858000"/>
              <a:gd name="connsiteX116-4559" fmla="*/ 749397 w 1605470"/>
              <a:gd name="connsiteY116-4560" fmla="*/ 3307769 h 6858000"/>
              <a:gd name="connsiteX117-4561" fmla="*/ 766960 w 1605470"/>
              <a:gd name="connsiteY117-4562" fmla="*/ 3250522 h 6858000"/>
              <a:gd name="connsiteX118-4563" fmla="*/ 767385 w 1605470"/>
              <a:gd name="connsiteY118-4564" fmla="*/ 3229163 h 6858000"/>
              <a:gd name="connsiteX119-4565" fmla="*/ 769208 w 1605470"/>
              <a:gd name="connsiteY119-4566" fmla="*/ 3217217 h 6858000"/>
              <a:gd name="connsiteX120-4567" fmla="*/ 770350 w 1605470"/>
              <a:gd name="connsiteY120-4568" fmla="*/ 3216125 h 6858000"/>
              <a:gd name="connsiteX121-4569" fmla="*/ 756043 w 1605470"/>
              <a:gd name="connsiteY121-4570" fmla="*/ 3183755 h 6858000"/>
              <a:gd name="connsiteX122-4571" fmla="*/ 756544 w 1605470"/>
              <a:gd name="connsiteY122-4572" fmla="*/ 3178642 h 6858000"/>
              <a:gd name="connsiteX123-4573" fmla="*/ 744144 w 1605470"/>
              <a:gd name="connsiteY123-4574" fmla="*/ 3158586 h 6858000"/>
              <a:gd name="connsiteX124-4575" fmla="*/ 739378 w 1605470"/>
              <a:gd name="connsiteY124-4576" fmla="*/ 3147669 h 6858000"/>
              <a:gd name="connsiteX125-4577" fmla="*/ 734648 w 1605470"/>
              <a:gd name="connsiteY125-4578" fmla="*/ 3145733 h 6858000"/>
              <a:gd name="connsiteX126-4579" fmla="*/ 729329 w 1605470"/>
              <a:gd name="connsiteY126-4580" fmla="*/ 3129034 h 6858000"/>
              <a:gd name="connsiteX127-4581" fmla="*/ 729994 w 1605470"/>
              <a:gd name="connsiteY127-4582" fmla="*/ 3126682 h 6858000"/>
              <a:gd name="connsiteX128-4583" fmla="*/ 720862 w 1605470"/>
              <a:gd name="connsiteY128-4584" fmla="*/ 3114519 h 6858000"/>
              <a:gd name="connsiteX129-4585" fmla="*/ 707471 w 1605470"/>
              <a:gd name="connsiteY129-4586" fmla="*/ 3106272 h 6858000"/>
              <a:gd name="connsiteX130-4587" fmla="*/ 680201 w 1605470"/>
              <a:gd name="connsiteY130-4588" fmla="*/ 2958185 h 6858000"/>
              <a:gd name="connsiteX131-4589" fmla="*/ 596759 w 1605470"/>
              <a:gd name="connsiteY131-4590" fmla="*/ 2762989 h 6858000"/>
              <a:gd name="connsiteX132-4591" fmla="*/ 571733 w 1605470"/>
              <a:gd name="connsiteY132-4592" fmla="*/ 2554718 h 6858000"/>
              <a:gd name="connsiteX133-4593" fmla="*/ 551827 w 1605470"/>
              <a:gd name="connsiteY133-4594" fmla="*/ 2485734 h 6858000"/>
              <a:gd name="connsiteX134-4595" fmla="*/ 525179 w 1605470"/>
              <a:gd name="connsiteY134-4596" fmla="*/ 2447068 h 6858000"/>
              <a:gd name="connsiteX135-4597" fmla="*/ 529511 w 1605470"/>
              <a:gd name="connsiteY135-4598" fmla="*/ 2425819 h 6858000"/>
              <a:gd name="connsiteX136-4599" fmla="*/ 530521 w 1605470"/>
              <a:gd name="connsiteY136-4600" fmla="*/ 2422066 h 6858000"/>
              <a:gd name="connsiteX137-4601" fmla="*/ 528878 w 1605470"/>
              <a:gd name="connsiteY137-4602" fmla="*/ 2408971 h 6858000"/>
              <a:gd name="connsiteX138-4603" fmla="*/ 535510 w 1605470"/>
              <a:gd name="connsiteY138-4604" fmla="*/ 2402874 h 6858000"/>
              <a:gd name="connsiteX139-4605" fmla="*/ 538122 w 1605470"/>
              <a:gd name="connsiteY139-4606" fmla="*/ 2381443 h 6858000"/>
              <a:gd name="connsiteX140-4607" fmla="*/ 514451 w 1605470"/>
              <a:gd name="connsiteY140-4608" fmla="*/ 2261920 h 6858000"/>
              <a:gd name="connsiteX141-4609" fmla="*/ 486968 w 1605470"/>
              <a:gd name="connsiteY141-4610" fmla="*/ 2182937 h 6858000"/>
              <a:gd name="connsiteX142-4611" fmla="*/ 488555 w 1605470"/>
              <a:gd name="connsiteY142-4612" fmla="*/ 2155135 h 6858000"/>
              <a:gd name="connsiteX143-4613" fmla="*/ 486013 w 1605470"/>
              <a:gd name="connsiteY143-4614" fmla="*/ 2118008 h 6858000"/>
              <a:gd name="connsiteX144-4615" fmla="*/ 487006 w 1605470"/>
              <a:gd name="connsiteY144-4616" fmla="*/ 2050531 h 6858000"/>
              <a:gd name="connsiteX145-4617" fmla="*/ 478812 w 1605470"/>
              <a:gd name="connsiteY145-4618" fmla="*/ 1963269 h 6858000"/>
              <a:gd name="connsiteX146-4619" fmla="*/ 442619 w 1605470"/>
              <a:gd name="connsiteY146-4620" fmla="*/ 1910499 h 6858000"/>
              <a:gd name="connsiteX147-4621" fmla="*/ 446785 w 1605470"/>
              <a:gd name="connsiteY147-4622" fmla="*/ 1903212 h 6858000"/>
              <a:gd name="connsiteX148-4623" fmla="*/ 436547 w 1605470"/>
              <a:gd name="connsiteY148-4624" fmla="*/ 1861531 h 6858000"/>
              <a:gd name="connsiteX149-4625" fmla="*/ 390346 w 1605470"/>
              <a:gd name="connsiteY149-4626" fmla="*/ 1732919 h 6858000"/>
              <a:gd name="connsiteX150-4627" fmla="*/ 345287 w 1605470"/>
              <a:gd name="connsiteY150-4628" fmla="*/ 1646953 h 6858000"/>
              <a:gd name="connsiteX151-4629" fmla="*/ 344412 w 1605470"/>
              <a:gd name="connsiteY151-4630" fmla="*/ 1615777 h 6858000"/>
              <a:gd name="connsiteX152-4631" fmla="*/ 342578 w 1605470"/>
              <a:gd name="connsiteY152-4632" fmla="*/ 1563678 h 6858000"/>
              <a:gd name="connsiteX153-4633" fmla="*/ 355658 w 1605470"/>
              <a:gd name="connsiteY153-4634" fmla="*/ 1519474 h 6858000"/>
              <a:gd name="connsiteX154-4635" fmla="*/ 348400 w 1605470"/>
              <a:gd name="connsiteY154-4636" fmla="*/ 1477995 h 6858000"/>
              <a:gd name="connsiteX155-4637" fmla="*/ 326326 w 1605470"/>
              <a:gd name="connsiteY155-4638" fmla="*/ 1428585 h 6858000"/>
              <a:gd name="connsiteX156-4639" fmla="*/ 325799 w 1605470"/>
              <a:gd name="connsiteY156-4640" fmla="*/ 1357181 h 6858000"/>
              <a:gd name="connsiteX157-4641" fmla="*/ 320507 w 1605470"/>
              <a:gd name="connsiteY157-4642" fmla="*/ 1347099 h 6858000"/>
              <a:gd name="connsiteX158-4643" fmla="*/ 335347 w 1605470"/>
              <a:gd name="connsiteY158-4644" fmla="*/ 1334233 h 6858000"/>
              <a:gd name="connsiteX159-4645" fmla="*/ 342792 w 1605470"/>
              <a:gd name="connsiteY159-4646" fmla="*/ 1307086 h 6858000"/>
              <a:gd name="connsiteX160-4647" fmla="*/ 343980 w 1605470"/>
              <a:gd name="connsiteY160-4648" fmla="*/ 1189033 h 6858000"/>
              <a:gd name="connsiteX161-4649" fmla="*/ 348665 w 1605470"/>
              <a:gd name="connsiteY161-4650" fmla="*/ 1168288 h 6858000"/>
              <a:gd name="connsiteX162-4651" fmla="*/ 340947 w 1605470"/>
              <a:gd name="connsiteY162-4652" fmla="*/ 1142577 h 6858000"/>
              <a:gd name="connsiteX163-4653" fmla="*/ 330253 w 1605470"/>
              <a:gd name="connsiteY163-4654" fmla="*/ 1088484 h 6858000"/>
              <a:gd name="connsiteX164-4655" fmla="*/ 314647 w 1605470"/>
              <a:gd name="connsiteY164-4656" fmla="*/ 1053424 h 6858000"/>
              <a:gd name="connsiteX165-4657" fmla="*/ 322906 w 1605470"/>
              <a:gd name="connsiteY165-4658" fmla="*/ 1044367 h 6858000"/>
              <a:gd name="connsiteX166-4659" fmla="*/ 326818 w 1605470"/>
              <a:gd name="connsiteY166-4660" fmla="*/ 1022828 h 6858000"/>
              <a:gd name="connsiteX167-4661" fmla="*/ 320445 w 1605470"/>
              <a:gd name="connsiteY167-4662" fmla="*/ 932283 h 6858000"/>
              <a:gd name="connsiteX168-4663" fmla="*/ 322681 w 1605470"/>
              <a:gd name="connsiteY168-4664" fmla="*/ 915925 h 6858000"/>
              <a:gd name="connsiteX169-4665" fmla="*/ 315310 w 1605470"/>
              <a:gd name="connsiteY169-4666" fmla="*/ 896999 h 6858000"/>
              <a:gd name="connsiteX170-4667" fmla="*/ 284718 w 1605470"/>
              <a:gd name="connsiteY170-4668" fmla="*/ 821517 h 6858000"/>
              <a:gd name="connsiteX171-4669" fmla="*/ 263668 w 1605470"/>
              <a:gd name="connsiteY171-4670" fmla="*/ 751353 h 6858000"/>
              <a:gd name="connsiteX172-4671" fmla="*/ 254540 w 1605470"/>
              <a:gd name="connsiteY172-4672" fmla="*/ 741965 h 6858000"/>
              <a:gd name="connsiteX173-4673" fmla="*/ 252501 w 1605470"/>
              <a:gd name="connsiteY173-4674" fmla="*/ 724635 h 6858000"/>
              <a:gd name="connsiteX174-4675" fmla="*/ 248897 w 1605470"/>
              <a:gd name="connsiteY174-4676" fmla="*/ 681659 h 6858000"/>
              <a:gd name="connsiteX175-4677" fmla="*/ 234316 w 1605470"/>
              <a:gd name="connsiteY175-4678" fmla="*/ 635218 h 6858000"/>
              <a:gd name="connsiteX176-4679" fmla="*/ 239327 w 1605470"/>
              <a:gd name="connsiteY176-4680" fmla="*/ 613763 h 6858000"/>
              <a:gd name="connsiteX177-4681" fmla="*/ 225269 w 1605470"/>
              <a:gd name="connsiteY177-4682" fmla="*/ 598582 h 6858000"/>
              <a:gd name="connsiteX178-4683" fmla="*/ 224950 w 1605470"/>
              <a:gd name="connsiteY178-4684" fmla="*/ 576846 h 6858000"/>
              <a:gd name="connsiteX179-4685" fmla="*/ 204632 w 1605470"/>
              <a:gd name="connsiteY179-4686" fmla="*/ 553868 h 6858000"/>
              <a:gd name="connsiteX180-4687" fmla="*/ 239317 w 1605470"/>
              <a:gd name="connsiteY180-4688" fmla="*/ 517614 h 6858000"/>
              <a:gd name="connsiteX181-4689" fmla="*/ 201693 w 1605470"/>
              <a:gd name="connsiteY181-4690" fmla="*/ 469651 h 6858000"/>
              <a:gd name="connsiteX182-4691" fmla="*/ 195012 w 1605470"/>
              <a:gd name="connsiteY182-4692" fmla="*/ 448559 h 6858000"/>
              <a:gd name="connsiteX183-4693" fmla="*/ 201434 w 1605470"/>
              <a:gd name="connsiteY183-4694" fmla="*/ 441529 h 6858000"/>
              <a:gd name="connsiteX184-4695" fmla="*/ 200655 w 1605470"/>
              <a:gd name="connsiteY184-4696" fmla="*/ 428927 h 6858000"/>
              <a:gd name="connsiteX185-4697" fmla="*/ 190059 w 1605470"/>
              <a:gd name="connsiteY185-4698" fmla="*/ 430161 h 6858000"/>
              <a:gd name="connsiteX186-4699" fmla="*/ 184450 w 1605470"/>
              <a:gd name="connsiteY186-4700" fmla="*/ 396240 h 6858000"/>
              <a:gd name="connsiteX187-4701" fmla="*/ 146196 w 1605470"/>
              <a:gd name="connsiteY187-4702" fmla="*/ 358810 h 6858000"/>
              <a:gd name="connsiteX188-4703" fmla="*/ 124571 w 1605470"/>
              <a:gd name="connsiteY188-4704" fmla="*/ 302178 h 6858000"/>
              <a:gd name="connsiteX189-4705" fmla="*/ 103243 w 1605470"/>
              <a:gd name="connsiteY189-4706" fmla="*/ 211375 h 6858000"/>
              <a:gd name="connsiteX190-4707" fmla="*/ 94571 w 1605470"/>
              <a:gd name="connsiteY190-4708" fmla="*/ 184179 h 6858000"/>
              <a:gd name="connsiteX191-4709" fmla="*/ 13437 w 1605470"/>
              <a:gd name="connsiteY191-4710" fmla="*/ 19287 h 6858000"/>
              <a:gd name="connsiteX192-4711" fmla="*/ 0 w 1605470"/>
              <a:gd name="connsiteY192-4712" fmla="*/ 0 h 6858000"/>
              <a:gd name="connsiteX0-4713" fmla="*/ 0 w 1605470"/>
              <a:gd name="connsiteY0-4714" fmla="*/ 0 h 6858000"/>
              <a:gd name="connsiteX1-4715" fmla="*/ 1605470 w 1605470"/>
              <a:gd name="connsiteY1-4716" fmla="*/ 0 h 6858000"/>
              <a:gd name="connsiteX2-4717" fmla="*/ 1605470 w 1605470"/>
              <a:gd name="connsiteY2-4718" fmla="*/ 6858000 h 6858000"/>
              <a:gd name="connsiteX3-4719" fmla="*/ 154105 w 1605470"/>
              <a:gd name="connsiteY3-4720" fmla="*/ 6858000 h 6858000"/>
              <a:gd name="connsiteX4-4721" fmla="*/ 154246 w 1605470"/>
              <a:gd name="connsiteY4-4722" fmla="*/ 6857735 h 6858000"/>
              <a:gd name="connsiteX5-4723" fmla="*/ 166295 w 1605470"/>
              <a:gd name="connsiteY5-4724" fmla="*/ 6809549 h 6858000"/>
              <a:gd name="connsiteX6-4725" fmla="*/ 198506 w 1605470"/>
              <a:gd name="connsiteY6-4726" fmla="*/ 6715115 h 6858000"/>
              <a:gd name="connsiteX7-4727" fmla="*/ 208357 w 1605470"/>
              <a:gd name="connsiteY7-4728" fmla="*/ 6680170 h 6858000"/>
              <a:gd name="connsiteX8-4729" fmla="*/ 233907 w 1605470"/>
              <a:gd name="connsiteY8-4730" fmla="*/ 6621207 h 6858000"/>
              <a:gd name="connsiteX9-4731" fmla="*/ 250564 w 1605470"/>
              <a:gd name="connsiteY9-4732" fmla="*/ 6596265 h 6858000"/>
              <a:gd name="connsiteX10-4733" fmla="*/ 250443 w 1605470"/>
              <a:gd name="connsiteY10-4734" fmla="*/ 6594818 h 6858000"/>
              <a:gd name="connsiteX11-4735" fmla="*/ 254688 w 1605470"/>
              <a:gd name="connsiteY11-4736" fmla="*/ 6593735 h 6858000"/>
              <a:gd name="connsiteX12-4737" fmla="*/ 257885 w 1605470"/>
              <a:gd name="connsiteY12-4738" fmla="*/ 6589172 h 6858000"/>
              <a:gd name="connsiteX13-4739" fmla="*/ 261179 w 1605470"/>
              <a:gd name="connsiteY13-4740" fmla="*/ 6574442 h 6858000"/>
              <a:gd name="connsiteX14-4741" fmla="*/ 261519 w 1605470"/>
              <a:gd name="connsiteY14-4742" fmla="*/ 6568530 h 6858000"/>
              <a:gd name="connsiteX15-4743" fmla="*/ 263928 w 1605470"/>
              <a:gd name="connsiteY15-4744" fmla="*/ 6560674 h 6858000"/>
              <a:gd name="connsiteX16-4745" fmla="*/ 264273 w 1605470"/>
              <a:gd name="connsiteY16-4746" fmla="*/ 6560598 h 6858000"/>
              <a:gd name="connsiteX17-4747" fmla="*/ 265970 w 1605470"/>
              <a:gd name="connsiteY17-4748" fmla="*/ 6553006 h 6858000"/>
              <a:gd name="connsiteX18-4749" fmla="*/ 270666 w 1605470"/>
              <a:gd name="connsiteY18-4750" fmla="*/ 6514360 h 6858000"/>
              <a:gd name="connsiteX19-4751" fmla="*/ 312320 w 1605470"/>
              <a:gd name="connsiteY19-4752" fmla="*/ 6478062 h 6858000"/>
              <a:gd name="connsiteX20-4753" fmla="*/ 323009 w 1605470"/>
              <a:gd name="connsiteY20-4754" fmla="*/ 6460325 h 6858000"/>
              <a:gd name="connsiteX21-4755" fmla="*/ 330242 w 1605470"/>
              <a:gd name="connsiteY21-4756" fmla="*/ 6451488 h 6858000"/>
              <a:gd name="connsiteX22-4757" fmla="*/ 331677 w 1605470"/>
              <a:gd name="connsiteY22-4758" fmla="*/ 6451348 h 6858000"/>
              <a:gd name="connsiteX23-4759" fmla="*/ 336035 w 1605470"/>
              <a:gd name="connsiteY23-4760" fmla="*/ 6414240 h 6858000"/>
              <a:gd name="connsiteX24-4761" fmla="*/ 338911 w 1605470"/>
              <a:gd name="connsiteY24-4762" fmla="*/ 6410269 h 6858000"/>
              <a:gd name="connsiteX25-4763" fmla="*/ 338811 w 1605470"/>
              <a:gd name="connsiteY25-4764" fmla="*/ 6384857 h 6858000"/>
              <a:gd name="connsiteX26-4765" fmla="*/ 340328 w 1605470"/>
              <a:gd name="connsiteY26-4766" fmla="*/ 6372381 h 6858000"/>
              <a:gd name="connsiteX27-4767" fmla="*/ 337522 w 1605470"/>
              <a:gd name="connsiteY27-4768" fmla="*/ 6367510 h 6858000"/>
              <a:gd name="connsiteX28-4769" fmla="*/ 341402 w 1605470"/>
              <a:gd name="connsiteY28-4770" fmla="*/ 6349778 h 6858000"/>
              <a:gd name="connsiteX29-4771" fmla="*/ 343067 w 1605470"/>
              <a:gd name="connsiteY29-4772" fmla="*/ 6348250 h 6858000"/>
              <a:gd name="connsiteX30-4773" fmla="*/ 341730 w 1605470"/>
              <a:gd name="connsiteY30-4774" fmla="*/ 6331735 h 6858000"/>
              <a:gd name="connsiteX31-4775" fmla="*/ 335123 w 1605470"/>
              <a:gd name="connsiteY31-4776" fmla="*/ 6315613 h 6858000"/>
              <a:gd name="connsiteX32-4777" fmla="*/ 385303 w 1605470"/>
              <a:gd name="connsiteY32-4778" fmla="*/ 6171970 h 6858000"/>
              <a:gd name="connsiteX33-4779" fmla="*/ 380910 w 1605470"/>
              <a:gd name="connsiteY33-4780" fmla="*/ 6028119 h 6858000"/>
              <a:gd name="connsiteX34-4781" fmla="*/ 409371 w 1605470"/>
              <a:gd name="connsiteY34-4782" fmla="*/ 5950668 h 6858000"/>
              <a:gd name="connsiteX35-4783" fmla="*/ 442432 w 1605470"/>
              <a:gd name="connsiteY35-4784" fmla="*/ 5934687 h 6858000"/>
              <a:gd name="connsiteX36-4785" fmla="*/ 489472 w 1605470"/>
              <a:gd name="connsiteY36-4786" fmla="*/ 5732419 h 6858000"/>
              <a:gd name="connsiteX37-4787" fmla="*/ 512623 w 1605470"/>
              <a:gd name="connsiteY37-4788" fmla="*/ 5685392 h 6858000"/>
              <a:gd name="connsiteX38-4789" fmla="*/ 510261 w 1605470"/>
              <a:gd name="connsiteY38-4790" fmla="*/ 5634527 h 6858000"/>
              <a:gd name="connsiteX39-4791" fmla="*/ 523992 w 1605470"/>
              <a:gd name="connsiteY39-4792" fmla="*/ 5619557 h 6858000"/>
              <a:gd name="connsiteX40-4793" fmla="*/ 526609 w 1605470"/>
              <a:gd name="connsiteY40-4794" fmla="*/ 5617081 h 6858000"/>
              <a:gd name="connsiteX41-4795" fmla="*/ 531653 w 1605470"/>
              <a:gd name="connsiteY41-4796" fmla="*/ 5604904 h 6858000"/>
              <a:gd name="connsiteX42-4797" fmla="*/ 539863 w 1605470"/>
              <a:gd name="connsiteY42-4798" fmla="*/ 5604298 h 6858000"/>
              <a:gd name="connsiteX43-4799" fmla="*/ 552319 w 1605470"/>
              <a:gd name="connsiteY43-4800" fmla="*/ 5587997 h 6858000"/>
              <a:gd name="connsiteX44-4801" fmla="*/ 559710 w 1605470"/>
              <a:gd name="connsiteY44-4802" fmla="*/ 5564796 h 6858000"/>
              <a:gd name="connsiteX45-4803" fmla="*/ 587214 w 1605470"/>
              <a:gd name="connsiteY45-4804" fmla="*/ 5451511 h 6858000"/>
              <a:gd name="connsiteX46-4805" fmla="*/ 608019 w 1605470"/>
              <a:gd name="connsiteY46-4806" fmla="*/ 5385461 h 6858000"/>
              <a:gd name="connsiteX47-4807" fmla="*/ 622750 w 1605470"/>
              <a:gd name="connsiteY47-4808" fmla="*/ 5363084 h 6858000"/>
              <a:gd name="connsiteX48-4809" fmla="*/ 638731 w 1605470"/>
              <a:gd name="connsiteY48-4810" fmla="*/ 5330009 h 6858000"/>
              <a:gd name="connsiteX49-4811" fmla="*/ 672224 w 1605470"/>
              <a:gd name="connsiteY49-4812" fmla="*/ 5273739 h 6858000"/>
              <a:gd name="connsiteX50-4813" fmla="*/ 681823 w 1605470"/>
              <a:gd name="connsiteY50-4814" fmla="*/ 5241779 h 6858000"/>
              <a:gd name="connsiteX51-4815" fmla="*/ 693049 w 1605470"/>
              <a:gd name="connsiteY51-4816" fmla="*/ 5225268 h 6858000"/>
              <a:gd name="connsiteX52-4817" fmla="*/ 694069 w 1605470"/>
              <a:gd name="connsiteY52-4818" fmla="*/ 5217684 h 6858000"/>
              <a:gd name="connsiteX53-4819" fmla="*/ 701410 w 1605470"/>
              <a:gd name="connsiteY53-4820" fmla="*/ 5193377 h 6858000"/>
              <a:gd name="connsiteX54-4821" fmla="*/ 704713 w 1605470"/>
              <a:gd name="connsiteY54-4822" fmla="*/ 5179288 h 6858000"/>
              <a:gd name="connsiteX55-4823" fmla="*/ 705697 w 1605470"/>
              <a:gd name="connsiteY55-4824" fmla="*/ 5173621 h 6858000"/>
              <a:gd name="connsiteX56-4825" fmla="*/ 701331 w 1605470"/>
              <a:gd name="connsiteY56-4826" fmla="*/ 5159961 h 6858000"/>
              <a:gd name="connsiteX57-4827" fmla="*/ 708008 w 1605470"/>
              <a:gd name="connsiteY57-4828" fmla="*/ 5144295 h 6858000"/>
              <a:gd name="connsiteX58-4829" fmla="*/ 704941 w 1605470"/>
              <a:gd name="connsiteY58-4830" fmla="*/ 5125185 h 6858000"/>
              <a:gd name="connsiteX59-4831" fmla="*/ 711771 w 1605470"/>
              <a:gd name="connsiteY59-4832" fmla="*/ 5121884 h 6858000"/>
              <a:gd name="connsiteX60-4833" fmla="*/ 721092 w 1605470"/>
              <a:gd name="connsiteY60-4834" fmla="*/ 5108383 h 6858000"/>
              <a:gd name="connsiteX61-4835" fmla="*/ 717045 w 1605470"/>
              <a:gd name="connsiteY61-4836" fmla="*/ 5094705 h 6858000"/>
              <a:gd name="connsiteX62-4837" fmla="*/ 718807 w 1605470"/>
              <a:gd name="connsiteY62-4838" fmla="*/ 5067850 h 6858000"/>
              <a:gd name="connsiteX63-4839" fmla="*/ 721538 w 1605470"/>
              <a:gd name="connsiteY63-4840" fmla="*/ 5060861 h 6858000"/>
              <a:gd name="connsiteX64-4841" fmla="*/ 718242 w 1605470"/>
              <a:gd name="connsiteY64-4842" fmla="*/ 5034192 h 6858000"/>
              <a:gd name="connsiteX65-4843" fmla="*/ 719796 w 1605470"/>
              <a:gd name="connsiteY65-4844" fmla="*/ 4993030 h 6858000"/>
              <a:gd name="connsiteX66-4845" fmla="*/ 726705 w 1605470"/>
              <a:gd name="connsiteY66-4846" fmla="*/ 4946844 h 6858000"/>
              <a:gd name="connsiteX67-4847" fmla="*/ 722561 w 1605470"/>
              <a:gd name="connsiteY67-4848" fmla="*/ 4932692 h 6858000"/>
              <a:gd name="connsiteX68-4849" fmla="*/ 724588 w 1605470"/>
              <a:gd name="connsiteY68-4850" fmla="*/ 4845927 h 6858000"/>
              <a:gd name="connsiteX69-4851" fmla="*/ 724935 w 1605470"/>
              <a:gd name="connsiteY69-4852" fmla="*/ 4821504 h 6858000"/>
              <a:gd name="connsiteX70-4853" fmla="*/ 732118 w 1605470"/>
              <a:gd name="connsiteY70-4854" fmla="*/ 4801535 h 6858000"/>
              <a:gd name="connsiteX71-4855" fmla="*/ 739787 w 1605470"/>
              <a:gd name="connsiteY71-4856" fmla="*/ 4797794 h 6858000"/>
              <a:gd name="connsiteX72-4857" fmla="*/ 741081 w 1605470"/>
              <a:gd name="connsiteY72-4858" fmla="*/ 4784526 h 6858000"/>
              <a:gd name="connsiteX73-4859" fmla="*/ 742865 w 1605470"/>
              <a:gd name="connsiteY73-4860" fmla="*/ 4781211 h 6858000"/>
              <a:gd name="connsiteX74-4861" fmla="*/ 751652 w 1605470"/>
              <a:gd name="connsiteY74-4862" fmla="*/ 4761984 h 6858000"/>
              <a:gd name="connsiteX75-4863" fmla="*/ 734671 w 1605470"/>
              <a:gd name="connsiteY75-4864" fmla="*/ 4715631 h 6858000"/>
              <a:gd name="connsiteX76-4865" fmla="*/ 743180 w 1605470"/>
              <a:gd name="connsiteY76-4866" fmla="*/ 4662965 h 6858000"/>
              <a:gd name="connsiteX77-4867" fmla="*/ 729578 w 1605470"/>
              <a:gd name="connsiteY77-4868" fmla="*/ 4456787 h 6858000"/>
              <a:gd name="connsiteX78-4869" fmla="*/ 756542 w 1605470"/>
              <a:gd name="connsiteY78-4870" fmla="*/ 4429138 h 6858000"/>
              <a:gd name="connsiteX79-4871" fmla="*/ 761317 w 1605470"/>
              <a:gd name="connsiteY79-4872" fmla="*/ 4346145 h 6858000"/>
              <a:gd name="connsiteX80-4873" fmla="*/ 715481 w 1605470"/>
              <a:gd name="connsiteY80-4874" fmla="*/ 4214165 h 6858000"/>
              <a:gd name="connsiteX81-4875" fmla="*/ 721848 w 1605470"/>
              <a:gd name="connsiteY81-4876" fmla="*/ 4061253 h 6858000"/>
              <a:gd name="connsiteX82-4877" fmla="*/ 710868 w 1605470"/>
              <a:gd name="connsiteY82-4878" fmla="*/ 4048827 h 6858000"/>
              <a:gd name="connsiteX83-4879" fmla="*/ 704810 w 1605470"/>
              <a:gd name="connsiteY83-4880" fmla="*/ 4033999 h 6858000"/>
              <a:gd name="connsiteX84-4881" fmla="*/ 705959 w 1605470"/>
              <a:gd name="connsiteY84-4882" fmla="*/ 4031933 h 6858000"/>
              <a:gd name="connsiteX85-4883" fmla="*/ 704535 w 1605470"/>
              <a:gd name="connsiteY85-4884" fmla="*/ 4013953 h 6858000"/>
              <a:gd name="connsiteX86-4885" fmla="*/ 700443 w 1605470"/>
              <a:gd name="connsiteY86-4886" fmla="*/ 4010511 h 6858000"/>
              <a:gd name="connsiteX87-4887" fmla="*/ 698282 w 1605470"/>
              <a:gd name="connsiteY87-4888" fmla="*/ 3998331 h 6858000"/>
              <a:gd name="connsiteX88-4889" fmla="*/ 690830 w 1605470"/>
              <a:gd name="connsiteY88-4890" fmla="*/ 3974753 h 6858000"/>
              <a:gd name="connsiteX89-4891" fmla="*/ 692428 w 1605470"/>
              <a:gd name="connsiteY89-4892" fmla="*/ 3969950 h 6858000"/>
              <a:gd name="connsiteX90-4893" fmla="*/ 685850 w 1605470"/>
              <a:gd name="connsiteY90-4894" fmla="*/ 3933779 h 6858000"/>
              <a:gd name="connsiteX91-4895" fmla="*/ 687181 w 1605470"/>
              <a:gd name="connsiteY91-4896" fmla="*/ 3933093 h 6858000"/>
              <a:gd name="connsiteX92-4897" fmla="*/ 691535 w 1605470"/>
              <a:gd name="connsiteY92-4898" fmla="*/ 3922082 h 6858000"/>
              <a:gd name="connsiteX93-4899" fmla="*/ 696613 w 1605470"/>
              <a:gd name="connsiteY93-4900" fmla="*/ 3901461 h 6858000"/>
              <a:gd name="connsiteX94-4901" fmla="*/ 725908 w 1605470"/>
              <a:gd name="connsiteY94-4902" fmla="*/ 3851605 h 6858000"/>
              <a:gd name="connsiteX95-4903" fmla="*/ 719207 w 1605470"/>
              <a:gd name="connsiteY95-4904" fmla="*/ 3813873 h 6858000"/>
              <a:gd name="connsiteX96-4905" fmla="*/ 718632 w 1605470"/>
              <a:gd name="connsiteY96-4906" fmla="*/ 3806161 h 6858000"/>
              <a:gd name="connsiteX97-4907" fmla="*/ 718939 w 1605470"/>
              <a:gd name="connsiteY97-4908" fmla="*/ 3805957 h 6858000"/>
              <a:gd name="connsiteX98-4909" fmla="*/ 718966 w 1605470"/>
              <a:gd name="connsiteY98-4910" fmla="*/ 3797724 h 6858000"/>
              <a:gd name="connsiteX99-4911" fmla="*/ 717581 w 1605470"/>
              <a:gd name="connsiteY99-4912" fmla="*/ 3792098 h 6858000"/>
              <a:gd name="connsiteX100-4913" fmla="*/ 716465 w 1605470"/>
              <a:gd name="connsiteY100-4914" fmla="*/ 3777135 h 6858000"/>
              <a:gd name="connsiteX101-4915" fmla="*/ 718198 w 1605470"/>
              <a:gd name="connsiteY101-4916" fmla="*/ 3771656 h 6858000"/>
              <a:gd name="connsiteX102-4917" fmla="*/ 721941 w 1605470"/>
              <a:gd name="connsiteY102-4918" fmla="*/ 3769007 h 6858000"/>
              <a:gd name="connsiteX103-4919" fmla="*/ 721407 w 1605470"/>
              <a:gd name="connsiteY103-4920" fmla="*/ 3767709 h 6858000"/>
              <a:gd name="connsiteX104-4921" fmla="*/ 730103 w 1605470"/>
              <a:gd name="connsiteY104-4922" fmla="*/ 3738082 h 6858000"/>
              <a:gd name="connsiteX105-4923" fmla="*/ 737449 w 1605470"/>
              <a:gd name="connsiteY105-4924" fmla="*/ 3673397 h 6858000"/>
              <a:gd name="connsiteX106-4925" fmla="*/ 736745 w 1605470"/>
              <a:gd name="connsiteY106-4926" fmla="*/ 3637109 h 6858000"/>
              <a:gd name="connsiteX107-4927" fmla="*/ 740188 w 1605470"/>
              <a:gd name="connsiteY107-4928" fmla="*/ 3536883 h 6858000"/>
              <a:gd name="connsiteX108-4929" fmla="*/ 747726 w 1605470"/>
              <a:gd name="connsiteY108-4930" fmla="*/ 3435652 h 6858000"/>
              <a:gd name="connsiteX109-4931" fmla="*/ 774383 w 1605470"/>
              <a:gd name="connsiteY109-4932" fmla="*/ 3381564 h 6858000"/>
              <a:gd name="connsiteX110-4933" fmla="*/ 774870 w 1605470"/>
              <a:gd name="connsiteY110-4934" fmla="*/ 3375761 h 6858000"/>
              <a:gd name="connsiteX111-4935" fmla="*/ 770510 w 1605470"/>
              <a:gd name="connsiteY111-4936" fmla="*/ 3361844 h 6858000"/>
              <a:gd name="connsiteX112-4937" fmla="*/ 767933 w 1605470"/>
              <a:gd name="connsiteY112-4938" fmla="*/ 3356929 h 6858000"/>
              <a:gd name="connsiteX113-4939" fmla="*/ 766158 w 1605470"/>
              <a:gd name="connsiteY113-4940" fmla="*/ 3349058 h 6858000"/>
              <a:gd name="connsiteX114-4941" fmla="*/ 766414 w 1605470"/>
              <a:gd name="connsiteY114-4942" fmla="*/ 3348763 h 6858000"/>
              <a:gd name="connsiteX115-4943" fmla="*/ 764166 w 1605470"/>
              <a:gd name="connsiteY115-4944" fmla="*/ 3341588 h 6858000"/>
              <a:gd name="connsiteX116-4945" fmla="*/ 749397 w 1605470"/>
              <a:gd name="connsiteY116-4946" fmla="*/ 3307769 h 6858000"/>
              <a:gd name="connsiteX117-4947" fmla="*/ 766960 w 1605470"/>
              <a:gd name="connsiteY117-4948" fmla="*/ 3250522 h 6858000"/>
              <a:gd name="connsiteX118-4949" fmla="*/ 767385 w 1605470"/>
              <a:gd name="connsiteY118-4950" fmla="*/ 3229163 h 6858000"/>
              <a:gd name="connsiteX119-4951" fmla="*/ 769208 w 1605470"/>
              <a:gd name="connsiteY119-4952" fmla="*/ 3217217 h 6858000"/>
              <a:gd name="connsiteX120-4953" fmla="*/ 770350 w 1605470"/>
              <a:gd name="connsiteY120-4954" fmla="*/ 3216125 h 6858000"/>
              <a:gd name="connsiteX121-4955" fmla="*/ 756043 w 1605470"/>
              <a:gd name="connsiteY121-4956" fmla="*/ 3183755 h 6858000"/>
              <a:gd name="connsiteX122-4957" fmla="*/ 756544 w 1605470"/>
              <a:gd name="connsiteY122-4958" fmla="*/ 3178642 h 6858000"/>
              <a:gd name="connsiteX123-4959" fmla="*/ 744144 w 1605470"/>
              <a:gd name="connsiteY123-4960" fmla="*/ 3158586 h 6858000"/>
              <a:gd name="connsiteX124-4961" fmla="*/ 739378 w 1605470"/>
              <a:gd name="connsiteY124-4962" fmla="*/ 3147669 h 6858000"/>
              <a:gd name="connsiteX125-4963" fmla="*/ 734648 w 1605470"/>
              <a:gd name="connsiteY125-4964" fmla="*/ 3145733 h 6858000"/>
              <a:gd name="connsiteX126-4965" fmla="*/ 729329 w 1605470"/>
              <a:gd name="connsiteY126-4966" fmla="*/ 3129034 h 6858000"/>
              <a:gd name="connsiteX127-4967" fmla="*/ 729994 w 1605470"/>
              <a:gd name="connsiteY127-4968" fmla="*/ 3126682 h 6858000"/>
              <a:gd name="connsiteX128-4969" fmla="*/ 720862 w 1605470"/>
              <a:gd name="connsiteY128-4970" fmla="*/ 3114519 h 6858000"/>
              <a:gd name="connsiteX129-4971" fmla="*/ 707471 w 1605470"/>
              <a:gd name="connsiteY129-4972" fmla="*/ 3106272 h 6858000"/>
              <a:gd name="connsiteX130-4973" fmla="*/ 680201 w 1605470"/>
              <a:gd name="connsiteY130-4974" fmla="*/ 2958185 h 6858000"/>
              <a:gd name="connsiteX131-4975" fmla="*/ 596759 w 1605470"/>
              <a:gd name="connsiteY131-4976" fmla="*/ 2762989 h 6858000"/>
              <a:gd name="connsiteX132-4977" fmla="*/ 571733 w 1605470"/>
              <a:gd name="connsiteY132-4978" fmla="*/ 2554718 h 6858000"/>
              <a:gd name="connsiteX133-4979" fmla="*/ 551827 w 1605470"/>
              <a:gd name="connsiteY133-4980" fmla="*/ 2485734 h 6858000"/>
              <a:gd name="connsiteX134-4981" fmla="*/ 525179 w 1605470"/>
              <a:gd name="connsiteY134-4982" fmla="*/ 2447068 h 6858000"/>
              <a:gd name="connsiteX135-4983" fmla="*/ 529511 w 1605470"/>
              <a:gd name="connsiteY135-4984" fmla="*/ 2425819 h 6858000"/>
              <a:gd name="connsiteX136-4985" fmla="*/ 530521 w 1605470"/>
              <a:gd name="connsiteY136-4986" fmla="*/ 2422066 h 6858000"/>
              <a:gd name="connsiteX137-4987" fmla="*/ 528878 w 1605470"/>
              <a:gd name="connsiteY137-4988" fmla="*/ 2408971 h 6858000"/>
              <a:gd name="connsiteX138-4989" fmla="*/ 535510 w 1605470"/>
              <a:gd name="connsiteY138-4990" fmla="*/ 2402874 h 6858000"/>
              <a:gd name="connsiteX139-4991" fmla="*/ 538122 w 1605470"/>
              <a:gd name="connsiteY139-4992" fmla="*/ 2381443 h 6858000"/>
              <a:gd name="connsiteX140-4993" fmla="*/ 514451 w 1605470"/>
              <a:gd name="connsiteY140-4994" fmla="*/ 2261920 h 6858000"/>
              <a:gd name="connsiteX141-4995" fmla="*/ 486968 w 1605470"/>
              <a:gd name="connsiteY141-4996" fmla="*/ 2182937 h 6858000"/>
              <a:gd name="connsiteX142-4997" fmla="*/ 488555 w 1605470"/>
              <a:gd name="connsiteY142-4998" fmla="*/ 2155135 h 6858000"/>
              <a:gd name="connsiteX143-4999" fmla="*/ 486013 w 1605470"/>
              <a:gd name="connsiteY143-5000" fmla="*/ 2118008 h 6858000"/>
              <a:gd name="connsiteX144-5001" fmla="*/ 487006 w 1605470"/>
              <a:gd name="connsiteY144-5002" fmla="*/ 2050531 h 6858000"/>
              <a:gd name="connsiteX145-5003" fmla="*/ 478812 w 1605470"/>
              <a:gd name="connsiteY145-5004" fmla="*/ 1963269 h 6858000"/>
              <a:gd name="connsiteX146-5005" fmla="*/ 442619 w 1605470"/>
              <a:gd name="connsiteY146-5006" fmla="*/ 1910499 h 6858000"/>
              <a:gd name="connsiteX147-5007" fmla="*/ 446785 w 1605470"/>
              <a:gd name="connsiteY147-5008" fmla="*/ 1903212 h 6858000"/>
              <a:gd name="connsiteX148-5009" fmla="*/ 436547 w 1605470"/>
              <a:gd name="connsiteY148-5010" fmla="*/ 1861531 h 6858000"/>
              <a:gd name="connsiteX149-5011" fmla="*/ 390346 w 1605470"/>
              <a:gd name="connsiteY149-5012" fmla="*/ 1732919 h 6858000"/>
              <a:gd name="connsiteX150-5013" fmla="*/ 345287 w 1605470"/>
              <a:gd name="connsiteY150-5014" fmla="*/ 1646953 h 6858000"/>
              <a:gd name="connsiteX151-5015" fmla="*/ 344412 w 1605470"/>
              <a:gd name="connsiteY151-5016" fmla="*/ 1615777 h 6858000"/>
              <a:gd name="connsiteX152-5017" fmla="*/ 342578 w 1605470"/>
              <a:gd name="connsiteY152-5018" fmla="*/ 1563678 h 6858000"/>
              <a:gd name="connsiteX153-5019" fmla="*/ 355658 w 1605470"/>
              <a:gd name="connsiteY153-5020" fmla="*/ 1519474 h 6858000"/>
              <a:gd name="connsiteX154-5021" fmla="*/ 348400 w 1605470"/>
              <a:gd name="connsiteY154-5022" fmla="*/ 1477995 h 6858000"/>
              <a:gd name="connsiteX155-5023" fmla="*/ 325799 w 1605470"/>
              <a:gd name="connsiteY155-5024" fmla="*/ 1357181 h 6858000"/>
              <a:gd name="connsiteX156-5025" fmla="*/ 320507 w 1605470"/>
              <a:gd name="connsiteY156-5026" fmla="*/ 1347099 h 6858000"/>
              <a:gd name="connsiteX157-5027" fmla="*/ 335347 w 1605470"/>
              <a:gd name="connsiteY157-5028" fmla="*/ 1334233 h 6858000"/>
              <a:gd name="connsiteX158-5029" fmla="*/ 342792 w 1605470"/>
              <a:gd name="connsiteY158-5030" fmla="*/ 1307086 h 6858000"/>
              <a:gd name="connsiteX159-5031" fmla="*/ 343980 w 1605470"/>
              <a:gd name="connsiteY159-5032" fmla="*/ 1189033 h 6858000"/>
              <a:gd name="connsiteX160-5033" fmla="*/ 348665 w 1605470"/>
              <a:gd name="connsiteY160-5034" fmla="*/ 1168288 h 6858000"/>
              <a:gd name="connsiteX161-5035" fmla="*/ 340947 w 1605470"/>
              <a:gd name="connsiteY161-5036" fmla="*/ 1142577 h 6858000"/>
              <a:gd name="connsiteX162-5037" fmla="*/ 330253 w 1605470"/>
              <a:gd name="connsiteY162-5038" fmla="*/ 1088484 h 6858000"/>
              <a:gd name="connsiteX163-5039" fmla="*/ 314647 w 1605470"/>
              <a:gd name="connsiteY163-5040" fmla="*/ 1053424 h 6858000"/>
              <a:gd name="connsiteX164-5041" fmla="*/ 322906 w 1605470"/>
              <a:gd name="connsiteY164-5042" fmla="*/ 1044367 h 6858000"/>
              <a:gd name="connsiteX165-5043" fmla="*/ 326818 w 1605470"/>
              <a:gd name="connsiteY165-5044" fmla="*/ 1022828 h 6858000"/>
              <a:gd name="connsiteX166-5045" fmla="*/ 320445 w 1605470"/>
              <a:gd name="connsiteY166-5046" fmla="*/ 932283 h 6858000"/>
              <a:gd name="connsiteX167-5047" fmla="*/ 322681 w 1605470"/>
              <a:gd name="connsiteY167-5048" fmla="*/ 915925 h 6858000"/>
              <a:gd name="connsiteX168-5049" fmla="*/ 315310 w 1605470"/>
              <a:gd name="connsiteY168-5050" fmla="*/ 896999 h 6858000"/>
              <a:gd name="connsiteX169-5051" fmla="*/ 284718 w 1605470"/>
              <a:gd name="connsiteY169-5052" fmla="*/ 821517 h 6858000"/>
              <a:gd name="connsiteX170-5053" fmla="*/ 263668 w 1605470"/>
              <a:gd name="connsiteY170-5054" fmla="*/ 751353 h 6858000"/>
              <a:gd name="connsiteX171-5055" fmla="*/ 254540 w 1605470"/>
              <a:gd name="connsiteY171-5056" fmla="*/ 741965 h 6858000"/>
              <a:gd name="connsiteX172-5057" fmla="*/ 252501 w 1605470"/>
              <a:gd name="connsiteY172-5058" fmla="*/ 724635 h 6858000"/>
              <a:gd name="connsiteX173-5059" fmla="*/ 248897 w 1605470"/>
              <a:gd name="connsiteY173-5060" fmla="*/ 681659 h 6858000"/>
              <a:gd name="connsiteX174-5061" fmla="*/ 234316 w 1605470"/>
              <a:gd name="connsiteY174-5062" fmla="*/ 635218 h 6858000"/>
              <a:gd name="connsiteX175-5063" fmla="*/ 239327 w 1605470"/>
              <a:gd name="connsiteY175-5064" fmla="*/ 613763 h 6858000"/>
              <a:gd name="connsiteX176-5065" fmla="*/ 225269 w 1605470"/>
              <a:gd name="connsiteY176-5066" fmla="*/ 598582 h 6858000"/>
              <a:gd name="connsiteX177-5067" fmla="*/ 224950 w 1605470"/>
              <a:gd name="connsiteY177-5068" fmla="*/ 576846 h 6858000"/>
              <a:gd name="connsiteX178-5069" fmla="*/ 204632 w 1605470"/>
              <a:gd name="connsiteY178-5070" fmla="*/ 553868 h 6858000"/>
              <a:gd name="connsiteX179-5071" fmla="*/ 239317 w 1605470"/>
              <a:gd name="connsiteY179-5072" fmla="*/ 517614 h 6858000"/>
              <a:gd name="connsiteX180-5073" fmla="*/ 201693 w 1605470"/>
              <a:gd name="connsiteY180-5074" fmla="*/ 469651 h 6858000"/>
              <a:gd name="connsiteX181-5075" fmla="*/ 195012 w 1605470"/>
              <a:gd name="connsiteY181-5076" fmla="*/ 448559 h 6858000"/>
              <a:gd name="connsiteX182-5077" fmla="*/ 201434 w 1605470"/>
              <a:gd name="connsiteY182-5078" fmla="*/ 441529 h 6858000"/>
              <a:gd name="connsiteX183-5079" fmla="*/ 200655 w 1605470"/>
              <a:gd name="connsiteY183-5080" fmla="*/ 428927 h 6858000"/>
              <a:gd name="connsiteX184-5081" fmla="*/ 190059 w 1605470"/>
              <a:gd name="connsiteY184-5082" fmla="*/ 430161 h 6858000"/>
              <a:gd name="connsiteX185-5083" fmla="*/ 184450 w 1605470"/>
              <a:gd name="connsiteY185-5084" fmla="*/ 396240 h 6858000"/>
              <a:gd name="connsiteX186-5085" fmla="*/ 146196 w 1605470"/>
              <a:gd name="connsiteY186-5086" fmla="*/ 358810 h 6858000"/>
              <a:gd name="connsiteX187-5087" fmla="*/ 124571 w 1605470"/>
              <a:gd name="connsiteY187-5088" fmla="*/ 302178 h 6858000"/>
              <a:gd name="connsiteX188-5089" fmla="*/ 103243 w 1605470"/>
              <a:gd name="connsiteY188-5090" fmla="*/ 211375 h 6858000"/>
              <a:gd name="connsiteX189-5091" fmla="*/ 94571 w 1605470"/>
              <a:gd name="connsiteY189-5092" fmla="*/ 184179 h 6858000"/>
              <a:gd name="connsiteX190-5093" fmla="*/ 13437 w 1605470"/>
              <a:gd name="connsiteY190-5094" fmla="*/ 19287 h 6858000"/>
              <a:gd name="connsiteX191-5095" fmla="*/ 0 w 1605470"/>
              <a:gd name="connsiteY191-5096" fmla="*/ 0 h 6858000"/>
              <a:gd name="connsiteX0-5097" fmla="*/ 0 w 1605470"/>
              <a:gd name="connsiteY0-5098" fmla="*/ 0 h 6858000"/>
              <a:gd name="connsiteX1-5099" fmla="*/ 1605470 w 1605470"/>
              <a:gd name="connsiteY1-5100" fmla="*/ 0 h 6858000"/>
              <a:gd name="connsiteX2-5101" fmla="*/ 1605470 w 1605470"/>
              <a:gd name="connsiteY2-5102" fmla="*/ 6858000 h 6858000"/>
              <a:gd name="connsiteX3-5103" fmla="*/ 154105 w 1605470"/>
              <a:gd name="connsiteY3-5104" fmla="*/ 6858000 h 6858000"/>
              <a:gd name="connsiteX4-5105" fmla="*/ 154246 w 1605470"/>
              <a:gd name="connsiteY4-5106" fmla="*/ 6857735 h 6858000"/>
              <a:gd name="connsiteX5-5107" fmla="*/ 166295 w 1605470"/>
              <a:gd name="connsiteY5-5108" fmla="*/ 6809549 h 6858000"/>
              <a:gd name="connsiteX6-5109" fmla="*/ 198506 w 1605470"/>
              <a:gd name="connsiteY6-5110" fmla="*/ 6715115 h 6858000"/>
              <a:gd name="connsiteX7-5111" fmla="*/ 208357 w 1605470"/>
              <a:gd name="connsiteY7-5112" fmla="*/ 6680170 h 6858000"/>
              <a:gd name="connsiteX8-5113" fmla="*/ 233907 w 1605470"/>
              <a:gd name="connsiteY8-5114" fmla="*/ 6621207 h 6858000"/>
              <a:gd name="connsiteX9-5115" fmla="*/ 250564 w 1605470"/>
              <a:gd name="connsiteY9-5116" fmla="*/ 6596265 h 6858000"/>
              <a:gd name="connsiteX10-5117" fmla="*/ 250443 w 1605470"/>
              <a:gd name="connsiteY10-5118" fmla="*/ 6594818 h 6858000"/>
              <a:gd name="connsiteX11-5119" fmla="*/ 254688 w 1605470"/>
              <a:gd name="connsiteY11-5120" fmla="*/ 6593735 h 6858000"/>
              <a:gd name="connsiteX12-5121" fmla="*/ 257885 w 1605470"/>
              <a:gd name="connsiteY12-5122" fmla="*/ 6589172 h 6858000"/>
              <a:gd name="connsiteX13-5123" fmla="*/ 261179 w 1605470"/>
              <a:gd name="connsiteY13-5124" fmla="*/ 6574442 h 6858000"/>
              <a:gd name="connsiteX14-5125" fmla="*/ 261519 w 1605470"/>
              <a:gd name="connsiteY14-5126" fmla="*/ 6568530 h 6858000"/>
              <a:gd name="connsiteX15-5127" fmla="*/ 263928 w 1605470"/>
              <a:gd name="connsiteY15-5128" fmla="*/ 6560674 h 6858000"/>
              <a:gd name="connsiteX16-5129" fmla="*/ 264273 w 1605470"/>
              <a:gd name="connsiteY16-5130" fmla="*/ 6560598 h 6858000"/>
              <a:gd name="connsiteX17-5131" fmla="*/ 265970 w 1605470"/>
              <a:gd name="connsiteY17-5132" fmla="*/ 6553006 h 6858000"/>
              <a:gd name="connsiteX18-5133" fmla="*/ 270666 w 1605470"/>
              <a:gd name="connsiteY18-5134" fmla="*/ 6514360 h 6858000"/>
              <a:gd name="connsiteX19-5135" fmla="*/ 312320 w 1605470"/>
              <a:gd name="connsiteY19-5136" fmla="*/ 6478062 h 6858000"/>
              <a:gd name="connsiteX20-5137" fmla="*/ 323009 w 1605470"/>
              <a:gd name="connsiteY20-5138" fmla="*/ 6460325 h 6858000"/>
              <a:gd name="connsiteX21-5139" fmla="*/ 330242 w 1605470"/>
              <a:gd name="connsiteY21-5140" fmla="*/ 6451488 h 6858000"/>
              <a:gd name="connsiteX22-5141" fmla="*/ 331677 w 1605470"/>
              <a:gd name="connsiteY22-5142" fmla="*/ 6451348 h 6858000"/>
              <a:gd name="connsiteX23-5143" fmla="*/ 336035 w 1605470"/>
              <a:gd name="connsiteY23-5144" fmla="*/ 6414240 h 6858000"/>
              <a:gd name="connsiteX24-5145" fmla="*/ 338911 w 1605470"/>
              <a:gd name="connsiteY24-5146" fmla="*/ 6410269 h 6858000"/>
              <a:gd name="connsiteX25-5147" fmla="*/ 338811 w 1605470"/>
              <a:gd name="connsiteY25-5148" fmla="*/ 6384857 h 6858000"/>
              <a:gd name="connsiteX26-5149" fmla="*/ 340328 w 1605470"/>
              <a:gd name="connsiteY26-5150" fmla="*/ 6372381 h 6858000"/>
              <a:gd name="connsiteX27-5151" fmla="*/ 337522 w 1605470"/>
              <a:gd name="connsiteY27-5152" fmla="*/ 6367510 h 6858000"/>
              <a:gd name="connsiteX28-5153" fmla="*/ 341402 w 1605470"/>
              <a:gd name="connsiteY28-5154" fmla="*/ 6349778 h 6858000"/>
              <a:gd name="connsiteX29-5155" fmla="*/ 343067 w 1605470"/>
              <a:gd name="connsiteY29-5156" fmla="*/ 6348250 h 6858000"/>
              <a:gd name="connsiteX30-5157" fmla="*/ 341730 w 1605470"/>
              <a:gd name="connsiteY30-5158" fmla="*/ 6331735 h 6858000"/>
              <a:gd name="connsiteX31-5159" fmla="*/ 335123 w 1605470"/>
              <a:gd name="connsiteY31-5160" fmla="*/ 6315613 h 6858000"/>
              <a:gd name="connsiteX32-5161" fmla="*/ 385303 w 1605470"/>
              <a:gd name="connsiteY32-5162" fmla="*/ 6171970 h 6858000"/>
              <a:gd name="connsiteX33-5163" fmla="*/ 380910 w 1605470"/>
              <a:gd name="connsiteY33-5164" fmla="*/ 6028119 h 6858000"/>
              <a:gd name="connsiteX34-5165" fmla="*/ 409371 w 1605470"/>
              <a:gd name="connsiteY34-5166" fmla="*/ 5950668 h 6858000"/>
              <a:gd name="connsiteX35-5167" fmla="*/ 442432 w 1605470"/>
              <a:gd name="connsiteY35-5168" fmla="*/ 5934687 h 6858000"/>
              <a:gd name="connsiteX36-5169" fmla="*/ 489472 w 1605470"/>
              <a:gd name="connsiteY36-5170" fmla="*/ 5732419 h 6858000"/>
              <a:gd name="connsiteX37-5171" fmla="*/ 512623 w 1605470"/>
              <a:gd name="connsiteY37-5172" fmla="*/ 5685392 h 6858000"/>
              <a:gd name="connsiteX38-5173" fmla="*/ 510261 w 1605470"/>
              <a:gd name="connsiteY38-5174" fmla="*/ 5634527 h 6858000"/>
              <a:gd name="connsiteX39-5175" fmla="*/ 523992 w 1605470"/>
              <a:gd name="connsiteY39-5176" fmla="*/ 5619557 h 6858000"/>
              <a:gd name="connsiteX40-5177" fmla="*/ 526609 w 1605470"/>
              <a:gd name="connsiteY40-5178" fmla="*/ 5617081 h 6858000"/>
              <a:gd name="connsiteX41-5179" fmla="*/ 531653 w 1605470"/>
              <a:gd name="connsiteY41-5180" fmla="*/ 5604904 h 6858000"/>
              <a:gd name="connsiteX42-5181" fmla="*/ 539863 w 1605470"/>
              <a:gd name="connsiteY42-5182" fmla="*/ 5604298 h 6858000"/>
              <a:gd name="connsiteX43-5183" fmla="*/ 552319 w 1605470"/>
              <a:gd name="connsiteY43-5184" fmla="*/ 5587997 h 6858000"/>
              <a:gd name="connsiteX44-5185" fmla="*/ 559710 w 1605470"/>
              <a:gd name="connsiteY44-5186" fmla="*/ 5564796 h 6858000"/>
              <a:gd name="connsiteX45-5187" fmla="*/ 587214 w 1605470"/>
              <a:gd name="connsiteY45-5188" fmla="*/ 5451511 h 6858000"/>
              <a:gd name="connsiteX46-5189" fmla="*/ 608019 w 1605470"/>
              <a:gd name="connsiteY46-5190" fmla="*/ 5385461 h 6858000"/>
              <a:gd name="connsiteX47-5191" fmla="*/ 622750 w 1605470"/>
              <a:gd name="connsiteY47-5192" fmla="*/ 5363084 h 6858000"/>
              <a:gd name="connsiteX48-5193" fmla="*/ 638731 w 1605470"/>
              <a:gd name="connsiteY48-5194" fmla="*/ 5330009 h 6858000"/>
              <a:gd name="connsiteX49-5195" fmla="*/ 672224 w 1605470"/>
              <a:gd name="connsiteY49-5196" fmla="*/ 5273739 h 6858000"/>
              <a:gd name="connsiteX50-5197" fmla="*/ 681823 w 1605470"/>
              <a:gd name="connsiteY50-5198" fmla="*/ 5241779 h 6858000"/>
              <a:gd name="connsiteX51-5199" fmla="*/ 693049 w 1605470"/>
              <a:gd name="connsiteY51-5200" fmla="*/ 5225268 h 6858000"/>
              <a:gd name="connsiteX52-5201" fmla="*/ 694069 w 1605470"/>
              <a:gd name="connsiteY52-5202" fmla="*/ 5217684 h 6858000"/>
              <a:gd name="connsiteX53-5203" fmla="*/ 701410 w 1605470"/>
              <a:gd name="connsiteY53-5204" fmla="*/ 5193377 h 6858000"/>
              <a:gd name="connsiteX54-5205" fmla="*/ 704713 w 1605470"/>
              <a:gd name="connsiteY54-5206" fmla="*/ 5179288 h 6858000"/>
              <a:gd name="connsiteX55-5207" fmla="*/ 705697 w 1605470"/>
              <a:gd name="connsiteY55-5208" fmla="*/ 5173621 h 6858000"/>
              <a:gd name="connsiteX56-5209" fmla="*/ 701331 w 1605470"/>
              <a:gd name="connsiteY56-5210" fmla="*/ 5159961 h 6858000"/>
              <a:gd name="connsiteX57-5211" fmla="*/ 708008 w 1605470"/>
              <a:gd name="connsiteY57-5212" fmla="*/ 5144295 h 6858000"/>
              <a:gd name="connsiteX58-5213" fmla="*/ 704941 w 1605470"/>
              <a:gd name="connsiteY58-5214" fmla="*/ 5125185 h 6858000"/>
              <a:gd name="connsiteX59-5215" fmla="*/ 711771 w 1605470"/>
              <a:gd name="connsiteY59-5216" fmla="*/ 5121884 h 6858000"/>
              <a:gd name="connsiteX60-5217" fmla="*/ 721092 w 1605470"/>
              <a:gd name="connsiteY60-5218" fmla="*/ 5108383 h 6858000"/>
              <a:gd name="connsiteX61-5219" fmla="*/ 717045 w 1605470"/>
              <a:gd name="connsiteY61-5220" fmla="*/ 5094705 h 6858000"/>
              <a:gd name="connsiteX62-5221" fmla="*/ 718807 w 1605470"/>
              <a:gd name="connsiteY62-5222" fmla="*/ 5067850 h 6858000"/>
              <a:gd name="connsiteX63-5223" fmla="*/ 721538 w 1605470"/>
              <a:gd name="connsiteY63-5224" fmla="*/ 5060861 h 6858000"/>
              <a:gd name="connsiteX64-5225" fmla="*/ 718242 w 1605470"/>
              <a:gd name="connsiteY64-5226" fmla="*/ 5034192 h 6858000"/>
              <a:gd name="connsiteX65-5227" fmla="*/ 719796 w 1605470"/>
              <a:gd name="connsiteY65-5228" fmla="*/ 4993030 h 6858000"/>
              <a:gd name="connsiteX66-5229" fmla="*/ 726705 w 1605470"/>
              <a:gd name="connsiteY66-5230" fmla="*/ 4946844 h 6858000"/>
              <a:gd name="connsiteX67-5231" fmla="*/ 722561 w 1605470"/>
              <a:gd name="connsiteY67-5232" fmla="*/ 4932692 h 6858000"/>
              <a:gd name="connsiteX68-5233" fmla="*/ 724588 w 1605470"/>
              <a:gd name="connsiteY68-5234" fmla="*/ 4845927 h 6858000"/>
              <a:gd name="connsiteX69-5235" fmla="*/ 724935 w 1605470"/>
              <a:gd name="connsiteY69-5236" fmla="*/ 4821504 h 6858000"/>
              <a:gd name="connsiteX70-5237" fmla="*/ 732118 w 1605470"/>
              <a:gd name="connsiteY70-5238" fmla="*/ 4801535 h 6858000"/>
              <a:gd name="connsiteX71-5239" fmla="*/ 739787 w 1605470"/>
              <a:gd name="connsiteY71-5240" fmla="*/ 4797794 h 6858000"/>
              <a:gd name="connsiteX72-5241" fmla="*/ 741081 w 1605470"/>
              <a:gd name="connsiteY72-5242" fmla="*/ 4784526 h 6858000"/>
              <a:gd name="connsiteX73-5243" fmla="*/ 742865 w 1605470"/>
              <a:gd name="connsiteY73-5244" fmla="*/ 4781211 h 6858000"/>
              <a:gd name="connsiteX74-5245" fmla="*/ 751652 w 1605470"/>
              <a:gd name="connsiteY74-5246" fmla="*/ 4761984 h 6858000"/>
              <a:gd name="connsiteX75-5247" fmla="*/ 734671 w 1605470"/>
              <a:gd name="connsiteY75-5248" fmla="*/ 4715631 h 6858000"/>
              <a:gd name="connsiteX76-5249" fmla="*/ 743180 w 1605470"/>
              <a:gd name="connsiteY76-5250" fmla="*/ 4662965 h 6858000"/>
              <a:gd name="connsiteX77-5251" fmla="*/ 729578 w 1605470"/>
              <a:gd name="connsiteY77-5252" fmla="*/ 4456787 h 6858000"/>
              <a:gd name="connsiteX78-5253" fmla="*/ 756542 w 1605470"/>
              <a:gd name="connsiteY78-5254" fmla="*/ 4429138 h 6858000"/>
              <a:gd name="connsiteX79-5255" fmla="*/ 761317 w 1605470"/>
              <a:gd name="connsiteY79-5256" fmla="*/ 4346145 h 6858000"/>
              <a:gd name="connsiteX80-5257" fmla="*/ 715481 w 1605470"/>
              <a:gd name="connsiteY80-5258" fmla="*/ 4214165 h 6858000"/>
              <a:gd name="connsiteX81-5259" fmla="*/ 721848 w 1605470"/>
              <a:gd name="connsiteY81-5260" fmla="*/ 4061253 h 6858000"/>
              <a:gd name="connsiteX82-5261" fmla="*/ 710868 w 1605470"/>
              <a:gd name="connsiteY82-5262" fmla="*/ 4048827 h 6858000"/>
              <a:gd name="connsiteX83-5263" fmla="*/ 704810 w 1605470"/>
              <a:gd name="connsiteY83-5264" fmla="*/ 4033999 h 6858000"/>
              <a:gd name="connsiteX84-5265" fmla="*/ 705959 w 1605470"/>
              <a:gd name="connsiteY84-5266" fmla="*/ 4031933 h 6858000"/>
              <a:gd name="connsiteX85-5267" fmla="*/ 704535 w 1605470"/>
              <a:gd name="connsiteY85-5268" fmla="*/ 4013953 h 6858000"/>
              <a:gd name="connsiteX86-5269" fmla="*/ 700443 w 1605470"/>
              <a:gd name="connsiteY86-5270" fmla="*/ 4010511 h 6858000"/>
              <a:gd name="connsiteX87-5271" fmla="*/ 698282 w 1605470"/>
              <a:gd name="connsiteY87-5272" fmla="*/ 3998331 h 6858000"/>
              <a:gd name="connsiteX88-5273" fmla="*/ 690830 w 1605470"/>
              <a:gd name="connsiteY88-5274" fmla="*/ 3974753 h 6858000"/>
              <a:gd name="connsiteX89-5275" fmla="*/ 692428 w 1605470"/>
              <a:gd name="connsiteY89-5276" fmla="*/ 3969950 h 6858000"/>
              <a:gd name="connsiteX90-5277" fmla="*/ 685850 w 1605470"/>
              <a:gd name="connsiteY90-5278" fmla="*/ 3933779 h 6858000"/>
              <a:gd name="connsiteX91-5279" fmla="*/ 687181 w 1605470"/>
              <a:gd name="connsiteY91-5280" fmla="*/ 3933093 h 6858000"/>
              <a:gd name="connsiteX92-5281" fmla="*/ 691535 w 1605470"/>
              <a:gd name="connsiteY92-5282" fmla="*/ 3922082 h 6858000"/>
              <a:gd name="connsiteX93-5283" fmla="*/ 696613 w 1605470"/>
              <a:gd name="connsiteY93-5284" fmla="*/ 3901461 h 6858000"/>
              <a:gd name="connsiteX94-5285" fmla="*/ 725908 w 1605470"/>
              <a:gd name="connsiteY94-5286" fmla="*/ 3851605 h 6858000"/>
              <a:gd name="connsiteX95-5287" fmla="*/ 719207 w 1605470"/>
              <a:gd name="connsiteY95-5288" fmla="*/ 3813873 h 6858000"/>
              <a:gd name="connsiteX96-5289" fmla="*/ 718632 w 1605470"/>
              <a:gd name="connsiteY96-5290" fmla="*/ 3806161 h 6858000"/>
              <a:gd name="connsiteX97-5291" fmla="*/ 718939 w 1605470"/>
              <a:gd name="connsiteY97-5292" fmla="*/ 3805957 h 6858000"/>
              <a:gd name="connsiteX98-5293" fmla="*/ 718966 w 1605470"/>
              <a:gd name="connsiteY98-5294" fmla="*/ 3797724 h 6858000"/>
              <a:gd name="connsiteX99-5295" fmla="*/ 717581 w 1605470"/>
              <a:gd name="connsiteY99-5296" fmla="*/ 3792098 h 6858000"/>
              <a:gd name="connsiteX100-5297" fmla="*/ 716465 w 1605470"/>
              <a:gd name="connsiteY100-5298" fmla="*/ 3777135 h 6858000"/>
              <a:gd name="connsiteX101-5299" fmla="*/ 718198 w 1605470"/>
              <a:gd name="connsiteY101-5300" fmla="*/ 3771656 h 6858000"/>
              <a:gd name="connsiteX102-5301" fmla="*/ 721941 w 1605470"/>
              <a:gd name="connsiteY102-5302" fmla="*/ 3769007 h 6858000"/>
              <a:gd name="connsiteX103-5303" fmla="*/ 721407 w 1605470"/>
              <a:gd name="connsiteY103-5304" fmla="*/ 3767709 h 6858000"/>
              <a:gd name="connsiteX104-5305" fmla="*/ 730103 w 1605470"/>
              <a:gd name="connsiteY104-5306" fmla="*/ 3738082 h 6858000"/>
              <a:gd name="connsiteX105-5307" fmla="*/ 737449 w 1605470"/>
              <a:gd name="connsiteY105-5308" fmla="*/ 3673397 h 6858000"/>
              <a:gd name="connsiteX106-5309" fmla="*/ 736745 w 1605470"/>
              <a:gd name="connsiteY106-5310" fmla="*/ 3637109 h 6858000"/>
              <a:gd name="connsiteX107-5311" fmla="*/ 740188 w 1605470"/>
              <a:gd name="connsiteY107-5312" fmla="*/ 3536883 h 6858000"/>
              <a:gd name="connsiteX108-5313" fmla="*/ 747726 w 1605470"/>
              <a:gd name="connsiteY108-5314" fmla="*/ 3435652 h 6858000"/>
              <a:gd name="connsiteX109-5315" fmla="*/ 774383 w 1605470"/>
              <a:gd name="connsiteY109-5316" fmla="*/ 3381564 h 6858000"/>
              <a:gd name="connsiteX110-5317" fmla="*/ 774870 w 1605470"/>
              <a:gd name="connsiteY110-5318" fmla="*/ 3375761 h 6858000"/>
              <a:gd name="connsiteX111-5319" fmla="*/ 770510 w 1605470"/>
              <a:gd name="connsiteY111-5320" fmla="*/ 3361844 h 6858000"/>
              <a:gd name="connsiteX112-5321" fmla="*/ 767933 w 1605470"/>
              <a:gd name="connsiteY112-5322" fmla="*/ 3356929 h 6858000"/>
              <a:gd name="connsiteX113-5323" fmla="*/ 766158 w 1605470"/>
              <a:gd name="connsiteY113-5324" fmla="*/ 3349058 h 6858000"/>
              <a:gd name="connsiteX114-5325" fmla="*/ 766414 w 1605470"/>
              <a:gd name="connsiteY114-5326" fmla="*/ 3348763 h 6858000"/>
              <a:gd name="connsiteX115-5327" fmla="*/ 764166 w 1605470"/>
              <a:gd name="connsiteY115-5328" fmla="*/ 3341588 h 6858000"/>
              <a:gd name="connsiteX116-5329" fmla="*/ 749397 w 1605470"/>
              <a:gd name="connsiteY116-5330" fmla="*/ 3307769 h 6858000"/>
              <a:gd name="connsiteX117-5331" fmla="*/ 766960 w 1605470"/>
              <a:gd name="connsiteY117-5332" fmla="*/ 3250522 h 6858000"/>
              <a:gd name="connsiteX118-5333" fmla="*/ 767385 w 1605470"/>
              <a:gd name="connsiteY118-5334" fmla="*/ 3229163 h 6858000"/>
              <a:gd name="connsiteX119-5335" fmla="*/ 769208 w 1605470"/>
              <a:gd name="connsiteY119-5336" fmla="*/ 3217217 h 6858000"/>
              <a:gd name="connsiteX120-5337" fmla="*/ 770350 w 1605470"/>
              <a:gd name="connsiteY120-5338" fmla="*/ 3216125 h 6858000"/>
              <a:gd name="connsiteX121-5339" fmla="*/ 756043 w 1605470"/>
              <a:gd name="connsiteY121-5340" fmla="*/ 3183755 h 6858000"/>
              <a:gd name="connsiteX122-5341" fmla="*/ 756544 w 1605470"/>
              <a:gd name="connsiteY122-5342" fmla="*/ 3178642 h 6858000"/>
              <a:gd name="connsiteX123-5343" fmla="*/ 744144 w 1605470"/>
              <a:gd name="connsiteY123-5344" fmla="*/ 3158586 h 6858000"/>
              <a:gd name="connsiteX124-5345" fmla="*/ 739378 w 1605470"/>
              <a:gd name="connsiteY124-5346" fmla="*/ 3147669 h 6858000"/>
              <a:gd name="connsiteX125-5347" fmla="*/ 734648 w 1605470"/>
              <a:gd name="connsiteY125-5348" fmla="*/ 3145733 h 6858000"/>
              <a:gd name="connsiteX126-5349" fmla="*/ 729329 w 1605470"/>
              <a:gd name="connsiteY126-5350" fmla="*/ 3129034 h 6858000"/>
              <a:gd name="connsiteX127-5351" fmla="*/ 729994 w 1605470"/>
              <a:gd name="connsiteY127-5352" fmla="*/ 3126682 h 6858000"/>
              <a:gd name="connsiteX128-5353" fmla="*/ 720862 w 1605470"/>
              <a:gd name="connsiteY128-5354" fmla="*/ 3114519 h 6858000"/>
              <a:gd name="connsiteX129-5355" fmla="*/ 707471 w 1605470"/>
              <a:gd name="connsiteY129-5356" fmla="*/ 3106272 h 6858000"/>
              <a:gd name="connsiteX130-5357" fmla="*/ 680201 w 1605470"/>
              <a:gd name="connsiteY130-5358" fmla="*/ 2958185 h 6858000"/>
              <a:gd name="connsiteX131-5359" fmla="*/ 596759 w 1605470"/>
              <a:gd name="connsiteY131-5360" fmla="*/ 2762989 h 6858000"/>
              <a:gd name="connsiteX132-5361" fmla="*/ 571733 w 1605470"/>
              <a:gd name="connsiteY132-5362" fmla="*/ 2554718 h 6858000"/>
              <a:gd name="connsiteX133-5363" fmla="*/ 551827 w 1605470"/>
              <a:gd name="connsiteY133-5364" fmla="*/ 2485734 h 6858000"/>
              <a:gd name="connsiteX134-5365" fmla="*/ 525179 w 1605470"/>
              <a:gd name="connsiteY134-5366" fmla="*/ 2447068 h 6858000"/>
              <a:gd name="connsiteX135-5367" fmla="*/ 529511 w 1605470"/>
              <a:gd name="connsiteY135-5368" fmla="*/ 2425819 h 6858000"/>
              <a:gd name="connsiteX136-5369" fmla="*/ 530521 w 1605470"/>
              <a:gd name="connsiteY136-5370" fmla="*/ 2422066 h 6858000"/>
              <a:gd name="connsiteX137-5371" fmla="*/ 528878 w 1605470"/>
              <a:gd name="connsiteY137-5372" fmla="*/ 2408971 h 6858000"/>
              <a:gd name="connsiteX138-5373" fmla="*/ 535510 w 1605470"/>
              <a:gd name="connsiteY138-5374" fmla="*/ 2402874 h 6858000"/>
              <a:gd name="connsiteX139-5375" fmla="*/ 538122 w 1605470"/>
              <a:gd name="connsiteY139-5376" fmla="*/ 2381443 h 6858000"/>
              <a:gd name="connsiteX140-5377" fmla="*/ 514451 w 1605470"/>
              <a:gd name="connsiteY140-5378" fmla="*/ 2261920 h 6858000"/>
              <a:gd name="connsiteX141-5379" fmla="*/ 486968 w 1605470"/>
              <a:gd name="connsiteY141-5380" fmla="*/ 2182937 h 6858000"/>
              <a:gd name="connsiteX142-5381" fmla="*/ 488555 w 1605470"/>
              <a:gd name="connsiteY142-5382" fmla="*/ 2155135 h 6858000"/>
              <a:gd name="connsiteX143-5383" fmla="*/ 486013 w 1605470"/>
              <a:gd name="connsiteY143-5384" fmla="*/ 2118008 h 6858000"/>
              <a:gd name="connsiteX144-5385" fmla="*/ 487006 w 1605470"/>
              <a:gd name="connsiteY144-5386" fmla="*/ 2050531 h 6858000"/>
              <a:gd name="connsiteX145-5387" fmla="*/ 478812 w 1605470"/>
              <a:gd name="connsiteY145-5388" fmla="*/ 1963269 h 6858000"/>
              <a:gd name="connsiteX146-5389" fmla="*/ 442619 w 1605470"/>
              <a:gd name="connsiteY146-5390" fmla="*/ 1910499 h 6858000"/>
              <a:gd name="connsiteX147-5391" fmla="*/ 446785 w 1605470"/>
              <a:gd name="connsiteY147-5392" fmla="*/ 1903212 h 6858000"/>
              <a:gd name="connsiteX148-5393" fmla="*/ 436547 w 1605470"/>
              <a:gd name="connsiteY148-5394" fmla="*/ 1861531 h 6858000"/>
              <a:gd name="connsiteX149-5395" fmla="*/ 390346 w 1605470"/>
              <a:gd name="connsiteY149-5396" fmla="*/ 1732919 h 6858000"/>
              <a:gd name="connsiteX150-5397" fmla="*/ 362657 w 1605470"/>
              <a:gd name="connsiteY150-5398" fmla="*/ 1663540 h 6858000"/>
              <a:gd name="connsiteX151-5399" fmla="*/ 344412 w 1605470"/>
              <a:gd name="connsiteY151-5400" fmla="*/ 1615777 h 6858000"/>
              <a:gd name="connsiteX152-5401" fmla="*/ 342578 w 1605470"/>
              <a:gd name="connsiteY152-5402" fmla="*/ 1563678 h 6858000"/>
              <a:gd name="connsiteX153-5403" fmla="*/ 355658 w 1605470"/>
              <a:gd name="connsiteY153-5404" fmla="*/ 1519474 h 6858000"/>
              <a:gd name="connsiteX154-5405" fmla="*/ 348400 w 1605470"/>
              <a:gd name="connsiteY154-5406" fmla="*/ 1477995 h 6858000"/>
              <a:gd name="connsiteX155-5407" fmla="*/ 325799 w 1605470"/>
              <a:gd name="connsiteY155-5408" fmla="*/ 1357181 h 6858000"/>
              <a:gd name="connsiteX156-5409" fmla="*/ 320507 w 1605470"/>
              <a:gd name="connsiteY156-5410" fmla="*/ 1347099 h 6858000"/>
              <a:gd name="connsiteX157-5411" fmla="*/ 335347 w 1605470"/>
              <a:gd name="connsiteY157-5412" fmla="*/ 1334233 h 6858000"/>
              <a:gd name="connsiteX158-5413" fmla="*/ 342792 w 1605470"/>
              <a:gd name="connsiteY158-5414" fmla="*/ 1307086 h 6858000"/>
              <a:gd name="connsiteX159-5415" fmla="*/ 343980 w 1605470"/>
              <a:gd name="connsiteY159-5416" fmla="*/ 1189033 h 6858000"/>
              <a:gd name="connsiteX160-5417" fmla="*/ 348665 w 1605470"/>
              <a:gd name="connsiteY160-5418" fmla="*/ 1168288 h 6858000"/>
              <a:gd name="connsiteX161-5419" fmla="*/ 340947 w 1605470"/>
              <a:gd name="connsiteY161-5420" fmla="*/ 1142577 h 6858000"/>
              <a:gd name="connsiteX162-5421" fmla="*/ 330253 w 1605470"/>
              <a:gd name="connsiteY162-5422" fmla="*/ 1088484 h 6858000"/>
              <a:gd name="connsiteX163-5423" fmla="*/ 314647 w 1605470"/>
              <a:gd name="connsiteY163-5424" fmla="*/ 1053424 h 6858000"/>
              <a:gd name="connsiteX164-5425" fmla="*/ 322906 w 1605470"/>
              <a:gd name="connsiteY164-5426" fmla="*/ 1044367 h 6858000"/>
              <a:gd name="connsiteX165-5427" fmla="*/ 326818 w 1605470"/>
              <a:gd name="connsiteY165-5428" fmla="*/ 1022828 h 6858000"/>
              <a:gd name="connsiteX166-5429" fmla="*/ 320445 w 1605470"/>
              <a:gd name="connsiteY166-5430" fmla="*/ 932283 h 6858000"/>
              <a:gd name="connsiteX167-5431" fmla="*/ 322681 w 1605470"/>
              <a:gd name="connsiteY167-5432" fmla="*/ 915925 h 6858000"/>
              <a:gd name="connsiteX168-5433" fmla="*/ 315310 w 1605470"/>
              <a:gd name="connsiteY168-5434" fmla="*/ 896999 h 6858000"/>
              <a:gd name="connsiteX169-5435" fmla="*/ 284718 w 1605470"/>
              <a:gd name="connsiteY169-5436" fmla="*/ 821517 h 6858000"/>
              <a:gd name="connsiteX170-5437" fmla="*/ 263668 w 1605470"/>
              <a:gd name="connsiteY170-5438" fmla="*/ 751353 h 6858000"/>
              <a:gd name="connsiteX171-5439" fmla="*/ 254540 w 1605470"/>
              <a:gd name="connsiteY171-5440" fmla="*/ 741965 h 6858000"/>
              <a:gd name="connsiteX172-5441" fmla="*/ 252501 w 1605470"/>
              <a:gd name="connsiteY172-5442" fmla="*/ 724635 h 6858000"/>
              <a:gd name="connsiteX173-5443" fmla="*/ 248897 w 1605470"/>
              <a:gd name="connsiteY173-5444" fmla="*/ 681659 h 6858000"/>
              <a:gd name="connsiteX174-5445" fmla="*/ 234316 w 1605470"/>
              <a:gd name="connsiteY174-5446" fmla="*/ 635218 h 6858000"/>
              <a:gd name="connsiteX175-5447" fmla="*/ 239327 w 1605470"/>
              <a:gd name="connsiteY175-5448" fmla="*/ 613763 h 6858000"/>
              <a:gd name="connsiteX176-5449" fmla="*/ 225269 w 1605470"/>
              <a:gd name="connsiteY176-5450" fmla="*/ 598582 h 6858000"/>
              <a:gd name="connsiteX177-5451" fmla="*/ 224950 w 1605470"/>
              <a:gd name="connsiteY177-5452" fmla="*/ 576846 h 6858000"/>
              <a:gd name="connsiteX178-5453" fmla="*/ 204632 w 1605470"/>
              <a:gd name="connsiteY178-5454" fmla="*/ 553868 h 6858000"/>
              <a:gd name="connsiteX179-5455" fmla="*/ 239317 w 1605470"/>
              <a:gd name="connsiteY179-5456" fmla="*/ 517614 h 6858000"/>
              <a:gd name="connsiteX180-5457" fmla="*/ 201693 w 1605470"/>
              <a:gd name="connsiteY180-5458" fmla="*/ 469651 h 6858000"/>
              <a:gd name="connsiteX181-5459" fmla="*/ 195012 w 1605470"/>
              <a:gd name="connsiteY181-5460" fmla="*/ 448559 h 6858000"/>
              <a:gd name="connsiteX182-5461" fmla="*/ 201434 w 1605470"/>
              <a:gd name="connsiteY182-5462" fmla="*/ 441529 h 6858000"/>
              <a:gd name="connsiteX183-5463" fmla="*/ 200655 w 1605470"/>
              <a:gd name="connsiteY183-5464" fmla="*/ 428927 h 6858000"/>
              <a:gd name="connsiteX184-5465" fmla="*/ 190059 w 1605470"/>
              <a:gd name="connsiteY184-5466" fmla="*/ 430161 h 6858000"/>
              <a:gd name="connsiteX185-5467" fmla="*/ 184450 w 1605470"/>
              <a:gd name="connsiteY185-5468" fmla="*/ 396240 h 6858000"/>
              <a:gd name="connsiteX186-5469" fmla="*/ 146196 w 1605470"/>
              <a:gd name="connsiteY186-5470" fmla="*/ 358810 h 6858000"/>
              <a:gd name="connsiteX187-5471" fmla="*/ 124571 w 1605470"/>
              <a:gd name="connsiteY187-5472" fmla="*/ 302178 h 6858000"/>
              <a:gd name="connsiteX188-5473" fmla="*/ 103243 w 1605470"/>
              <a:gd name="connsiteY188-5474" fmla="*/ 211375 h 6858000"/>
              <a:gd name="connsiteX189-5475" fmla="*/ 94571 w 1605470"/>
              <a:gd name="connsiteY189-5476" fmla="*/ 184179 h 6858000"/>
              <a:gd name="connsiteX190-5477" fmla="*/ 13437 w 1605470"/>
              <a:gd name="connsiteY190-5478" fmla="*/ 19287 h 6858000"/>
              <a:gd name="connsiteX191-5479" fmla="*/ 0 w 1605470"/>
              <a:gd name="connsiteY191-5480" fmla="*/ 0 h 6858000"/>
              <a:gd name="connsiteX0-5481" fmla="*/ 0 w 1605470"/>
              <a:gd name="connsiteY0-5482" fmla="*/ 0 h 6858000"/>
              <a:gd name="connsiteX1-5483" fmla="*/ 1605470 w 1605470"/>
              <a:gd name="connsiteY1-5484" fmla="*/ 0 h 6858000"/>
              <a:gd name="connsiteX2-5485" fmla="*/ 1605470 w 1605470"/>
              <a:gd name="connsiteY2-5486" fmla="*/ 6858000 h 6858000"/>
              <a:gd name="connsiteX3-5487" fmla="*/ 154105 w 1605470"/>
              <a:gd name="connsiteY3-5488" fmla="*/ 6858000 h 6858000"/>
              <a:gd name="connsiteX4-5489" fmla="*/ 154246 w 1605470"/>
              <a:gd name="connsiteY4-5490" fmla="*/ 6857735 h 6858000"/>
              <a:gd name="connsiteX5-5491" fmla="*/ 166295 w 1605470"/>
              <a:gd name="connsiteY5-5492" fmla="*/ 6809549 h 6858000"/>
              <a:gd name="connsiteX6-5493" fmla="*/ 198506 w 1605470"/>
              <a:gd name="connsiteY6-5494" fmla="*/ 6715115 h 6858000"/>
              <a:gd name="connsiteX7-5495" fmla="*/ 208357 w 1605470"/>
              <a:gd name="connsiteY7-5496" fmla="*/ 6680170 h 6858000"/>
              <a:gd name="connsiteX8-5497" fmla="*/ 233907 w 1605470"/>
              <a:gd name="connsiteY8-5498" fmla="*/ 6621207 h 6858000"/>
              <a:gd name="connsiteX9-5499" fmla="*/ 250564 w 1605470"/>
              <a:gd name="connsiteY9-5500" fmla="*/ 6596265 h 6858000"/>
              <a:gd name="connsiteX10-5501" fmla="*/ 250443 w 1605470"/>
              <a:gd name="connsiteY10-5502" fmla="*/ 6594818 h 6858000"/>
              <a:gd name="connsiteX11-5503" fmla="*/ 254688 w 1605470"/>
              <a:gd name="connsiteY11-5504" fmla="*/ 6593735 h 6858000"/>
              <a:gd name="connsiteX12-5505" fmla="*/ 257885 w 1605470"/>
              <a:gd name="connsiteY12-5506" fmla="*/ 6589172 h 6858000"/>
              <a:gd name="connsiteX13-5507" fmla="*/ 261179 w 1605470"/>
              <a:gd name="connsiteY13-5508" fmla="*/ 6574442 h 6858000"/>
              <a:gd name="connsiteX14-5509" fmla="*/ 261519 w 1605470"/>
              <a:gd name="connsiteY14-5510" fmla="*/ 6568530 h 6858000"/>
              <a:gd name="connsiteX15-5511" fmla="*/ 263928 w 1605470"/>
              <a:gd name="connsiteY15-5512" fmla="*/ 6560674 h 6858000"/>
              <a:gd name="connsiteX16-5513" fmla="*/ 264273 w 1605470"/>
              <a:gd name="connsiteY16-5514" fmla="*/ 6560598 h 6858000"/>
              <a:gd name="connsiteX17-5515" fmla="*/ 265970 w 1605470"/>
              <a:gd name="connsiteY17-5516" fmla="*/ 6553006 h 6858000"/>
              <a:gd name="connsiteX18-5517" fmla="*/ 270666 w 1605470"/>
              <a:gd name="connsiteY18-5518" fmla="*/ 6514360 h 6858000"/>
              <a:gd name="connsiteX19-5519" fmla="*/ 312320 w 1605470"/>
              <a:gd name="connsiteY19-5520" fmla="*/ 6478062 h 6858000"/>
              <a:gd name="connsiteX20-5521" fmla="*/ 323009 w 1605470"/>
              <a:gd name="connsiteY20-5522" fmla="*/ 6460325 h 6858000"/>
              <a:gd name="connsiteX21-5523" fmla="*/ 330242 w 1605470"/>
              <a:gd name="connsiteY21-5524" fmla="*/ 6451488 h 6858000"/>
              <a:gd name="connsiteX22-5525" fmla="*/ 331677 w 1605470"/>
              <a:gd name="connsiteY22-5526" fmla="*/ 6451348 h 6858000"/>
              <a:gd name="connsiteX23-5527" fmla="*/ 336035 w 1605470"/>
              <a:gd name="connsiteY23-5528" fmla="*/ 6414240 h 6858000"/>
              <a:gd name="connsiteX24-5529" fmla="*/ 338911 w 1605470"/>
              <a:gd name="connsiteY24-5530" fmla="*/ 6410269 h 6858000"/>
              <a:gd name="connsiteX25-5531" fmla="*/ 338811 w 1605470"/>
              <a:gd name="connsiteY25-5532" fmla="*/ 6384857 h 6858000"/>
              <a:gd name="connsiteX26-5533" fmla="*/ 340328 w 1605470"/>
              <a:gd name="connsiteY26-5534" fmla="*/ 6372381 h 6858000"/>
              <a:gd name="connsiteX27-5535" fmla="*/ 337522 w 1605470"/>
              <a:gd name="connsiteY27-5536" fmla="*/ 6367510 h 6858000"/>
              <a:gd name="connsiteX28-5537" fmla="*/ 341402 w 1605470"/>
              <a:gd name="connsiteY28-5538" fmla="*/ 6349778 h 6858000"/>
              <a:gd name="connsiteX29-5539" fmla="*/ 343067 w 1605470"/>
              <a:gd name="connsiteY29-5540" fmla="*/ 6348250 h 6858000"/>
              <a:gd name="connsiteX30-5541" fmla="*/ 341730 w 1605470"/>
              <a:gd name="connsiteY30-5542" fmla="*/ 6331735 h 6858000"/>
              <a:gd name="connsiteX31-5543" fmla="*/ 335123 w 1605470"/>
              <a:gd name="connsiteY31-5544" fmla="*/ 6315613 h 6858000"/>
              <a:gd name="connsiteX32-5545" fmla="*/ 385303 w 1605470"/>
              <a:gd name="connsiteY32-5546" fmla="*/ 6171970 h 6858000"/>
              <a:gd name="connsiteX33-5547" fmla="*/ 380910 w 1605470"/>
              <a:gd name="connsiteY33-5548" fmla="*/ 6028119 h 6858000"/>
              <a:gd name="connsiteX34-5549" fmla="*/ 409371 w 1605470"/>
              <a:gd name="connsiteY34-5550" fmla="*/ 5950668 h 6858000"/>
              <a:gd name="connsiteX35-5551" fmla="*/ 442432 w 1605470"/>
              <a:gd name="connsiteY35-5552" fmla="*/ 5934687 h 6858000"/>
              <a:gd name="connsiteX36-5553" fmla="*/ 489472 w 1605470"/>
              <a:gd name="connsiteY36-5554" fmla="*/ 5732419 h 6858000"/>
              <a:gd name="connsiteX37-5555" fmla="*/ 512623 w 1605470"/>
              <a:gd name="connsiteY37-5556" fmla="*/ 5685392 h 6858000"/>
              <a:gd name="connsiteX38-5557" fmla="*/ 510261 w 1605470"/>
              <a:gd name="connsiteY38-5558" fmla="*/ 5634527 h 6858000"/>
              <a:gd name="connsiteX39-5559" fmla="*/ 523992 w 1605470"/>
              <a:gd name="connsiteY39-5560" fmla="*/ 5619557 h 6858000"/>
              <a:gd name="connsiteX40-5561" fmla="*/ 526609 w 1605470"/>
              <a:gd name="connsiteY40-5562" fmla="*/ 5617081 h 6858000"/>
              <a:gd name="connsiteX41-5563" fmla="*/ 531653 w 1605470"/>
              <a:gd name="connsiteY41-5564" fmla="*/ 5604904 h 6858000"/>
              <a:gd name="connsiteX42-5565" fmla="*/ 539863 w 1605470"/>
              <a:gd name="connsiteY42-5566" fmla="*/ 5604298 h 6858000"/>
              <a:gd name="connsiteX43-5567" fmla="*/ 552319 w 1605470"/>
              <a:gd name="connsiteY43-5568" fmla="*/ 5587997 h 6858000"/>
              <a:gd name="connsiteX44-5569" fmla="*/ 559710 w 1605470"/>
              <a:gd name="connsiteY44-5570" fmla="*/ 5564796 h 6858000"/>
              <a:gd name="connsiteX45-5571" fmla="*/ 587214 w 1605470"/>
              <a:gd name="connsiteY45-5572" fmla="*/ 5451511 h 6858000"/>
              <a:gd name="connsiteX46-5573" fmla="*/ 608019 w 1605470"/>
              <a:gd name="connsiteY46-5574" fmla="*/ 5385461 h 6858000"/>
              <a:gd name="connsiteX47-5575" fmla="*/ 622750 w 1605470"/>
              <a:gd name="connsiteY47-5576" fmla="*/ 5363084 h 6858000"/>
              <a:gd name="connsiteX48-5577" fmla="*/ 638731 w 1605470"/>
              <a:gd name="connsiteY48-5578" fmla="*/ 5330009 h 6858000"/>
              <a:gd name="connsiteX49-5579" fmla="*/ 672224 w 1605470"/>
              <a:gd name="connsiteY49-5580" fmla="*/ 5273739 h 6858000"/>
              <a:gd name="connsiteX50-5581" fmla="*/ 681823 w 1605470"/>
              <a:gd name="connsiteY50-5582" fmla="*/ 5241779 h 6858000"/>
              <a:gd name="connsiteX51-5583" fmla="*/ 693049 w 1605470"/>
              <a:gd name="connsiteY51-5584" fmla="*/ 5225268 h 6858000"/>
              <a:gd name="connsiteX52-5585" fmla="*/ 694069 w 1605470"/>
              <a:gd name="connsiteY52-5586" fmla="*/ 5217684 h 6858000"/>
              <a:gd name="connsiteX53-5587" fmla="*/ 701410 w 1605470"/>
              <a:gd name="connsiteY53-5588" fmla="*/ 5193377 h 6858000"/>
              <a:gd name="connsiteX54-5589" fmla="*/ 704713 w 1605470"/>
              <a:gd name="connsiteY54-5590" fmla="*/ 5179288 h 6858000"/>
              <a:gd name="connsiteX55-5591" fmla="*/ 705697 w 1605470"/>
              <a:gd name="connsiteY55-5592" fmla="*/ 5173621 h 6858000"/>
              <a:gd name="connsiteX56-5593" fmla="*/ 701331 w 1605470"/>
              <a:gd name="connsiteY56-5594" fmla="*/ 5159961 h 6858000"/>
              <a:gd name="connsiteX57-5595" fmla="*/ 708008 w 1605470"/>
              <a:gd name="connsiteY57-5596" fmla="*/ 5144295 h 6858000"/>
              <a:gd name="connsiteX58-5597" fmla="*/ 704941 w 1605470"/>
              <a:gd name="connsiteY58-5598" fmla="*/ 5125185 h 6858000"/>
              <a:gd name="connsiteX59-5599" fmla="*/ 711771 w 1605470"/>
              <a:gd name="connsiteY59-5600" fmla="*/ 5121884 h 6858000"/>
              <a:gd name="connsiteX60-5601" fmla="*/ 721092 w 1605470"/>
              <a:gd name="connsiteY60-5602" fmla="*/ 5108383 h 6858000"/>
              <a:gd name="connsiteX61-5603" fmla="*/ 717045 w 1605470"/>
              <a:gd name="connsiteY61-5604" fmla="*/ 5094705 h 6858000"/>
              <a:gd name="connsiteX62-5605" fmla="*/ 718807 w 1605470"/>
              <a:gd name="connsiteY62-5606" fmla="*/ 5067850 h 6858000"/>
              <a:gd name="connsiteX63-5607" fmla="*/ 721538 w 1605470"/>
              <a:gd name="connsiteY63-5608" fmla="*/ 5060861 h 6858000"/>
              <a:gd name="connsiteX64-5609" fmla="*/ 718242 w 1605470"/>
              <a:gd name="connsiteY64-5610" fmla="*/ 5034192 h 6858000"/>
              <a:gd name="connsiteX65-5611" fmla="*/ 719796 w 1605470"/>
              <a:gd name="connsiteY65-5612" fmla="*/ 4993030 h 6858000"/>
              <a:gd name="connsiteX66-5613" fmla="*/ 726705 w 1605470"/>
              <a:gd name="connsiteY66-5614" fmla="*/ 4946844 h 6858000"/>
              <a:gd name="connsiteX67-5615" fmla="*/ 722561 w 1605470"/>
              <a:gd name="connsiteY67-5616" fmla="*/ 4932692 h 6858000"/>
              <a:gd name="connsiteX68-5617" fmla="*/ 724588 w 1605470"/>
              <a:gd name="connsiteY68-5618" fmla="*/ 4845927 h 6858000"/>
              <a:gd name="connsiteX69-5619" fmla="*/ 724935 w 1605470"/>
              <a:gd name="connsiteY69-5620" fmla="*/ 4821504 h 6858000"/>
              <a:gd name="connsiteX70-5621" fmla="*/ 732118 w 1605470"/>
              <a:gd name="connsiteY70-5622" fmla="*/ 4801535 h 6858000"/>
              <a:gd name="connsiteX71-5623" fmla="*/ 739787 w 1605470"/>
              <a:gd name="connsiteY71-5624" fmla="*/ 4797794 h 6858000"/>
              <a:gd name="connsiteX72-5625" fmla="*/ 741081 w 1605470"/>
              <a:gd name="connsiteY72-5626" fmla="*/ 4784526 h 6858000"/>
              <a:gd name="connsiteX73-5627" fmla="*/ 742865 w 1605470"/>
              <a:gd name="connsiteY73-5628" fmla="*/ 4781211 h 6858000"/>
              <a:gd name="connsiteX74-5629" fmla="*/ 751652 w 1605470"/>
              <a:gd name="connsiteY74-5630" fmla="*/ 4761984 h 6858000"/>
              <a:gd name="connsiteX75-5631" fmla="*/ 734671 w 1605470"/>
              <a:gd name="connsiteY75-5632" fmla="*/ 4715631 h 6858000"/>
              <a:gd name="connsiteX76-5633" fmla="*/ 743180 w 1605470"/>
              <a:gd name="connsiteY76-5634" fmla="*/ 4662965 h 6858000"/>
              <a:gd name="connsiteX77-5635" fmla="*/ 729578 w 1605470"/>
              <a:gd name="connsiteY77-5636" fmla="*/ 4456787 h 6858000"/>
              <a:gd name="connsiteX78-5637" fmla="*/ 756542 w 1605470"/>
              <a:gd name="connsiteY78-5638" fmla="*/ 4429138 h 6858000"/>
              <a:gd name="connsiteX79-5639" fmla="*/ 761317 w 1605470"/>
              <a:gd name="connsiteY79-5640" fmla="*/ 4346145 h 6858000"/>
              <a:gd name="connsiteX80-5641" fmla="*/ 715481 w 1605470"/>
              <a:gd name="connsiteY80-5642" fmla="*/ 4214165 h 6858000"/>
              <a:gd name="connsiteX81-5643" fmla="*/ 721848 w 1605470"/>
              <a:gd name="connsiteY81-5644" fmla="*/ 4061253 h 6858000"/>
              <a:gd name="connsiteX82-5645" fmla="*/ 710868 w 1605470"/>
              <a:gd name="connsiteY82-5646" fmla="*/ 4048827 h 6858000"/>
              <a:gd name="connsiteX83-5647" fmla="*/ 704810 w 1605470"/>
              <a:gd name="connsiteY83-5648" fmla="*/ 4033999 h 6858000"/>
              <a:gd name="connsiteX84-5649" fmla="*/ 705959 w 1605470"/>
              <a:gd name="connsiteY84-5650" fmla="*/ 4031933 h 6858000"/>
              <a:gd name="connsiteX85-5651" fmla="*/ 704535 w 1605470"/>
              <a:gd name="connsiteY85-5652" fmla="*/ 4013953 h 6858000"/>
              <a:gd name="connsiteX86-5653" fmla="*/ 700443 w 1605470"/>
              <a:gd name="connsiteY86-5654" fmla="*/ 4010511 h 6858000"/>
              <a:gd name="connsiteX87-5655" fmla="*/ 698282 w 1605470"/>
              <a:gd name="connsiteY87-5656" fmla="*/ 3998331 h 6858000"/>
              <a:gd name="connsiteX88-5657" fmla="*/ 690830 w 1605470"/>
              <a:gd name="connsiteY88-5658" fmla="*/ 3974753 h 6858000"/>
              <a:gd name="connsiteX89-5659" fmla="*/ 692428 w 1605470"/>
              <a:gd name="connsiteY89-5660" fmla="*/ 3969950 h 6858000"/>
              <a:gd name="connsiteX90-5661" fmla="*/ 685850 w 1605470"/>
              <a:gd name="connsiteY90-5662" fmla="*/ 3933779 h 6858000"/>
              <a:gd name="connsiteX91-5663" fmla="*/ 687181 w 1605470"/>
              <a:gd name="connsiteY91-5664" fmla="*/ 3933093 h 6858000"/>
              <a:gd name="connsiteX92-5665" fmla="*/ 691535 w 1605470"/>
              <a:gd name="connsiteY92-5666" fmla="*/ 3922082 h 6858000"/>
              <a:gd name="connsiteX93-5667" fmla="*/ 696613 w 1605470"/>
              <a:gd name="connsiteY93-5668" fmla="*/ 3901461 h 6858000"/>
              <a:gd name="connsiteX94-5669" fmla="*/ 725908 w 1605470"/>
              <a:gd name="connsiteY94-5670" fmla="*/ 3851605 h 6858000"/>
              <a:gd name="connsiteX95-5671" fmla="*/ 719207 w 1605470"/>
              <a:gd name="connsiteY95-5672" fmla="*/ 3813873 h 6858000"/>
              <a:gd name="connsiteX96-5673" fmla="*/ 718632 w 1605470"/>
              <a:gd name="connsiteY96-5674" fmla="*/ 3806161 h 6858000"/>
              <a:gd name="connsiteX97-5675" fmla="*/ 718939 w 1605470"/>
              <a:gd name="connsiteY97-5676" fmla="*/ 3805957 h 6858000"/>
              <a:gd name="connsiteX98-5677" fmla="*/ 718966 w 1605470"/>
              <a:gd name="connsiteY98-5678" fmla="*/ 3797724 h 6858000"/>
              <a:gd name="connsiteX99-5679" fmla="*/ 717581 w 1605470"/>
              <a:gd name="connsiteY99-5680" fmla="*/ 3792098 h 6858000"/>
              <a:gd name="connsiteX100-5681" fmla="*/ 716465 w 1605470"/>
              <a:gd name="connsiteY100-5682" fmla="*/ 3777135 h 6858000"/>
              <a:gd name="connsiteX101-5683" fmla="*/ 718198 w 1605470"/>
              <a:gd name="connsiteY101-5684" fmla="*/ 3771656 h 6858000"/>
              <a:gd name="connsiteX102-5685" fmla="*/ 721941 w 1605470"/>
              <a:gd name="connsiteY102-5686" fmla="*/ 3769007 h 6858000"/>
              <a:gd name="connsiteX103-5687" fmla="*/ 721407 w 1605470"/>
              <a:gd name="connsiteY103-5688" fmla="*/ 3767709 h 6858000"/>
              <a:gd name="connsiteX104-5689" fmla="*/ 730103 w 1605470"/>
              <a:gd name="connsiteY104-5690" fmla="*/ 3738082 h 6858000"/>
              <a:gd name="connsiteX105-5691" fmla="*/ 737449 w 1605470"/>
              <a:gd name="connsiteY105-5692" fmla="*/ 3673397 h 6858000"/>
              <a:gd name="connsiteX106-5693" fmla="*/ 736745 w 1605470"/>
              <a:gd name="connsiteY106-5694" fmla="*/ 3637109 h 6858000"/>
              <a:gd name="connsiteX107-5695" fmla="*/ 740188 w 1605470"/>
              <a:gd name="connsiteY107-5696" fmla="*/ 3536883 h 6858000"/>
              <a:gd name="connsiteX108-5697" fmla="*/ 747726 w 1605470"/>
              <a:gd name="connsiteY108-5698" fmla="*/ 3435652 h 6858000"/>
              <a:gd name="connsiteX109-5699" fmla="*/ 774383 w 1605470"/>
              <a:gd name="connsiteY109-5700" fmla="*/ 3381564 h 6858000"/>
              <a:gd name="connsiteX110-5701" fmla="*/ 774870 w 1605470"/>
              <a:gd name="connsiteY110-5702" fmla="*/ 3375761 h 6858000"/>
              <a:gd name="connsiteX111-5703" fmla="*/ 770510 w 1605470"/>
              <a:gd name="connsiteY111-5704" fmla="*/ 3361844 h 6858000"/>
              <a:gd name="connsiteX112-5705" fmla="*/ 767933 w 1605470"/>
              <a:gd name="connsiteY112-5706" fmla="*/ 3356929 h 6858000"/>
              <a:gd name="connsiteX113-5707" fmla="*/ 766158 w 1605470"/>
              <a:gd name="connsiteY113-5708" fmla="*/ 3349058 h 6858000"/>
              <a:gd name="connsiteX114-5709" fmla="*/ 766414 w 1605470"/>
              <a:gd name="connsiteY114-5710" fmla="*/ 3348763 h 6858000"/>
              <a:gd name="connsiteX115-5711" fmla="*/ 764166 w 1605470"/>
              <a:gd name="connsiteY115-5712" fmla="*/ 3341588 h 6858000"/>
              <a:gd name="connsiteX116-5713" fmla="*/ 749397 w 1605470"/>
              <a:gd name="connsiteY116-5714" fmla="*/ 3307769 h 6858000"/>
              <a:gd name="connsiteX117-5715" fmla="*/ 766960 w 1605470"/>
              <a:gd name="connsiteY117-5716" fmla="*/ 3250522 h 6858000"/>
              <a:gd name="connsiteX118-5717" fmla="*/ 767385 w 1605470"/>
              <a:gd name="connsiteY118-5718" fmla="*/ 3229163 h 6858000"/>
              <a:gd name="connsiteX119-5719" fmla="*/ 769208 w 1605470"/>
              <a:gd name="connsiteY119-5720" fmla="*/ 3217217 h 6858000"/>
              <a:gd name="connsiteX120-5721" fmla="*/ 770350 w 1605470"/>
              <a:gd name="connsiteY120-5722" fmla="*/ 3216125 h 6858000"/>
              <a:gd name="connsiteX121-5723" fmla="*/ 756043 w 1605470"/>
              <a:gd name="connsiteY121-5724" fmla="*/ 3183755 h 6858000"/>
              <a:gd name="connsiteX122-5725" fmla="*/ 756544 w 1605470"/>
              <a:gd name="connsiteY122-5726" fmla="*/ 3178642 h 6858000"/>
              <a:gd name="connsiteX123-5727" fmla="*/ 744144 w 1605470"/>
              <a:gd name="connsiteY123-5728" fmla="*/ 3158586 h 6858000"/>
              <a:gd name="connsiteX124-5729" fmla="*/ 739378 w 1605470"/>
              <a:gd name="connsiteY124-5730" fmla="*/ 3147669 h 6858000"/>
              <a:gd name="connsiteX125-5731" fmla="*/ 734648 w 1605470"/>
              <a:gd name="connsiteY125-5732" fmla="*/ 3145733 h 6858000"/>
              <a:gd name="connsiteX126-5733" fmla="*/ 729329 w 1605470"/>
              <a:gd name="connsiteY126-5734" fmla="*/ 3129034 h 6858000"/>
              <a:gd name="connsiteX127-5735" fmla="*/ 729994 w 1605470"/>
              <a:gd name="connsiteY127-5736" fmla="*/ 3126682 h 6858000"/>
              <a:gd name="connsiteX128-5737" fmla="*/ 720862 w 1605470"/>
              <a:gd name="connsiteY128-5738" fmla="*/ 3114519 h 6858000"/>
              <a:gd name="connsiteX129-5739" fmla="*/ 707471 w 1605470"/>
              <a:gd name="connsiteY129-5740" fmla="*/ 3106272 h 6858000"/>
              <a:gd name="connsiteX130-5741" fmla="*/ 680201 w 1605470"/>
              <a:gd name="connsiteY130-5742" fmla="*/ 2958185 h 6858000"/>
              <a:gd name="connsiteX131-5743" fmla="*/ 596759 w 1605470"/>
              <a:gd name="connsiteY131-5744" fmla="*/ 2762989 h 6858000"/>
              <a:gd name="connsiteX132-5745" fmla="*/ 571733 w 1605470"/>
              <a:gd name="connsiteY132-5746" fmla="*/ 2554718 h 6858000"/>
              <a:gd name="connsiteX133-5747" fmla="*/ 551827 w 1605470"/>
              <a:gd name="connsiteY133-5748" fmla="*/ 2485734 h 6858000"/>
              <a:gd name="connsiteX134-5749" fmla="*/ 525179 w 1605470"/>
              <a:gd name="connsiteY134-5750" fmla="*/ 2447068 h 6858000"/>
              <a:gd name="connsiteX135-5751" fmla="*/ 529511 w 1605470"/>
              <a:gd name="connsiteY135-5752" fmla="*/ 2425819 h 6858000"/>
              <a:gd name="connsiteX136-5753" fmla="*/ 530521 w 1605470"/>
              <a:gd name="connsiteY136-5754" fmla="*/ 2422066 h 6858000"/>
              <a:gd name="connsiteX137-5755" fmla="*/ 528878 w 1605470"/>
              <a:gd name="connsiteY137-5756" fmla="*/ 2408971 h 6858000"/>
              <a:gd name="connsiteX138-5757" fmla="*/ 535510 w 1605470"/>
              <a:gd name="connsiteY138-5758" fmla="*/ 2402874 h 6858000"/>
              <a:gd name="connsiteX139-5759" fmla="*/ 538122 w 1605470"/>
              <a:gd name="connsiteY139-5760" fmla="*/ 2381443 h 6858000"/>
              <a:gd name="connsiteX140-5761" fmla="*/ 514451 w 1605470"/>
              <a:gd name="connsiteY140-5762" fmla="*/ 2261920 h 6858000"/>
              <a:gd name="connsiteX141-5763" fmla="*/ 486968 w 1605470"/>
              <a:gd name="connsiteY141-5764" fmla="*/ 2182937 h 6858000"/>
              <a:gd name="connsiteX142-5765" fmla="*/ 488555 w 1605470"/>
              <a:gd name="connsiteY142-5766" fmla="*/ 2155135 h 6858000"/>
              <a:gd name="connsiteX143-5767" fmla="*/ 486013 w 1605470"/>
              <a:gd name="connsiteY143-5768" fmla="*/ 2118008 h 6858000"/>
              <a:gd name="connsiteX144-5769" fmla="*/ 487006 w 1605470"/>
              <a:gd name="connsiteY144-5770" fmla="*/ 2050531 h 6858000"/>
              <a:gd name="connsiteX145-5771" fmla="*/ 478812 w 1605470"/>
              <a:gd name="connsiteY145-5772" fmla="*/ 1963269 h 6858000"/>
              <a:gd name="connsiteX146-5773" fmla="*/ 442619 w 1605470"/>
              <a:gd name="connsiteY146-5774" fmla="*/ 1910499 h 6858000"/>
              <a:gd name="connsiteX147-5775" fmla="*/ 446785 w 1605470"/>
              <a:gd name="connsiteY147-5776" fmla="*/ 1903212 h 6858000"/>
              <a:gd name="connsiteX148-5777" fmla="*/ 436547 w 1605470"/>
              <a:gd name="connsiteY148-5778" fmla="*/ 1861531 h 6858000"/>
              <a:gd name="connsiteX149-5779" fmla="*/ 390346 w 1605470"/>
              <a:gd name="connsiteY149-5780" fmla="*/ 1732919 h 6858000"/>
              <a:gd name="connsiteX150-5781" fmla="*/ 362657 w 1605470"/>
              <a:gd name="connsiteY150-5782" fmla="*/ 1663540 h 6858000"/>
              <a:gd name="connsiteX151-5783" fmla="*/ 344412 w 1605470"/>
              <a:gd name="connsiteY151-5784" fmla="*/ 1615777 h 6858000"/>
              <a:gd name="connsiteX152-5785" fmla="*/ 342578 w 1605470"/>
              <a:gd name="connsiteY152-5786" fmla="*/ 1563678 h 6858000"/>
              <a:gd name="connsiteX153-5787" fmla="*/ 355658 w 1605470"/>
              <a:gd name="connsiteY153-5788" fmla="*/ 1519474 h 6858000"/>
              <a:gd name="connsiteX154-5789" fmla="*/ 348400 w 1605470"/>
              <a:gd name="connsiteY154-5790" fmla="*/ 1477995 h 6858000"/>
              <a:gd name="connsiteX155-5791" fmla="*/ 325799 w 1605470"/>
              <a:gd name="connsiteY155-5792" fmla="*/ 1357181 h 6858000"/>
              <a:gd name="connsiteX156-5793" fmla="*/ 320507 w 1605470"/>
              <a:gd name="connsiteY156-5794" fmla="*/ 1347099 h 6858000"/>
              <a:gd name="connsiteX157-5795" fmla="*/ 335347 w 1605470"/>
              <a:gd name="connsiteY157-5796" fmla="*/ 1334233 h 6858000"/>
              <a:gd name="connsiteX158-5797" fmla="*/ 342792 w 1605470"/>
              <a:gd name="connsiteY158-5798" fmla="*/ 1307086 h 6858000"/>
              <a:gd name="connsiteX159-5799" fmla="*/ 343980 w 1605470"/>
              <a:gd name="connsiteY159-5800" fmla="*/ 1189033 h 6858000"/>
              <a:gd name="connsiteX160-5801" fmla="*/ 348665 w 1605470"/>
              <a:gd name="connsiteY160-5802" fmla="*/ 1168288 h 6858000"/>
              <a:gd name="connsiteX161-5803" fmla="*/ 340947 w 1605470"/>
              <a:gd name="connsiteY161-5804" fmla="*/ 1142577 h 6858000"/>
              <a:gd name="connsiteX162-5805" fmla="*/ 330253 w 1605470"/>
              <a:gd name="connsiteY162-5806" fmla="*/ 1088484 h 6858000"/>
              <a:gd name="connsiteX163-5807" fmla="*/ 314647 w 1605470"/>
              <a:gd name="connsiteY163-5808" fmla="*/ 1053424 h 6858000"/>
              <a:gd name="connsiteX164-5809" fmla="*/ 322906 w 1605470"/>
              <a:gd name="connsiteY164-5810" fmla="*/ 1044367 h 6858000"/>
              <a:gd name="connsiteX165-5811" fmla="*/ 326818 w 1605470"/>
              <a:gd name="connsiteY165-5812" fmla="*/ 1022828 h 6858000"/>
              <a:gd name="connsiteX166-5813" fmla="*/ 320445 w 1605470"/>
              <a:gd name="connsiteY166-5814" fmla="*/ 932283 h 6858000"/>
              <a:gd name="connsiteX167-5815" fmla="*/ 322681 w 1605470"/>
              <a:gd name="connsiteY167-5816" fmla="*/ 915925 h 6858000"/>
              <a:gd name="connsiteX168-5817" fmla="*/ 315310 w 1605470"/>
              <a:gd name="connsiteY168-5818" fmla="*/ 896999 h 6858000"/>
              <a:gd name="connsiteX169-5819" fmla="*/ 284718 w 1605470"/>
              <a:gd name="connsiteY169-5820" fmla="*/ 821517 h 6858000"/>
              <a:gd name="connsiteX170-5821" fmla="*/ 263668 w 1605470"/>
              <a:gd name="connsiteY170-5822" fmla="*/ 751353 h 6858000"/>
              <a:gd name="connsiteX171-5823" fmla="*/ 254540 w 1605470"/>
              <a:gd name="connsiteY171-5824" fmla="*/ 741965 h 6858000"/>
              <a:gd name="connsiteX172-5825" fmla="*/ 252501 w 1605470"/>
              <a:gd name="connsiteY172-5826" fmla="*/ 724635 h 6858000"/>
              <a:gd name="connsiteX173-5827" fmla="*/ 248897 w 1605470"/>
              <a:gd name="connsiteY173-5828" fmla="*/ 681659 h 6858000"/>
              <a:gd name="connsiteX174-5829" fmla="*/ 234316 w 1605470"/>
              <a:gd name="connsiteY174-5830" fmla="*/ 635218 h 6858000"/>
              <a:gd name="connsiteX175-5831" fmla="*/ 239327 w 1605470"/>
              <a:gd name="connsiteY175-5832" fmla="*/ 613763 h 6858000"/>
              <a:gd name="connsiteX176-5833" fmla="*/ 225269 w 1605470"/>
              <a:gd name="connsiteY176-5834" fmla="*/ 598582 h 6858000"/>
              <a:gd name="connsiteX177-5835" fmla="*/ 224950 w 1605470"/>
              <a:gd name="connsiteY177-5836" fmla="*/ 576846 h 6858000"/>
              <a:gd name="connsiteX178-5837" fmla="*/ 204632 w 1605470"/>
              <a:gd name="connsiteY178-5838" fmla="*/ 553868 h 6858000"/>
              <a:gd name="connsiteX179-5839" fmla="*/ 239317 w 1605470"/>
              <a:gd name="connsiteY179-5840" fmla="*/ 517614 h 6858000"/>
              <a:gd name="connsiteX180-5841" fmla="*/ 201693 w 1605470"/>
              <a:gd name="connsiteY180-5842" fmla="*/ 469651 h 6858000"/>
              <a:gd name="connsiteX181-5843" fmla="*/ 195012 w 1605470"/>
              <a:gd name="connsiteY181-5844" fmla="*/ 448559 h 6858000"/>
              <a:gd name="connsiteX182-5845" fmla="*/ 201434 w 1605470"/>
              <a:gd name="connsiteY182-5846" fmla="*/ 441529 h 6858000"/>
              <a:gd name="connsiteX183-5847" fmla="*/ 200655 w 1605470"/>
              <a:gd name="connsiteY183-5848" fmla="*/ 428927 h 6858000"/>
              <a:gd name="connsiteX184-5849" fmla="*/ 190059 w 1605470"/>
              <a:gd name="connsiteY184-5850" fmla="*/ 430161 h 6858000"/>
              <a:gd name="connsiteX185-5851" fmla="*/ 184450 w 1605470"/>
              <a:gd name="connsiteY185-5852" fmla="*/ 396240 h 6858000"/>
              <a:gd name="connsiteX186-5853" fmla="*/ 146196 w 1605470"/>
              <a:gd name="connsiteY186-5854" fmla="*/ 358810 h 6858000"/>
              <a:gd name="connsiteX187-5855" fmla="*/ 124571 w 1605470"/>
              <a:gd name="connsiteY187-5856" fmla="*/ 302178 h 6858000"/>
              <a:gd name="connsiteX188-5857" fmla="*/ 103243 w 1605470"/>
              <a:gd name="connsiteY188-5858" fmla="*/ 211375 h 6858000"/>
              <a:gd name="connsiteX189-5859" fmla="*/ 94571 w 1605470"/>
              <a:gd name="connsiteY189-5860" fmla="*/ 184179 h 6858000"/>
              <a:gd name="connsiteX190-5861" fmla="*/ 13437 w 1605470"/>
              <a:gd name="connsiteY190-5862" fmla="*/ 19287 h 6858000"/>
              <a:gd name="connsiteX191-5863" fmla="*/ 0 w 1605470"/>
              <a:gd name="connsiteY191-5864" fmla="*/ 0 h 6858000"/>
              <a:gd name="connsiteX0-5865" fmla="*/ 0 w 1605470"/>
              <a:gd name="connsiteY0-5866" fmla="*/ 0 h 6858000"/>
              <a:gd name="connsiteX1-5867" fmla="*/ 1605470 w 1605470"/>
              <a:gd name="connsiteY1-5868" fmla="*/ 0 h 6858000"/>
              <a:gd name="connsiteX2-5869" fmla="*/ 1605470 w 1605470"/>
              <a:gd name="connsiteY2-5870" fmla="*/ 6858000 h 6858000"/>
              <a:gd name="connsiteX3-5871" fmla="*/ 154105 w 1605470"/>
              <a:gd name="connsiteY3-5872" fmla="*/ 6858000 h 6858000"/>
              <a:gd name="connsiteX4-5873" fmla="*/ 154246 w 1605470"/>
              <a:gd name="connsiteY4-5874" fmla="*/ 6857735 h 6858000"/>
              <a:gd name="connsiteX5-5875" fmla="*/ 166295 w 1605470"/>
              <a:gd name="connsiteY5-5876" fmla="*/ 6809549 h 6858000"/>
              <a:gd name="connsiteX6-5877" fmla="*/ 198506 w 1605470"/>
              <a:gd name="connsiteY6-5878" fmla="*/ 6715115 h 6858000"/>
              <a:gd name="connsiteX7-5879" fmla="*/ 208357 w 1605470"/>
              <a:gd name="connsiteY7-5880" fmla="*/ 6680170 h 6858000"/>
              <a:gd name="connsiteX8-5881" fmla="*/ 233907 w 1605470"/>
              <a:gd name="connsiteY8-5882" fmla="*/ 6621207 h 6858000"/>
              <a:gd name="connsiteX9-5883" fmla="*/ 250564 w 1605470"/>
              <a:gd name="connsiteY9-5884" fmla="*/ 6596265 h 6858000"/>
              <a:gd name="connsiteX10-5885" fmla="*/ 250443 w 1605470"/>
              <a:gd name="connsiteY10-5886" fmla="*/ 6594818 h 6858000"/>
              <a:gd name="connsiteX11-5887" fmla="*/ 254688 w 1605470"/>
              <a:gd name="connsiteY11-5888" fmla="*/ 6593735 h 6858000"/>
              <a:gd name="connsiteX12-5889" fmla="*/ 257885 w 1605470"/>
              <a:gd name="connsiteY12-5890" fmla="*/ 6589172 h 6858000"/>
              <a:gd name="connsiteX13-5891" fmla="*/ 261179 w 1605470"/>
              <a:gd name="connsiteY13-5892" fmla="*/ 6574442 h 6858000"/>
              <a:gd name="connsiteX14-5893" fmla="*/ 261519 w 1605470"/>
              <a:gd name="connsiteY14-5894" fmla="*/ 6568530 h 6858000"/>
              <a:gd name="connsiteX15-5895" fmla="*/ 263928 w 1605470"/>
              <a:gd name="connsiteY15-5896" fmla="*/ 6560674 h 6858000"/>
              <a:gd name="connsiteX16-5897" fmla="*/ 264273 w 1605470"/>
              <a:gd name="connsiteY16-5898" fmla="*/ 6560598 h 6858000"/>
              <a:gd name="connsiteX17-5899" fmla="*/ 265970 w 1605470"/>
              <a:gd name="connsiteY17-5900" fmla="*/ 6553006 h 6858000"/>
              <a:gd name="connsiteX18-5901" fmla="*/ 270666 w 1605470"/>
              <a:gd name="connsiteY18-5902" fmla="*/ 6514360 h 6858000"/>
              <a:gd name="connsiteX19-5903" fmla="*/ 312320 w 1605470"/>
              <a:gd name="connsiteY19-5904" fmla="*/ 6478062 h 6858000"/>
              <a:gd name="connsiteX20-5905" fmla="*/ 323009 w 1605470"/>
              <a:gd name="connsiteY20-5906" fmla="*/ 6460325 h 6858000"/>
              <a:gd name="connsiteX21-5907" fmla="*/ 330242 w 1605470"/>
              <a:gd name="connsiteY21-5908" fmla="*/ 6451488 h 6858000"/>
              <a:gd name="connsiteX22-5909" fmla="*/ 331677 w 1605470"/>
              <a:gd name="connsiteY22-5910" fmla="*/ 6451348 h 6858000"/>
              <a:gd name="connsiteX23-5911" fmla="*/ 336035 w 1605470"/>
              <a:gd name="connsiteY23-5912" fmla="*/ 6414240 h 6858000"/>
              <a:gd name="connsiteX24-5913" fmla="*/ 338911 w 1605470"/>
              <a:gd name="connsiteY24-5914" fmla="*/ 6410269 h 6858000"/>
              <a:gd name="connsiteX25-5915" fmla="*/ 338811 w 1605470"/>
              <a:gd name="connsiteY25-5916" fmla="*/ 6384857 h 6858000"/>
              <a:gd name="connsiteX26-5917" fmla="*/ 340328 w 1605470"/>
              <a:gd name="connsiteY26-5918" fmla="*/ 6372381 h 6858000"/>
              <a:gd name="connsiteX27-5919" fmla="*/ 337522 w 1605470"/>
              <a:gd name="connsiteY27-5920" fmla="*/ 6367510 h 6858000"/>
              <a:gd name="connsiteX28-5921" fmla="*/ 341402 w 1605470"/>
              <a:gd name="connsiteY28-5922" fmla="*/ 6349778 h 6858000"/>
              <a:gd name="connsiteX29-5923" fmla="*/ 343067 w 1605470"/>
              <a:gd name="connsiteY29-5924" fmla="*/ 6348250 h 6858000"/>
              <a:gd name="connsiteX30-5925" fmla="*/ 341730 w 1605470"/>
              <a:gd name="connsiteY30-5926" fmla="*/ 6331735 h 6858000"/>
              <a:gd name="connsiteX31-5927" fmla="*/ 335123 w 1605470"/>
              <a:gd name="connsiteY31-5928" fmla="*/ 6315613 h 6858000"/>
              <a:gd name="connsiteX32-5929" fmla="*/ 385303 w 1605470"/>
              <a:gd name="connsiteY32-5930" fmla="*/ 6171970 h 6858000"/>
              <a:gd name="connsiteX33-5931" fmla="*/ 380910 w 1605470"/>
              <a:gd name="connsiteY33-5932" fmla="*/ 6028119 h 6858000"/>
              <a:gd name="connsiteX34-5933" fmla="*/ 409371 w 1605470"/>
              <a:gd name="connsiteY34-5934" fmla="*/ 5950668 h 6858000"/>
              <a:gd name="connsiteX35-5935" fmla="*/ 442432 w 1605470"/>
              <a:gd name="connsiteY35-5936" fmla="*/ 5934687 h 6858000"/>
              <a:gd name="connsiteX36-5937" fmla="*/ 489472 w 1605470"/>
              <a:gd name="connsiteY36-5938" fmla="*/ 5732419 h 6858000"/>
              <a:gd name="connsiteX37-5939" fmla="*/ 512623 w 1605470"/>
              <a:gd name="connsiteY37-5940" fmla="*/ 5685392 h 6858000"/>
              <a:gd name="connsiteX38-5941" fmla="*/ 510261 w 1605470"/>
              <a:gd name="connsiteY38-5942" fmla="*/ 5634527 h 6858000"/>
              <a:gd name="connsiteX39-5943" fmla="*/ 523992 w 1605470"/>
              <a:gd name="connsiteY39-5944" fmla="*/ 5619557 h 6858000"/>
              <a:gd name="connsiteX40-5945" fmla="*/ 526609 w 1605470"/>
              <a:gd name="connsiteY40-5946" fmla="*/ 5617081 h 6858000"/>
              <a:gd name="connsiteX41-5947" fmla="*/ 531653 w 1605470"/>
              <a:gd name="connsiteY41-5948" fmla="*/ 5604904 h 6858000"/>
              <a:gd name="connsiteX42-5949" fmla="*/ 539863 w 1605470"/>
              <a:gd name="connsiteY42-5950" fmla="*/ 5604298 h 6858000"/>
              <a:gd name="connsiteX43-5951" fmla="*/ 552319 w 1605470"/>
              <a:gd name="connsiteY43-5952" fmla="*/ 5587997 h 6858000"/>
              <a:gd name="connsiteX44-5953" fmla="*/ 559710 w 1605470"/>
              <a:gd name="connsiteY44-5954" fmla="*/ 5564796 h 6858000"/>
              <a:gd name="connsiteX45-5955" fmla="*/ 587214 w 1605470"/>
              <a:gd name="connsiteY45-5956" fmla="*/ 5451511 h 6858000"/>
              <a:gd name="connsiteX46-5957" fmla="*/ 608019 w 1605470"/>
              <a:gd name="connsiteY46-5958" fmla="*/ 5385461 h 6858000"/>
              <a:gd name="connsiteX47-5959" fmla="*/ 622750 w 1605470"/>
              <a:gd name="connsiteY47-5960" fmla="*/ 5363084 h 6858000"/>
              <a:gd name="connsiteX48-5961" fmla="*/ 638731 w 1605470"/>
              <a:gd name="connsiteY48-5962" fmla="*/ 5330009 h 6858000"/>
              <a:gd name="connsiteX49-5963" fmla="*/ 672224 w 1605470"/>
              <a:gd name="connsiteY49-5964" fmla="*/ 5273739 h 6858000"/>
              <a:gd name="connsiteX50-5965" fmla="*/ 681823 w 1605470"/>
              <a:gd name="connsiteY50-5966" fmla="*/ 5241779 h 6858000"/>
              <a:gd name="connsiteX51-5967" fmla="*/ 693049 w 1605470"/>
              <a:gd name="connsiteY51-5968" fmla="*/ 5225268 h 6858000"/>
              <a:gd name="connsiteX52-5969" fmla="*/ 694069 w 1605470"/>
              <a:gd name="connsiteY52-5970" fmla="*/ 5217684 h 6858000"/>
              <a:gd name="connsiteX53-5971" fmla="*/ 701410 w 1605470"/>
              <a:gd name="connsiteY53-5972" fmla="*/ 5193377 h 6858000"/>
              <a:gd name="connsiteX54-5973" fmla="*/ 704713 w 1605470"/>
              <a:gd name="connsiteY54-5974" fmla="*/ 5179288 h 6858000"/>
              <a:gd name="connsiteX55-5975" fmla="*/ 705697 w 1605470"/>
              <a:gd name="connsiteY55-5976" fmla="*/ 5173621 h 6858000"/>
              <a:gd name="connsiteX56-5977" fmla="*/ 701331 w 1605470"/>
              <a:gd name="connsiteY56-5978" fmla="*/ 5159961 h 6858000"/>
              <a:gd name="connsiteX57-5979" fmla="*/ 708008 w 1605470"/>
              <a:gd name="connsiteY57-5980" fmla="*/ 5144295 h 6858000"/>
              <a:gd name="connsiteX58-5981" fmla="*/ 704941 w 1605470"/>
              <a:gd name="connsiteY58-5982" fmla="*/ 5125185 h 6858000"/>
              <a:gd name="connsiteX59-5983" fmla="*/ 711771 w 1605470"/>
              <a:gd name="connsiteY59-5984" fmla="*/ 5121884 h 6858000"/>
              <a:gd name="connsiteX60-5985" fmla="*/ 721092 w 1605470"/>
              <a:gd name="connsiteY60-5986" fmla="*/ 5108383 h 6858000"/>
              <a:gd name="connsiteX61-5987" fmla="*/ 717045 w 1605470"/>
              <a:gd name="connsiteY61-5988" fmla="*/ 5094705 h 6858000"/>
              <a:gd name="connsiteX62-5989" fmla="*/ 718807 w 1605470"/>
              <a:gd name="connsiteY62-5990" fmla="*/ 5067850 h 6858000"/>
              <a:gd name="connsiteX63-5991" fmla="*/ 721538 w 1605470"/>
              <a:gd name="connsiteY63-5992" fmla="*/ 5060861 h 6858000"/>
              <a:gd name="connsiteX64-5993" fmla="*/ 718242 w 1605470"/>
              <a:gd name="connsiteY64-5994" fmla="*/ 5034192 h 6858000"/>
              <a:gd name="connsiteX65-5995" fmla="*/ 719796 w 1605470"/>
              <a:gd name="connsiteY65-5996" fmla="*/ 4993030 h 6858000"/>
              <a:gd name="connsiteX66-5997" fmla="*/ 726705 w 1605470"/>
              <a:gd name="connsiteY66-5998" fmla="*/ 4946844 h 6858000"/>
              <a:gd name="connsiteX67-5999" fmla="*/ 722561 w 1605470"/>
              <a:gd name="connsiteY67-6000" fmla="*/ 4932692 h 6858000"/>
              <a:gd name="connsiteX68-6001" fmla="*/ 724588 w 1605470"/>
              <a:gd name="connsiteY68-6002" fmla="*/ 4845927 h 6858000"/>
              <a:gd name="connsiteX69-6003" fmla="*/ 724935 w 1605470"/>
              <a:gd name="connsiteY69-6004" fmla="*/ 4821504 h 6858000"/>
              <a:gd name="connsiteX70-6005" fmla="*/ 732118 w 1605470"/>
              <a:gd name="connsiteY70-6006" fmla="*/ 4801535 h 6858000"/>
              <a:gd name="connsiteX71-6007" fmla="*/ 739787 w 1605470"/>
              <a:gd name="connsiteY71-6008" fmla="*/ 4797794 h 6858000"/>
              <a:gd name="connsiteX72-6009" fmla="*/ 741081 w 1605470"/>
              <a:gd name="connsiteY72-6010" fmla="*/ 4784526 h 6858000"/>
              <a:gd name="connsiteX73-6011" fmla="*/ 742865 w 1605470"/>
              <a:gd name="connsiteY73-6012" fmla="*/ 4781211 h 6858000"/>
              <a:gd name="connsiteX74-6013" fmla="*/ 751652 w 1605470"/>
              <a:gd name="connsiteY74-6014" fmla="*/ 4761984 h 6858000"/>
              <a:gd name="connsiteX75-6015" fmla="*/ 734671 w 1605470"/>
              <a:gd name="connsiteY75-6016" fmla="*/ 4715631 h 6858000"/>
              <a:gd name="connsiteX76-6017" fmla="*/ 743180 w 1605470"/>
              <a:gd name="connsiteY76-6018" fmla="*/ 4662965 h 6858000"/>
              <a:gd name="connsiteX77-6019" fmla="*/ 729578 w 1605470"/>
              <a:gd name="connsiteY77-6020" fmla="*/ 4456787 h 6858000"/>
              <a:gd name="connsiteX78-6021" fmla="*/ 756542 w 1605470"/>
              <a:gd name="connsiteY78-6022" fmla="*/ 4429138 h 6858000"/>
              <a:gd name="connsiteX79-6023" fmla="*/ 761317 w 1605470"/>
              <a:gd name="connsiteY79-6024" fmla="*/ 4346145 h 6858000"/>
              <a:gd name="connsiteX80-6025" fmla="*/ 715481 w 1605470"/>
              <a:gd name="connsiteY80-6026" fmla="*/ 4214165 h 6858000"/>
              <a:gd name="connsiteX81-6027" fmla="*/ 721848 w 1605470"/>
              <a:gd name="connsiteY81-6028" fmla="*/ 4061253 h 6858000"/>
              <a:gd name="connsiteX82-6029" fmla="*/ 710868 w 1605470"/>
              <a:gd name="connsiteY82-6030" fmla="*/ 4048827 h 6858000"/>
              <a:gd name="connsiteX83-6031" fmla="*/ 704810 w 1605470"/>
              <a:gd name="connsiteY83-6032" fmla="*/ 4033999 h 6858000"/>
              <a:gd name="connsiteX84-6033" fmla="*/ 705959 w 1605470"/>
              <a:gd name="connsiteY84-6034" fmla="*/ 4031933 h 6858000"/>
              <a:gd name="connsiteX85-6035" fmla="*/ 704535 w 1605470"/>
              <a:gd name="connsiteY85-6036" fmla="*/ 4013953 h 6858000"/>
              <a:gd name="connsiteX86-6037" fmla="*/ 700443 w 1605470"/>
              <a:gd name="connsiteY86-6038" fmla="*/ 4010511 h 6858000"/>
              <a:gd name="connsiteX87-6039" fmla="*/ 698282 w 1605470"/>
              <a:gd name="connsiteY87-6040" fmla="*/ 3998331 h 6858000"/>
              <a:gd name="connsiteX88-6041" fmla="*/ 690830 w 1605470"/>
              <a:gd name="connsiteY88-6042" fmla="*/ 3974753 h 6858000"/>
              <a:gd name="connsiteX89-6043" fmla="*/ 692428 w 1605470"/>
              <a:gd name="connsiteY89-6044" fmla="*/ 3969950 h 6858000"/>
              <a:gd name="connsiteX90-6045" fmla="*/ 685850 w 1605470"/>
              <a:gd name="connsiteY90-6046" fmla="*/ 3933779 h 6858000"/>
              <a:gd name="connsiteX91-6047" fmla="*/ 687181 w 1605470"/>
              <a:gd name="connsiteY91-6048" fmla="*/ 3933093 h 6858000"/>
              <a:gd name="connsiteX92-6049" fmla="*/ 691535 w 1605470"/>
              <a:gd name="connsiteY92-6050" fmla="*/ 3922082 h 6858000"/>
              <a:gd name="connsiteX93-6051" fmla="*/ 696613 w 1605470"/>
              <a:gd name="connsiteY93-6052" fmla="*/ 3901461 h 6858000"/>
              <a:gd name="connsiteX94-6053" fmla="*/ 725908 w 1605470"/>
              <a:gd name="connsiteY94-6054" fmla="*/ 3851605 h 6858000"/>
              <a:gd name="connsiteX95-6055" fmla="*/ 719207 w 1605470"/>
              <a:gd name="connsiteY95-6056" fmla="*/ 3813873 h 6858000"/>
              <a:gd name="connsiteX96-6057" fmla="*/ 718632 w 1605470"/>
              <a:gd name="connsiteY96-6058" fmla="*/ 3806161 h 6858000"/>
              <a:gd name="connsiteX97-6059" fmla="*/ 718939 w 1605470"/>
              <a:gd name="connsiteY97-6060" fmla="*/ 3805957 h 6858000"/>
              <a:gd name="connsiteX98-6061" fmla="*/ 718966 w 1605470"/>
              <a:gd name="connsiteY98-6062" fmla="*/ 3797724 h 6858000"/>
              <a:gd name="connsiteX99-6063" fmla="*/ 717581 w 1605470"/>
              <a:gd name="connsiteY99-6064" fmla="*/ 3792098 h 6858000"/>
              <a:gd name="connsiteX100-6065" fmla="*/ 716465 w 1605470"/>
              <a:gd name="connsiteY100-6066" fmla="*/ 3777135 h 6858000"/>
              <a:gd name="connsiteX101-6067" fmla="*/ 718198 w 1605470"/>
              <a:gd name="connsiteY101-6068" fmla="*/ 3771656 h 6858000"/>
              <a:gd name="connsiteX102-6069" fmla="*/ 721941 w 1605470"/>
              <a:gd name="connsiteY102-6070" fmla="*/ 3769007 h 6858000"/>
              <a:gd name="connsiteX103-6071" fmla="*/ 721407 w 1605470"/>
              <a:gd name="connsiteY103-6072" fmla="*/ 3767709 h 6858000"/>
              <a:gd name="connsiteX104-6073" fmla="*/ 730103 w 1605470"/>
              <a:gd name="connsiteY104-6074" fmla="*/ 3738082 h 6858000"/>
              <a:gd name="connsiteX105-6075" fmla="*/ 737449 w 1605470"/>
              <a:gd name="connsiteY105-6076" fmla="*/ 3673397 h 6858000"/>
              <a:gd name="connsiteX106-6077" fmla="*/ 736745 w 1605470"/>
              <a:gd name="connsiteY106-6078" fmla="*/ 3637109 h 6858000"/>
              <a:gd name="connsiteX107-6079" fmla="*/ 740188 w 1605470"/>
              <a:gd name="connsiteY107-6080" fmla="*/ 3536883 h 6858000"/>
              <a:gd name="connsiteX108-6081" fmla="*/ 747726 w 1605470"/>
              <a:gd name="connsiteY108-6082" fmla="*/ 3435652 h 6858000"/>
              <a:gd name="connsiteX109-6083" fmla="*/ 774383 w 1605470"/>
              <a:gd name="connsiteY109-6084" fmla="*/ 3381564 h 6858000"/>
              <a:gd name="connsiteX110-6085" fmla="*/ 774870 w 1605470"/>
              <a:gd name="connsiteY110-6086" fmla="*/ 3375761 h 6858000"/>
              <a:gd name="connsiteX111-6087" fmla="*/ 770510 w 1605470"/>
              <a:gd name="connsiteY111-6088" fmla="*/ 3361844 h 6858000"/>
              <a:gd name="connsiteX112-6089" fmla="*/ 767933 w 1605470"/>
              <a:gd name="connsiteY112-6090" fmla="*/ 3356929 h 6858000"/>
              <a:gd name="connsiteX113-6091" fmla="*/ 766158 w 1605470"/>
              <a:gd name="connsiteY113-6092" fmla="*/ 3349058 h 6858000"/>
              <a:gd name="connsiteX114-6093" fmla="*/ 766414 w 1605470"/>
              <a:gd name="connsiteY114-6094" fmla="*/ 3348763 h 6858000"/>
              <a:gd name="connsiteX115-6095" fmla="*/ 764166 w 1605470"/>
              <a:gd name="connsiteY115-6096" fmla="*/ 3341588 h 6858000"/>
              <a:gd name="connsiteX116-6097" fmla="*/ 749397 w 1605470"/>
              <a:gd name="connsiteY116-6098" fmla="*/ 3307769 h 6858000"/>
              <a:gd name="connsiteX117-6099" fmla="*/ 766960 w 1605470"/>
              <a:gd name="connsiteY117-6100" fmla="*/ 3250522 h 6858000"/>
              <a:gd name="connsiteX118-6101" fmla="*/ 767385 w 1605470"/>
              <a:gd name="connsiteY118-6102" fmla="*/ 3229163 h 6858000"/>
              <a:gd name="connsiteX119-6103" fmla="*/ 769208 w 1605470"/>
              <a:gd name="connsiteY119-6104" fmla="*/ 3217217 h 6858000"/>
              <a:gd name="connsiteX120-6105" fmla="*/ 770350 w 1605470"/>
              <a:gd name="connsiteY120-6106" fmla="*/ 3216125 h 6858000"/>
              <a:gd name="connsiteX121-6107" fmla="*/ 756043 w 1605470"/>
              <a:gd name="connsiteY121-6108" fmla="*/ 3183755 h 6858000"/>
              <a:gd name="connsiteX122-6109" fmla="*/ 756544 w 1605470"/>
              <a:gd name="connsiteY122-6110" fmla="*/ 3178642 h 6858000"/>
              <a:gd name="connsiteX123-6111" fmla="*/ 744144 w 1605470"/>
              <a:gd name="connsiteY123-6112" fmla="*/ 3158586 h 6858000"/>
              <a:gd name="connsiteX124-6113" fmla="*/ 739378 w 1605470"/>
              <a:gd name="connsiteY124-6114" fmla="*/ 3147669 h 6858000"/>
              <a:gd name="connsiteX125-6115" fmla="*/ 734648 w 1605470"/>
              <a:gd name="connsiteY125-6116" fmla="*/ 3145733 h 6858000"/>
              <a:gd name="connsiteX126-6117" fmla="*/ 729329 w 1605470"/>
              <a:gd name="connsiteY126-6118" fmla="*/ 3129034 h 6858000"/>
              <a:gd name="connsiteX127-6119" fmla="*/ 729994 w 1605470"/>
              <a:gd name="connsiteY127-6120" fmla="*/ 3126682 h 6858000"/>
              <a:gd name="connsiteX128-6121" fmla="*/ 720862 w 1605470"/>
              <a:gd name="connsiteY128-6122" fmla="*/ 3114519 h 6858000"/>
              <a:gd name="connsiteX129-6123" fmla="*/ 707471 w 1605470"/>
              <a:gd name="connsiteY129-6124" fmla="*/ 3106272 h 6858000"/>
              <a:gd name="connsiteX130-6125" fmla="*/ 680201 w 1605470"/>
              <a:gd name="connsiteY130-6126" fmla="*/ 2958185 h 6858000"/>
              <a:gd name="connsiteX131-6127" fmla="*/ 596759 w 1605470"/>
              <a:gd name="connsiteY131-6128" fmla="*/ 2762989 h 6858000"/>
              <a:gd name="connsiteX132-6129" fmla="*/ 571733 w 1605470"/>
              <a:gd name="connsiteY132-6130" fmla="*/ 2554718 h 6858000"/>
              <a:gd name="connsiteX133-6131" fmla="*/ 551827 w 1605470"/>
              <a:gd name="connsiteY133-6132" fmla="*/ 2485734 h 6858000"/>
              <a:gd name="connsiteX134-6133" fmla="*/ 525179 w 1605470"/>
              <a:gd name="connsiteY134-6134" fmla="*/ 2447068 h 6858000"/>
              <a:gd name="connsiteX135-6135" fmla="*/ 529511 w 1605470"/>
              <a:gd name="connsiteY135-6136" fmla="*/ 2425819 h 6858000"/>
              <a:gd name="connsiteX136-6137" fmla="*/ 530521 w 1605470"/>
              <a:gd name="connsiteY136-6138" fmla="*/ 2422066 h 6858000"/>
              <a:gd name="connsiteX137-6139" fmla="*/ 528878 w 1605470"/>
              <a:gd name="connsiteY137-6140" fmla="*/ 2408971 h 6858000"/>
              <a:gd name="connsiteX138-6141" fmla="*/ 535510 w 1605470"/>
              <a:gd name="connsiteY138-6142" fmla="*/ 2402874 h 6858000"/>
              <a:gd name="connsiteX139-6143" fmla="*/ 538122 w 1605470"/>
              <a:gd name="connsiteY139-6144" fmla="*/ 2381443 h 6858000"/>
              <a:gd name="connsiteX140-6145" fmla="*/ 514451 w 1605470"/>
              <a:gd name="connsiteY140-6146" fmla="*/ 2261920 h 6858000"/>
              <a:gd name="connsiteX141-6147" fmla="*/ 486968 w 1605470"/>
              <a:gd name="connsiteY141-6148" fmla="*/ 2182937 h 6858000"/>
              <a:gd name="connsiteX142-6149" fmla="*/ 488555 w 1605470"/>
              <a:gd name="connsiteY142-6150" fmla="*/ 2155135 h 6858000"/>
              <a:gd name="connsiteX143-6151" fmla="*/ 486013 w 1605470"/>
              <a:gd name="connsiteY143-6152" fmla="*/ 2118008 h 6858000"/>
              <a:gd name="connsiteX144-6153" fmla="*/ 487006 w 1605470"/>
              <a:gd name="connsiteY144-6154" fmla="*/ 2050531 h 6858000"/>
              <a:gd name="connsiteX145-6155" fmla="*/ 478812 w 1605470"/>
              <a:gd name="connsiteY145-6156" fmla="*/ 1963269 h 6858000"/>
              <a:gd name="connsiteX146-6157" fmla="*/ 442619 w 1605470"/>
              <a:gd name="connsiteY146-6158" fmla="*/ 1910499 h 6858000"/>
              <a:gd name="connsiteX147-6159" fmla="*/ 446785 w 1605470"/>
              <a:gd name="connsiteY147-6160" fmla="*/ 1903212 h 6858000"/>
              <a:gd name="connsiteX148-6161" fmla="*/ 436547 w 1605470"/>
              <a:gd name="connsiteY148-6162" fmla="*/ 1861531 h 6858000"/>
              <a:gd name="connsiteX149-6163" fmla="*/ 390346 w 1605470"/>
              <a:gd name="connsiteY149-6164" fmla="*/ 1732919 h 6858000"/>
              <a:gd name="connsiteX150-6165" fmla="*/ 362657 w 1605470"/>
              <a:gd name="connsiteY150-6166" fmla="*/ 1663540 h 6858000"/>
              <a:gd name="connsiteX151-6167" fmla="*/ 344412 w 1605470"/>
              <a:gd name="connsiteY151-6168" fmla="*/ 1615777 h 6858000"/>
              <a:gd name="connsiteX152-6169" fmla="*/ 342578 w 1605470"/>
              <a:gd name="connsiteY152-6170" fmla="*/ 1563678 h 6858000"/>
              <a:gd name="connsiteX153-6171" fmla="*/ 355658 w 1605470"/>
              <a:gd name="connsiteY153-6172" fmla="*/ 1519474 h 6858000"/>
              <a:gd name="connsiteX154-6173" fmla="*/ 348400 w 1605470"/>
              <a:gd name="connsiteY154-6174" fmla="*/ 1477995 h 6858000"/>
              <a:gd name="connsiteX155-6175" fmla="*/ 325799 w 1605470"/>
              <a:gd name="connsiteY155-6176" fmla="*/ 1357181 h 6858000"/>
              <a:gd name="connsiteX156-6177" fmla="*/ 320507 w 1605470"/>
              <a:gd name="connsiteY156-6178" fmla="*/ 1347099 h 6858000"/>
              <a:gd name="connsiteX157-6179" fmla="*/ 335347 w 1605470"/>
              <a:gd name="connsiteY157-6180" fmla="*/ 1334233 h 6858000"/>
              <a:gd name="connsiteX158-6181" fmla="*/ 342792 w 1605470"/>
              <a:gd name="connsiteY158-6182" fmla="*/ 1307086 h 6858000"/>
              <a:gd name="connsiteX159-6183" fmla="*/ 343980 w 1605470"/>
              <a:gd name="connsiteY159-6184" fmla="*/ 1189033 h 6858000"/>
              <a:gd name="connsiteX160-6185" fmla="*/ 348665 w 1605470"/>
              <a:gd name="connsiteY160-6186" fmla="*/ 1168288 h 6858000"/>
              <a:gd name="connsiteX161-6187" fmla="*/ 340947 w 1605470"/>
              <a:gd name="connsiteY161-6188" fmla="*/ 1142577 h 6858000"/>
              <a:gd name="connsiteX162-6189" fmla="*/ 330253 w 1605470"/>
              <a:gd name="connsiteY162-6190" fmla="*/ 1088484 h 6858000"/>
              <a:gd name="connsiteX163-6191" fmla="*/ 314647 w 1605470"/>
              <a:gd name="connsiteY163-6192" fmla="*/ 1053424 h 6858000"/>
              <a:gd name="connsiteX164-6193" fmla="*/ 322906 w 1605470"/>
              <a:gd name="connsiteY164-6194" fmla="*/ 1044367 h 6858000"/>
              <a:gd name="connsiteX165-6195" fmla="*/ 322475 w 1605470"/>
              <a:gd name="connsiteY165-6196" fmla="*/ 1002093 h 6858000"/>
              <a:gd name="connsiteX166-6197" fmla="*/ 320445 w 1605470"/>
              <a:gd name="connsiteY166-6198" fmla="*/ 932283 h 6858000"/>
              <a:gd name="connsiteX167-6199" fmla="*/ 322681 w 1605470"/>
              <a:gd name="connsiteY167-6200" fmla="*/ 915925 h 6858000"/>
              <a:gd name="connsiteX168-6201" fmla="*/ 315310 w 1605470"/>
              <a:gd name="connsiteY168-6202" fmla="*/ 896999 h 6858000"/>
              <a:gd name="connsiteX169-6203" fmla="*/ 284718 w 1605470"/>
              <a:gd name="connsiteY169-6204" fmla="*/ 821517 h 6858000"/>
              <a:gd name="connsiteX170-6205" fmla="*/ 263668 w 1605470"/>
              <a:gd name="connsiteY170-6206" fmla="*/ 751353 h 6858000"/>
              <a:gd name="connsiteX171-6207" fmla="*/ 254540 w 1605470"/>
              <a:gd name="connsiteY171-6208" fmla="*/ 741965 h 6858000"/>
              <a:gd name="connsiteX172-6209" fmla="*/ 252501 w 1605470"/>
              <a:gd name="connsiteY172-6210" fmla="*/ 724635 h 6858000"/>
              <a:gd name="connsiteX173-6211" fmla="*/ 248897 w 1605470"/>
              <a:gd name="connsiteY173-6212" fmla="*/ 681659 h 6858000"/>
              <a:gd name="connsiteX174-6213" fmla="*/ 234316 w 1605470"/>
              <a:gd name="connsiteY174-6214" fmla="*/ 635218 h 6858000"/>
              <a:gd name="connsiteX175-6215" fmla="*/ 239327 w 1605470"/>
              <a:gd name="connsiteY175-6216" fmla="*/ 613763 h 6858000"/>
              <a:gd name="connsiteX176-6217" fmla="*/ 225269 w 1605470"/>
              <a:gd name="connsiteY176-6218" fmla="*/ 598582 h 6858000"/>
              <a:gd name="connsiteX177-6219" fmla="*/ 224950 w 1605470"/>
              <a:gd name="connsiteY177-6220" fmla="*/ 576846 h 6858000"/>
              <a:gd name="connsiteX178-6221" fmla="*/ 204632 w 1605470"/>
              <a:gd name="connsiteY178-6222" fmla="*/ 553868 h 6858000"/>
              <a:gd name="connsiteX179-6223" fmla="*/ 239317 w 1605470"/>
              <a:gd name="connsiteY179-6224" fmla="*/ 517614 h 6858000"/>
              <a:gd name="connsiteX180-6225" fmla="*/ 201693 w 1605470"/>
              <a:gd name="connsiteY180-6226" fmla="*/ 469651 h 6858000"/>
              <a:gd name="connsiteX181-6227" fmla="*/ 195012 w 1605470"/>
              <a:gd name="connsiteY181-6228" fmla="*/ 448559 h 6858000"/>
              <a:gd name="connsiteX182-6229" fmla="*/ 201434 w 1605470"/>
              <a:gd name="connsiteY182-6230" fmla="*/ 441529 h 6858000"/>
              <a:gd name="connsiteX183-6231" fmla="*/ 200655 w 1605470"/>
              <a:gd name="connsiteY183-6232" fmla="*/ 428927 h 6858000"/>
              <a:gd name="connsiteX184-6233" fmla="*/ 190059 w 1605470"/>
              <a:gd name="connsiteY184-6234" fmla="*/ 430161 h 6858000"/>
              <a:gd name="connsiteX185-6235" fmla="*/ 184450 w 1605470"/>
              <a:gd name="connsiteY185-6236" fmla="*/ 396240 h 6858000"/>
              <a:gd name="connsiteX186-6237" fmla="*/ 146196 w 1605470"/>
              <a:gd name="connsiteY186-6238" fmla="*/ 358810 h 6858000"/>
              <a:gd name="connsiteX187-6239" fmla="*/ 124571 w 1605470"/>
              <a:gd name="connsiteY187-6240" fmla="*/ 302178 h 6858000"/>
              <a:gd name="connsiteX188-6241" fmla="*/ 103243 w 1605470"/>
              <a:gd name="connsiteY188-6242" fmla="*/ 211375 h 6858000"/>
              <a:gd name="connsiteX189-6243" fmla="*/ 94571 w 1605470"/>
              <a:gd name="connsiteY189-6244" fmla="*/ 184179 h 6858000"/>
              <a:gd name="connsiteX190-6245" fmla="*/ 13437 w 1605470"/>
              <a:gd name="connsiteY190-6246" fmla="*/ 19287 h 6858000"/>
              <a:gd name="connsiteX191-6247" fmla="*/ 0 w 1605470"/>
              <a:gd name="connsiteY191-6248" fmla="*/ 0 h 6858000"/>
              <a:gd name="connsiteX0-6249" fmla="*/ 0 w 1605470"/>
              <a:gd name="connsiteY0-6250" fmla="*/ 0 h 6858000"/>
              <a:gd name="connsiteX1-6251" fmla="*/ 1605470 w 1605470"/>
              <a:gd name="connsiteY1-6252" fmla="*/ 0 h 6858000"/>
              <a:gd name="connsiteX2-6253" fmla="*/ 1605470 w 1605470"/>
              <a:gd name="connsiteY2-6254" fmla="*/ 6858000 h 6858000"/>
              <a:gd name="connsiteX3-6255" fmla="*/ 154105 w 1605470"/>
              <a:gd name="connsiteY3-6256" fmla="*/ 6858000 h 6858000"/>
              <a:gd name="connsiteX4-6257" fmla="*/ 154246 w 1605470"/>
              <a:gd name="connsiteY4-6258" fmla="*/ 6857735 h 6858000"/>
              <a:gd name="connsiteX5-6259" fmla="*/ 166295 w 1605470"/>
              <a:gd name="connsiteY5-6260" fmla="*/ 6809549 h 6858000"/>
              <a:gd name="connsiteX6-6261" fmla="*/ 198506 w 1605470"/>
              <a:gd name="connsiteY6-6262" fmla="*/ 6715115 h 6858000"/>
              <a:gd name="connsiteX7-6263" fmla="*/ 208357 w 1605470"/>
              <a:gd name="connsiteY7-6264" fmla="*/ 6680170 h 6858000"/>
              <a:gd name="connsiteX8-6265" fmla="*/ 233907 w 1605470"/>
              <a:gd name="connsiteY8-6266" fmla="*/ 6621207 h 6858000"/>
              <a:gd name="connsiteX9-6267" fmla="*/ 250564 w 1605470"/>
              <a:gd name="connsiteY9-6268" fmla="*/ 6596265 h 6858000"/>
              <a:gd name="connsiteX10-6269" fmla="*/ 250443 w 1605470"/>
              <a:gd name="connsiteY10-6270" fmla="*/ 6594818 h 6858000"/>
              <a:gd name="connsiteX11-6271" fmla="*/ 254688 w 1605470"/>
              <a:gd name="connsiteY11-6272" fmla="*/ 6593735 h 6858000"/>
              <a:gd name="connsiteX12-6273" fmla="*/ 257885 w 1605470"/>
              <a:gd name="connsiteY12-6274" fmla="*/ 6589172 h 6858000"/>
              <a:gd name="connsiteX13-6275" fmla="*/ 261179 w 1605470"/>
              <a:gd name="connsiteY13-6276" fmla="*/ 6574442 h 6858000"/>
              <a:gd name="connsiteX14-6277" fmla="*/ 261519 w 1605470"/>
              <a:gd name="connsiteY14-6278" fmla="*/ 6568530 h 6858000"/>
              <a:gd name="connsiteX15-6279" fmla="*/ 263928 w 1605470"/>
              <a:gd name="connsiteY15-6280" fmla="*/ 6560674 h 6858000"/>
              <a:gd name="connsiteX16-6281" fmla="*/ 264273 w 1605470"/>
              <a:gd name="connsiteY16-6282" fmla="*/ 6560598 h 6858000"/>
              <a:gd name="connsiteX17-6283" fmla="*/ 265970 w 1605470"/>
              <a:gd name="connsiteY17-6284" fmla="*/ 6553006 h 6858000"/>
              <a:gd name="connsiteX18-6285" fmla="*/ 270666 w 1605470"/>
              <a:gd name="connsiteY18-6286" fmla="*/ 6514360 h 6858000"/>
              <a:gd name="connsiteX19-6287" fmla="*/ 312320 w 1605470"/>
              <a:gd name="connsiteY19-6288" fmla="*/ 6478062 h 6858000"/>
              <a:gd name="connsiteX20-6289" fmla="*/ 323009 w 1605470"/>
              <a:gd name="connsiteY20-6290" fmla="*/ 6460325 h 6858000"/>
              <a:gd name="connsiteX21-6291" fmla="*/ 330242 w 1605470"/>
              <a:gd name="connsiteY21-6292" fmla="*/ 6451488 h 6858000"/>
              <a:gd name="connsiteX22-6293" fmla="*/ 331677 w 1605470"/>
              <a:gd name="connsiteY22-6294" fmla="*/ 6451348 h 6858000"/>
              <a:gd name="connsiteX23-6295" fmla="*/ 336035 w 1605470"/>
              <a:gd name="connsiteY23-6296" fmla="*/ 6414240 h 6858000"/>
              <a:gd name="connsiteX24-6297" fmla="*/ 338911 w 1605470"/>
              <a:gd name="connsiteY24-6298" fmla="*/ 6410269 h 6858000"/>
              <a:gd name="connsiteX25-6299" fmla="*/ 338811 w 1605470"/>
              <a:gd name="connsiteY25-6300" fmla="*/ 6384857 h 6858000"/>
              <a:gd name="connsiteX26-6301" fmla="*/ 340328 w 1605470"/>
              <a:gd name="connsiteY26-6302" fmla="*/ 6372381 h 6858000"/>
              <a:gd name="connsiteX27-6303" fmla="*/ 337522 w 1605470"/>
              <a:gd name="connsiteY27-6304" fmla="*/ 6367510 h 6858000"/>
              <a:gd name="connsiteX28-6305" fmla="*/ 341402 w 1605470"/>
              <a:gd name="connsiteY28-6306" fmla="*/ 6349778 h 6858000"/>
              <a:gd name="connsiteX29-6307" fmla="*/ 343067 w 1605470"/>
              <a:gd name="connsiteY29-6308" fmla="*/ 6348250 h 6858000"/>
              <a:gd name="connsiteX30-6309" fmla="*/ 341730 w 1605470"/>
              <a:gd name="connsiteY30-6310" fmla="*/ 6331735 h 6858000"/>
              <a:gd name="connsiteX31-6311" fmla="*/ 335123 w 1605470"/>
              <a:gd name="connsiteY31-6312" fmla="*/ 6315613 h 6858000"/>
              <a:gd name="connsiteX32-6313" fmla="*/ 385303 w 1605470"/>
              <a:gd name="connsiteY32-6314" fmla="*/ 6171970 h 6858000"/>
              <a:gd name="connsiteX33-6315" fmla="*/ 380910 w 1605470"/>
              <a:gd name="connsiteY33-6316" fmla="*/ 6028119 h 6858000"/>
              <a:gd name="connsiteX34-6317" fmla="*/ 409371 w 1605470"/>
              <a:gd name="connsiteY34-6318" fmla="*/ 5950668 h 6858000"/>
              <a:gd name="connsiteX35-6319" fmla="*/ 442432 w 1605470"/>
              <a:gd name="connsiteY35-6320" fmla="*/ 5934687 h 6858000"/>
              <a:gd name="connsiteX36-6321" fmla="*/ 489472 w 1605470"/>
              <a:gd name="connsiteY36-6322" fmla="*/ 5732419 h 6858000"/>
              <a:gd name="connsiteX37-6323" fmla="*/ 512623 w 1605470"/>
              <a:gd name="connsiteY37-6324" fmla="*/ 5685392 h 6858000"/>
              <a:gd name="connsiteX38-6325" fmla="*/ 510261 w 1605470"/>
              <a:gd name="connsiteY38-6326" fmla="*/ 5634527 h 6858000"/>
              <a:gd name="connsiteX39-6327" fmla="*/ 523992 w 1605470"/>
              <a:gd name="connsiteY39-6328" fmla="*/ 5619557 h 6858000"/>
              <a:gd name="connsiteX40-6329" fmla="*/ 526609 w 1605470"/>
              <a:gd name="connsiteY40-6330" fmla="*/ 5617081 h 6858000"/>
              <a:gd name="connsiteX41-6331" fmla="*/ 531653 w 1605470"/>
              <a:gd name="connsiteY41-6332" fmla="*/ 5604904 h 6858000"/>
              <a:gd name="connsiteX42-6333" fmla="*/ 539863 w 1605470"/>
              <a:gd name="connsiteY42-6334" fmla="*/ 5604298 h 6858000"/>
              <a:gd name="connsiteX43-6335" fmla="*/ 552319 w 1605470"/>
              <a:gd name="connsiteY43-6336" fmla="*/ 5587997 h 6858000"/>
              <a:gd name="connsiteX44-6337" fmla="*/ 559710 w 1605470"/>
              <a:gd name="connsiteY44-6338" fmla="*/ 5564796 h 6858000"/>
              <a:gd name="connsiteX45-6339" fmla="*/ 587214 w 1605470"/>
              <a:gd name="connsiteY45-6340" fmla="*/ 5451511 h 6858000"/>
              <a:gd name="connsiteX46-6341" fmla="*/ 608019 w 1605470"/>
              <a:gd name="connsiteY46-6342" fmla="*/ 5385461 h 6858000"/>
              <a:gd name="connsiteX47-6343" fmla="*/ 622750 w 1605470"/>
              <a:gd name="connsiteY47-6344" fmla="*/ 5363084 h 6858000"/>
              <a:gd name="connsiteX48-6345" fmla="*/ 638731 w 1605470"/>
              <a:gd name="connsiteY48-6346" fmla="*/ 5330009 h 6858000"/>
              <a:gd name="connsiteX49-6347" fmla="*/ 672224 w 1605470"/>
              <a:gd name="connsiteY49-6348" fmla="*/ 5273739 h 6858000"/>
              <a:gd name="connsiteX50-6349" fmla="*/ 681823 w 1605470"/>
              <a:gd name="connsiteY50-6350" fmla="*/ 5241779 h 6858000"/>
              <a:gd name="connsiteX51-6351" fmla="*/ 693049 w 1605470"/>
              <a:gd name="connsiteY51-6352" fmla="*/ 5225268 h 6858000"/>
              <a:gd name="connsiteX52-6353" fmla="*/ 694069 w 1605470"/>
              <a:gd name="connsiteY52-6354" fmla="*/ 5217684 h 6858000"/>
              <a:gd name="connsiteX53-6355" fmla="*/ 701410 w 1605470"/>
              <a:gd name="connsiteY53-6356" fmla="*/ 5193377 h 6858000"/>
              <a:gd name="connsiteX54-6357" fmla="*/ 704713 w 1605470"/>
              <a:gd name="connsiteY54-6358" fmla="*/ 5179288 h 6858000"/>
              <a:gd name="connsiteX55-6359" fmla="*/ 705697 w 1605470"/>
              <a:gd name="connsiteY55-6360" fmla="*/ 5173621 h 6858000"/>
              <a:gd name="connsiteX56-6361" fmla="*/ 701331 w 1605470"/>
              <a:gd name="connsiteY56-6362" fmla="*/ 5159961 h 6858000"/>
              <a:gd name="connsiteX57-6363" fmla="*/ 708008 w 1605470"/>
              <a:gd name="connsiteY57-6364" fmla="*/ 5144295 h 6858000"/>
              <a:gd name="connsiteX58-6365" fmla="*/ 704941 w 1605470"/>
              <a:gd name="connsiteY58-6366" fmla="*/ 5125185 h 6858000"/>
              <a:gd name="connsiteX59-6367" fmla="*/ 711771 w 1605470"/>
              <a:gd name="connsiteY59-6368" fmla="*/ 5121884 h 6858000"/>
              <a:gd name="connsiteX60-6369" fmla="*/ 721092 w 1605470"/>
              <a:gd name="connsiteY60-6370" fmla="*/ 5108383 h 6858000"/>
              <a:gd name="connsiteX61-6371" fmla="*/ 717045 w 1605470"/>
              <a:gd name="connsiteY61-6372" fmla="*/ 5094705 h 6858000"/>
              <a:gd name="connsiteX62-6373" fmla="*/ 718807 w 1605470"/>
              <a:gd name="connsiteY62-6374" fmla="*/ 5067850 h 6858000"/>
              <a:gd name="connsiteX63-6375" fmla="*/ 721538 w 1605470"/>
              <a:gd name="connsiteY63-6376" fmla="*/ 5060861 h 6858000"/>
              <a:gd name="connsiteX64-6377" fmla="*/ 718242 w 1605470"/>
              <a:gd name="connsiteY64-6378" fmla="*/ 5034192 h 6858000"/>
              <a:gd name="connsiteX65-6379" fmla="*/ 719796 w 1605470"/>
              <a:gd name="connsiteY65-6380" fmla="*/ 4993030 h 6858000"/>
              <a:gd name="connsiteX66-6381" fmla="*/ 726705 w 1605470"/>
              <a:gd name="connsiteY66-6382" fmla="*/ 4946844 h 6858000"/>
              <a:gd name="connsiteX67-6383" fmla="*/ 722561 w 1605470"/>
              <a:gd name="connsiteY67-6384" fmla="*/ 4932692 h 6858000"/>
              <a:gd name="connsiteX68-6385" fmla="*/ 724588 w 1605470"/>
              <a:gd name="connsiteY68-6386" fmla="*/ 4845927 h 6858000"/>
              <a:gd name="connsiteX69-6387" fmla="*/ 724935 w 1605470"/>
              <a:gd name="connsiteY69-6388" fmla="*/ 4821504 h 6858000"/>
              <a:gd name="connsiteX70-6389" fmla="*/ 732118 w 1605470"/>
              <a:gd name="connsiteY70-6390" fmla="*/ 4801535 h 6858000"/>
              <a:gd name="connsiteX71-6391" fmla="*/ 739787 w 1605470"/>
              <a:gd name="connsiteY71-6392" fmla="*/ 4797794 h 6858000"/>
              <a:gd name="connsiteX72-6393" fmla="*/ 741081 w 1605470"/>
              <a:gd name="connsiteY72-6394" fmla="*/ 4784526 h 6858000"/>
              <a:gd name="connsiteX73-6395" fmla="*/ 742865 w 1605470"/>
              <a:gd name="connsiteY73-6396" fmla="*/ 4781211 h 6858000"/>
              <a:gd name="connsiteX74-6397" fmla="*/ 751652 w 1605470"/>
              <a:gd name="connsiteY74-6398" fmla="*/ 4761984 h 6858000"/>
              <a:gd name="connsiteX75-6399" fmla="*/ 734671 w 1605470"/>
              <a:gd name="connsiteY75-6400" fmla="*/ 4715631 h 6858000"/>
              <a:gd name="connsiteX76-6401" fmla="*/ 743180 w 1605470"/>
              <a:gd name="connsiteY76-6402" fmla="*/ 4662965 h 6858000"/>
              <a:gd name="connsiteX77-6403" fmla="*/ 729578 w 1605470"/>
              <a:gd name="connsiteY77-6404" fmla="*/ 4456787 h 6858000"/>
              <a:gd name="connsiteX78-6405" fmla="*/ 756542 w 1605470"/>
              <a:gd name="connsiteY78-6406" fmla="*/ 4429138 h 6858000"/>
              <a:gd name="connsiteX79-6407" fmla="*/ 761317 w 1605470"/>
              <a:gd name="connsiteY79-6408" fmla="*/ 4346145 h 6858000"/>
              <a:gd name="connsiteX80-6409" fmla="*/ 715481 w 1605470"/>
              <a:gd name="connsiteY80-6410" fmla="*/ 4214165 h 6858000"/>
              <a:gd name="connsiteX81-6411" fmla="*/ 721848 w 1605470"/>
              <a:gd name="connsiteY81-6412" fmla="*/ 4061253 h 6858000"/>
              <a:gd name="connsiteX82-6413" fmla="*/ 710868 w 1605470"/>
              <a:gd name="connsiteY82-6414" fmla="*/ 4048827 h 6858000"/>
              <a:gd name="connsiteX83-6415" fmla="*/ 704810 w 1605470"/>
              <a:gd name="connsiteY83-6416" fmla="*/ 4033999 h 6858000"/>
              <a:gd name="connsiteX84-6417" fmla="*/ 705959 w 1605470"/>
              <a:gd name="connsiteY84-6418" fmla="*/ 4031933 h 6858000"/>
              <a:gd name="connsiteX85-6419" fmla="*/ 704535 w 1605470"/>
              <a:gd name="connsiteY85-6420" fmla="*/ 4013953 h 6858000"/>
              <a:gd name="connsiteX86-6421" fmla="*/ 700443 w 1605470"/>
              <a:gd name="connsiteY86-6422" fmla="*/ 4010511 h 6858000"/>
              <a:gd name="connsiteX87-6423" fmla="*/ 698282 w 1605470"/>
              <a:gd name="connsiteY87-6424" fmla="*/ 3998331 h 6858000"/>
              <a:gd name="connsiteX88-6425" fmla="*/ 690830 w 1605470"/>
              <a:gd name="connsiteY88-6426" fmla="*/ 3974753 h 6858000"/>
              <a:gd name="connsiteX89-6427" fmla="*/ 692428 w 1605470"/>
              <a:gd name="connsiteY89-6428" fmla="*/ 3969950 h 6858000"/>
              <a:gd name="connsiteX90-6429" fmla="*/ 685850 w 1605470"/>
              <a:gd name="connsiteY90-6430" fmla="*/ 3933779 h 6858000"/>
              <a:gd name="connsiteX91-6431" fmla="*/ 687181 w 1605470"/>
              <a:gd name="connsiteY91-6432" fmla="*/ 3933093 h 6858000"/>
              <a:gd name="connsiteX92-6433" fmla="*/ 691535 w 1605470"/>
              <a:gd name="connsiteY92-6434" fmla="*/ 3922082 h 6858000"/>
              <a:gd name="connsiteX93-6435" fmla="*/ 696613 w 1605470"/>
              <a:gd name="connsiteY93-6436" fmla="*/ 3901461 h 6858000"/>
              <a:gd name="connsiteX94-6437" fmla="*/ 725908 w 1605470"/>
              <a:gd name="connsiteY94-6438" fmla="*/ 3851605 h 6858000"/>
              <a:gd name="connsiteX95-6439" fmla="*/ 719207 w 1605470"/>
              <a:gd name="connsiteY95-6440" fmla="*/ 3813873 h 6858000"/>
              <a:gd name="connsiteX96-6441" fmla="*/ 718632 w 1605470"/>
              <a:gd name="connsiteY96-6442" fmla="*/ 3806161 h 6858000"/>
              <a:gd name="connsiteX97-6443" fmla="*/ 718939 w 1605470"/>
              <a:gd name="connsiteY97-6444" fmla="*/ 3805957 h 6858000"/>
              <a:gd name="connsiteX98-6445" fmla="*/ 718966 w 1605470"/>
              <a:gd name="connsiteY98-6446" fmla="*/ 3797724 h 6858000"/>
              <a:gd name="connsiteX99-6447" fmla="*/ 717581 w 1605470"/>
              <a:gd name="connsiteY99-6448" fmla="*/ 3792098 h 6858000"/>
              <a:gd name="connsiteX100-6449" fmla="*/ 716465 w 1605470"/>
              <a:gd name="connsiteY100-6450" fmla="*/ 3777135 h 6858000"/>
              <a:gd name="connsiteX101-6451" fmla="*/ 718198 w 1605470"/>
              <a:gd name="connsiteY101-6452" fmla="*/ 3771656 h 6858000"/>
              <a:gd name="connsiteX102-6453" fmla="*/ 721941 w 1605470"/>
              <a:gd name="connsiteY102-6454" fmla="*/ 3769007 h 6858000"/>
              <a:gd name="connsiteX103-6455" fmla="*/ 721407 w 1605470"/>
              <a:gd name="connsiteY103-6456" fmla="*/ 3767709 h 6858000"/>
              <a:gd name="connsiteX104-6457" fmla="*/ 730103 w 1605470"/>
              <a:gd name="connsiteY104-6458" fmla="*/ 3738082 h 6858000"/>
              <a:gd name="connsiteX105-6459" fmla="*/ 737449 w 1605470"/>
              <a:gd name="connsiteY105-6460" fmla="*/ 3673397 h 6858000"/>
              <a:gd name="connsiteX106-6461" fmla="*/ 736745 w 1605470"/>
              <a:gd name="connsiteY106-6462" fmla="*/ 3637109 h 6858000"/>
              <a:gd name="connsiteX107-6463" fmla="*/ 740188 w 1605470"/>
              <a:gd name="connsiteY107-6464" fmla="*/ 3536883 h 6858000"/>
              <a:gd name="connsiteX108-6465" fmla="*/ 747726 w 1605470"/>
              <a:gd name="connsiteY108-6466" fmla="*/ 3435652 h 6858000"/>
              <a:gd name="connsiteX109-6467" fmla="*/ 774383 w 1605470"/>
              <a:gd name="connsiteY109-6468" fmla="*/ 3381564 h 6858000"/>
              <a:gd name="connsiteX110-6469" fmla="*/ 774870 w 1605470"/>
              <a:gd name="connsiteY110-6470" fmla="*/ 3375761 h 6858000"/>
              <a:gd name="connsiteX111-6471" fmla="*/ 770510 w 1605470"/>
              <a:gd name="connsiteY111-6472" fmla="*/ 3361844 h 6858000"/>
              <a:gd name="connsiteX112-6473" fmla="*/ 767933 w 1605470"/>
              <a:gd name="connsiteY112-6474" fmla="*/ 3356929 h 6858000"/>
              <a:gd name="connsiteX113-6475" fmla="*/ 766158 w 1605470"/>
              <a:gd name="connsiteY113-6476" fmla="*/ 3349058 h 6858000"/>
              <a:gd name="connsiteX114-6477" fmla="*/ 766414 w 1605470"/>
              <a:gd name="connsiteY114-6478" fmla="*/ 3348763 h 6858000"/>
              <a:gd name="connsiteX115-6479" fmla="*/ 764166 w 1605470"/>
              <a:gd name="connsiteY115-6480" fmla="*/ 3341588 h 6858000"/>
              <a:gd name="connsiteX116-6481" fmla="*/ 749397 w 1605470"/>
              <a:gd name="connsiteY116-6482" fmla="*/ 3307769 h 6858000"/>
              <a:gd name="connsiteX117-6483" fmla="*/ 766960 w 1605470"/>
              <a:gd name="connsiteY117-6484" fmla="*/ 3250522 h 6858000"/>
              <a:gd name="connsiteX118-6485" fmla="*/ 767385 w 1605470"/>
              <a:gd name="connsiteY118-6486" fmla="*/ 3229163 h 6858000"/>
              <a:gd name="connsiteX119-6487" fmla="*/ 769208 w 1605470"/>
              <a:gd name="connsiteY119-6488" fmla="*/ 3217217 h 6858000"/>
              <a:gd name="connsiteX120-6489" fmla="*/ 770350 w 1605470"/>
              <a:gd name="connsiteY120-6490" fmla="*/ 3216125 h 6858000"/>
              <a:gd name="connsiteX121-6491" fmla="*/ 756043 w 1605470"/>
              <a:gd name="connsiteY121-6492" fmla="*/ 3183755 h 6858000"/>
              <a:gd name="connsiteX122-6493" fmla="*/ 756544 w 1605470"/>
              <a:gd name="connsiteY122-6494" fmla="*/ 3178642 h 6858000"/>
              <a:gd name="connsiteX123-6495" fmla="*/ 744144 w 1605470"/>
              <a:gd name="connsiteY123-6496" fmla="*/ 3158586 h 6858000"/>
              <a:gd name="connsiteX124-6497" fmla="*/ 739378 w 1605470"/>
              <a:gd name="connsiteY124-6498" fmla="*/ 3147669 h 6858000"/>
              <a:gd name="connsiteX125-6499" fmla="*/ 734648 w 1605470"/>
              <a:gd name="connsiteY125-6500" fmla="*/ 3145733 h 6858000"/>
              <a:gd name="connsiteX126-6501" fmla="*/ 729329 w 1605470"/>
              <a:gd name="connsiteY126-6502" fmla="*/ 3129034 h 6858000"/>
              <a:gd name="connsiteX127-6503" fmla="*/ 729994 w 1605470"/>
              <a:gd name="connsiteY127-6504" fmla="*/ 3126682 h 6858000"/>
              <a:gd name="connsiteX128-6505" fmla="*/ 720862 w 1605470"/>
              <a:gd name="connsiteY128-6506" fmla="*/ 3114519 h 6858000"/>
              <a:gd name="connsiteX129-6507" fmla="*/ 707471 w 1605470"/>
              <a:gd name="connsiteY129-6508" fmla="*/ 3106272 h 6858000"/>
              <a:gd name="connsiteX130-6509" fmla="*/ 680201 w 1605470"/>
              <a:gd name="connsiteY130-6510" fmla="*/ 2958185 h 6858000"/>
              <a:gd name="connsiteX131-6511" fmla="*/ 596759 w 1605470"/>
              <a:gd name="connsiteY131-6512" fmla="*/ 2762989 h 6858000"/>
              <a:gd name="connsiteX132-6513" fmla="*/ 571733 w 1605470"/>
              <a:gd name="connsiteY132-6514" fmla="*/ 2554718 h 6858000"/>
              <a:gd name="connsiteX133-6515" fmla="*/ 551827 w 1605470"/>
              <a:gd name="connsiteY133-6516" fmla="*/ 2485734 h 6858000"/>
              <a:gd name="connsiteX134-6517" fmla="*/ 525179 w 1605470"/>
              <a:gd name="connsiteY134-6518" fmla="*/ 2447068 h 6858000"/>
              <a:gd name="connsiteX135-6519" fmla="*/ 529511 w 1605470"/>
              <a:gd name="connsiteY135-6520" fmla="*/ 2425819 h 6858000"/>
              <a:gd name="connsiteX136-6521" fmla="*/ 530521 w 1605470"/>
              <a:gd name="connsiteY136-6522" fmla="*/ 2422066 h 6858000"/>
              <a:gd name="connsiteX137-6523" fmla="*/ 528878 w 1605470"/>
              <a:gd name="connsiteY137-6524" fmla="*/ 2408971 h 6858000"/>
              <a:gd name="connsiteX138-6525" fmla="*/ 535510 w 1605470"/>
              <a:gd name="connsiteY138-6526" fmla="*/ 2402874 h 6858000"/>
              <a:gd name="connsiteX139-6527" fmla="*/ 538122 w 1605470"/>
              <a:gd name="connsiteY139-6528" fmla="*/ 2381443 h 6858000"/>
              <a:gd name="connsiteX140-6529" fmla="*/ 514451 w 1605470"/>
              <a:gd name="connsiteY140-6530" fmla="*/ 2261920 h 6858000"/>
              <a:gd name="connsiteX141-6531" fmla="*/ 486968 w 1605470"/>
              <a:gd name="connsiteY141-6532" fmla="*/ 2182937 h 6858000"/>
              <a:gd name="connsiteX142-6533" fmla="*/ 488555 w 1605470"/>
              <a:gd name="connsiteY142-6534" fmla="*/ 2155135 h 6858000"/>
              <a:gd name="connsiteX143-6535" fmla="*/ 486013 w 1605470"/>
              <a:gd name="connsiteY143-6536" fmla="*/ 2118008 h 6858000"/>
              <a:gd name="connsiteX144-6537" fmla="*/ 487006 w 1605470"/>
              <a:gd name="connsiteY144-6538" fmla="*/ 2050531 h 6858000"/>
              <a:gd name="connsiteX145-6539" fmla="*/ 478812 w 1605470"/>
              <a:gd name="connsiteY145-6540" fmla="*/ 1963269 h 6858000"/>
              <a:gd name="connsiteX146-6541" fmla="*/ 442619 w 1605470"/>
              <a:gd name="connsiteY146-6542" fmla="*/ 1910499 h 6858000"/>
              <a:gd name="connsiteX147-6543" fmla="*/ 446785 w 1605470"/>
              <a:gd name="connsiteY147-6544" fmla="*/ 1903212 h 6858000"/>
              <a:gd name="connsiteX148-6545" fmla="*/ 436547 w 1605470"/>
              <a:gd name="connsiteY148-6546" fmla="*/ 1861531 h 6858000"/>
              <a:gd name="connsiteX149-6547" fmla="*/ 390346 w 1605470"/>
              <a:gd name="connsiteY149-6548" fmla="*/ 1732919 h 6858000"/>
              <a:gd name="connsiteX150-6549" fmla="*/ 362657 w 1605470"/>
              <a:gd name="connsiteY150-6550" fmla="*/ 1663540 h 6858000"/>
              <a:gd name="connsiteX151-6551" fmla="*/ 344412 w 1605470"/>
              <a:gd name="connsiteY151-6552" fmla="*/ 1615777 h 6858000"/>
              <a:gd name="connsiteX152-6553" fmla="*/ 342578 w 1605470"/>
              <a:gd name="connsiteY152-6554" fmla="*/ 1563678 h 6858000"/>
              <a:gd name="connsiteX153-6555" fmla="*/ 355658 w 1605470"/>
              <a:gd name="connsiteY153-6556" fmla="*/ 1519474 h 6858000"/>
              <a:gd name="connsiteX154-6557" fmla="*/ 348400 w 1605470"/>
              <a:gd name="connsiteY154-6558" fmla="*/ 1477995 h 6858000"/>
              <a:gd name="connsiteX155-6559" fmla="*/ 325799 w 1605470"/>
              <a:gd name="connsiteY155-6560" fmla="*/ 1357181 h 6858000"/>
              <a:gd name="connsiteX156-6561" fmla="*/ 320507 w 1605470"/>
              <a:gd name="connsiteY156-6562" fmla="*/ 1347099 h 6858000"/>
              <a:gd name="connsiteX157-6563" fmla="*/ 335347 w 1605470"/>
              <a:gd name="connsiteY157-6564" fmla="*/ 1334233 h 6858000"/>
              <a:gd name="connsiteX158-6565" fmla="*/ 342792 w 1605470"/>
              <a:gd name="connsiteY158-6566" fmla="*/ 1307086 h 6858000"/>
              <a:gd name="connsiteX159-6567" fmla="*/ 343980 w 1605470"/>
              <a:gd name="connsiteY159-6568" fmla="*/ 1189033 h 6858000"/>
              <a:gd name="connsiteX160-6569" fmla="*/ 348665 w 1605470"/>
              <a:gd name="connsiteY160-6570" fmla="*/ 1168288 h 6858000"/>
              <a:gd name="connsiteX161-6571" fmla="*/ 340947 w 1605470"/>
              <a:gd name="connsiteY161-6572" fmla="*/ 1142577 h 6858000"/>
              <a:gd name="connsiteX162-6573" fmla="*/ 330253 w 1605470"/>
              <a:gd name="connsiteY162-6574" fmla="*/ 1088484 h 6858000"/>
              <a:gd name="connsiteX163-6575" fmla="*/ 314647 w 1605470"/>
              <a:gd name="connsiteY163-6576" fmla="*/ 1053424 h 6858000"/>
              <a:gd name="connsiteX164-6577" fmla="*/ 322475 w 1605470"/>
              <a:gd name="connsiteY164-6578" fmla="*/ 1002093 h 6858000"/>
              <a:gd name="connsiteX165-6579" fmla="*/ 320445 w 1605470"/>
              <a:gd name="connsiteY165-6580" fmla="*/ 932283 h 6858000"/>
              <a:gd name="connsiteX166-6581" fmla="*/ 322681 w 1605470"/>
              <a:gd name="connsiteY166-6582" fmla="*/ 915925 h 6858000"/>
              <a:gd name="connsiteX167-6583" fmla="*/ 315310 w 1605470"/>
              <a:gd name="connsiteY167-6584" fmla="*/ 896999 h 6858000"/>
              <a:gd name="connsiteX168-6585" fmla="*/ 284718 w 1605470"/>
              <a:gd name="connsiteY168-6586" fmla="*/ 821517 h 6858000"/>
              <a:gd name="connsiteX169-6587" fmla="*/ 263668 w 1605470"/>
              <a:gd name="connsiteY169-6588" fmla="*/ 751353 h 6858000"/>
              <a:gd name="connsiteX170-6589" fmla="*/ 254540 w 1605470"/>
              <a:gd name="connsiteY170-6590" fmla="*/ 741965 h 6858000"/>
              <a:gd name="connsiteX171-6591" fmla="*/ 252501 w 1605470"/>
              <a:gd name="connsiteY171-6592" fmla="*/ 724635 h 6858000"/>
              <a:gd name="connsiteX172-6593" fmla="*/ 248897 w 1605470"/>
              <a:gd name="connsiteY172-6594" fmla="*/ 681659 h 6858000"/>
              <a:gd name="connsiteX173-6595" fmla="*/ 234316 w 1605470"/>
              <a:gd name="connsiteY173-6596" fmla="*/ 635218 h 6858000"/>
              <a:gd name="connsiteX174-6597" fmla="*/ 239327 w 1605470"/>
              <a:gd name="connsiteY174-6598" fmla="*/ 613763 h 6858000"/>
              <a:gd name="connsiteX175-6599" fmla="*/ 225269 w 1605470"/>
              <a:gd name="connsiteY175-6600" fmla="*/ 598582 h 6858000"/>
              <a:gd name="connsiteX176-6601" fmla="*/ 224950 w 1605470"/>
              <a:gd name="connsiteY176-6602" fmla="*/ 576846 h 6858000"/>
              <a:gd name="connsiteX177-6603" fmla="*/ 204632 w 1605470"/>
              <a:gd name="connsiteY177-6604" fmla="*/ 553868 h 6858000"/>
              <a:gd name="connsiteX178-6605" fmla="*/ 239317 w 1605470"/>
              <a:gd name="connsiteY178-6606" fmla="*/ 517614 h 6858000"/>
              <a:gd name="connsiteX179-6607" fmla="*/ 201693 w 1605470"/>
              <a:gd name="connsiteY179-6608" fmla="*/ 469651 h 6858000"/>
              <a:gd name="connsiteX180-6609" fmla="*/ 195012 w 1605470"/>
              <a:gd name="connsiteY180-6610" fmla="*/ 448559 h 6858000"/>
              <a:gd name="connsiteX181-6611" fmla="*/ 201434 w 1605470"/>
              <a:gd name="connsiteY181-6612" fmla="*/ 441529 h 6858000"/>
              <a:gd name="connsiteX182-6613" fmla="*/ 200655 w 1605470"/>
              <a:gd name="connsiteY182-6614" fmla="*/ 428927 h 6858000"/>
              <a:gd name="connsiteX183-6615" fmla="*/ 190059 w 1605470"/>
              <a:gd name="connsiteY183-6616" fmla="*/ 430161 h 6858000"/>
              <a:gd name="connsiteX184-6617" fmla="*/ 184450 w 1605470"/>
              <a:gd name="connsiteY184-6618" fmla="*/ 396240 h 6858000"/>
              <a:gd name="connsiteX185-6619" fmla="*/ 146196 w 1605470"/>
              <a:gd name="connsiteY185-6620" fmla="*/ 358810 h 6858000"/>
              <a:gd name="connsiteX186-6621" fmla="*/ 124571 w 1605470"/>
              <a:gd name="connsiteY186-6622" fmla="*/ 302178 h 6858000"/>
              <a:gd name="connsiteX187-6623" fmla="*/ 103243 w 1605470"/>
              <a:gd name="connsiteY187-6624" fmla="*/ 211375 h 6858000"/>
              <a:gd name="connsiteX188-6625" fmla="*/ 94571 w 1605470"/>
              <a:gd name="connsiteY188-6626" fmla="*/ 184179 h 6858000"/>
              <a:gd name="connsiteX189-6627" fmla="*/ 13437 w 1605470"/>
              <a:gd name="connsiteY189-6628" fmla="*/ 19287 h 6858000"/>
              <a:gd name="connsiteX190-6629" fmla="*/ 0 w 1605470"/>
              <a:gd name="connsiteY190-6630" fmla="*/ 0 h 6858000"/>
              <a:gd name="connsiteX0-6631" fmla="*/ 0 w 1605470"/>
              <a:gd name="connsiteY0-6632" fmla="*/ 0 h 6858000"/>
              <a:gd name="connsiteX1-6633" fmla="*/ 1605470 w 1605470"/>
              <a:gd name="connsiteY1-6634" fmla="*/ 0 h 6858000"/>
              <a:gd name="connsiteX2-6635" fmla="*/ 1605470 w 1605470"/>
              <a:gd name="connsiteY2-6636" fmla="*/ 6858000 h 6858000"/>
              <a:gd name="connsiteX3-6637" fmla="*/ 154105 w 1605470"/>
              <a:gd name="connsiteY3-6638" fmla="*/ 6858000 h 6858000"/>
              <a:gd name="connsiteX4-6639" fmla="*/ 154246 w 1605470"/>
              <a:gd name="connsiteY4-6640" fmla="*/ 6857735 h 6858000"/>
              <a:gd name="connsiteX5-6641" fmla="*/ 166295 w 1605470"/>
              <a:gd name="connsiteY5-6642" fmla="*/ 6809549 h 6858000"/>
              <a:gd name="connsiteX6-6643" fmla="*/ 198506 w 1605470"/>
              <a:gd name="connsiteY6-6644" fmla="*/ 6715115 h 6858000"/>
              <a:gd name="connsiteX7-6645" fmla="*/ 208357 w 1605470"/>
              <a:gd name="connsiteY7-6646" fmla="*/ 6680170 h 6858000"/>
              <a:gd name="connsiteX8-6647" fmla="*/ 233907 w 1605470"/>
              <a:gd name="connsiteY8-6648" fmla="*/ 6621207 h 6858000"/>
              <a:gd name="connsiteX9-6649" fmla="*/ 250564 w 1605470"/>
              <a:gd name="connsiteY9-6650" fmla="*/ 6596265 h 6858000"/>
              <a:gd name="connsiteX10-6651" fmla="*/ 250443 w 1605470"/>
              <a:gd name="connsiteY10-6652" fmla="*/ 6594818 h 6858000"/>
              <a:gd name="connsiteX11-6653" fmla="*/ 254688 w 1605470"/>
              <a:gd name="connsiteY11-6654" fmla="*/ 6593735 h 6858000"/>
              <a:gd name="connsiteX12-6655" fmla="*/ 257885 w 1605470"/>
              <a:gd name="connsiteY12-6656" fmla="*/ 6589172 h 6858000"/>
              <a:gd name="connsiteX13-6657" fmla="*/ 261179 w 1605470"/>
              <a:gd name="connsiteY13-6658" fmla="*/ 6574442 h 6858000"/>
              <a:gd name="connsiteX14-6659" fmla="*/ 261519 w 1605470"/>
              <a:gd name="connsiteY14-6660" fmla="*/ 6568530 h 6858000"/>
              <a:gd name="connsiteX15-6661" fmla="*/ 263928 w 1605470"/>
              <a:gd name="connsiteY15-6662" fmla="*/ 6560674 h 6858000"/>
              <a:gd name="connsiteX16-6663" fmla="*/ 264273 w 1605470"/>
              <a:gd name="connsiteY16-6664" fmla="*/ 6560598 h 6858000"/>
              <a:gd name="connsiteX17-6665" fmla="*/ 265970 w 1605470"/>
              <a:gd name="connsiteY17-6666" fmla="*/ 6553006 h 6858000"/>
              <a:gd name="connsiteX18-6667" fmla="*/ 270666 w 1605470"/>
              <a:gd name="connsiteY18-6668" fmla="*/ 6514360 h 6858000"/>
              <a:gd name="connsiteX19-6669" fmla="*/ 312320 w 1605470"/>
              <a:gd name="connsiteY19-6670" fmla="*/ 6478062 h 6858000"/>
              <a:gd name="connsiteX20-6671" fmla="*/ 323009 w 1605470"/>
              <a:gd name="connsiteY20-6672" fmla="*/ 6460325 h 6858000"/>
              <a:gd name="connsiteX21-6673" fmla="*/ 330242 w 1605470"/>
              <a:gd name="connsiteY21-6674" fmla="*/ 6451488 h 6858000"/>
              <a:gd name="connsiteX22-6675" fmla="*/ 331677 w 1605470"/>
              <a:gd name="connsiteY22-6676" fmla="*/ 6451348 h 6858000"/>
              <a:gd name="connsiteX23-6677" fmla="*/ 336035 w 1605470"/>
              <a:gd name="connsiteY23-6678" fmla="*/ 6414240 h 6858000"/>
              <a:gd name="connsiteX24-6679" fmla="*/ 338911 w 1605470"/>
              <a:gd name="connsiteY24-6680" fmla="*/ 6410269 h 6858000"/>
              <a:gd name="connsiteX25-6681" fmla="*/ 338811 w 1605470"/>
              <a:gd name="connsiteY25-6682" fmla="*/ 6384857 h 6858000"/>
              <a:gd name="connsiteX26-6683" fmla="*/ 340328 w 1605470"/>
              <a:gd name="connsiteY26-6684" fmla="*/ 6372381 h 6858000"/>
              <a:gd name="connsiteX27-6685" fmla="*/ 337522 w 1605470"/>
              <a:gd name="connsiteY27-6686" fmla="*/ 6367510 h 6858000"/>
              <a:gd name="connsiteX28-6687" fmla="*/ 341402 w 1605470"/>
              <a:gd name="connsiteY28-6688" fmla="*/ 6349778 h 6858000"/>
              <a:gd name="connsiteX29-6689" fmla="*/ 343067 w 1605470"/>
              <a:gd name="connsiteY29-6690" fmla="*/ 6348250 h 6858000"/>
              <a:gd name="connsiteX30-6691" fmla="*/ 341730 w 1605470"/>
              <a:gd name="connsiteY30-6692" fmla="*/ 6331735 h 6858000"/>
              <a:gd name="connsiteX31-6693" fmla="*/ 335123 w 1605470"/>
              <a:gd name="connsiteY31-6694" fmla="*/ 6315613 h 6858000"/>
              <a:gd name="connsiteX32-6695" fmla="*/ 385303 w 1605470"/>
              <a:gd name="connsiteY32-6696" fmla="*/ 6171970 h 6858000"/>
              <a:gd name="connsiteX33-6697" fmla="*/ 380910 w 1605470"/>
              <a:gd name="connsiteY33-6698" fmla="*/ 6028119 h 6858000"/>
              <a:gd name="connsiteX34-6699" fmla="*/ 409371 w 1605470"/>
              <a:gd name="connsiteY34-6700" fmla="*/ 5950668 h 6858000"/>
              <a:gd name="connsiteX35-6701" fmla="*/ 442432 w 1605470"/>
              <a:gd name="connsiteY35-6702" fmla="*/ 5934687 h 6858000"/>
              <a:gd name="connsiteX36-6703" fmla="*/ 489472 w 1605470"/>
              <a:gd name="connsiteY36-6704" fmla="*/ 5732419 h 6858000"/>
              <a:gd name="connsiteX37-6705" fmla="*/ 512623 w 1605470"/>
              <a:gd name="connsiteY37-6706" fmla="*/ 5685392 h 6858000"/>
              <a:gd name="connsiteX38-6707" fmla="*/ 510261 w 1605470"/>
              <a:gd name="connsiteY38-6708" fmla="*/ 5634527 h 6858000"/>
              <a:gd name="connsiteX39-6709" fmla="*/ 523992 w 1605470"/>
              <a:gd name="connsiteY39-6710" fmla="*/ 5619557 h 6858000"/>
              <a:gd name="connsiteX40-6711" fmla="*/ 526609 w 1605470"/>
              <a:gd name="connsiteY40-6712" fmla="*/ 5617081 h 6858000"/>
              <a:gd name="connsiteX41-6713" fmla="*/ 531653 w 1605470"/>
              <a:gd name="connsiteY41-6714" fmla="*/ 5604904 h 6858000"/>
              <a:gd name="connsiteX42-6715" fmla="*/ 539863 w 1605470"/>
              <a:gd name="connsiteY42-6716" fmla="*/ 5604298 h 6858000"/>
              <a:gd name="connsiteX43-6717" fmla="*/ 552319 w 1605470"/>
              <a:gd name="connsiteY43-6718" fmla="*/ 5587997 h 6858000"/>
              <a:gd name="connsiteX44-6719" fmla="*/ 559710 w 1605470"/>
              <a:gd name="connsiteY44-6720" fmla="*/ 5564796 h 6858000"/>
              <a:gd name="connsiteX45-6721" fmla="*/ 587214 w 1605470"/>
              <a:gd name="connsiteY45-6722" fmla="*/ 5451511 h 6858000"/>
              <a:gd name="connsiteX46-6723" fmla="*/ 608019 w 1605470"/>
              <a:gd name="connsiteY46-6724" fmla="*/ 5385461 h 6858000"/>
              <a:gd name="connsiteX47-6725" fmla="*/ 622750 w 1605470"/>
              <a:gd name="connsiteY47-6726" fmla="*/ 5363084 h 6858000"/>
              <a:gd name="connsiteX48-6727" fmla="*/ 638731 w 1605470"/>
              <a:gd name="connsiteY48-6728" fmla="*/ 5330009 h 6858000"/>
              <a:gd name="connsiteX49-6729" fmla="*/ 672224 w 1605470"/>
              <a:gd name="connsiteY49-6730" fmla="*/ 5273739 h 6858000"/>
              <a:gd name="connsiteX50-6731" fmla="*/ 681823 w 1605470"/>
              <a:gd name="connsiteY50-6732" fmla="*/ 5241779 h 6858000"/>
              <a:gd name="connsiteX51-6733" fmla="*/ 693049 w 1605470"/>
              <a:gd name="connsiteY51-6734" fmla="*/ 5225268 h 6858000"/>
              <a:gd name="connsiteX52-6735" fmla="*/ 694069 w 1605470"/>
              <a:gd name="connsiteY52-6736" fmla="*/ 5217684 h 6858000"/>
              <a:gd name="connsiteX53-6737" fmla="*/ 701410 w 1605470"/>
              <a:gd name="connsiteY53-6738" fmla="*/ 5193377 h 6858000"/>
              <a:gd name="connsiteX54-6739" fmla="*/ 704713 w 1605470"/>
              <a:gd name="connsiteY54-6740" fmla="*/ 5179288 h 6858000"/>
              <a:gd name="connsiteX55-6741" fmla="*/ 705697 w 1605470"/>
              <a:gd name="connsiteY55-6742" fmla="*/ 5173621 h 6858000"/>
              <a:gd name="connsiteX56-6743" fmla="*/ 701331 w 1605470"/>
              <a:gd name="connsiteY56-6744" fmla="*/ 5159961 h 6858000"/>
              <a:gd name="connsiteX57-6745" fmla="*/ 708008 w 1605470"/>
              <a:gd name="connsiteY57-6746" fmla="*/ 5144295 h 6858000"/>
              <a:gd name="connsiteX58-6747" fmla="*/ 704941 w 1605470"/>
              <a:gd name="connsiteY58-6748" fmla="*/ 5125185 h 6858000"/>
              <a:gd name="connsiteX59-6749" fmla="*/ 711771 w 1605470"/>
              <a:gd name="connsiteY59-6750" fmla="*/ 5121884 h 6858000"/>
              <a:gd name="connsiteX60-6751" fmla="*/ 721092 w 1605470"/>
              <a:gd name="connsiteY60-6752" fmla="*/ 5108383 h 6858000"/>
              <a:gd name="connsiteX61-6753" fmla="*/ 717045 w 1605470"/>
              <a:gd name="connsiteY61-6754" fmla="*/ 5094705 h 6858000"/>
              <a:gd name="connsiteX62-6755" fmla="*/ 718807 w 1605470"/>
              <a:gd name="connsiteY62-6756" fmla="*/ 5067850 h 6858000"/>
              <a:gd name="connsiteX63-6757" fmla="*/ 721538 w 1605470"/>
              <a:gd name="connsiteY63-6758" fmla="*/ 5060861 h 6858000"/>
              <a:gd name="connsiteX64-6759" fmla="*/ 718242 w 1605470"/>
              <a:gd name="connsiteY64-6760" fmla="*/ 5034192 h 6858000"/>
              <a:gd name="connsiteX65-6761" fmla="*/ 719796 w 1605470"/>
              <a:gd name="connsiteY65-6762" fmla="*/ 4993030 h 6858000"/>
              <a:gd name="connsiteX66-6763" fmla="*/ 726705 w 1605470"/>
              <a:gd name="connsiteY66-6764" fmla="*/ 4946844 h 6858000"/>
              <a:gd name="connsiteX67-6765" fmla="*/ 722561 w 1605470"/>
              <a:gd name="connsiteY67-6766" fmla="*/ 4932692 h 6858000"/>
              <a:gd name="connsiteX68-6767" fmla="*/ 724588 w 1605470"/>
              <a:gd name="connsiteY68-6768" fmla="*/ 4845927 h 6858000"/>
              <a:gd name="connsiteX69-6769" fmla="*/ 724935 w 1605470"/>
              <a:gd name="connsiteY69-6770" fmla="*/ 4821504 h 6858000"/>
              <a:gd name="connsiteX70-6771" fmla="*/ 732118 w 1605470"/>
              <a:gd name="connsiteY70-6772" fmla="*/ 4801535 h 6858000"/>
              <a:gd name="connsiteX71-6773" fmla="*/ 739787 w 1605470"/>
              <a:gd name="connsiteY71-6774" fmla="*/ 4797794 h 6858000"/>
              <a:gd name="connsiteX72-6775" fmla="*/ 741081 w 1605470"/>
              <a:gd name="connsiteY72-6776" fmla="*/ 4784526 h 6858000"/>
              <a:gd name="connsiteX73-6777" fmla="*/ 742865 w 1605470"/>
              <a:gd name="connsiteY73-6778" fmla="*/ 4781211 h 6858000"/>
              <a:gd name="connsiteX74-6779" fmla="*/ 751652 w 1605470"/>
              <a:gd name="connsiteY74-6780" fmla="*/ 4761984 h 6858000"/>
              <a:gd name="connsiteX75-6781" fmla="*/ 734671 w 1605470"/>
              <a:gd name="connsiteY75-6782" fmla="*/ 4715631 h 6858000"/>
              <a:gd name="connsiteX76-6783" fmla="*/ 743180 w 1605470"/>
              <a:gd name="connsiteY76-6784" fmla="*/ 4662965 h 6858000"/>
              <a:gd name="connsiteX77-6785" fmla="*/ 729578 w 1605470"/>
              <a:gd name="connsiteY77-6786" fmla="*/ 4456787 h 6858000"/>
              <a:gd name="connsiteX78-6787" fmla="*/ 756542 w 1605470"/>
              <a:gd name="connsiteY78-6788" fmla="*/ 4429138 h 6858000"/>
              <a:gd name="connsiteX79-6789" fmla="*/ 761317 w 1605470"/>
              <a:gd name="connsiteY79-6790" fmla="*/ 4346145 h 6858000"/>
              <a:gd name="connsiteX80-6791" fmla="*/ 715481 w 1605470"/>
              <a:gd name="connsiteY80-6792" fmla="*/ 4214165 h 6858000"/>
              <a:gd name="connsiteX81-6793" fmla="*/ 721848 w 1605470"/>
              <a:gd name="connsiteY81-6794" fmla="*/ 4061253 h 6858000"/>
              <a:gd name="connsiteX82-6795" fmla="*/ 710868 w 1605470"/>
              <a:gd name="connsiteY82-6796" fmla="*/ 4048827 h 6858000"/>
              <a:gd name="connsiteX83-6797" fmla="*/ 704810 w 1605470"/>
              <a:gd name="connsiteY83-6798" fmla="*/ 4033999 h 6858000"/>
              <a:gd name="connsiteX84-6799" fmla="*/ 705959 w 1605470"/>
              <a:gd name="connsiteY84-6800" fmla="*/ 4031933 h 6858000"/>
              <a:gd name="connsiteX85-6801" fmla="*/ 704535 w 1605470"/>
              <a:gd name="connsiteY85-6802" fmla="*/ 4013953 h 6858000"/>
              <a:gd name="connsiteX86-6803" fmla="*/ 700443 w 1605470"/>
              <a:gd name="connsiteY86-6804" fmla="*/ 4010511 h 6858000"/>
              <a:gd name="connsiteX87-6805" fmla="*/ 698282 w 1605470"/>
              <a:gd name="connsiteY87-6806" fmla="*/ 3998331 h 6858000"/>
              <a:gd name="connsiteX88-6807" fmla="*/ 690830 w 1605470"/>
              <a:gd name="connsiteY88-6808" fmla="*/ 3974753 h 6858000"/>
              <a:gd name="connsiteX89-6809" fmla="*/ 692428 w 1605470"/>
              <a:gd name="connsiteY89-6810" fmla="*/ 3969950 h 6858000"/>
              <a:gd name="connsiteX90-6811" fmla="*/ 685850 w 1605470"/>
              <a:gd name="connsiteY90-6812" fmla="*/ 3933779 h 6858000"/>
              <a:gd name="connsiteX91-6813" fmla="*/ 687181 w 1605470"/>
              <a:gd name="connsiteY91-6814" fmla="*/ 3933093 h 6858000"/>
              <a:gd name="connsiteX92-6815" fmla="*/ 691535 w 1605470"/>
              <a:gd name="connsiteY92-6816" fmla="*/ 3922082 h 6858000"/>
              <a:gd name="connsiteX93-6817" fmla="*/ 696613 w 1605470"/>
              <a:gd name="connsiteY93-6818" fmla="*/ 3901461 h 6858000"/>
              <a:gd name="connsiteX94-6819" fmla="*/ 725908 w 1605470"/>
              <a:gd name="connsiteY94-6820" fmla="*/ 3851605 h 6858000"/>
              <a:gd name="connsiteX95-6821" fmla="*/ 719207 w 1605470"/>
              <a:gd name="connsiteY95-6822" fmla="*/ 3813873 h 6858000"/>
              <a:gd name="connsiteX96-6823" fmla="*/ 718632 w 1605470"/>
              <a:gd name="connsiteY96-6824" fmla="*/ 3806161 h 6858000"/>
              <a:gd name="connsiteX97-6825" fmla="*/ 718939 w 1605470"/>
              <a:gd name="connsiteY97-6826" fmla="*/ 3805957 h 6858000"/>
              <a:gd name="connsiteX98-6827" fmla="*/ 718966 w 1605470"/>
              <a:gd name="connsiteY98-6828" fmla="*/ 3797724 h 6858000"/>
              <a:gd name="connsiteX99-6829" fmla="*/ 717581 w 1605470"/>
              <a:gd name="connsiteY99-6830" fmla="*/ 3792098 h 6858000"/>
              <a:gd name="connsiteX100-6831" fmla="*/ 716465 w 1605470"/>
              <a:gd name="connsiteY100-6832" fmla="*/ 3777135 h 6858000"/>
              <a:gd name="connsiteX101-6833" fmla="*/ 718198 w 1605470"/>
              <a:gd name="connsiteY101-6834" fmla="*/ 3771656 h 6858000"/>
              <a:gd name="connsiteX102-6835" fmla="*/ 721941 w 1605470"/>
              <a:gd name="connsiteY102-6836" fmla="*/ 3769007 h 6858000"/>
              <a:gd name="connsiteX103-6837" fmla="*/ 721407 w 1605470"/>
              <a:gd name="connsiteY103-6838" fmla="*/ 3767709 h 6858000"/>
              <a:gd name="connsiteX104-6839" fmla="*/ 730103 w 1605470"/>
              <a:gd name="connsiteY104-6840" fmla="*/ 3738082 h 6858000"/>
              <a:gd name="connsiteX105-6841" fmla="*/ 737449 w 1605470"/>
              <a:gd name="connsiteY105-6842" fmla="*/ 3673397 h 6858000"/>
              <a:gd name="connsiteX106-6843" fmla="*/ 736745 w 1605470"/>
              <a:gd name="connsiteY106-6844" fmla="*/ 3637109 h 6858000"/>
              <a:gd name="connsiteX107-6845" fmla="*/ 740188 w 1605470"/>
              <a:gd name="connsiteY107-6846" fmla="*/ 3536883 h 6858000"/>
              <a:gd name="connsiteX108-6847" fmla="*/ 747726 w 1605470"/>
              <a:gd name="connsiteY108-6848" fmla="*/ 3435652 h 6858000"/>
              <a:gd name="connsiteX109-6849" fmla="*/ 774383 w 1605470"/>
              <a:gd name="connsiteY109-6850" fmla="*/ 3381564 h 6858000"/>
              <a:gd name="connsiteX110-6851" fmla="*/ 774870 w 1605470"/>
              <a:gd name="connsiteY110-6852" fmla="*/ 3375761 h 6858000"/>
              <a:gd name="connsiteX111-6853" fmla="*/ 770510 w 1605470"/>
              <a:gd name="connsiteY111-6854" fmla="*/ 3361844 h 6858000"/>
              <a:gd name="connsiteX112-6855" fmla="*/ 767933 w 1605470"/>
              <a:gd name="connsiteY112-6856" fmla="*/ 3356929 h 6858000"/>
              <a:gd name="connsiteX113-6857" fmla="*/ 766158 w 1605470"/>
              <a:gd name="connsiteY113-6858" fmla="*/ 3349058 h 6858000"/>
              <a:gd name="connsiteX114-6859" fmla="*/ 766414 w 1605470"/>
              <a:gd name="connsiteY114-6860" fmla="*/ 3348763 h 6858000"/>
              <a:gd name="connsiteX115-6861" fmla="*/ 764166 w 1605470"/>
              <a:gd name="connsiteY115-6862" fmla="*/ 3341588 h 6858000"/>
              <a:gd name="connsiteX116-6863" fmla="*/ 749397 w 1605470"/>
              <a:gd name="connsiteY116-6864" fmla="*/ 3307769 h 6858000"/>
              <a:gd name="connsiteX117-6865" fmla="*/ 766960 w 1605470"/>
              <a:gd name="connsiteY117-6866" fmla="*/ 3250522 h 6858000"/>
              <a:gd name="connsiteX118-6867" fmla="*/ 767385 w 1605470"/>
              <a:gd name="connsiteY118-6868" fmla="*/ 3229163 h 6858000"/>
              <a:gd name="connsiteX119-6869" fmla="*/ 769208 w 1605470"/>
              <a:gd name="connsiteY119-6870" fmla="*/ 3217217 h 6858000"/>
              <a:gd name="connsiteX120-6871" fmla="*/ 770350 w 1605470"/>
              <a:gd name="connsiteY120-6872" fmla="*/ 3216125 h 6858000"/>
              <a:gd name="connsiteX121-6873" fmla="*/ 756043 w 1605470"/>
              <a:gd name="connsiteY121-6874" fmla="*/ 3183755 h 6858000"/>
              <a:gd name="connsiteX122-6875" fmla="*/ 756544 w 1605470"/>
              <a:gd name="connsiteY122-6876" fmla="*/ 3178642 h 6858000"/>
              <a:gd name="connsiteX123-6877" fmla="*/ 744144 w 1605470"/>
              <a:gd name="connsiteY123-6878" fmla="*/ 3158586 h 6858000"/>
              <a:gd name="connsiteX124-6879" fmla="*/ 739378 w 1605470"/>
              <a:gd name="connsiteY124-6880" fmla="*/ 3147669 h 6858000"/>
              <a:gd name="connsiteX125-6881" fmla="*/ 734648 w 1605470"/>
              <a:gd name="connsiteY125-6882" fmla="*/ 3145733 h 6858000"/>
              <a:gd name="connsiteX126-6883" fmla="*/ 729329 w 1605470"/>
              <a:gd name="connsiteY126-6884" fmla="*/ 3129034 h 6858000"/>
              <a:gd name="connsiteX127-6885" fmla="*/ 729994 w 1605470"/>
              <a:gd name="connsiteY127-6886" fmla="*/ 3126682 h 6858000"/>
              <a:gd name="connsiteX128-6887" fmla="*/ 720862 w 1605470"/>
              <a:gd name="connsiteY128-6888" fmla="*/ 3114519 h 6858000"/>
              <a:gd name="connsiteX129-6889" fmla="*/ 707471 w 1605470"/>
              <a:gd name="connsiteY129-6890" fmla="*/ 3106272 h 6858000"/>
              <a:gd name="connsiteX130-6891" fmla="*/ 680201 w 1605470"/>
              <a:gd name="connsiteY130-6892" fmla="*/ 2958185 h 6858000"/>
              <a:gd name="connsiteX131-6893" fmla="*/ 596759 w 1605470"/>
              <a:gd name="connsiteY131-6894" fmla="*/ 2762989 h 6858000"/>
              <a:gd name="connsiteX132-6895" fmla="*/ 571733 w 1605470"/>
              <a:gd name="connsiteY132-6896" fmla="*/ 2554718 h 6858000"/>
              <a:gd name="connsiteX133-6897" fmla="*/ 551827 w 1605470"/>
              <a:gd name="connsiteY133-6898" fmla="*/ 2485734 h 6858000"/>
              <a:gd name="connsiteX134-6899" fmla="*/ 525179 w 1605470"/>
              <a:gd name="connsiteY134-6900" fmla="*/ 2447068 h 6858000"/>
              <a:gd name="connsiteX135-6901" fmla="*/ 529511 w 1605470"/>
              <a:gd name="connsiteY135-6902" fmla="*/ 2425819 h 6858000"/>
              <a:gd name="connsiteX136-6903" fmla="*/ 530521 w 1605470"/>
              <a:gd name="connsiteY136-6904" fmla="*/ 2422066 h 6858000"/>
              <a:gd name="connsiteX137-6905" fmla="*/ 528878 w 1605470"/>
              <a:gd name="connsiteY137-6906" fmla="*/ 2408971 h 6858000"/>
              <a:gd name="connsiteX138-6907" fmla="*/ 535510 w 1605470"/>
              <a:gd name="connsiteY138-6908" fmla="*/ 2402874 h 6858000"/>
              <a:gd name="connsiteX139-6909" fmla="*/ 538122 w 1605470"/>
              <a:gd name="connsiteY139-6910" fmla="*/ 2381443 h 6858000"/>
              <a:gd name="connsiteX140-6911" fmla="*/ 514451 w 1605470"/>
              <a:gd name="connsiteY140-6912" fmla="*/ 2261920 h 6858000"/>
              <a:gd name="connsiteX141-6913" fmla="*/ 486968 w 1605470"/>
              <a:gd name="connsiteY141-6914" fmla="*/ 2182937 h 6858000"/>
              <a:gd name="connsiteX142-6915" fmla="*/ 488555 w 1605470"/>
              <a:gd name="connsiteY142-6916" fmla="*/ 2155135 h 6858000"/>
              <a:gd name="connsiteX143-6917" fmla="*/ 486013 w 1605470"/>
              <a:gd name="connsiteY143-6918" fmla="*/ 2118008 h 6858000"/>
              <a:gd name="connsiteX144-6919" fmla="*/ 487006 w 1605470"/>
              <a:gd name="connsiteY144-6920" fmla="*/ 2050531 h 6858000"/>
              <a:gd name="connsiteX145-6921" fmla="*/ 478812 w 1605470"/>
              <a:gd name="connsiteY145-6922" fmla="*/ 1963269 h 6858000"/>
              <a:gd name="connsiteX146-6923" fmla="*/ 442619 w 1605470"/>
              <a:gd name="connsiteY146-6924" fmla="*/ 1910499 h 6858000"/>
              <a:gd name="connsiteX147-6925" fmla="*/ 446785 w 1605470"/>
              <a:gd name="connsiteY147-6926" fmla="*/ 1903212 h 6858000"/>
              <a:gd name="connsiteX148-6927" fmla="*/ 436547 w 1605470"/>
              <a:gd name="connsiteY148-6928" fmla="*/ 1861531 h 6858000"/>
              <a:gd name="connsiteX149-6929" fmla="*/ 390346 w 1605470"/>
              <a:gd name="connsiteY149-6930" fmla="*/ 1732919 h 6858000"/>
              <a:gd name="connsiteX150-6931" fmla="*/ 362657 w 1605470"/>
              <a:gd name="connsiteY150-6932" fmla="*/ 1663540 h 6858000"/>
              <a:gd name="connsiteX151-6933" fmla="*/ 344412 w 1605470"/>
              <a:gd name="connsiteY151-6934" fmla="*/ 1615777 h 6858000"/>
              <a:gd name="connsiteX152-6935" fmla="*/ 342578 w 1605470"/>
              <a:gd name="connsiteY152-6936" fmla="*/ 1563678 h 6858000"/>
              <a:gd name="connsiteX153-6937" fmla="*/ 355658 w 1605470"/>
              <a:gd name="connsiteY153-6938" fmla="*/ 1519474 h 6858000"/>
              <a:gd name="connsiteX154-6939" fmla="*/ 348400 w 1605470"/>
              <a:gd name="connsiteY154-6940" fmla="*/ 1477995 h 6858000"/>
              <a:gd name="connsiteX155-6941" fmla="*/ 325799 w 1605470"/>
              <a:gd name="connsiteY155-6942" fmla="*/ 1357181 h 6858000"/>
              <a:gd name="connsiteX156-6943" fmla="*/ 320507 w 1605470"/>
              <a:gd name="connsiteY156-6944" fmla="*/ 1347099 h 6858000"/>
              <a:gd name="connsiteX157-6945" fmla="*/ 335347 w 1605470"/>
              <a:gd name="connsiteY157-6946" fmla="*/ 1334233 h 6858000"/>
              <a:gd name="connsiteX158-6947" fmla="*/ 342792 w 1605470"/>
              <a:gd name="connsiteY158-6948" fmla="*/ 1307086 h 6858000"/>
              <a:gd name="connsiteX159-6949" fmla="*/ 343980 w 1605470"/>
              <a:gd name="connsiteY159-6950" fmla="*/ 1189033 h 6858000"/>
              <a:gd name="connsiteX160-6951" fmla="*/ 348665 w 1605470"/>
              <a:gd name="connsiteY160-6952" fmla="*/ 1168288 h 6858000"/>
              <a:gd name="connsiteX161-6953" fmla="*/ 340947 w 1605470"/>
              <a:gd name="connsiteY161-6954" fmla="*/ 1142577 h 6858000"/>
              <a:gd name="connsiteX162-6955" fmla="*/ 330253 w 1605470"/>
              <a:gd name="connsiteY162-6956" fmla="*/ 1088484 h 6858000"/>
              <a:gd name="connsiteX163-6957" fmla="*/ 336360 w 1605470"/>
              <a:gd name="connsiteY163-6958" fmla="*/ 1045131 h 6858000"/>
              <a:gd name="connsiteX164-6959" fmla="*/ 322475 w 1605470"/>
              <a:gd name="connsiteY164-6960" fmla="*/ 1002093 h 6858000"/>
              <a:gd name="connsiteX165-6961" fmla="*/ 320445 w 1605470"/>
              <a:gd name="connsiteY165-6962" fmla="*/ 932283 h 6858000"/>
              <a:gd name="connsiteX166-6963" fmla="*/ 322681 w 1605470"/>
              <a:gd name="connsiteY166-6964" fmla="*/ 915925 h 6858000"/>
              <a:gd name="connsiteX167-6965" fmla="*/ 315310 w 1605470"/>
              <a:gd name="connsiteY167-6966" fmla="*/ 896999 h 6858000"/>
              <a:gd name="connsiteX168-6967" fmla="*/ 284718 w 1605470"/>
              <a:gd name="connsiteY168-6968" fmla="*/ 821517 h 6858000"/>
              <a:gd name="connsiteX169-6969" fmla="*/ 263668 w 1605470"/>
              <a:gd name="connsiteY169-6970" fmla="*/ 751353 h 6858000"/>
              <a:gd name="connsiteX170-6971" fmla="*/ 254540 w 1605470"/>
              <a:gd name="connsiteY170-6972" fmla="*/ 741965 h 6858000"/>
              <a:gd name="connsiteX171-6973" fmla="*/ 252501 w 1605470"/>
              <a:gd name="connsiteY171-6974" fmla="*/ 724635 h 6858000"/>
              <a:gd name="connsiteX172-6975" fmla="*/ 248897 w 1605470"/>
              <a:gd name="connsiteY172-6976" fmla="*/ 681659 h 6858000"/>
              <a:gd name="connsiteX173-6977" fmla="*/ 234316 w 1605470"/>
              <a:gd name="connsiteY173-6978" fmla="*/ 635218 h 6858000"/>
              <a:gd name="connsiteX174-6979" fmla="*/ 239327 w 1605470"/>
              <a:gd name="connsiteY174-6980" fmla="*/ 613763 h 6858000"/>
              <a:gd name="connsiteX175-6981" fmla="*/ 225269 w 1605470"/>
              <a:gd name="connsiteY175-6982" fmla="*/ 598582 h 6858000"/>
              <a:gd name="connsiteX176-6983" fmla="*/ 224950 w 1605470"/>
              <a:gd name="connsiteY176-6984" fmla="*/ 576846 h 6858000"/>
              <a:gd name="connsiteX177-6985" fmla="*/ 204632 w 1605470"/>
              <a:gd name="connsiteY177-6986" fmla="*/ 553868 h 6858000"/>
              <a:gd name="connsiteX178-6987" fmla="*/ 239317 w 1605470"/>
              <a:gd name="connsiteY178-6988" fmla="*/ 517614 h 6858000"/>
              <a:gd name="connsiteX179-6989" fmla="*/ 201693 w 1605470"/>
              <a:gd name="connsiteY179-6990" fmla="*/ 469651 h 6858000"/>
              <a:gd name="connsiteX180-6991" fmla="*/ 195012 w 1605470"/>
              <a:gd name="connsiteY180-6992" fmla="*/ 448559 h 6858000"/>
              <a:gd name="connsiteX181-6993" fmla="*/ 201434 w 1605470"/>
              <a:gd name="connsiteY181-6994" fmla="*/ 441529 h 6858000"/>
              <a:gd name="connsiteX182-6995" fmla="*/ 200655 w 1605470"/>
              <a:gd name="connsiteY182-6996" fmla="*/ 428927 h 6858000"/>
              <a:gd name="connsiteX183-6997" fmla="*/ 190059 w 1605470"/>
              <a:gd name="connsiteY183-6998" fmla="*/ 430161 h 6858000"/>
              <a:gd name="connsiteX184-6999" fmla="*/ 184450 w 1605470"/>
              <a:gd name="connsiteY184-7000" fmla="*/ 396240 h 6858000"/>
              <a:gd name="connsiteX185-7001" fmla="*/ 146196 w 1605470"/>
              <a:gd name="connsiteY185-7002" fmla="*/ 358810 h 6858000"/>
              <a:gd name="connsiteX186-7003" fmla="*/ 124571 w 1605470"/>
              <a:gd name="connsiteY186-7004" fmla="*/ 302178 h 6858000"/>
              <a:gd name="connsiteX187-7005" fmla="*/ 103243 w 1605470"/>
              <a:gd name="connsiteY187-7006" fmla="*/ 211375 h 6858000"/>
              <a:gd name="connsiteX188-7007" fmla="*/ 94571 w 1605470"/>
              <a:gd name="connsiteY188-7008" fmla="*/ 184179 h 6858000"/>
              <a:gd name="connsiteX189-7009" fmla="*/ 13437 w 1605470"/>
              <a:gd name="connsiteY189-7010" fmla="*/ 19287 h 6858000"/>
              <a:gd name="connsiteX190-7011" fmla="*/ 0 w 1605470"/>
              <a:gd name="connsiteY190-7012" fmla="*/ 0 h 6858000"/>
              <a:gd name="connsiteX0-7013" fmla="*/ 0 w 1605470"/>
              <a:gd name="connsiteY0-7014" fmla="*/ 0 h 6858000"/>
              <a:gd name="connsiteX1-7015" fmla="*/ 1605470 w 1605470"/>
              <a:gd name="connsiteY1-7016" fmla="*/ 0 h 6858000"/>
              <a:gd name="connsiteX2-7017" fmla="*/ 1605470 w 1605470"/>
              <a:gd name="connsiteY2-7018" fmla="*/ 6858000 h 6858000"/>
              <a:gd name="connsiteX3-7019" fmla="*/ 154105 w 1605470"/>
              <a:gd name="connsiteY3-7020" fmla="*/ 6858000 h 6858000"/>
              <a:gd name="connsiteX4-7021" fmla="*/ 154246 w 1605470"/>
              <a:gd name="connsiteY4-7022" fmla="*/ 6857735 h 6858000"/>
              <a:gd name="connsiteX5-7023" fmla="*/ 166295 w 1605470"/>
              <a:gd name="connsiteY5-7024" fmla="*/ 6809549 h 6858000"/>
              <a:gd name="connsiteX6-7025" fmla="*/ 198506 w 1605470"/>
              <a:gd name="connsiteY6-7026" fmla="*/ 6715115 h 6858000"/>
              <a:gd name="connsiteX7-7027" fmla="*/ 208357 w 1605470"/>
              <a:gd name="connsiteY7-7028" fmla="*/ 6680170 h 6858000"/>
              <a:gd name="connsiteX8-7029" fmla="*/ 233907 w 1605470"/>
              <a:gd name="connsiteY8-7030" fmla="*/ 6621207 h 6858000"/>
              <a:gd name="connsiteX9-7031" fmla="*/ 250564 w 1605470"/>
              <a:gd name="connsiteY9-7032" fmla="*/ 6596265 h 6858000"/>
              <a:gd name="connsiteX10-7033" fmla="*/ 250443 w 1605470"/>
              <a:gd name="connsiteY10-7034" fmla="*/ 6594818 h 6858000"/>
              <a:gd name="connsiteX11-7035" fmla="*/ 254688 w 1605470"/>
              <a:gd name="connsiteY11-7036" fmla="*/ 6593735 h 6858000"/>
              <a:gd name="connsiteX12-7037" fmla="*/ 257885 w 1605470"/>
              <a:gd name="connsiteY12-7038" fmla="*/ 6589172 h 6858000"/>
              <a:gd name="connsiteX13-7039" fmla="*/ 261179 w 1605470"/>
              <a:gd name="connsiteY13-7040" fmla="*/ 6574442 h 6858000"/>
              <a:gd name="connsiteX14-7041" fmla="*/ 261519 w 1605470"/>
              <a:gd name="connsiteY14-7042" fmla="*/ 6568530 h 6858000"/>
              <a:gd name="connsiteX15-7043" fmla="*/ 263928 w 1605470"/>
              <a:gd name="connsiteY15-7044" fmla="*/ 6560674 h 6858000"/>
              <a:gd name="connsiteX16-7045" fmla="*/ 264273 w 1605470"/>
              <a:gd name="connsiteY16-7046" fmla="*/ 6560598 h 6858000"/>
              <a:gd name="connsiteX17-7047" fmla="*/ 265970 w 1605470"/>
              <a:gd name="connsiteY17-7048" fmla="*/ 6553006 h 6858000"/>
              <a:gd name="connsiteX18-7049" fmla="*/ 270666 w 1605470"/>
              <a:gd name="connsiteY18-7050" fmla="*/ 6514360 h 6858000"/>
              <a:gd name="connsiteX19-7051" fmla="*/ 312320 w 1605470"/>
              <a:gd name="connsiteY19-7052" fmla="*/ 6478062 h 6858000"/>
              <a:gd name="connsiteX20-7053" fmla="*/ 323009 w 1605470"/>
              <a:gd name="connsiteY20-7054" fmla="*/ 6460325 h 6858000"/>
              <a:gd name="connsiteX21-7055" fmla="*/ 330242 w 1605470"/>
              <a:gd name="connsiteY21-7056" fmla="*/ 6451488 h 6858000"/>
              <a:gd name="connsiteX22-7057" fmla="*/ 331677 w 1605470"/>
              <a:gd name="connsiteY22-7058" fmla="*/ 6451348 h 6858000"/>
              <a:gd name="connsiteX23-7059" fmla="*/ 336035 w 1605470"/>
              <a:gd name="connsiteY23-7060" fmla="*/ 6414240 h 6858000"/>
              <a:gd name="connsiteX24-7061" fmla="*/ 338911 w 1605470"/>
              <a:gd name="connsiteY24-7062" fmla="*/ 6410269 h 6858000"/>
              <a:gd name="connsiteX25-7063" fmla="*/ 338811 w 1605470"/>
              <a:gd name="connsiteY25-7064" fmla="*/ 6384857 h 6858000"/>
              <a:gd name="connsiteX26-7065" fmla="*/ 340328 w 1605470"/>
              <a:gd name="connsiteY26-7066" fmla="*/ 6372381 h 6858000"/>
              <a:gd name="connsiteX27-7067" fmla="*/ 337522 w 1605470"/>
              <a:gd name="connsiteY27-7068" fmla="*/ 6367510 h 6858000"/>
              <a:gd name="connsiteX28-7069" fmla="*/ 341402 w 1605470"/>
              <a:gd name="connsiteY28-7070" fmla="*/ 6349778 h 6858000"/>
              <a:gd name="connsiteX29-7071" fmla="*/ 343067 w 1605470"/>
              <a:gd name="connsiteY29-7072" fmla="*/ 6348250 h 6858000"/>
              <a:gd name="connsiteX30-7073" fmla="*/ 341730 w 1605470"/>
              <a:gd name="connsiteY30-7074" fmla="*/ 6331735 h 6858000"/>
              <a:gd name="connsiteX31-7075" fmla="*/ 335123 w 1605470"/>
              <a:gd name="connsiteY31-7076" fmla="*/ 6315613 h 6858000"/>
              <a:gd name="connsiteX32-7077" fmla="*/ 385303 w 1605470"/>
              <a:gd name="connsiteY32-7078" fmla="*/ 6171970 h 6858000"/>
              <a:gd name="connsiteX33-7079" fmla="*/ 380910 w 1605470"/>
              <a:gd name="connsiteY33-7080" fmla="*/ 6028119 h 6858000"/>
              <a:gd name="connsiteX34-7081" fmla="*/ 409371 w 1605470"/>
              <a:gd name="connsiteY34-7082" fmla="*/ 5950668 h 6858000"/>
              <a:gd name="connsiteX35-7083" fmla="*/ 442432 w 1605470"/>
              <a:gd name="connsiteY35-7084" fmla="*/ 5934687 h 6858000"/>
              <a:gd name="connsiteX36-7085" fmla="*/ 489472 w 1605470"/>
              <a:gd name="connsiteY36-7086" fmla="*/ 5732419 h 6858000"/>
              <a:gd name="connsiteX37-7087" fmla="*/ 512623 w 1605470"/>
              <a:gd name="connsiteY37-7088" fmla="*/ 5685392 h 6858000"/>
              <a:gd name="connsiteX38-7089" fmla="*/ 510261 w 1605470"/>
              <a:gd name="connsiteY38-7090" fmla="*/ 5634527 h 6858000"/>
              <a:gd name="connsiteX39-7091" fmla="*/ 523992 w 1605470"/>
              <a:gd name="connsiteY39-7092" fmla="*/ 5619557 h 6858000"/>
              <a:gd name="connsiteX40-7093" fmla="*/ 526609 w 1605470"/>
              <a:gd name="connsiteY40-7094" fmla="*/ 5617081 h 6858000"/>
              <a:gd name="connsiteX41-7095" fmla="*/ 531653 w 1605470"/>
              <a:gd name="connsiteY41-7096" fmla="*/ 5604904 h 6858000"/>
              <a:gd name="connsiteX42-7097" fmla="*/ 539863 w 1605470"/>
              <a:gd name="connsiteY42-7098" fmla="*/ 5604298 h 6858000"/>
              <a:gd name="connsiteX43-7099" fmla="*/ 552319 w 1605470"/>
              <a:gd name="connsiteY43-7100" fmla="*/ 5587997 h 6858000"/>
              <a:gd name="connsiteX44-7101" fmla="*/ 559710 w 1605470"/>
              <a:gd name="connsiteY44-7102" fmla="*/ 5564796 h 6858000"/>
              <a:gd name="connsiteX45-7103" fmla="*/ 587214 w 1605470"/>
              <a:gd name="connsiteY45-7104" fmla="*/ 5451511 h 6858000"/>
              <a:gd name="connsiteX46-7105" fmla="*/ 608019 w 1605470"/>
              <a:gd name="connsiteY46-7106" fmla="*/ 5385461 h 6858000"/>
              <a:gd name="connsiteX47-7107" fmla="*/ 622750 w 1605470"/>
              <a:gd name="connsiteY47-7108" fmla="*/ 5363084 h 6858000"/>
              <a:gd name="connsiteX48-7109" fmla="*/ 638731 w 1605470"/>
              <a:gd name="connsiteY48-7110" fmla="*/ 5330009 h 6858000"/>
              <a:gd name="connsiteX49-7111" fmla="*/ 672224 w 1605470"/>
              <a:gd name="connsiteY49-7112" fmla="*/ 5273739 h 6858000"/>
              <a:gd name="connsiteX50-7113" fmla="*/ 681823 w 1605470"/>
              <a:gd name="connsiteY50-7114" fmla="*/ 5241779 h 6858000"/>
              <a:gd name="connsiteX51-7115" fmla="*/ 693049 w 1605470"/>
              <a:gd name="connsiteY51-7116" fmla="*/ 5225268 h 6858000"/>
              <a:gd name="connsiteX52-7117" fmla="*/ 694069 w 1605470"/>
              <a:gd name="connsiteY52-7118" fmla="*/ 5217684 h 6858000"/>
              <a:gd name="connsiteX53-7119" fmla="*/ 701410 w 1605470"/>
              <a:gd name="connsiteY53-7120" fmla="*/ 5193377 h 6858000"/>
              <a:gd name="connsiteX54-7121" fmla="*/ 704713 w 1605470"/>
              <a:gd name="connsiteY54-7122" fmla="*/ 5179288 h 6858000"/>
              <a:gd name="connsiteX55-7123" fmla="*/ 705697 w 1605470"/>
              <a:gd name="connsiteY55-7124" fmla="*/ 5173621 h 6858000"/>
              <a:gd name="connsiteX56-7125" fmla="*/ 701331 w 1605470"/>
              <a:gd name="connsiteY56-7126" fmla="*/ 5159961 h 6858000"/>
              <a:gd name="connsiteX57-7127" fmla="*/ 708008 w 1605470"/>
              <a:gd name="connsiteY57-7128" fmla="*/ 5144295 h 6858000"/>
              <a:gd name="connsiteX58-7129" fmla="*/ 704941 w 1605470"/>
              <a:gd name="connsiteY58-7130" fmla="*/ 5125185 h 6858000"/>
              <a:gd name="connsiteX59-7131" fmla="*/ 711771 w 1605470"/>
              <a:gd name="connsiteY59-7132" fmla="*/ 5121884 h 6858000"/>
              <a:gd name="connsiteX60-7133" fmla="*/ 721092 w 1605470"/>
              <a:gd name="connsiteY60-7134" fmla="*/ 5108383 h 6858000"/>
              <a:gd name="connsiteX61-7135" fmla="*/ 717045 w 1605470"/>
              <a:gd name="connsiteY61-7136" fmla="*/ 5094705 h 6858000"/>
              <a:gd name="connsiteX62-7137" fmla="*/ 718807 w 1605470"/>
              <a:gd name="connsiteY62-7138" fmla="*/ 5067850 h 6858000"/>
              <a:gd name="connsiteX63-7139" fmla="*/ 721538 w 1605470"/>
              <a:gd name="connsiteY63-7140" fmla="*/ 5060861 h 6858000"/>
              <a:gd name="connsiteX64-7141" fmla="*/ 718242 w 1605470"/>
              <a:gd name="connsiteY64-7142" fmla="*/ 5034192 h 6858000"/>
              <a:gd name="connsiteX65-7143" fmla="*/ 719796 w 1605470"/>
              <a:gd name="connsiteY65-7144" fmla="*/ 4993030 h 6858000"/>
              <a:gd name="connsiteX66-7145" fmla="*/ 726705 w 1605470"/>
              <a:gd name="connsiteY66-7146" fmla="*/ 4946844 h 6858000"/>
              <a:gd name="connsiteX67-7147" fmla="*/ 722561 w 1605470"/>
              <a:gd name="connsiteY67-7148" fmla="*/ 4932692 h 6858000"/>
              <a:gd name="connsiteX68-7149" fmla="*/ 724588 w 1605470"/>
              <a:gd name="connsiteY68-7150" fmla="*/ 4845927 h 6858000"/>
              <a:gd name="connsiteX69-7151" fmla="*/ 724935 w 1605470"/>
              <a:gd name="connsiteY69-7152" fmla="*/ 4821504 h 6858000"/>
              <a:gd name="connsiteX70-7153" fmla="*/ 732118 w 1605470"/>
              <a:gd name="connsiteY70-7154" fmla="*/ 4801535 h 6858000"/>
              <a:gd name="connsiteX71-7155" fmla="*/ 739787 w 1605470"/>
              <a:gd name="connsiteY71-7156" fmla="*/ 4797794 h 6858000"/>
              <a:gd name="connsiteX72-7157" fmla="*/ 741081 w 1605470"/>
              <a:gd name="connsiteY72-7158" fmla="*/ 4784526 h 6858000"/>
              <a:gd name="connsiteX73-7159" fmla="*/ 742865 w 1605470"/>
              <a:gd name="connsiteY73-7160" fmla="*/ 4781211 h 6858000"/>
              <a:gd name="connsiteX74-7161" fmla="*/ 751652 w 1605470"/>
              <a:gd name="connsiteY74-7162" fmla="*/ 4761984 h 6858000"/>
              <a:gd name="connsiteX75-7163" fmla="*/ 734671 w 1605470"/>
              <a:gd name="connsiteY75-7164" fmla="*/ 4715631 h 6858000"/>
              <a:gd name="connsiteX76-7165" fmla="*/ 743180 w 1605470"/>
              <a:gd name="connsiteY76-7166" fmla="*/ 4662965 h 6858000"/>
              <a:gd name="connsiteX77-7167" fmla="*/ 729578 w 1605470"/>
              <a:gd name="connsiteY77-7168" fmla="*/ 4456787 h 6858000"/>
              <a:gd name="connsiteX78-7169" fmla="*/ 756542 w 1605470"/>
              <a:gd name="connsiteY78-7170" fmla="*/ 4429138 h 6858000"/>
              <a:gd name="connsiteX79-7171" fmla="*/ 761317 w 1605470"/>
              <a:gd name="connsiteY79-7172" fmla="*/ 4346145 h 6858000"/>
              <a:gd name="connsiteX80-7173" fmla="*/ 715481 w 1605470"/>
              <a:gd name="connsiteY80-7174" fmla="*/ 4214165 h 6858000"/>
              <a:gd name="connsiteX81-7175" fmla="*/ 721848 w 1605470"/>
              <a:gd name="connsiteY81-7176" fmla="*/ 4061253 h 6858000"/>
              <a:gd name="connsiteX82-7177" fmla="*/ 710868 w 1605470"/>
              <a:gd name="connsiteY82-7178" fmla="*/ 4048827 h 6858000"/>
              <a:gd name="connsiteX83-7179" fmla="*/ 704810 w 1605470"/>
              <a:gd name="connsiteY83-7180" fmla="*/ 4033999 h 6858000"/>
              <a:gd name="connsiteX84-7181" fmla="*/ 705959 w 1605470"/>
              <a:gd name="connsiteY84-7182" fmla="*/ 4031933 h 6858000"/>
              <a:gd name="connsiteX85-7183" fmla="*/ 704535 w 1605470"/>
              <a:gd name="connsiteY85-7184" fmla="*/ 4013953 h 6858000"/>
              <a:gd name="connsiteX86-7185" fmla="*/ 700443 w 1605470"/>
              <a:gd name="connsiteY86-7186" fmla="*/ 4010511 h 6858000"/>
              <a:gd name="connsiteX87-7187" fmla="*/ 698282 w 1605470"/>
              <a:gd name="connsiteY87-7188" fmla="*/ 3998331 h 6858000"/>
              <a:gd name="connsiteX88-7189" fmla="*/ 690830 w 1605470"/>
              <a:gd name="connsiteY88-7190" fmla="*/ 3974753 h 6858000"/>
              <a:gd name="connsiteX89-7191" fmla="*/ 692428 w 1605470"/>
              <a:gd name="connsiteY89-7192" fmla="*/ 3969950 h 6858000"/>
              <a:gd name="connsiteX90-7193" fmla="*/ 685850 w 1605470"/>
              <a:gd name="connsiteY90-7194" fmla="*/ 3933779 h 6858000"/>
              <a:gd name="connsiteX91-7195" fmla="*/ 687181 w 1605470"/>
              <a:gd name="connsiteY91-7196" fmla="*/ 3933093 h 6858000"/>
              <a:gd name="connsiteX92-7197" fmla="*/ 691535 w 1605470"/>
              <a:gd name="connsiteY92-7198" fmla="*/ 3922082 h 6858000"/>
              <a:gd name="connsiteX93-7199" fmla="*/ 696613 w 1605470"/>
              <a:gd name="connsiteY93-7200" fmla="*/ 3901461 h 6858000"/>
              <a:gd name="connsiteX94-7201" fmla="*/ 725908 w 1605470"/>
              <a:gd name="connsiteY94-7202" fmla="*/ 3851605 h 6858000"/>
              <a:gd name="connsiteX95-7203" fmla="*/ 719207 w 1605470"/>
              <a:gd name="connsiteY95-7204" fmla="*/ 3813873 h 6858000"/>
              <a:gd name="connsiteX96-7205" fmla="*/ 718632 w 1605470"/>
              <a:gd name="connsiteY96-7206" fmla="*/ 3806161 h 6858000"/>
              <a:gd name="connsiteX97-7207" fmla="*/ 718939 w 1605470"/>
              <a:gd name="connsiteY97-7208" fmla="*/ 3805957 h 6858000"/>
              <a:gd name="connsiteX98-7209" fmla="*/ 718966 w 1605470"/>
              <a:gd name="connsiteY98-7210" fmla="*/ 3797724 h 6858000"/>
              <a:gd name="connsiteX99-7211" fmla="*/ 717581 w 1605470"/>
              <a:gd name="connsiteY99-7212" fmla="*/ 3792098 h 6858000"/>
              <a:gd name="connsiteX100-7213" fmla="*/ 716465 w 1605470"/>
              <a:gd name="connsiteY100-7214" fmla="*/ 3777135 h 6858000"/>
              <a:gd name="connsiteX101-7215" fmla="*/ 718198 w 1605470"/>
              <a:gd name="connsiteY101-7216" fmla="*/ 3771656 h 6858000"/>
              <a:gd name="connsiteX102-7217" fmla="*/ 721941 w 1605470"/>
              <a:gd name="connsiteY102-7218" fmla="*/ 3769007 h 6858000"/>
              <a:gd name="connsiteX103-7219" fmla="*/ 721407 w 1605470"/>
              <a:gd name="connsiteY103-7220" fmla="*/ 3767709 h 6858000"/>
              <a:gd name="connsiteX104-7221" fmla="*/ 730103 w 1605470"/>
              <a:gd name="connsiteY104-7222" fmla="*/ 3738082 h 6858000"/>
              <a:gd name="connsiteX105-7223" fmla="*/ 737449 w 1605470"/>
              <a:gd name="connsiteY105-7224" fmla="*/ 3673397 h 6858000"/>
              <a:gd name="connsiteX106-7225" fmla="*/ 736745 w 1605470"/>
              <a:gd name="connsiteY106-7226" fmla="*/ 3637109 h 6858000"/>
              <a:gd name="connsiteX107-7227" fmla="*/ 740188 w 1605470"/>
              <a:gd name="connsiteY107-7228" fmla="*/ 3536883 h 6858000"/>
              <a:gd name="connsiteX108-7229" fmla="*/ 747726 w 1605470"/>
              <a:gd name="connsiteY108-7230" fmla="*/ 3435652 h 6858000"/>
              <a:gd name="connsiteX109-7231" fmla="*/ 774383 w 1605470"/>
              <a:gd name="connsiteY109-7232" fmla="*/ 3381564 h 6858000"/>
              <a:gd name="connsiteX110-7233" fmla="*/ 774870 w 1605470"/>
              <a:gd name="connsiteY110-7234" fmla="*/ 3375761 h 6858000"/>
              <a:gd name="connsiteX111-7235" fmla="*/ 770510 w 1605470"/>
              <a:gd name="connsiteY111-7236" fmla="*/ 3361844 h 6858000"/>
              <a:gd name="connsiteX112-7237" fmla="*/ 767933 w 1605470"/>
              <a:gd name="connsiteY112-7238" fmla="*/ 3356929 h 6858000"/>
              <a:gd name="connsiteX113-7239" fmla="*/ 766158 w 1605470"/>
              <a:gd name="connsiteY113-7240" fmla="*/ 3349058 h 6858000"/>
              <a:gd name="connsiteX114-7241" fmla="*/ 766414 w 1605470"/>
              <a:gd name="connsiteY114-7242" fmla="*/ 3348763 h 6858000"/>
              <a:gd name="connsiteX115-7243" fmla="*/ 764166 w 1605470"/>
              <a:gd name="connsiteY115-7244" fmla="*/ 3341588 h 6858000"/>
              <a:gd name="connsiteX116-7245" fmla="*/ 749397 w 1605470"/>
              <a:gd name="connsiteY116-7246" fmla="*/ 3307769 h 6858000"/>
              <a:gd name="connsiteX117-7247" fmla="*/ 766960 w 1605470"/>
              <a:gd name="connsiteY117-7248" fmla="*/ 3250522 h 6858000"/>
              <a:gd name="connsiteX118-7249" fmla="*/ 767385 w 1605470"/>
              <a:gd name="connsiteY118-7250" fmla="*/ 3229163 h 6858000"/>
              <a:gd name="connsiteX119-7251" fmla="*/ 769208 w 1605470"/>
              <a:gd name="connsiteY119-7252" fmla="*/ 3217217 h 6858000"/>
              <a:gd name="connsiteX120-7253" fmla="*/ 770350 w 1605470"/>
              <a:gd name="connsiteY120-7254" fmla="*/ 3216125 h 6858000"/>
              <a:gd name="connsiteX121-7255" fmla="*/ 756043 w 1605470"/>
              <a:gd name="connsiteY121-7256" fmla="*/ 3183755 h 6858000"/>
              <a:gd name="connsiteX122-7257" fmla="*/ 756544 w 1605470"/>
              <a:gd name="connsiteY122-7258" fmla="*/ 3178642 h 6858000"/>
              <a:gd name="connsiteX123-7259" fmla="*/ 744144 w 1605470"/>
              <a:gd name="connsiteY123-7260" fmla="*/ 3158586 h 6858000"/>
              <a:gd name="connsiteX124-7261" fmla="*/ 739378 w 1605470"/>
              <a:gd name="connsiteY124-7262" fmla="*/ 3147669 h 6858000"/>
              <a:gd name="connsiteX125-7263" fmla="*/ 734648 w 1605470"/>
              <a:gd name="connsiteY125-7264" fmla="*/ 3145733 h 6858000"/>
              <a:gd name="connsiteX126-7265" fmla="*/ 729329 w 1605470"/>
              <a:gd name="connsiteY126-7266" fmla="*/ 3129034 h 6858000"/>
              <a:gd name="connsiteX127-7267" fmla="*/ 729994 w 1605470"/>
              <a:gd name="connsiteY127-7268" fmla="*/ 3126682 h 6858000"/>
              <a:gd name="connsiteX128-7269" fmla="*/ 720862 w 1605470"/>
              <a:gd name="connsiteY128-7270" fmla="*/ 3114519 h 6858000"/>
              <a:gd name="connsiteX129-7271" fmla="*/ 707471 w 1605470"/>
              <a:gd name="connsiteY129-7272" fmla="*/ 3106272 h 6858000"/>
              <a:gd name="connsiteX130-7273" fmla="*/ 680201 w 1605470"/>
              <a:gd name="connsiteY130-7274" fmla="*/ 2958185 h 6858000"/>
              <a:gd name="connsiteX131-7275" fmla="*/ 596759 w 1605470"/>
              <a:gd name="connsiteY131-7276" fmla="*/ 2762989 h 6858000"/>
              <a:gd name="connsiteX132-7277" fmla="*/ 571733 w 1605470"/>
              <a:gd name="connsiteY132-7278" fmla="*/ 2554718 h 6858000"/>
              <a:gd name="connsiteX133-7279" fmla="*/ 551827 w 1605470"/>
              <a:gd name="connsiteY133-7280" fmla="*/ 2485734 h 6858000"/>
              <a:gd name="connsiteX134-7281" fmla="*/ 525179 w 1605470"/>
              <a:gd name="connsiteY134-7282" fmla="*/ 2447068 h 6858000"/>
              <a:gd name="connsiteX135-7283" fmla="*/ 529511 w 1605470"/>
              <a:gd name="connsiteY135-7284" fmla="*/ 2425819 h 6858000"/>
              <a:gd name="connsiteX136-7285" fmla="*/ 530521 w 1605470"/>
              <a:gd name="connsiteY136-7286" fmla="*/ 2422066 h 6858000"/>
              <a:gd name="connsiteX137-7287" fmla="*/ 528878 w 1605470"/>
              <a:gd name="connsiteY137-7288" fmla="*/ 2408971 h 6858000"/>
              <a:gd name="connsiteX138-7289" fmla="*/ 535510 w 1605470"/>
              <a:gd name="connsiteY138-7290" fmla="*/ 2402874 h 6858000"/>
              <a:gd name="connsiteX139-7291" fmla="*/ 538122 w 1605470"/>
              <a:gd name="connsiteY139-7292" fmla="*/ 2381443 h 6858000"/>
              <a:gd name="connsiteX140-7293" fmla="*/ 514451 w 1605470"/>
              <a:gd name="connsiteY140-7294" fmla="*/ 2261920 h 6858000"/>
              <a:gd name="connsiteX141-7295" fmla="*/ 486968 w 1605470"/>
              <a:gd name="connsiteY141-7296" fmla="*/ 2182937 h 6858000"/>
              <a:gd name="connsiteX142-7297" fmla="*/ 488555 w 1605470"/>
              <a:gd name="connsiteY142-7298" fmla="*/ 2155135 h 6858000"/>
              <a:gd name="connsiteX143-7299" fmla="*/ 486013 w 1605470"/>
              <a:gd name="connsiteY143-7300" fmla="*/ 2118008 h 6858000"/>
              <a:gd name="connsiteX144-7301" fmla="*/ 487006 w 1605470"/>
              <a:gd name="connsiteY144-7302" fmla="*/ 2050531 h 6858000"/>
              <a:gd name="connsiteX145-7303" fmla="*/ 478812 w 1605470"/>
              <a:gd name="connsiteY145-7304" fmla="*/ 1963269 h 6858000"/>
              <a:gd name="connsiteX146-7305" fmla="*/ 442619 w 1605470"/>
              <a:gd name="connsiteY146-7306" fmla="*/ 1910499 h 6858000"/>
              <a:gd name="connsiteX147-7307" fmla="*/ 446785 w 1605470"/>
              <a:gd name="connsiteY147-7308" fmla="*/ 1903212 h 6858000"/>
              <a:gd name="connsiteX148-7309" fmla="*/ 436547 w 1605470"/>
              <a:gd name="connsiteY148-7310" fmla="*/ 1861531 h 6858000"/>
              <a:gd name="connsiteX149-7311" fmla="*/ 390346 w 1605470"/>
              <a:gd name="connsiteY149-7312" fmla="*/ 1732919 h 6858000"/>
              <a:gd name="connsiteX150-7313" fmla="*/ 362657 w 1605470"/>
              <a:gd name="connsiteY150-7314" fmla="*/ 1663540 h 6858000"/>
              <a:gd name="connsiteX151-7315" fmla="*/ 344412 w 1605470"/>
              <a:gd name="connsiteY151-7316" fmla="*/ 1615777 h 6858000"/>
              <a:gd name="connsiteX152-7317" fmla="*/ 342578 w 1605470"/>
              <a:gd name="connsiteY152-7318" fmla="*/ 1563678 h 6858000"/>
              <a:gd name="connsiteX153-7319" fmla="*/ 355658 w 1605470"/>
              <a:gd name="connsiteY153-7320" fmla="*/ 1519474 h 6858000"/>
              <a:gd name="connsiteX154-7321" fmla="*/ 348400 w 1605470"/>
              <a:gd name="connsiteY154-7322" fmla="*/ 1477995 h 6858000"/>
              <a:gd name="connsiteX155-7323" fmla="*/ 325799 w 1605470"/>
              <a:gd name="connsiteY155-7324" fmla="*/ 1357181 h 6858000"/>
              <a:gd name="connsiteX156-7325" fmla="*/ 320507 w 1605470"/>
              <a:gd name="connsiteY156-7326" fmla="*/ 1347099 h 6858000"/>
              <a:gd name="connsiteX157-7327" fmla="*/ 342792 w 1605470"/>
              <a:gd name="connsiteY157-7328" fmla="*/ 1307086 h 6858000"/>
              <a:gd name="connsiteX158-7329" fmla="*/ 343980 w 1605470"/>
              <a:gd name="connsiteY158-7330" fmla="*/ 1189033 h 6858000"/>
              <a:gd name="connsiteX159-7331" fmla="*/ 348665 w 1605470"/>
              <a:gd name="connsiteY159-7332" fmla="*/ 1168288 h 6858000"/>
              <a:gd name="connsiteX160-7333" fmla="*/ 340947 w 1605470"/>
              <a:gd name="connsiteY160-7334" fmla="*/ 1142577 h 6858000"/>
              <a:gd name="connsiteX161-7335" fmla="*/ 330253 w 1605470"/>
              <a:gd name="connsiteY161-7336" fmla="*/ 1088484 h 6858000"/>
              <a:gd name="connsiteX162-7337" fmla="*/ 336360 w 1605470"/>
              <a:gd name="connsiteY162-7338" fmla="*/ 1045131 h 6858000"/>
              <a:gd name="connsiteX163-7339" fmla="*/ 322475 w 1605470"/>
              <a:gd name="connsiteY163-7340" fmla="*/ 1002093 h 6858000"/>
              <a:gd name="connsiteX164-7341" fmla="*/ 320445 w 1605470"/>
              <a:gd name="connsiteY164-7342" fmla="*/ 932283 h 6858000"/>
              <a:gd name="connsiteX165-7343" fmla="*/ 322681 w 1605470"/>
              <a:gd name="connsiteY165-7344" fmla="*/ 915925 h 6858000"/>
              <a:gd name="connsiteX166-7345" fmla="*/ 315310 w 1605470"/>
              <a:gd name="connsiteY166-7346" fmla="*/ 896999 h 6858000"/>
              <a:gd name="connsiteX167-7347" fmla="*/ 284718 w 1605470"/>
              <a:gd name="connsiteY167-7348" fmla="*/ 821517 h 6858000"/>
              <a:gd name="connsiteX168-7349" fmla="*/ 263668 w 1605470"/>
              <a:gd name="connsiteY168-7350" fmla="*/ 751353 h 6858000"/>
              <a:gd name="connsiteX169-7351" fmla="*/ 254540 w 1605470"/>
              <a:gd name="connsiteY169-7352" fmla="*/ 741965 h 6858000"/>
              <a:gd name="connsiteX170-7353" fmla="*/ 252501 w 1605470"/>
              <a:gd name="connsiteY170-7354" fmla="*/ 724635 h 6858000"/>
              <a:gd name="connsiteX171-7355" fmla="*/ 248897 w 1605470"/>
              <a:gd name="connsiteY171-7356" fmla="*/ 681659 h 6858000"/>
              <a:gd name="connsiteX172-7357" fmla="*/ 234316 w 1605470"/>
              <a:gd name="connsiteY172-7358" fmla="*/ 635218 h 6858000"/>
              <a:gd name="connsiteX173-7359" fmla="*/ 239327 w 1605470"/>
              <a:gd name="connsiteY173-7360" fmla="*/ 613763 h 6858000"/>
              <a:gd name="connsiteX174-7361" fmla="*/ 225269 w 1605470"/>
              <a:gd name="connsiteY174-7362" fmla="*/ 598582 h 6858000"/>
              <a:gd name="connsiteX175-7363" fmla="*/ 224950 w 1605470"/>
              <a:gd name="connsiteY175-7364" fmla="*/ 576846 h 6858000"/>
              <a:gd name="connsiteX176-7365" fmla="*/ 204632 w 1605470"/>
              <a:gd name="connsiteY176-7366" fmla="*/ 553868 h 6858000"/>
              <a:gd name="connsiteX177-7367" fmla="*/ 239317 w 1605470"/>
              <a:gd name="connsiteY177-7368" fmla="*/ 517614 h 6858000"/>
              <a:gd name="connsiteX178-7369" fmla="*/ 201693 w 1605470"/>
              <a:gd name="connsiteY178-7370" fmla="*/ 469651 h 6858000"/>
              <a:gd name="connsiteX179-7371" fmla="*/ 195012 w 1605470"/>
              <a:gd name="connsiteY179-7372" fmla="*/ 448559 h 6858000"/>
              <a:gd name="connsiteX180-7373" fmla="*/ 201434 w 1605470"/>
              <a:gd name="connsiteY180-7374" fmla="*/ 441529 h 6858000"/>
              <a:gd name="connsiteX181-7375" fmla="*/ 200655 w 1605470"/>
              <a:gd name="connsiteY181-7376" fmla="*/ 428927 h 6858000"/>
              <a:gd name="connsiteX182-7377" fmla="*/ 190059 w 1605470"/>
              <a:gd name="connsiteY182-7378" fmla="*/ 430161 h 6858000"/>
              <a:gd name="connsiteX183-7379" fmla="*/ 184450 w 1605470"/>
              <a:gd name="connsiteY183-7380" fmla="*/ 396240 h 6858000"/>
              <a:gd name="connsiteX184-7381" fmla="*/ 146196 w 1605470"/>
              <a:gd name="connsiteY184-7382" fmla="*/ 358810 h 6858000"/>
              <a:gd name="connsiteX185-7383" fmla="*/ 124571 w 1605470"/>
              <a:gd name="connsiteY185-7384" fmla="*/ 302178 h 6858000"/>
              <a:gd name="connsiteX186-7385" fmla="*/ 103243 w 1605470"/>
              <a:gd name="connsiteY186-7386" fmla="*/ 211375 h 6858000"/>
              <a:gd name="connsiteX187-7387" fmla="*/ 94571 w 1605470"/>
              <a:gd name="connsiteY187-7388" fmla="*/ 184179 h 6858000"/>
              <a:gd name="connsiteX188-7389" fmla="*/ 13437 w 1605470"/>
              <a:gd name="connsiteY188-7390" fmla="*/ 19287 h 6858000"/>
              <a:gd name="connsiteX189-7391" fmla="*/ 0 w 1605470"/>
              <a:gd name="connsiteY189-7392" fmla="*/ 0 h 6858000"/>
              <a:gd name="connsiteX0-7393" fmla="*/ 0 w 1605470"/>
              <a:gd name="connsiteY0-7394" fmla="*/ 0 h 6858000"/>
              <a:gd name="connsiteX1-7395" fmla="*/ 1605470 w 1605470"/>
              <a:gd name="connsiteY1-7396" fmla="*/ 0 h 6858000"/>
              <a:gd name="connsiteX2-7397" fmla="*/ 1605470 w 1605470"/>
              <a:gd name="connsiteY2-7398" fmla="*/ 6858000 h 6858000"/>
              <a:gd name="connsiteX3-7399" fmla="*/ 154105 w 1605470"/>
              <a:gd name="connsiteY3-7400" fmla="*/ 6858000 h 6858000"/>
              <a:gd name="connsiteX4-7401" fmla="*/ 154246 w 1605470"/>
              <a:gd name="connsiteY4-7402" fmla="*/ 6857735 h 6858000"/>
              <a:gd name="connsiteX5-7403" fmla="*/ 166295 w 1605470"/>
              <a:gd name="connsiteY5-7404" fmla="*/ 6809549 h 6858000"/>
              <a:gd name="connsiteX6-7405" fmla="*/ 198506 w 1605470"/>
              <a:gd name="connsiteY6-7406" fmla="*/ 6715115 h 6858000"/>
              <a:gd name="connsiteX7-7407" fmla="*/ 208357 w 1605470"/>
              <a:gd name="connsiteY7-7408" fmla="*/ 6680170 h 6858000"/>
              <a:gd name="connsiteX8-7409" fmla="*/ 233907 w 1605470"/>
              <a:gd name="connsiteY8-7410" fmla="*/ 6621207 h 6858000"/>
              <a:gd name="connsiteX9-7411" fmla="*/ 250564 w 1605470"/>
              <a:gd name="connsiteY9-7412" fmla="*/ 6596265 h 6858000"/>
              <a:gd name="connsiteX10-7413" fmla="*/ 250443 w 1605470"/>
              <a:gd name="connsiteY10-7414" fmla="*/ 6594818 h 6858000"/>
              <a:gd name="connsiteX11-7415" fmla="*/ 254688 w 1605470"/>
              <a:gd name="connsiteY11-7416" fmla="*/ 6593735 h 6858000"/>
              <a:gd name="connsiteX12-7417" fmla="*/ 257885 w 1605470"/>
              <a:gd name="connsiteY12-7418" fmla="*/ 6589172 h 6858000"/>
              <a:gd name="connsiteX13-7419" fmla="*/ 261179 w 1605470"/>
              <a:gd name="connsiteY13-7420" fmla="*/ 6574442 h 6858000"/>
              <a:gd name="connsiteX14-7421" fmla="*/ 261519 w 1605470"/>
              <a:gd name="connsiteY14-7422" fmla="*/ 6568530 h 6858000"/>
              <a:gd name="connsiteX15-7423" fmla="*/ 263928 w 1605470"/>
              <a:gd name="connsiteY15-7424" fmla="*/ 6560674 h 6858000"/>
              <a:gd name="connsiteX16-7425" fmla="*/ 264273 w 1605470"/>
              <a:gd name="connsiteY16-7426" fmla="*/ 6560598 h 6858000"/>
              <a:gd name="connsiteX17-7427" fmla="*/ 265970 w 1605470"/>
              <a:gd name="connsiteY17-7428" fmla="*/ 6553006 h 6858000"/>
              <a:gd name="connsiteX18-7429" fmla="*/ 270666 w 1605470"/>
              <a:gd name="connsiteY18-7430" fmla="*/ 6514360 h 6858000"/>
              <a:gd name="connsiteX19-7431" fmla="*/ 312320 w 1605470"/>
              <a:gd name="connsiteY19-7432" fmla="*/ 6478062 h 6858000"/>
              <a:gd name="connsiteX20-7433" fmla="*/ 323009 w 1605470"/>
              <a:gd name="connsiteY20-7434" fmla="*/ 6460325 h 6858000"/>
              <a:gd name="connsiteX21-7435" fmla="*/ 330242 w 1605470"/>
              <a:gd name="connsiteY21-7436" fmla="*/ 6451488 h 6858000"/>
              <a:gd name="connsiteX22-7437" fmla="*/ 331677 w 1605470"/>
              <a:gd name="connsiteY22-7438" fmla="*/ 6451348 h 6858000"/>
              <a:gd name="connsiteX23-7439" fmla="*/ 336035 w 1605470"/>
              <a:gd name="connsiteY23-7440" fmla="*/ 6414240 h 6858000"/>
              <a:gd name="connsiteX24-7441" fmla="*/ 338911 w 1605470"/>
              <a:gd name="connsiteY24-7442" fmla="*/ 6410269 h 6858000"/>
              <a:gd name="connsiteX25-7443" fmla="*/ 338811 w 1605470"/>
              <a:gd name="connsiteY25-7444" fmla="*/ 6384857 h 6858000"/>
              <a:gd name="connsiteX26-7445" fmla="*/ 340328 w 1605470"/>
              <a:gd name="connsiteY26-7446" fmla="*/ 6372381 h 6858000"/>
              <a:gd name="connsiteX27-7447" fmla="*/ 337522 w 1605470"/>
              <a:gd name="connsiteY27-7448" fmla="*/ 6367510 h 6858000"/>
              <a:gd name="connsiteX28-7449" fmla="*/ 341402 w 1605470"/>
              <a:gd name="connsiteY28-7450" fmla="*/ 6349778 h 6858000"/>
              <a:gd name="connsiteX29-7451" fmla="*/ 343067 w 1605470"/>
              <a:gd name="connsiteY29-7452" fmla="*/ 6348250 h 6858000"/>
              <a:gd name="connsiteX30-7453" fmla="*/ 341730 w 1605470"/>
              <a:gd name="connsiteY30-7454" fmla="*/ 6331735 h 6858000"/>
              <a:gd name="connsiteX31-7455" fmla="*/ 335123 w 1605470"/>
              <a:gd name="connsiteY31-7456" fmla="*/ 6315613 h 6858000"/>
              <a:gd name="connsiteX32-7457" fmla="*/ 385303 w 1605470"/>
              <a:gd name="connsiteY32-7458" fmla="*/ 6171970 h 6858000"/>
              <a:gd name="connsiteX33-7459" fmla="*/ 380910 w 1605470"/>
              <a:gd name="connsiteY33-7460" fmla="*/ 6028119 h 6858000"/>
              <a:gd name="connsiteX34-7461" fmla="*/ 409371 w 1605470"/>
              <a:gd name="connsiteY34-7462" fmla="*/ 5950668 h 6858000"/>
              <a:gd name="connsiteX35-7463" fmla="*/ 442432 w 1605470"/>
              <a:gd name="connsiteY35-7464" fmla="*/ 5934687 h 6858000"/>
              <a:gd name="connsiteX36-7465" fmla="*/ 489472 w 1605470"/>
              <a:gd name="connsiteY36-7466" fmla="*/ 5732419 h 6858000"/>
              <a:gd name="connsiteX37-7467" fmla="*/ 512623 w 1605470"/>
              <a:gd name="connsiteY37-7468" fmla="*/ 5685392 h 6858000"/>
              <a:gd name="connsiteX38-7469" fmla="*/ 510261 w 1605470"/>
              <a:gd name="connsiteY38-7470" fmla="*/ 5634527 h 6858000"/>
              <a:gd name="connsiteX39-7471" fmla="*/ 523992 w 1605470"/>
              <a:gd name="connsiteY39-7472" fmla="*/ 5619557 h 6858000"/>
              <a:gd name="connsiteX40-7473" fmla="*/ 526609 w 1605470"/>
              <a:gd name="connsiteY40-7474" fmla="*/ 5617081 h 6858000"/>
              <a:gd name="connsiteX41-7475" fmla="*/ 531653 w 1605470"/>
              <a:gd name="connsiteY41-7476" fmla="*/ 5604904 h 6858000"/>
              <a:gd name="connsiteX42-7477" fmla="*/ 539863 w 1605470"/>
              <a:gd name="connsiteY42-7478" fmla="*/ 5604298 h 6858000"/>
              <a:gd name="connsiteX43-7479" fmla="*/ 552319 w 1605470"/>
              <a:gd name="connsiteY43-7480" fmla="*/ 5587997 h 6858000"/>
              <a:gd name="connsiteX44-7481" fmla="*/ 559710 w 1605470"/>
              <a:gd name="connsiteY44-7482" fmla="*/ 5564796 h 6858000"/>
              <a:gd name="connsiteX45-7483" fmla="*/ 587214 w 1605470"/>
              <a:gd name="connsiteY45-7484" fmla="*/ 5451511 h 6858000"/>
              <a:gd name="connsiteX46-7485" fmla="*/ 608019 w 1605470"/>
              <a:gd name="connsiteY46-7486" fmla="*/ 5385461 h 6858000"/>
              <a:gd name="connsiteX47-7487" fmla="*/ 622750 w 1605470"/>
              <a:gd name="connsiteY47-7488" fmla="*/ 5363084 h 6858000"/>
              <a:gd name="connsiteX48-7489" fmla="*/ 638731 w 1605470"/>
              <a:gd name="connsiteY48-7490" fmla="*/ 5330009 h 6858000"/>
              <a:gd name="connsiteX49-7491" fmla="*/ 672224 w 1605470"/>
              <a:gd name="connsiteY49-7492" fmla="*/ 5273739 h 6858000"/>
              <a:gd name="connsiteX50-7493" fmla="*/ 681823 w 1605470"/>
              <a:gd name="connsiteY50-7494" fmla="*/ 5241779 h 6858000"/>
              <a:gd name="connsiteX51-7495" fmla="*/ 693049 w 1605470"/>
              <a:gd name="connsiteY51-7496" fmla="*/ 5225268 h 6858000"/>
              <a:gd name="connsiteX52-7497" fmla="*/ 694069 w 1605470"/>
              <a:gd name="connsiteY52-7498" fmla="*/ 5217684 h 6858000"/>
              <a:gd name="connsiteX53-7499" fmla="*/ 701410 w 1605470"/>
              <a:gd name="connsiteY53-7500" fmla="*/ 5193377 h 6858000"/>
              <a:gd name="connsiteX54-7501" fmla="*/ 704713 w 1605470"/>
              <a:gd name="connsiteY54-7502" fmla="*/ 5179288 h 6858000"/>
              <a:gd name="connsiteX55-7503" fmla="*/ 705697 w 1605470"/>
              <a:gd name="connsiteY55-7504" fmla="*/ 5173621 h 6858000"/>
              <a:gd name="connsiteX56-7505" fmla="*/ 701331 w 1605470"/>
              <a:gd name="connsiteY56-7506" fmla="*/ 5159961 h 6858000"/>
              <a:gd name="connsiteX57-7507" fmla="*/ 708008 w 1605470"/>
              <a:gd name="connsiteY57-7508" fmla="*/ 5144295 h 6858000"/>
              <a:gd name="connsiteX58-7509" fmla="*/ 704941 w 1605470"/>
              <a:gd name="connsiteY58-7510" fmla="*/ 5125185 h 6858000"/>
              <a:gd name="connsiteX59-7511" fmla="*/ 711771 w 1605470"/>
              <a:gd name="connsiteY59-7512" fmla="*/ 5121884 h 6858000"/>
              <a:gd name="connsiteX60-7513" fmla="*/ 721092 w 1605470"/>
              <a:gd name="connsiteY60-7514" fmla="*/ 5108383 h 6858000"/>
              <a:gd name="connsiteX61-7515" fmla="*/ 717045 w 1605470"/>
              <a:gd name="connsiteY61-7516" fmla="*/ 5094705 h 6858000"/>
              <a:gd name="connsiteX62-7517" fmla="*/ 718807 w 1605470"/>
              <a:gd name="connsiteY62-7518" fmla="*/ 5067850 h 6858000"/>
              <a:gd name="connsiteX63-7519" fmla="*/ 721538 w 1605470"/>
              <a:gd name="connsiteY63-7520" fmla="*/ 5060861 h 6858000"/>
              <a:gd name="connsiteX64-7521" fmla="*/ 718242 w 1605470"/>
              <a:gd name="connsiteY64-7522" fmla="*/ 5034192 h 6858000"/>
              <a:gd name="connsiteX65-7523" fmla="*/ 719796 w 1605470"/>
              <a:gd name="connsiteY65-7524" fmla="*/ 4993030 h 6858000"/>
              <a:gd name="connsiteX66-7525" fmla="*/ 726705 w 1605470"/>
              <a:gd name="connsiteY66-7526" fmla="*/ 4946844 h 6858000"/>
              <a:gd name="connsiteX67-7527" fmla="*/ 722561 w 1605470"/>
              <a:gd name="connsiteY67-7528" fmla="*/ 4932692 h 6858000"/>
              <a:gd name="connsiteX68-7529" fmla="*/ 724588 w 1605470"/>
              <a:gd name="connsiteY68-7530" fmla="*/ 4845927 h 6858000"/>
              <a:gd name="connsiteX69-7531" fmla="*/ 724935 w 1605470"/>
              <a:gd name="connsiteY69-7532" fmla="*/ 4821504 h 6858000"/>
              <a:gd name="connsiteX70-7533" fmla="*/ 732118 w 1605470"/>
              <a:gd name="connsiteY70-7534" fmla="*/ 4801535 h 6858000"/>
              <a:gd name="connsiteX71-7535" fmla="*/ 739787 w 1605470"/>
              <a:gd name="connsiteY71-7536" fmla="*/ 4797794 h 6858000"/>
              <a:gd name="connsiteX72-7537" fmla="*/ 741081 w 1605470"/>
              <a:gd name="connsiteY72-7538" fmla="*/ 4784526 h 6858000"/>
              <a:gd name="connsiteX73-7539" fmla="*/ 742865 w 1605470"/>
              <a:gd name="connsiteY73-7540" fmla="*/ 4781211 h 6858000"/>
              <a:gd name="connsiteX74-7541" fmla="*/ 751652 w 1605470"/>
              <a:gd name="connsiteY74-7542" fmla="*/ 4761984 h 6858000"/>
              <a:gd name="connsiteX75-7543" fmla="*/ 734671 w 1605470"/>
              <a:gd name="connsiteY75-7544" fmla="*/ 4715631 h 6858000"/>
              <a:gd name="connsiteX76-7545" fmla="*/ 743180 w 1605470"/>
              <a:gd name="connsiteY76-7546" fmla="*/ 4662965 h 6858000"/>
              <a:gd name="connsiteX77-7547" fmla="*/ 729578 w 1605470"/>
              <a:gd name="connsiteY77-7548" fmla="*/ 4456787 h 6858000"/>
              <a:gd name="connsiteX78-7549" fmla="*/ 756542 w 1605470"/>
              <a:gd name="connsiteY78-7550" fmla="*/ 4429138 h 6858000"/>
              <a:gd name="connsiteX79-7551" fmla="*/ 761317 w 1605470"/>
              <a:gd name="connsiteY79-7552" fmla="*/ 4346145 h 6858000"/>
              <a:gd name="connsiteX80-7553" fmla="*/ 715481 w 1605470"/>
              <a:gd name="connsiteY80-7554" fmla="*/ 4214165 h 6858000"/>
              <a:gd name="connsiteX81-7555" fmla="*/ 721848 w 1605470"/>
              <a:gd name="connsiteY81-7556" fmla="*/ 4061253 h 6858000"/>
              <a:gd name="connsiteX82-7557" fmla="*/ 710868 w 1605470"/>
              <a:gd name="connsiteY82-7558" fmla="*/ 4048827 h 6858000"/>
              <a:gd name="connsiteX83-7559" fmla="*/ 704810 w 1605470"/>
              <a:gd name="connsiteY83-7560" fmla="*/ 4033999 h 6858000"/>
              <a:gd name="connsiteX84-7561" fmla="*/ 705959 w 1605470"/>
              <a:gd name="connsiteY84-7562" fmla="*/ 4031933 h 6858000"/>
              <a:gd name="connsiteX85-7563" fmla="*/ 704535 w 1605470"/>
              <a:gd name="connsiteY85-7564" fmla="*/ 4013953 h 6858000"/>
              <a:gd name="connsiteX86-7565" fmla="*/ 700443 w 1605470"/>
              <a:gd name="connsiteY86-7566" fmla="*/ 4010511 h 6858000"/>
              <a:gd name="connsiteX87-7567" fmla="*/ 698282 w 1605470"/>
              <a:gd name="connsiteY87-7568" fmla="*/ 3998331 h 6858000"/>
              <a:gd name="connsiteX88-7569" fmla="*/ 690830 w 1605470"/>
              <a:gd name="connsiteY88-7570" fmla="*/ 3974753 h 6858000"/>
              <a:gd name="connsiteX89-7571" fmla="*/ 692428 w 1605470"/>
              <a:gd name="connsiteY89-7572" fmla="*/ 3969950 h 6858000"/>
              <a:gd name="connsiteX90-7573" fmla="*/ 685850 w 1605470"/>
              <a:gd name="connsiteY90-7574" fmla="*/ 3933779 h 6858000"/>
              <a:gd name="connsiteX91-7575" fmla="*/ 687181 w 1605470"/>
              <a:gd name="connsiteY91-7576" fmla="*/ 3933093 h 6858000"/>
              <a:gd name="connsiteX92-7577" fmla="*/ 691535 w 1605470"/>
              <a:gd name="connsiteY92-7578" fmla="*/ 3922082 h 6858000"/>
              <a:gd name="connsiteX93-7579" fmla="*/ 696613 w 1605470"/>
              <a:gd name="connsiteY93-7580" fmla="*/ 3901461 h 6858000"/>
              <a:gd name="connsiteX94-7581" fmla="*/ 725908 w 1605470"/>
              <a:gd name="connsiteY94-7582" fmla="*/ 3851605 h 6858000"/>
              <a:gd name="connsiteX95-7583" fmla="*/ 719207 w 1605470"/>
              <a:gd name="connsiteY95-7584" fmla="*/ 3813873 h 6858000"/>
              <a:gd name="connsiteX96-7585" fmla="*/ 718632 w 1605470"/>
              <a:gd name="connsiteY96-7586" fmla="*/ 3806161 h 6858000"/>
              <a:gd name="connsiteX97-7587" fmla="*/ 718939 w 1605470"/>
              <a:gd name="connsiteY97-7588" fmla="*/ 3805957 h 6858000"/>
              <a:gd name="connsiteX98-7589" fmla="*/ 718966 w 1605470"/>
              <a:gd name="connsiteY98-7590" fmla="*/ 3797724 h 6858000"/>
              <a:gd name="connsiteX99-7591" fmla="*/ 717581 w 1605470"/>
              <a:gd name="connsiteY99-7592" fmla="*/ 3792098 h 6858000"/>
              <a:gd name="connsiteX100-7593" fmla="*/ 716465 w 1605470"/>
              <a:gd name="connsiteY100-7594" fmla="*/ 3777135 h 6858000"/>
              <a:gd name="connsiteX101-7595" fmla="*/ 718198 w 1605470"/>
              <a:gd name="connsiteY101-7596" fmla="*/ 3771656 h 6858000"/>
              <a:gd name="connsiteX102-7597" fmla="*/ 721941 w 1605470"/>
              <a:gd name="connsiteY102-7598" fmla="*/ 3769007 h 6858000"/>
              <a:gd name="connsiteX103-7599" fmla="*/ 721407 w 1605470"/>
              <a:gd name="connsiteY103-7600" fmla="*/ 3767709 h 6858000"/>
              <a:gd name="connsiteX104-7601" fmla="*/ 730103 w 1605470"/>
              <a:gd name="connsiteY104-7602" fmla="*/ 3738082 h 6858000"/>
              <a:gd name="connsiteX105-7603" fmla="*/ 737449 w 1605470"/>
              <a:gd name="connsiteY105-7604" fmla="*/ 3673397 h 6858000"/>
              <a:gd name="connsiteX106-7605" fmla="*/ 736745 w 1605470"/>
              <a:gd name="connsiteY106-7606" fmla="*/ 3637109 h 6858000"/>
              <a:gd name="connsiteX107-7607" fmla="*/ 740188 w 1605470"/>
              <a:gd name="connsiteY107-7608" fmla="*/ 3536883 h 6858000"/>
              <a:gd name="connsiteX108-7609" fmla="*/ 747726 w 1605470"/>
              <a:gd name="connsiteY108-7610" fmla="*/ 3435652 h 6858000"/>
              <a:gd name="connsiteX109-7611" fmla="*/ 774383 w 1605470"/>
              <a:gd name="connsiteY109-7612" fmla="*/ 3381564 h 6858000"/>
              <a:gd name="connsiteX110-7613" fmla="*/ 774870 w 1605470"/>
              <a:gd name="connsiteY110-7614" fmla="*/ 3375761 h 6858000"/>
              <a:gd name="connsiteX111-7615" fmla="*/ 770510 w 1605470"/>
              <a:gd name="connsiteY111-7616" fmla="*/ 3361844 h 6858000"/>
              <a:gd name="connsiteX112-7617" fmla="*/ 767933 w 1605470"/>
              <a:gd name="connsiteY112-7618" fmla="*/ 3356929 h 6858000"/>
              <a:gd name="connsiteX113-7619" fmla="*/ 766158 w 1605470"/>
              <a:gd name="connsiteY113-7620" fmla="*/ 3349058 h 6858000"/>
              <a:gd name="connsiteX114-7621" fmla="*/ 766414 w 1605470"/>
              <a:gd name="connsiteY114-7622" fmla="*/ 3348763 h 6858000"/>
              <a:gd name="connsiteX115-7623" fmla="*/ 764166 w 1605470"/>
              <a:gd name="connsiteY115-7624" fmla="*/ 3341588 h 6858000"/>
              <a:gd name="connsiteX116-7625" fmla="*/ 749397 w 1605470"/>
              <a:gd name="connsiteY116-7626" fmla="*/ 3307769 h 6858000"/>
              <a:gd name="connsiteX117-7627" fmla="*/ 766960 w 1605470"/>
              <a:gd name="connsiteY117-7628" fmla="*/ 3250522 h 6858000"/>
              <a:gd name="connsiteX118-7629" fmla="*/ 767385 w 1605470"/>
              <a:gd name="connsiteY118-7630" fmla="*/ 3229163 h 6858000"/>
              <a:gd name="connsiteX119-7631" fmla="*/ 769208 w 1605470"/>
              <a:gd name="connsiteY119-7632" fmla="*/ 3217217 h 6858000"/>
              <a:gd name="connsiteX120-7633" fmla="*/ 770350 w 1605470"/>
              <a:gd name="connsiteY120-7634" fmla="*/ 3216125 h 6858000"/>
              <a:gd name="connsiteX121-7635" fmla="*/ 756043 w 1605470"/>
              <a:gd name="connsiteY121-7636" fmla="*/ 3183755 h 6858000"/>
              <a:gd name="connsiteX122-7637" fmla="*/ 756544 w 1605470"/>
              <a:gd name="connsiteY122-7638" fmla="*/ 3178642 h 6858000"/>
              <a:gd name="connsiteX123-7639" fmla="*/ 744144 w 1605470"/>
              <a:gd name="connsiteY123-7640" fmla="*/ 3158586 h 6858000"/>
              <a:gd name="connsiteX124-7641" fmla="*/ 739378 w 1605470"/>
              <a:gd name="connsiteY124-7642" fmla="*/ 3147669 h 6858000"/>
              <a:gd name="connsiteX125-7643" fmla="*/ 734648 w 1605470"/>
              <a:gd name="connsiteY125-7644" fmla="*/ 3145733 h 6858000"/>
              <a:gd name="connsiteX126-7645" fmla="*/ 729329 w 1605470"/>
              <a:gd name="connsiteY126-7646" fmla="*/ 3129034 h 6858000"/>
              <a:gd name="connsiteX127-7647" fmla="*/ 729994 w 1605470"/>
              <a:gd name="connsiteY127-7648" fmla="*/ 3126682 h 6858000"/>
              <a:gd name="connsiteX128-7649" fmla="*/ 720862 w 1605470"/>
              <a:gd name="connsiteY128-7650" fmla="*/ 3114519 h 6858000"/>
              <a:gd name="connsiteX129-7651" fmla="*/ 707471 w 1605470"/>
              <a:gd name="connsiteY129-7652" fmla="*/ 3106272 h 6858000"/>
              <a:gd name="connsiteX130-7653" fmla="*/ 680201 w 1605470"/>
              <a:gd name="connsiteY130-7654" fmla="*/ 2958185 h 6858000"/>
              <a:gd name="connsiteX131-7655" fmla="*/ 596759 w 1605470"/>
              <a:gd name="connsiteY131-7656" fmla="*/ 2762989 h 6858000"/>
              <a:gd name="connsiteX132-7657" fmla="*/ 571733 w 1605470"/>
              <a:gd name="connsiteY132-7658" fmla="*/ 2554718 h 6858000"/>
              <a:gd name="connsiteX133-7659" fmla="*/ 551827 w 1605470"/>
              <a:gd name="connsiteY133-7660" fmla="*/ 2485734 h 6858000"/>
              <a:gd name="connsiteX134-7661" fmla="*/ 525179 w 1605470"/>
              <a:gd name="connsiteY134-7662" fmla="*/ 2447068 h 6858000"/>
              <a:gd name="connsiteX135-7663" fmla="*/ 529511 w 1605470"/>
              <a:gd name="connsiteY135-7664" fmla="*/ 2425819 h 6858000"/>
              <a:gd name="connsiteX136-7665" fmla="*/ 530521 w 1605470"/>
              <a:gd name="connsiteY136-7666" fmla="*/ 2422066 h 6858000"/>
              <a:gd name="connsiteX137-7667" fmla="*/ 528878 w 1605470"/>
              <a:gd name="connsiteY137-7668" fmla="*/ 2408971 h 6858000"/>
              <a:gd name="connsiteX138-7669" fmla="*/ 535510 w 1605470"/>
              <a:gd name="connsiteY138-7670" fmla="*/ 2402874 h 6858000"/>
              <a:gd name="connsiteX139-7671" fmla="*/ 538122 w 1605470"/>
              <a:gd name="connsiteY139-7672" fmla="*/ 2381443 h 6858000"/>
              <a:gd name="connsiteX140-7673" fmla="*/ 514451 w 1605470"/>
              <a:gd name="connsiteY140-7674" fmla="*/ 2261920 h 6858000"/>
              <a:gd name="connsiteX141-7675" fmla="*/ 486968 w 1605470"/>
              <a:gd name="connsiteY141-7676" fmla="*/ 2182937 h 6858000"/>
              <a:gd name="connsiteX142-7677" fmla="*/ 488555 w 1605470"/>
              <a:gd name="connsiteY142-7678" fmla="*/ 2155135 h 6858000"/>
              <a:gd name="connsiteX143-7679" fmla="*/ 486013 w 1605470"/>
              <a:gd name="connsiteY143-7680" fmla="*/ 2118008 h 6858000"/>
              <a:gd name="connsiteX144-7681" fmla="*/ 487006 w 1605470"/>
              <a:gd name="connsiteY144-7682" fmla="*/ 2050531 h 6858000"/>
              <a:gd name="connsiteX145-7683" fmla="*/ 478812 w 1605470"/>
              <a:gd name="connsiteY145-7684" fmla="*/ 1963269 h 6858000"/>
              <a:gd name="connsiteX146-7685" fmla="*/ 442619 w 1605470"/>
              <a:gd name="connsiteY146-7686" fmla="*/ 1910499 h 6858000"/>
              <a:gd name="connsiteX147-7687" fmla="*/ 446785 w 1605470"/>
              <a:gd name="connsiteY147-7688" fmla="*/ 1903212 h 6858000"/>
              <a:gd name="connsiteX148-7689" fmla="*/ 436547 w 1605470"/>
              <a:gd name="connsiteY148-7690" fmla="*/ 1861531 h 6858000"/>
              <a:gd name="connsiteX149-7691" fmla="*/ 390346 w 1605470"/>
              <a:gd name="connsiteY149-7692" fmla="*/ 1732919 h 6858000"/>
              <a:gd name="connsiteX150-7693" fmla="*/ 362657 w 1605470"/>
              <a:gd name="connsiteY150-7694" fmla="*/ 1663540 h 6858000"/>
              <a:gd name="connsiteX151-7695" fmla="*/ 344412 w 1605470"/>
              <a:gd name="connsiteY151-7696" fmla="*/ 1615777 h 6858000"/>
              <a:gd name="connsiteX152-7697" fmla="*/ 342578 w 1605470"/>
              <a:gd name="connsiteY152-7698" fmla="*/ 1563678 h 6858000"/>
              <a:gd name="connsiteX153-7699" fmla="*/ 355658 w 1605470"/>
              <a:gd name="connsiteY153-7700" fmla="*/ 1519474 h 6858000"/>
              <a:gd name="connsiteX154-7701" fmla="*/ 348400 w 1605470"/>
              <a:gd name="connsiteY154-7702" fmla="*/ 1477995 h 6858000"/>
              <a:gd name="connsiteX155-7703" fmla="*/ 325799 w 1605470"/>
              <a:gd name="connsiteY155-7704" fmla="*/ 1357181 h 6858000"/>
              <a:gd name="connsiteX156-7705" fmla="*/ 342792 w 1605470"/>
              <a:gd name="connsiteY156-7706" fmla="*/ 1307086 h 6858000"/>
              <a:gd name="connsiteX157-7707" fmla="*/ 343980 w 1605470"/>
              <a:gd name="connsiteY157-7708" fmla="*/ 1189033 h 6858000"/>
              <a:gd name="connsiteX158-7709" fmla="*/ 348665 w 1605470"/>
              <a:gd name="connsiteY158-7710" fmla="*/ 1168288 h 6858000"/>
              <a:gd name="connsiteX159-7711" fmla="*/ 340947 w 1605470"/>
              <a:gd name="connsiteY159-7712" fmla="*/ 1142577 h 6858000"/>
              <a:gd name="connsiteX160-7713" fmla="*/ 330253 w 1605470"/>
              <a:gd name="connsiteY160-7714" fmla="*/ 1088484 h 6858000"/>
              <a:gd name="connsiteX161-7715" fmla="*/ 336360 w 1605470"/>
              <a:gd name="connsiteY161-7716" fmla="*/ 1045131 h 6858000"/>
              <a:gd name="connsiteX162-7717" fmla="*/ 322475 w 1605470"/>
              <a:gd name="connsiteY162-7718" fmla="*/ 1002093 h 6858000"/>
              <a:gd name="connsiteX163-7719" fmla="*/ 320445 w 1605470"/>
              <a:gd name="connsiteY163-7720" fmla="*/ 932283 h 6858000"/>
              <a:gd name="connsiteX164-7721" fmla="*/ 322681 w 1605470"/>
              <a:gd name="connsiteY164-7722" fmla="*/ 915925 h 6858000"/>
              <a:gd name="connsiteX165-7723" fmla="*/ 315310 w 1605470"/>
              <a:gd name="connsiteY165-7724" fmla="*/ 896999 h 6858000"/>
              <a:gd name="connsiteX166-7725" fmla="*/ 284718 w 1605470"/>
              <a:gd name="connsiteY166-7726" fmla="*/ 821517 h 6858000"/>
              <a:gd name="connsiteX167-7727" fmla="*/ 263668 w 1605470"/>
              <a:gd name="connsiteY167-7728" fmla="*/ 751353 h 6858000"/>
              <a:gd name="connsiteX168-7729" fmla="*/ 254540 w 1605470"/>
              <a:gd name="connsiteY168-7730" fmla="*/ 741965 h 6858000"/>
              <a:gd name="connsiteX169-7731" fmla="*/ 252501 w 1605470"/>
              <a:gd name="connsiteY169-7732" fmla="*/ 724635 h 6858000"/>
              <a:gd name="connsiteX170-7733" fmla="*/ 248897 w 1605470"/>
              <a:gd name="connsiteY170-7734" fmla="*/ 681659 h 6858000"/>
              <a:gd name="connsiteX171-7735" fmla="*/ 234316 w 1605470"/>
              <a:gd name="connsiteY171-7736" fmla="*/ 635218 h 6858000"/>
              <a:gd name="connsiteX172-7737" fmla="*/ 239327 w 1605470"/>
              <a:gd name="connsiteY172-7738" fmla="*/ 613763 h 6858000"/>
              <a:gd name="connsiteX173-7739" fmla="*/ 225269 w 1605470"/>
              <a:gd name="connsiteY173-7740" fmla="*/ 598582 h 6858000"/>
              <a:gd name="connsiteX174-7741" fmla="*/ 224950 w 1605470"/>
              <a:gd name="connsiteY174-7742" fmla="*/ 576846 h 6858000"/>
              <a:gd name="connsiteX175-7743" fmla="*/ 204632 w 1605470"/>
              <a:gd name="connsiteY175-7744" fmla="*/ 553868 h 6858000"/>
              <a:gd name="connsiteX176-7745" fmla="*/ 239317 w 1605470"/>
              <a:gd name="connsiteY176-7746" fmla="*/ 517614 h 6858000"/>
              <a:gd name="connsiteX177-7747" fmla="*/ 201693 w 1605470"/>
              <a:gd name="connsiteY177-7748" fmla="*/ 469651 h 6858000"/>
              <a:gd name="connsiteX178-7749" fmla="*/ 195012 w 1605470"/>
              <a:gd name="connsiteY178-7750" fmla="*/ 448559 h 6858000"/>
              <a:gd name="connsiteX179-7751" fmla="*/ 201434 w 1605470"/>
              <a:gd name="connsiteY179-7752" fmla="*/ 441529 h 6858000"/>
              <a:gd name="connsiteX180-7753" fmla="*/ 200655 w 1605470"/>
              <a:gd name="connsiteY180-7754" fmla="*/ 428927 h 6858000"/>
              <a:gd name="connsiteX181-7755" fmla="*/ 190059 w 1605470"/>
              <a:gd name="connsiteY181-7756" fmla="*/ 430161 h 6858000"/>
              <a:gd name="connsiteX182-7757" fmla="*/ 184450 w 1605470"/>
              <a:gd name="connsiteY182-7758" fmla="*/ 396240 h 6858000"/>
              <a:gd name="connsiteX183-7759" fmla="*/ 146196 w 1605470"/>
              <a:gd name="connsiteY183-7760" fmla="*/ 358810 h 6858000"/>
              <a:gd name="connsiteX184-7761" fmla="*/ 124571 w 1605470"/>
              <a:gd name="connsiteY184-7762" fmla="*/ 302178 h 6858000"/>
              <a:gd name="connsiteX185-7763" fmla="*/ 103243 w 1605470"/>
              <a:gd name="connsiteY185-7764" fmla="*/ 211375 h 6858000"/>
              <a:gd name="connsiteX186-7765" fmla="*/ 94571 w 1605470"/>
              <a:gd name="connsiteY186-7766" fmla="*/ 184179 h 6858000"/>
              <a:gd name="connsiteX187-7767" fmla="*/ 13437 w 1605470"/>
              <a:gd name="connsiteY187-7768" fmla="*/ 19287 h 6858000"/>
              <a:gd name="connsiteX188-7769" fmla="*/ 0 w 1605470"/>
              <a:gd name="connsiteY188-7770" fmla="*/ 0 h 6858000"/>
              <a:gd name="connsiteX0-7771" fmla="*/ 0 w 1605470"/>
              <a:gd name="connsiteY0-7772" fmla="*/ 0 h 6858000"/>
              <a:gd name="connsiteX1-7773" fmla="*/ 1605470 w 1605470"/>
              <a:gd name="connsiteY1-7774" fmla="*/ 0 h 6858000"/>
              <a:gd name="connsiteX2-7775" fmla="*/ 1605470 w 1605470"/>
              <a:gd name="connsiteY2-7776" fmla="*/ 6858000 h 6858000"/>
              <a:gd name="connsiteX3-7777" fmla="*/ 154105 w 1605470"/>
              <a:gd name="connsiteY3-7778" fmla="*/ 6858000 h 6858000"/>
              <a:gd name="connsiteX4-7779" fmla="*/ 154246 w 1605470"/>
              <a:gd name="connsiteY4-7780" fmla="*/ 6857735 h 6858000"/>
              <a:gd name="connsiteX5-7781" fmla="*/ 166295 w 1605470"/>
              <a:gd name="connsiteY5-7782" fmla="*/ 6809549 h 6858000"/>
              <a:gd name="connsiteX6-7783" fmla="*/ 198506 w 1605470"/>
              <a:gd name="connsiteY6-7784" fmla="*/ 6715115 h 6858000"/>
              <a:gd name="connsiteX7-7785" fmla="*/ 208357 w 1605470"/>
              <a:gd name="connsiteY7-7786" fmla="*/ 6680170 h 6858000"/>
              <a:gd name="connsiteX8-7787" fmla="*/ 233907 w 1605470"/>
              <a:gd name="connsiteY8-7788" fmla="*/ 6621207 h 6858000"/>
              <a:gd name="connsiteX9-7789" fmla="*/ 250564 w 1605470"/>
              <a:gd name="connsiteY9-7790" fmla="*/ 6596265 h 6858000"/>
              <a:gd name="connsiteX10-7791" fmla="*/ 250443 w 1605470"/>
              <a:gd name="connsiteY10-7792" fmla="*/ 6594818 h 6858000"/>
              <a:gd name="connsiteX11-7793" fmla="*/ 254688 w 1605470"/>
              <a:gd name="connsiteY11-7794" fmla="*/ 6593735 h 6858000"/>
              <a:gd name="connsiteX12-7795" fmla="*/ 257885 w 1605470"/>
              <a:gd name="connsiteY12-7796" fmla="*/ 6589172 h 6858000"/>
              <a:gd name="connsiteX13-7797" fmla="*/ 261179 w 1605470"/>
              <a:gd name="connsiteY13-7798" fmla="*/ 6574442 h 6858000"/>
              <a:gd name="connsiteX14-7799" fmla="*/ 261519 w 1605470"/>
              <a:gd name="connsiteY14-7800" fmla="*/ 6568530 h 6858000"/>
              <a:gd name="connsiteX15-7801" fmla="*/ 263928 w 1605470"/>
              <a:gd name="connsiteY15-7802" fmla="*/ 6560674 h 6858000"/>
              <a:gd name="connsiteX16-7803" fmla="*/ 264273 w 1605470"/>
              <a:gd name="connsiteY16-7804" fmla="*/ 6560598 h 6858000"/>
              <a:gd name="connsiteX17-7805" fmla="*/ 265970 w 1605470"/>
              <a:gd name="connsiteY17-7806" fmla="*/ 6553006 h 6858000"/>
              <a:gd name="connsiteX18-7807" fmla="*/ 270666 w 1605470"/>
              <a:gd name="connsiteY18-7808" fmla="*/ 6514360 h 6858000"/>
              <a:gd name="connsiteX19-7809" fmla="*/ 312320 w 1605470"/>
              <a:gd name="connsiteY19-7810" fmla="*/ 6478062 h 6858000"/>
              <a:gd name="connsiteX20-7811" fmla="*/ 323009 w 1605470"/>
              <a:gd name="connsiteY20-7812" fmla="*/ 6460325 h 6858000"/>
              <a:gd name="connsiteX21-7813" fmla="*/ 330242 w 1605470"/>
              <a:gd name="connsiteY21-7814" fmla="*/ 6451488 h 6858000"/>
              <a:gd name="connsiteX22-7815" fmla="*/ 331677 w 1605470"/>
              <a:gd name="connsiteY22-7816" fmla="*/ 6451348 h 6858000"/>
              <a:gd name="connsiteX23-7817" fmla="*/ 336035 w 1605470"/>
              <a:gd name="connsiteY23-7818" fmla="*/ 6414240 h 6858000"/>
              <a:gd name="connsiteX24-7819" fmla="*/ 338911 w 1605470"/>
              <a:gd name="connsiteY24-7820" fmla="*/ 6410269 h 6858000"/>
              <a:gd name="connsiteX25-7821" fmla="*/ 338811 w 1605470"/>
              <a:gd name="connsiteY25-7822" fmla="*/ 6384857 h 6858000"/>
              <a:gd name="connsiteX26-7823" fmla="*/ 340328 w 1605470"/>
              <a:gd name="connsiteY26-7824" fmla="*/ 6372381 h 6858000"/>
              <a:gd name="connsiteX27-7825" fmla="*/ 337522 w 1605470"/>
              <a:gd name="connsiteY27-7826" fmla="*/ 6367510 h 6858000"/>
              <a:gd name="connsiteX28-7827" fmla="*/ 341402 w 1605470"/>
              <a:gd name="connsiteY28-7828" fmla="*/ 6349778 h 6858000"/>
              <a:gd name="connsiteX29-7829" fmla="*/ 343067 w 1605470"/>
              <a:gd name="connsiteY29-7830" fmla="*/ 6348250 h 6858000"/>
              <a:gd name="connsiteX30-7831" fmla="*/ 341730 w 1605470"/>
              <a:gd name="connsiteY30-7832" fmla="*/ 6331735 h 6858000"/>
              <a:gd name="connsiteX31-7833" fmla="*/ 335123 w 1605470"/>
              <a:gd name="connsiteY31-7834" fmla="*/ 6315613 h 6858000"/>
              <a:gd name="connsiteX32-7835" fmla="*/ 385303 w 1605470"/>
              <a:gd name="connsiteY32-7836" fmla="*/ 6171970 h 6858000"/>
              <a:gd name="connsiteX33-7837" fmla="*/ 380910 w 1605470"/>
              <a:gd name="connsiteY33-7838" fmla="*/ 6028119 h 6858000"/>
              <a:gd name="connsiteX34-7839" fmla="*/ 409371 w 1605470"/>
              <a:gd name="connsiteY34-7840" fmla="*/ 5950668 h 6858000"/>
              <a:gd name="connsiteX35-7841" fmla="*/ 442432 w 1605470"/>
              <a:gd name="connsiteY35-7842" fmla="*/ 5934687 h 6858000"/>
              <a:gd name="connsiteX36-7843" fmla="*/ 489472 w 1605470"/>
              <a:gd name="connsiteY36-7844" fmla="*/ 5732419 h 6858000"/>
              <a:gd name="connsiteX37-7845" fmla="*/ 512623 w 1605470"/>
              <a:gd name="connsiteY37-7846" fmla="*/ 5685392 h 6858000"/>
              <a:gd name="connsiteX38-7847" fmla="*/ 510261 w 1605470"/>
              <a:gd name="connsiteY38-7848" fmla="*/ 5634527 h 6858000"/>
              <a:gd name="connsiteX39-7849" fmla="*/ 523992 w 1605470"/>
              <a:gd name="connsiteY39-7850" fmla="*/ 5619557 h 6858000"/>
              <a:gd name="connsiteX40-7851" fmla="*/ 526609 w 1605470"/>
              <a:gd name="connsiteY40-7852" fmla="*/ 5617081 h 6858000"/>
              <a:gd name="connsiteX41-7853" fmla="*/ 531653 w 1605470"/>
              <a:gd name="connsiteY41-7854" fmla="*/ 5604904 h 6858000"/>
              <a:gd name="connsiteX42-7855" fmla="*/ 539863 w 1605470"/>
              <a:gd name="connsiteY42-7856" fmla="*/ 5604298 h 6858000"/>
              <a:gd name="connsiteX43-7857" fmla="*/ 552319 w 1605470"/>
              <a:gd name="connsiteY43-7858" fmla="*/ 5587997 h 6858000"/>
              <a:gd name="connsiteX44-7859" fmla="*/ 559710 w 1605470"/>
              <a:gd name="connsiteY44-7860" fmla="*/ 5564796 h 6858000"/>
              <a:gd name="connsiteX45-7861" fmla="*/ 587214 w 1605470"/>
              <a:gd name="connsiteY45-7862" fmla="*/ 5451511 h 6858000"/>
              <a:gd name="connsiteX46-7863" fmla="*/ 608019 w 1605470"/>
              <a:gd name="connsiteY46-7864" fmla="*/ 5385461 h 6858000"/>
              <a:gd name="connsiteX47-7865" fmla="*/ 622750 w 1605470"/>
              <a:gd name="connsiteY47-7866" fmla="*/ 5363084 h 6858000"/>
              <a:gd name="connsiteX48-7867" fmla="*/ 638731 w 1605470"/>
              <a:gd name="connsiteY48-7868" fmla="*/ 5330009 h 6858000"/>
              <a:gd name="connsiteX49-7869" fmla="*/ 672224 w 1605470"/>
              <a:gd name="connsiteY49-7870" fmla="*/ 5273739 h 6858000"/>
              <a:gd name="connsiteX50-7871" fmla="*/ 681823 w 1605470"/>
              <a:gd name="connsiteY50-7872" fmla="*/ 5241779 h 6858000"/>
              <a:gd name="connsiteX51-7873" fmla="*/ 693049 w 1605470"/>
              <a:gd name="connsiteY51-7874" fmla="*/ 5225268 h 6858000"/>
              <a:gd name="connsiteX52-7875" fmla="*/ 694069 w 1605470"/>
              <a:gd name="connsiteY52-7876" fmla="*/ 5217684 h 6858000"/>
              <a:gd name="connsiteX53-7877" fmla="*/ 701410 w 1605470"/>
              <a:gd name="connsiteY53-7878" fmla="*/ 5193377 h 6858000"/>
              <a:gd name="connsiteX54-7879" fmla="*/ 704713 w 1605470"/>
              <a:gd name="connsiteY54-7880" fmla="*/ 5179288 h 6858000"/>
              <a:gd name="connsiteX55-7881" fmla="*/ 705697 w 1605470"/>
              <a:gd name="connsiteY55-7882" fmla="*/ 5173621 h 6858000"/>
              <a:gd name="connsiteX56-7883" fmla="*/ 701331 w 1605470"/>
              <a:gd name="connsiteY56-7884" fmla="*/ 5159961 h 6858000"/>
              <a:gd name="connsiteX57-7885" fmla="*/ 708008 w 1605470"/>
              <a:gd name="connsiteY57-7886" fmla="*/ 5144295 h 6858000"/>
              <a:gd name="connsiteX58-7887" fmla="*/ 704941 w 1605470"/>
              <a:gd name="connsiteY58-7888" fmla="*/ 5125185 h 6858000"/>
              <a:gd name="connsiteX59-7889" fmla="*/ 711771 w 1605470"/>
              <a:gd name="connsiteY59-7890" fmla="*/ 5121884 h 6858000"/>
              <a:gd name="connsiteX60-7891" fmla="*/ 721092 w 1605470"/>
              <a:gd name="connsiteY60-7892" fmla="*/ 5108383 h 6858000"/>
              <a:gd name="connsiteX61-7893" fmla="*/ 717045 w 1605470"/>
              <a:gd name="connsiteY61-7894" fmla="*/ 5094705 h 6858000"/>
              <a:gd name="connsiteX62-7895" fmla="*/ 718807 w 1605470"/>
              <a:gd name="connsiteY62-7896" fmla="*/ 5067850 h 6858000"/>
              <a:gd name="connsiteX63-7897" fmla="*/ 721538 w 1605470"/>
              <a:gd name="connsiteY63-7898" fmla="*/ 5060861 h 6858000"/>
              <a:gd name="connsiteX64-7899" fmla="*/ 718242 w 1605470"/>
              <a:gd name="connsiteY64-7900" fmla="*/ 5034192 h 6858000"/>
              <a:gd name="connsiteX65-7901" fmla="*/ 719796 w 1605470"/>
              <a:gd name="connsiteY65-7902" fmla="*/ 4993030 h 6858000"/>
              <a:gd name="connsiteX66-7903" fmla="*/ 726705 w 1605470"/>
              <a:gd name="connsiteY66-7904" fmla="*/ 4946844 h 6858000"/>
              <a:gd name="connsiteX67-7905" fmla="*/ 722561 w 1605470"/>
              <a:gd name="connsiteY67-7906" fmla="*/ 4932692 h 6858000"/>
              <a:gd name="connsiteX68-7907" fmla="*/ 724588 w 1605470"/>
              <a:gd name="connsiteY68-7908" fmla="*/ 4845927 h 6858000"/>
              <a:gd name="connsiteX69-7909" fmla="*/ 724935 w 1605470"/>
              <a:gd name="connsiteY69-7910" fmla="*/ 4821504 h 6858000"/>
              <a:gd name="connsiteX70-7911" fmla="*/ 732118 w 1605470"/>
              <a:gd name="connsiteY70-7912" fmla="*/ 4801535 h 6858000"/>
              <a:gd name="connsiteX71-7913" fmla="*/ 739787 w 1605470"/>
              <a:gd name="connsiteY71-7914" fmla="*/ 4797794 h 6858000"/>
              <a:gd name="connsiteX72-7915" fmla="*/ 741081 w 1605470"/>
              <a:gd name="connsiteY72-7916" fmla="*/ 4784526 h 6858000"/>
              <a:gd name="connsiteX73-7917" fmla="*/ 742865 w 1605470"/>
              <a:gd name="connsiteY73-7918" fmla="*/ 4781211 h 6858000"/>
              <a:gd name="connsiteX74-7919" fmla="*/ 751652 w 1605470"/>
              <a:gd name="connsiteY74-7920" fmla="*/ 4761984 h 6858000"/>
              <a:gd name="connsiteX75-7921" fmla="*/ 734671 w 1605470"/>
              <a:gd name="connsiteY75-7922" fmla="*/ 4715631 h 6858000"/>
              <a:gd name="connsiteX76-7923" fmla="*/ 743180 w 1605470"/>
              <a:gd name="connsiteY76-7924" fmla="*/ 4662965 h 6858000"/>
              <a:gd name="connsiteX77-7925" fmla="*/ 729578 w 1605470"/>
              <a:gd name="connsiteY77-7926" fmla="*/ 4456787 h 6858000"/>
              <a:gd name="connsiteX78-7927" fmla="*/ 756542 w 1605470"/>
              <a:gd name="connsiteY78-7928" fmla="*/ 4429138 h 6858000"/>
              <a:gd name="connsiteX79-7929" fmla="*/ 761317 w 1605470"/>
              <a:gd name="connsiteY79-7930" fmla="*/ 4346145 h 6858000"/>
              <a:gd name="connsiteX80-7931" fmla="*/ 715481 w 1605470"/>
              <a:gd name="connsiteY80-7932" fmla="*/ 4214165 h 6858000"/>
              <a:gd name="connsiteX81-7933" fmla="*/ 721848 w 1605470"/>
              <a:gd name="connsiteY81-7934" fmla="*/ 4061253 h 6858000"/>
              <a:gd name="connsiteX82-7935" fmla="*/ 710868 w 1605470"/>
              <a:gd name="connsiteY82-7936" fmla="*/ 4048827 h 6858000"/>
              <a:gd name="connsiteX83-7937" fmla="*/ 704810 w 1605470"/>
              <a:gd name="connsiteY83-7938" fmla="*/ 4033999 h 6858000"/>
              <a:gd name="connsiteX84-7939" fmla="*/ 705959 w 1605470"/>
              <a:gd name="connsiteY84-7940" fmla="*/ 4031933 h 6858000"/>
              <a:gd name="connsiteX85-7941" fmla="*/ 704535 w 1605470"/>
              <a:gd name="connsiteY85-7942" fmla="*/ 4013953 h 6858000"/>
              <a:gd name="connsiteX86-7943" fmla="*/ 700443 w 1605470"/>
              <a:gd name="connsiteY86-7944" fmla="*/ 4010511 h 6858000"/>
              <a:gd name="connsiteX87-7945" fmla="*/ 698282 w 1605470"/>
              <a:gd name="connsiteY87-7946" fmla="*/ 3998331 h 6858000"/>
              <a:gd name="connsiteX88-7947" fmla="*/ 690830 w 1605470"/>
              <a:gd name="connsiteY88-7948" fmla="*/ 3974753 h 6858000"/>
              <a:gd name="connsiteX89-7949" fmla="*/ 692428 w 1605470"/>
              <a:gd name="connsiteY89-7950" fmla="*/ 3969950 h 6858000"/>
              <a:gd name="connsiteX90-7951" fmla="*/ 685850 w 1605470"/>
              <a:gd name="connsiteY90-7952" fmla="*/ 3933779 h 6858000"/>
              <a:gd name="connsiteX91-7953" fmla="*/ 687181 w 1605470"/>
              <a:gd name="connsiteY91-7954" fmla="*/ 3933093 h 6858000"/>
              <a:gd name="connsiteX92-7955" fmla="*/ 691535 w 1605470"/>
              <a:gd name="connsiteY92-7956" fmla="*/ 3922082 h 6858000"/>
              <a:gd name="connsiteX93-7957" fmla="*/ 696613 w 1605470"/>
              <a:gd name="connsiteY93-7958" fmla="*/ 3901461 h 6858000"/>
              <a:gd name="connsiteX94-7959" fmla="*/ 725908 w 1605470"/>
              <a:gd name="connsiteY94-7960" fmla="*/ 3851605 h 6858000"/>
              <a:gd name="connsiteX95-7961" fmla="*/ 719207 w 1605470"/>
              <a:gd name="connsiteY95-7962" fmla="*/ 3813873 h 6858000"/>
              <a:gd name="connsiteX96-7963" fmla="*/ 718632 w 1605470"/>
              <a:gd name="connsiteY96-7964" fmla="*/ 3806161 h 6858000"/>
              <a:gd name="connsiteX97-7965" fmla="*/ 718939 w 1605470"/>
              <a:gd name="connsiteY97-7966" fmla="*/ 3805957 h 6858000"/>
              <a:gd name="connsiteX98-7967" fmla="*/ 718966 w 1605470"/>
              <a:gd name="connsiteY98-7968" fmla="*/ 3797724 h 6858000"/>
              <a:gd name="connsiteX99-7969" fmla="*/ 717581 w 1605470"/>
              <a:gd name="connsiteY99-7970" fmla="*/ 3792098 h 6858000"/>
              <a:gd name="connsiteX100-7971" fmla="*/ 716465 w 1605470"/>
              <a:gd name="connsiteY100-7972" fmla="*/ 3777135 h 6858000"/>
              <a:gd name="connsiteX101-7973" fmla="*/ 718198 w 1605470"/>
              <a:gd name="connsiteY101-7974" fmla="*/ 3771656 h 6858000"/>
              <a:gd name="connsiteX102-7975" fmla="*/ 721941 w 1605470"/>
              <a:gd name="connsiteY102-7976" fmla="*/ 3769007 h 6858000"/>
              <a:gd name="connsiteX103-7977" fmla="*/ 721407 w 1605470"/>
              <a:gd name="connsiteY103-7978" fmla="*/ 3767709 h 6858000"/>
              <a:gd name="connsiteX104-7979" fmla="*/ 730103 w 1605470"/>
              <a:gd name="connsiteY104-7980" fmla="*/ 3738082 h 6858000"/>
              <a:gd name="connsiteX105-7981" fmla="*/ 737449 w 1605470"/>
              <a:gd name="connsiteY105-7982" fmla="*/ 3673397 h 6858000"/>
              <a:gd name="connsiteX106-7983" fmla="*/ 736745 w 1605470"/>
              <a:gd name="connsiteY106-7984" fmla="*/ 3637109 h 6858000"/>
              <a:gd name="connsiteX107-7985" fmla="*/ 740188 w 1605470"/>
              <a:gd name="connsiteY107-7986" fmla="*/ 3536883 h 6858000"/>
              <a:gd name="connsiteX108-7987" fmla="*/ 747726 w 1605470"/>
              <a:gd name="connsiteY108-7988" fmla="*/ 3435652 h 6858000"/>
              <a:gd name="connsiteX109-7989" fmla="*/ 774383 w 1605470"/>
              <a:gd name="connsiteY109-7990" fmla="*/ 3381564 h 6858000"/>
              <a:gd name="connsiteX110-7991" fmla="*/ 774870 w 1605470"/>
              <a:gd name="connsiteY110-7992" fmla="*/ 3375761 h 6858000"/>
              <a:gd name="connsiteX111-7993" fmla="*/ 770510 w 1605470"/>
              <a:gd name="connsiteY111-7994" fmla="*/ 3361844 h 6858000"/>
              <a:gd name="connsiteX112-7995" fmla="*/ 767933 w 1605470"/>
              <a:gd name="connsiteY112-7996" fmla="*/ 3356929 h 6858000"/>
              <a:gd name="connsiteX113-7997" fmla="*/ 766158 w 1605470"/>
              <a:gd name="connsiteY113-7998" fmla="*/ 3349058 h 6858000"/>
              <a:gd name="connsiteX114-7999" fmla="*/ 766414 w 1605470"/>
              <a:gd name="connsiteY114-8000" fmla="*/ 3348763 h 6858000"/>
              <a:gd name="connsiteX115-8001" fmla="*/ 764166 w 1605470"/>
              <a:gd name="connsiteY115-8002" fmla="*/ 3341588 h 6858000"/>
              <a:gd name="connsiteX116-8003" fmla="*/ 749397 w 1605470"/>
              <a:gd name="connsiteY116-8004" fmla="*/ 3307769 h 6858000"/>
              <a:gd name="connsiteX117-8005" fmla="*/ 766960 w 1605470"/>
              <a:gd name="connsiteY117-8006" fmla="*/ 3250522 h 6858000"/>
              <a:gd name="connsiteX118-8007" fmla="*/ 767385 w 1605470"/>
              <a:gd name="connsiteY118-8008" fmla="*/ 3229163 h 6858000"/>
              <a:gd name="connsiteX119-8009" fmla="*/ 769208 w 1605470"/>
              <a:gd name="connsiteY119-8010" fmla="*/ 3217217 h 6858000"/>
              <a:gd name="connsiteX120-8011" fmla="*/ 770350 w 1605470"/>
              <a:gd name="connsiteY120-8012" fmla="*/ 3216125 h 6858000"/>
              <a:gd name="connsiteX121-8013" fmla="*/ 756043 w 1605470"/>
              <a:gd name="connsiteY121-8014" fmla="*/ 3183755 h 6858000"/>
              <a:gd name="connsiteX122-8015" fmla="*/ 756544 w 1605470"/>
              <a:gd name="connsiteY122-8016" fmla="*/ 3178642 h 6858000"/>
              <a:gd name="connsiteX123-8017" fmla="*/ 744144 w 1605470"/>
              <a:gd name="connsiteY123-8018" fmla="*/ 3158586 h 6858000"/>
              <a:gd name="connsiteX124-8019" fmla="*/ 739378 w 1605470"/>
              <a:gd name="connsiteY124-8020" fmla="*/ 3147669 h 6858000"/>
              <a:gd name="connsiteX125-8021" fmla="*/ 734648 w 1605470"/>
              <a:gd name="connsiteY125-8022" fmla="*/ 3145733 h 6858000"/>
              <a:gd name="connsiteX126-8023" fmla="*/ 729329 w 1605470"/>
              <a:gd name="connsiteY126-8024" fmla="*/ 3129034 h 6858000"/>
              <a:gd name="connsiteX127-8025" fmla="*/ 729994 w 1605470"/>
              <a:gd name="connsiteY127-8026" fmla="*/ 3126682 h 6858000"/>
              <a:gd name="connsiteX128-8027" fmla="*/ 720862 w 1605470"/>
              <a:gd name="connsiteY128-8028" fmla="*/ 3114519 h 6858000"/>
              <a:gd name="connsiteX129-8029" fmla="*/ 707471 w 1605470"/>
              <a:gd name="connsiteY129-8030" fmla="*/ 3106272 h 6858000"/>
              <a:gd name="connsiteX130-8031" fmla="*/ 680201 w 1605470"/>
              <a:gd name="connsiteY130-8032" fmla="*/ 2958185 h 6858000"/>
              <a:gd name="connsiteX131-8033" fmla="*/ 596759 w 1605470"/>
              <a:gd name="connsiteY131-8034" fmla="*/ 2762989 h 6858000"/>
              <a:gd name="connsiteX132-8035" fmla="*/ 571733 w 1605470"/>
              <a:gd name="connsiteY132-8036" fmla="*/ 2554718 h 6858000"/>
              <a:gd name="connsiteX133-8037" fmla="*/ 551827 w 1605470"/>
              <a:gd name="connsiteY133-8038" fmla="*/ 2485734 h 6858000"/>
              <a:gd name="connsiteX134-8039" fmla="*/ 525179 w 1605470"/>
              <a:gd name="connsiteY134-8040" fmla="*/ 2447068 h 6858000"/>
              <a:gd name="connsiteX135-8041" fmla="*/ 529511 w 1605470"/>
              <a:gd name="connsiteY135-8042" fmla="*/ 2425819 h 6858000"/>
              <a:gd name="connsiteX136-8043" fmla="*/ 530521 w 1605470"/>
              <a:gd name="connsiteY136-8044" fmla="*/ 2422066 h 6858000"/>
              <a:gd name="connsiteX137-8045" fmla="*/ 528878 w 1605470"/>
              <a:gd name="connsiteY137-8046" fmla="*/ 2408971 h 6858000"/>
              <a:gd name="connsiteX138-8047" fmla="*/ 535510 w 1605470"/>
              <a:gd name="connsiteY138-8048" fmla="*/ 2402874 h 6858000"/>
              <a:gd name="connsiteX139-8049" fmla="*/ 538122 w 1605470"/>
              <a:gd name="connsiteY139-8050" fmla="*/ 2381443 h 6858000"/>
              <a:gd name="connsiteX140-8051" fmla="*/ 514451 w 1605470"/>
              <a:gd name="connsiteY140-8052" fmla="*/ 2261920 h 6858000"/>
              <a:gd name="connsiteX141-8053" fmla="*/ 486968 w 1605470"/>
              <a:gd name="connsiteY141-8054" fmla="*/ 2182937 h 6858000"/>
              <a:gd name="connsiteX142-8055" fmla="*/ 488555 w 1605470"/>
              <a:gd name="connsiteY142-8056" fmla="*/ 2155135 h 6858000"/>
              <a:gd name="connsiteX143-8057" fmla="*/ 486013 w 1605470"/>
              <a:gd name="connsiteY143-8058" fmla="*/ 2118008 h 6858000"/>
              <a:gd name="connsiteX144-8059" fmla="*/ 487006 w 1605470"/>
              <a:gd name="connsiteY144-8060" fmla="*/ 2050531 h 6858000"/>
              <a:gd name="connsiteX145-8061" fmla="*/ 478812 w 1605470"/>
              <a:gd name="connsiteY145-8062" fmla="*/ 1963269 h 6858000"/>
              <a:gd name="connsiteX146-8063" fmla="*/ 442619 w 1605470"/>
              <a:gd name="connsiteY146-8064" fmla="*/ 1910499 h 6858000"/>
              <a:gd name="connsiteX147-8065" fmla="*/ 446785 w 1605470"/>
              <a:gd name="connsiteY147-8066" fmla="*/ 1903212 h 6858000"/>
              <a:gd name="connsiteX148-8067" fmla="*/ 436547 w 1605470"/>
              <a:gd name="connsiteY148-8068" fmla="*/ 1861531 h 6858000"/>
              <a:gd name="connsiteX149-8069" fmla="*/ 390346 w 1605470"/>
              <a:gd name="connsiteY149-8070" fmla="*/ 1732919 h 6858000"/>
              <a:gd name="connsiteX150-8071" fmla="*/ 362657 w 1605470"/>
              <a:gd name="connsiteY150-8072" fmla="*/ 1663540 h 6858000"/>
              <a:gd name="connsiteX151-8073" fmla="*/ 344412 w 1605470"/>
              <a:gd name="connsiteY151-8074" fmla="*/ 1615777 h 6858000"/>
              <a:gd name="connsiteX152-8075" fmla="*/ 342578 w 1605470"/>
              <a:gd name="connsiteY152-8076" fmla="*/ 1563678 h 6858000"/>
              <a:gd name="connsiteX153-8077" fmla="*/ 355658 w 1605470"/>
              <a:gd name="connsiteY153-8078" fmla="*/ 1519474 h 6858000"/>
              <a:gd name="connsiteX154-8079" fmla="*/ 348400 w 1605470"/>
              <a:gd name="connsiteY154-8080" fmla="*/ 1477995 h 6858000"/>
              <a:gd name="connsiteX155-8081" fmla="*/ 334485 w 1605470"/>
              <a:gd name="connsiteY155-8082" fmla="*/ 1373769 h 6858000"/>
              <a:gd name="connsiteX156-8083" fmla="*/ 342792 w 1605470"/>
              <a:gd name="connsiteY156-8084" fmla="*/ 1307086 h 6858000"/>
              <a:gd name="connsiteX157-8085" fmla="*/ 343980 w 1605470"/>
              <a:gd name="connsiteY157-8086" fmla="*/ 1189033 h 6858000"/>
              <a:gd name="connsiteX158-8087" fmla="*/ 348665 w 1605470"/>
              <a:gd name="connsiteY158-8088" fmla="*/ 1168288 h 6858000"/>
              <a:gd name="connsiteX159-8089" fmla="*/ 340947 w 1605470"/>
              <a:gd name="connsiteY159-8090" fmla="*/ 1142577 h 6858000"/>
              <a:gd name="connsiteX160-8091" fmla="*/ 330253 w 1605470"/>
              <a:gd name="connsiteY160-8092" fmla="*/ 1088484 h 6858000"/>
              <a:gd name="connsiteX161-8093" fmla="*/ 336360 w 1605470"/>
              <a:gd name="connsiteY161-8094" fmla="*/ 1045131 h 6858000"/>
              <a:gd name="connsiteX162-8095" fmla="*/ 322475 w 1605470"/>
              <a:gd name="connsiteY162-8096" fmla="*/ 1002093 h 6858000"/>
              <a:gd name="connsiteX163-8097" fmla="*/ 320445 w 1605470"/>
              <a:gd name="connsiteY163-8098" fmla="*/ 932283 h 6858000"/>
              <a:gd name="connsiteX164-8099" fmla="*/ 322681 w 1605470"/>
              <a:gd name="connsiteY164-8100" fmla="*/ 915925 h 6858000"/>
              <a:gd name="connsiteX165-8101" fmla="*/ 315310 w 1605470"/>
              <a:gd name="connsiteY165-8102" fmla="*/ 896999 h 6858000"/>
              <a:gd name="connsiteX166-8103" fmla="*/ 284718 w 1605470"/>
              <a:gd name="connsiteY166-8104" fmla="*/ 821517 h 6858000"/>
              <a:gd name="connsiteX167-8105" fmla="*/ 263668 w 1605470"/>
              <a:gd name="connsiteY167-8106" fmla="*/ 751353 h 6858000"/>
              <a:gd name="connsiteX168-8107" fmla="*/ 254540 w 1605470"/>
              <a:gd name="connsiteY168-8108" fmla="*/ 741965 h 6858000"/>
              <a:gd name="connsiteX169-8109" fmla="*/ 252501 w 1605470"/>
              <a:gd name="connsiteY169-8110" fmla="*/ 724635 h 6858000"/>
              <a:gd name="connsiteX170-8111" fmla="*/ 248897 w 1605470"/>
              <a:gd name="connsiteY170-8112" fmla="*/ 681659 h 6858000"/>
              <a:gd name="connsiteX171-8113" fmla="*/ 234316 w 1605470"/>
              <a:gd name="connsiteY171-8114" fmla="*/ 635218 h 6858000"/>
              <a:gd name="connsiteX172-8115" fmla="*/ 239327 w 1605470"/>
              <a:gd name="connsiteY172-8116" fmla="*/ 613763 h 6858000"/>
              <a:gd name="connsiteX173-8117" fmla="*/ 225269 w 1605470"/>
              <a:gd name="connsiteY173-8118" fmla="*/ 598582 h 6858000"/>
              <a:gd name="connsiteX174-8119" fmla="*/ 224950 w 1605470"/>
              <a:gd name="connsiteY174-8120" fmla="*/ 576846 h 6858000"/>
              <a:gd name="connsiteX175-8121" fmla="*/ 204632 w 1605470"/>
              <a:gd name="connsiteY175-8122" fmla="*/ 553868 h 6858000"/>
              <a:gd name="connsiteX176-8123" fmla="*/ 239317 w 1605470"/>
              <a:gd name="connsiteY176-8124" fmla="*/ 517614 h 6858000"/>
              <a:gd name="connsiteX177-8125" fmla="*/ 201693 w 1605470"/>
              <a:gd name="connsiteY177-8126" fmla="*/ 469651 h 6858000"/>
              <a:gd name="connsiteX178-8127" fmla="*/ 195012 w 1605470"/>
              <a:gd name="connsiteY178-8128" fmla="*/ 448559 h 6858000"/>
              <a:gd name="connsiteX179-8129" fmla="*/ 201434 w 1605470"/>
              <a:gd name="connsiteY179-8130" fmla="*/ 441529 h 6858000"/>
              <a:gd name="connsiteX180-8131" fmla="*/ 200655 w 1605470"/>
              <a:gd name="connsiteY180-8132" fmla="*/ 428927 h 6858000"/>
              <a:gd name="connsiteX181-8133" fmla="*/ 190059 w 1605470"/>
              <a:gd name="connsiteY181-8134" fmla="*/ 430161 h 6858000"/>
              <a:gd name="connsiteX182-8135" fmla="*/ 184450 w 1605470"/>
              <a:gd name="connsiteY182-8136" fmla="*/ 396240 h 6858000"/>
              <a:gd name="connsiteX183-8137" fmla="*/ 146196 w 1605470"/>
              <a:gd name="connsiteY183-8138" fmla="*/ 358810 h 6858000"/>
              <a:gd name="connsiteX184-8139" fmla="*/ 124571 w 1605470"/>
              <a:gd name="connsiteY184-8140" fmla="*/ 302178 h 6858000"/>
              <a:gd name="connsiteX185-8141" fmla="*/ 103243 w 1605470"/>
              <a:gd name="connsiteY185-8142" fmla="*/ 211375 h 6858000"/>
              <a:gd name="connsiteX186-8143" fmla="*/ 94571 w 1605470"/>
              <a:gd name="connsiteY186-8144" fmla="*/ 184179 h 6858000"/>
              <a:gd name="connsiteX187-8145" fmla="*/ 13437 w 1605470"/>
              <a:gd name="connsiteY187-8146" fmla="*/ 19287 h 6858000"/>
              <a:gd name="connsiteX188-8147" fmla="*/ 0 w 1605470"/>
              <a:gd name="connsiteY188-8148" fmla="*/ 0 h 6858000"/>
              <a:gd name="connsiteX0-8149" fmla="*/ 0 w 1605470"/>
              <a:gd name="connsiteY0-8150" fmla="*/ 0 h 6858000"/>
              <a:gd name="connsiteX1-8151" fmla="*/ 1605470 w 1605470"/>
              <a:gd name="connsiteY1-8152" fmla="*/ 0 h 6858000"/>
              <a:gd name="connsiteX2-8153" fmla="*/ 1605470 w 1605470"/>
              <a:gd name="connsiteY2-8154" fmla="*/ 6858000 h 6858000"/>
              <a:gd name="connsiteX3-8155" fmla="*/ 154105 w 1605470"/>
              <a:gd name="connsiteY3-8156" fmla="*/ 6858000 h 6858000"/>
              <a:gd name="connsiteX4-8157" fmla="*/ 154246 w 1605470"/>
              <a:gd name="connsiteY4-8158" fmla="*/ 6857735 h 6858000"/>
              <a:gd name="connsiteX5-8159" fmla="*/ 166295 w 1605470"/>
              <a:gd name="connsiteY5-8160" fmla="*/ 6809549 h 6858000"/>
              <a:gd name="connsiteX6-8161" fmla="*/ 198506 w 1605470"/>
              <a:gd name="connsiteY6-8162" fmla="*/ 6715115 h 6858000"/>
              <a:gd name="connsiteX7-8163" fmla="*/ 208357 w 1605470"/>
              <a:gd name="connsiteY7-8164" fmla="*/ 6680170 h 6858000"/>
              <a:gd name="connsiteX8-8165" fmla="*/ 233907 w 1605470"/>
              <a:gd name="connsiteY8-8166" fmla="*/ 6621207 h 6858000"/>
              <a:gd name="connsiteX9-8167" fmla="*/ 250564 w 1605470"/>
              <a:gd name="connsiteY9-8168" fmla="*/ 6596265 h 6858000"/>
              <a:gd name="connsiteX10-8169" fmla="*/ 250443 w 1605470"/>
              <a:gd name="connsiteY10-8170" fmla="*/ 6594818 h 6858000"/>
              <a:gd name="connsiteX11-8171" fmla="*/ 254688 w 1605470"/>
              <a:gd name="connsiteY11-8172" fmla="*/ 6593735 h 6858000"/>
              <a:gd name="connsiteX12-8173" fmla="*/ 257885 w 1605470"/>
              <a:gd name="connsiteY12-8174" fmla="*/ 6589172 h 6858000"/>
              <a:gd name="connsiteX13-8175" fmla="*/ 261179 w 1605470"/>
              <a:gd name="connsiteY13-8176" fmla="*/ 6574442 h 6858000"/>
              <a:gd name="connsiteX14-8177" fmla="*/ 261519 w 1605470"/>
              <a:gd name="connsiteY14-8178" fmla="*/ 6568530 h 6858000"/>
              <a:gd name="connsiteX15-8179" fmla="*/ 263928 w 1605470"/>
              <a:gd name="connsiteY15-8180" fmla="*/ 6560674 h 6858000"/>
              <a:gd name="connsiteX16-8181" fmla="*/ 264273 w 1605470"/>
              <a:gd name="connsiteY16-8182" fmla="*/ 6560598 h 6858000"/>
              <a:gd name="connsiteX17-8183" fmla="*/ 265970 w 1605470"/>
              <a:gd name="connsiteY17-8184" fmla="*/ 6553006 h 6858000"/>
              <a:gd name="connsiteX18-8185" fmla="*/ 270666 w 1605470"/>
              <a:gd name="connsiteY18-8186" fmla="*/ 6514360 h 6858000"/>
              <a:gd name="connsiteX19-8187" fmla="*/ 312320 w 1605470"/>
              <a:gd name="connsiteY19-8188" fmla="*/ 6478062 h 6858000"/>
              <a:gd name="connsiteX20-8189" fmla="*/ 323009 w 1605470"/>
              <a:gd name="connsiteY20-8190" fmla="*/ 6460325 h 6858000"/>
              <a:gd name="connsiteX21-8191" fmla="*/ 330242 w 1605470"/>
              <a:gd name="connsiteY21-8192" fmla="*/ 6451488 h 6858000"/>
              <a:gd name="connsiteX22-8193" fmla="*/ 331677 w 1605470"/>
              <a:gd name="connsiteY22-8194" fmla="*/ 6451348 h 6858000"/>
              <a:gd name="connsiteX23-8195" fmla="*/ 336035 w 1605470"/>
              <a:gd name="connsiteY23-8196" fmla="*/ 6414240 h 6858000"/>
              <a:gd name="connsiteX24-8197" fmla="*/ 338911 w 1605470"/>
              <a:gd name="connsiteY24-8198" fmla="*/ 6410269 h 6858000"/>
              <a:gd name="connsiteX25-8199" fmla="*/ 338811 w 1605470"/>
              <a:gd name="connsiteY25-8200" fmla="*/ 6384857 h 6858000"/>
              <a:gd name="connsiteX26-8201" fmla="*/ 340328 w 1605470"/>
              <a:gd name="connsiteY26-8202" fmla="*/ 6372381 h 6858000"/>
              <a:gd name="connsiteX27-8203" fmla="*/ 337522 w 1605470"/>
              <a:gd name="connsiteY27-8204" fmla="*/ 6367510 h 6858000"/>
              <a:gd name="connsiteX28-8205" fmla="*/ 341402 w 1605470"/>
              <a:gd name="connsiteY28-8206" fmla="*/ 6349778 h 6858000"/>
              <a:gd name="connsiteX29-8207" fmla="*/ 343067 w 1605470"/>
              <a:gd name="connsiteY29-8208" fmla="*/ 6348250 h 6858000"/>
              <a:gd name="connsiteX30-8209" fmla="*/ 341730 w 1605470"/>
              <a:gd name="connsiteY30-8210" fmla="*/ 6331735 h 6858000"/>
              <a:gd name="connsiteX31-8211" fmla="*/ 335123 w 1605470"/>
              <a:gd name="connsiteY31-8212" fmla="*/ 6315613 h 6858000"/>
              <a:gd name="connsiteX32-8213" fmla="*/ 385303 w 1605470"/>
              <a:gd name="connsiteY32-8214" fmla="*/ 6171970 h 6858000"/>
              <a:gd name="connsiteX33-8215" fmla="*/ 380910 w 1605470"/>
              <a:gd name="connsiteY33-8216" fmla="*/ 6028119 h 6858000"/>
              <a:gd name="connsiteX34-8217" fmla="*/ 409371 w 1605470"/>
              <a:gd name="connsiteY34-8218" fmla="*/ 5950668 h 6858000"/>
              <a:gd name="connsiteX35-8219" fmla="*/ 442432 w 1605470"/>
              <a:gd name="connsiteY35-8220" fmla="*/ 5934687 h 6858000"/>
              <a:gd name="connsiteX36-8221" fmla="*/ 489472 w 1605470"/>
              <a:gd name="connsiteY36-8222" fmla="*/ 5732419 h 6858000"/>
              <a:gd name="connsiteX37-8223" fmla="*/ 512623 w 1605470"/>
              <a:gd name="connsiteY37-8224" fmla="*/ 5685392 h 6858000"/>
              <a:gd name="connsiteX38-8225" fmla="*/ 510261 w 1605470"/>
              <a:gd name="connsiteY38-8226" fmla="*/ 5634527 h 6858000"/>
              <a:gd name="connsiteX39-8227" fmla="*/ 523992 w 1605470"/>
              <a:gd name="connsiteY39-8228" fmla="*/ 5619557 h 6858000"/>
              <a:gd name="connsiteX40-8229" fmla="*/ 526609 w 1605470"/>
              <a:gd name="connsiteY40-8230" fmla="*/ 5617081 h 6858000"/>
              <a:gd name="connsiteX41-8231" fmla="*/ 531653 w 1605470"/>
              <a:gd name="connsiteY41-8232" fmla="*/ 5604904 h 6858000"/>
              <a:gd name="connsiteX42-8233" fmla="*/ 539863 w 1605470"/>
              <a:gd name="connsiteY42-8234" fmla="*/ 5604298 h 6858000"/>
              <a:gd name="connsiteX43-8235" fmla="*/ 552319 w 1605470"/>
              <a:gd name="connsiteY43-8236" fmla="*/ 5587997 h 6858000"/>
              <a:gd name="connsiteX44-8237" fmla="*/ 559710 w 1605470"/>
              <a:gd name="connsiteY44-8238" fmla="*/ 5564796 h 6858000"/>
              <a:gd name="connsiteX45-8239" fmla="*/ 587214 w 1605470"/>
              <a:gd name="connsiteY45-8240" fmla="*/ 5451511 h 6858000"/>
              <a:gd name="connsiteX46-8241" fmla="*/ 608019 w 1605470"/>
              <a:gd name="connsiteY46-8242" fmla="*/ 5385461 h 6858000"/>
              <a:gd name="connsiteX47-8243" fmla="*/ 622750 w 1605470"/>
              <a:gd name="connsiteY47-8244" fmla="*/ 5363084 h 6858000"/>
              <a:gd name="connsiteX48-8245" fmla="*/ 638731 w 1605470"/>
              <a:gd name="connsiteY48-8246" fmla="*/ 5330009 h 6858000"/>
              <a:gd name="connsiteX49-8247" fmla="*/ 672224 w 1605470"/>
              <a:gd name="connsiteY49-8248" fmla="*/ 5273739 h 6858000"/>
              <a:gd name="connsiteX50-8249" fmla="*/ 681823 w 1605470"/>
              <a:gd name="connsiteY50-8250" fmla="*/ 5241779 h 6858000"/>
              <a:gd name="connsiteX51-8251" fmla="*/ 693049 w 1605470"/>
              <a:gd name="connsiteY51-8252" fmla="*/ 5225268 h 6858000"/>
              <a:gd name="connsiteX52-8253" fmla="*/ 694069 w 1605470"/>
              <a:gd name="connsiteY52-8254" fmla="*/ 5217684 h 6858000"/>
              <a:gd name="connsiteX53-8255" fmla="*/ 701410 w 1605470"/>
              <a:gd name="connsiteY53-8256" fmla="*/ 5193377 h 6858000"/>
              <a:gd name="connsiteX54-8257" fmla="*/ 704713 w 1605470"/>
              <a:gd name="connsiteY54-8258" fmla="*/ 5179288 h 6858000"/>
              <a:gd name="connsiteX55-8259" fmla="*/ 705697 w 1605470"/>
              <a:gd name="connsiteY55-8260" fmla="*/ 5173621 h 6858000"/>
              <a:gd name="connsiteX56-8261" fmla="*/ 701331 w 1605470"/>
              <a:gd name="connsiteY56-8262" fmla="*/ 5159961 h 6858000"/>
              <a:gd name="connsiteX57-8263" fmla="*/ 708008 w 1605470"/>
              <a:gd name="connsiteY57-8264" fmla="*/ 5144295 h 6858000"/>
              <a:gd name="connsiteX58-8265" fmla="*/ 704941 w 1605470"/>
              <a:gd name="connsiteY58-8266" fmla="*/ 5125185 h 6858000"/>
              <a:gd name="connsiteX59-8267" fmla="*/ 711771 w 1605470"/>
              <a:gd name="connsiteY59-8268" fmla="*/ 5121884 h 6858000"/>
              <a:gd name="connsiteX60-8269" fmla="*/ 721092 w 1605470"/>
              <a:gd name="connsiteY60-8270" fmla="*/ 5108383 h 6858000"/>
              <a:gd name="connsiteX61-8271" fmla="*/ 717045 w 1605470"/>
              <a:gd name="connsiteY61-8272" fmla="*/ 5094705 h 6858000"/>
              <a:gd name="connsiteX62-8273" fmla="*/ 718807 w 1605470"/>
              <a:gd name="connsiteY62-8274" fmla="*/ 5067850 h 6858000"/>
              <a:gd name="connsiteX63-8275" fmla="*/ 721538 w 1605470"/>
              <a:gd name="connsiteY63-8276" fmla="*/ 5060861 h 6858000"/>
              <a:gd name="connsiteX64-8277" fmla="*/ 718242 w 1605470"/>
              <a:gd name="connsiteY64-8278" fmla="*/ 5034192 h 6858000"/>
              <a:gd name="connsiteX65-8279" fmla="*/ 719796 w 1605470"/>
              <a:gd name="connsiteY65-8280" fmla="*/ 4993030 h 6858000"/>
              <a:gd name="connsiteX66-8281" fmla="*/ 726705 w 1605470"/>
              <a:gd name="connsiteY66-8282" fmla="*/ 4946844 h 6858000"/>
              <a:gd name="connsiteX67-8283" fmla="*/ 722561 w 1605470"/>
              <a:gd name="connsiteY67-8284" fmla="*/ 4932692 h 6858000"/>
              <a:gd name="connsiteX68-8285" fmla="*/ 724588 w 1605470"/>
              <a:gd name="connsiteY68-8286" fmla="*/ 4845927 h 6858000"/>
              <a:gd name="connsiteX69-8287" fmla="*/ 724935 w 1605470"/>
              <a:gd name="connsiteY69-8288" fmla="*/ 4821504 h 6858000"/>
              <a:gd name="connsiteX70-8289" fmla="*/ 732118 w 1605470"/>
              <a:gd name="connsiteY70-8290" fmla="*/ 4801535 h 6858000"/>
              <a:gd name="connsiteX71-8291" fmla="*/ 739787 w 1605470"/>
              <a:gd name="connsiteY71-8292" fmla="*/ 4797794 h 6858000"/>
              <a:gd name="connsiteX72-8293" fmla="*/ 741081 w 1605470"/>
              <a:gd name="connsiteY72-8294" fmla="*/ 4784526 h 6858000"/>
              <a:gd name="connsiteX73-8295" fmla="*/ 742865 w 1605470"/>
              <a:gd name="connsiteY73-8296" fmla="*/ 4781211 h 6858000"/>
              <a:gd name="connsiteX74-8297" fmla="*/ 751652 w 1605470"/>
              <a:gd name="connsiteY74-8298" fmla="*/ 4761984 h 6858000"/>
              <a:gd name="connsiteX75-8299" fmla="*/ 734671 w 1605470"/>
              <a:gd name="connsiteY75-8300" fmla="*/ 4715631 h 6858000"/>
              <a:gd name="connsiteX76-8301" fmla="*/ 743180 w 1605470"/>
              <a:gd name="connsiteY76-8302" fmla="*/ 4662965 h 6858000"/>
              <a:gd name="connsiteX77-8303" fmla="*/ 729578 w 1605470"/>
              <a:gd name="connsiteY77-8304" fmla="*/ 4456787 h 6858000"/>
              <a:gd name="connsiteX78-8305" fmla="*/ 756542 w 1605470"/>
              <a:gd name="connsiteY78-8306" fmla="*/ 4429138 h 6858000"/>
              <a:gd name="connsiteX79-8307" fmla="*/ 761317 w 1605470"/>
              <a:gd name="connsiteY79-8308" fmla="*/ 4346145 h 6858000"/>
              <a:gd name="connsiteX80-8309" fmla="*/ 715481 w 1605470"/>
              <a:gd name="connsiteY80-8310" fmla="*/ 4214165 h 6858000"/>
              <a:gd name="connsiteX81-8311" fmla="*/ 721848 w 1605470"/>
              <a:gd name="connsiteY81-8312" fmla="*/ 4061253 h 6858000"/>
              <a:gd name="connsiteX82-8313" fmla="*/ 710868 w 1605470"/>
              <a:gd name="connsiteY82-8314" fmla="*/ 4048827 h 6858000"/>
              <a:gd name="connsiteX83-8315" fmla="*/ 704810 w 1605470"/>
              <a:gd name="connsiteY83-8316" fmla="*/ 4033999 h 6858000"/>
              <a:gd name="connsiteX84-8317" fmla="*/ 705959 w 1605470"/>
              <a:gd name="connsiteY84-8318" fmla="*/ 4031933 h 6858000"/>
              <a:gd name="connsiteX85-8319" fmla="*/ 704535 w 1605470"/>
              <a:gd name="connsiteY85-8320" fmla="*/ 4013953 h 6858000"/>
              <a:gd name="connsiteX86-8321" fmla="*/ 700443 w 1605470"/>
              <a:gd name="connsiteY86-8322" fmla="*/ 4010511 h 6858000"/>
              <a:gd name="connsiteX87-8323" fmla="*/ 698282 w 1605470"/>
              <a:gd name="connsiteY87-8324" fmla="*/ 3998331 h 6858000"/>
              <a:gd name="connsiteX88-8325" fmla="*/ 690830 w 1605470"/>
              <a:gd name="connsiteY88-8326" fmla="*/ 3974753 h 6858000"/>
              <a:gd name="connsiteX89-8327" fmla="*/ 692428 w 1605470"/>
              <a:gd name="connsiteY89-8328" fmla="*/ 3969950 h 6858000"/>
              <a:gd name="connsiteX90-8329" fmla="*/ 685850 w 1605470"/>
              <a:gd name="connsiteY90-8330" fmla="*/ 3933779 h 6858000"/>
              <a:gd name="connsiteX91-8331" fmla="*/ 687181 w 1605470"/>
              <a:gd name="connsiteY91-8332" fmla="*/ 3933093 h 6858000"/>
              <a:gd name="connsiteX92-8333" fmla="*/ 691535 w 1605470"/>
              <a:gd name="connsiteY92-8334" fmla="*/ 3922082 h 6858000"/>
              <a:gd name="connsiteX93-8335" fmla="*/ 696613 w 1605470"/>
              <a:gd name="connsiteY93-8336" fmla="*/ 3901461 h 6858000"/>
              <a:gd name="connsiteX94-8337" fmla="*/ 725908 w 1605470"/>
              <a:gd name="connsiteY94-8338" fmla="*/ 3851605 h 6858000"/>
              <a:gd name="connsiteX95-8339" fmla="*/ 719207 w 1605470"/>
              <a:gd name="connsiteY95-8340" fmla="*/ 3813873 h 6858000"/>
              <a:gd name="connsiteX96-8341" fmla="*/ 718632 w 1605470"/>
              <a:gd name="connsiteY96-8342" fmla="*/ 3806161 h 6858000"/>
              <a:gd name="connsiteX97-8343" fmla="*/ 718939 w 1605470"/>
              <a:gd name="connsiteY97-8344" fmla="*/ 3805957 h 6858000"/>
              <a:gd name="connsiteX98-8345" fmla="*/ 718966 w 1605470"/>
              <a:gd name="connsiteY98-8346" fmla="*/ 3797724 h 6858000"/>
              <a:gd name="connsiteX99-8347" fmla="*/ 717581 w 1605470"/>
              <a:gd name="connsiteY99-8348" fmla="*/ 3792098 h 6858000"/>
              <a:gd name="connsiteX100-8349" fmla="*/ 716465 w 1605470"/>
              <a:gd name="connsiteY100-8350" fmla="*/ 3777135 h 6858000"/>
              <a:gd name="connsiteX101-8351" fmla="*/ 718198 w 1605470"/>
              <a:gd name="connsiteY101-8352" fmla="*/ 3771656 h 6858000"/>
              <a:gd name="connsiteX102-8353" fmla="*/ 721941 w 1605470"/>
              <a:gd name="connsiteY102-8354" fmla="*/ 3769007 h 6858000"/>
              <a:gd name="connsiteX103-8355" fmla="*/ 721407 w 1605470"/>
              <a:gd name="connsiteY103-8356" fmla="*/ 3767709 h 6858000"/>
              <a:gd name="connsiteX104-8357" fmla="*/ 730103 w 1605470"/>
              <a:gd name="connsiteY104-8358" fmla="*/ 3738082 h 6858000"/>
              <a:gd name="connsiteX105-8359" fmla="*/ 737449 w 1605470"/>
              <a:gd name="connsiteY105-8360" fmla="*/ 3673397 h 6858000"/>
              <a:gd name="connsiteX106-8361" fmla="*/ 736745 w 1605470"/>
              <a:gd name="connsiteY106-8362" fmla="*/ 3637109 h 6858000"/>
              <a:gd name="connsiteX107-8363" fmla="*/ 740188 w 1605470"/>
              <a:gd name="connsiteY107-8364" fmla="*/ 3536883 h 6858000"/>
              <a:gd name="connsiteX108-8365" fmla="*/ 747726 w 1605470"/>
              <a:gd name="connsiteY108-8366" fmla="*/ 3435652 h 6858000"/>
              <a:gd name="connsiteX109-8367" fmla="*/ 774383 w 1605470"/>
              <a:gd name="connsiteY109-8368" fmla="*/ 3381564 h 6858000"/>
              <a:gd name="connsiteX110-8369" fmla="*/ 774870 w 1605470"/>
              <a:gd name="connsiteY110-8370" fmla="*/ 3375761 h 6858000"/>
              <a:gd name="connsiteX111-8371" fmla="*/ 770510 w 1605470"/>
              <a:gd name="connsiteY111-8372" fmla="*/ 3361844 h 6858000"/>
              <a:gd name="connsiteX112-8373" fmla="*/ 767933 w 1605470"/>
              <a:gd name="connsiteY112-8374" fmla="*/ 3356929 h 6858000"/>
              <a:gd name="connsiteX113-8375" fmla="*/ 766158 w 1605470"/>
              <a:gd name="connsiteY113-8376" fmla="*/ 3349058 h 6858000"/>
              <a:gd name="connsiteX114-8377" fmla="*/ 766414 w 1605470"/>
              <a:gd name="connsiteY114-8378" fmla="*/ 3348763 h 6858000"/>
              <a:gd name="connsiteX115-8379" fmla="*/ 764166 w 1605470"/>
              <a:gd name="connsiteY115-8380" fmla="*/ 3341588 h 6858000"/>
              <a:gd name="connsiteX116-8381" fmla="*/ 749397 w 1605470"/>
              <a:gd name="connsiteY116-8382" fmla="*/ 3307769 h 6858000"/>
              <a:gd name="connsiteX117-8383" fmla="*/ 766960 w 1605470"/>
              <a:gd name="connsiteY117-8384" fmla="*/ 3250522 h 6858000"/>
              <a:gd name="connsiteX118-8385" fmla="*/ 767385 w 1605470"/>
              <a:gd name="connsiteY118-8386" fmla="*/ 3229163 h 6858000"/>
              <a:gd name="connsiteX119-8387" fmla="*/ 769208 w 1605470"/>
              <a:gd name="connsiteY119-8388" fmla="*/ 3217217 h 6858000"/>
              <a:gd name="connsiteX120-8389" fmla="*/ 770350 w 1605470"/>
              <a:gd name="connsiteY120-8390" fmla="*/ 3216125 h 6858000"/>
              <a:gd name="connsiteX121-8391" fmla="*/ 756043 w 1605470"/>
              <a:gd name="connsiteY121-8392" fmla="*/ 3183755 h 6858000"/>
              <a:gd name="connsiteX122-8393" fmla="*/ 756544 w 1605470"/>
              <a:gd name="connsiteY122-8394" fmla="*/ 3178642 h 6858000"/>
              <a:gd name="connsiteX123-8395" fmla="*/ 744144 w 1605470"/>
              <a:gd name="connsiteY123-8396" fmla="*/ 3158586 h 6858000"/>
              <a:gd name="connsiteX124-8397" fmla="*/ 739378 w 1605470"/>
              <a:gd name="connsiteY124-8398" fmla="*/ 3147669 h 6858000"/>
              <a:gd name="connsiteX125-8399" fmla="*/ 734648 w 1605470"/>
              <a:gd name="connsiteY125-8400" fmla="*/ 3145733 h 6858000"/>
              <a:gd name="connsiteX126-8401" fmla="*/ 729329 w 1605470"/>
              <a:gd name="connsiteY126-8402" fmla="*/ 3129034 h 6858000"/>
              <a:gd name="connsiteX127-8403" fmla="*/ 729994 w 1605470"/>
              <a:gd name="connsiteY127-8404" fmla="*/ 3126682 h 6858000"/>
              <a:gd name="connsiteX128-8405" fmla="*/ 720862 w 1605470"/>
              <a:gd name="connsiteY128-8406" fmla="*/ 3114519 h 6858000"/>
              <a:gd name="connsiteX129-8407" fmla="*/ 707471 w 1605470"/>
              <a:gd name="connsiteY129-8408" fmla="*/ 3106272 h 6858000"/>
              <a:gd name="connsiteX130-8409" fmla="*/ 680201 w 1605470"/>
              <a:gd name="connsiteY130-8410" fmla="*/ 2958185 h 6858000"/>
              <a:gd name="connsiteX131-8411" fmla="*/ 596759 w 1605470"/>
              <a:gd name="connsiteY131-8412" fmla="*/ 2762989 h 6858000"/>
              <a:gd name="connsiteX132-8413" fmla="*/ 571733 w 1605470"/>
              <a:gd name="connsiteY132-8414" fmla="*/ 2554718 h 6858000"/>
              <a:gd name="connsiteX133-8415" fmla="*/ 551827 w 1605470"/>
              <a:gd name="connsiteY133-8416" fmla="*/ 2485734 h 6858000"/>
              <a:gd name="connsiteX134-8417" fmla="*/ 525179 w 1605470"/>
              <a:gd name="connsiteY134-8418" fmla="*/ 2447068 h 6858000"/>
              <a:gd name="connsiteX135-8419" fmla="*/ 529511 w 1605470"/>
              <a:gd name="connsiteY135-8420" fmla="*/ 2425819 h 6858000"/>
              <a:gd name="connsiteX136-8421" fmla="*/ 530521 w 1605470"/>
              <a:gd name="connsiteY136-8422" fmla="*/ 2422066 h 6858000"/>
              <a:gd name="connsiteX137-8423" fmla="*/ 528878 w 1605470"/>
              <a:gd name="connsiteY137-8424" fmla="*/ 2408971 h 6858000"/>
              <a:gd name="connsiteX138-8425" fmla="*/ 535510 w 1605470"/>
              <a:gd name="connsiteY138-8426" fmla="*/ 2402874 h 6858000"/>
              <a:gd name="connsiteX139-8427" fmla="*/ 538122 w 1605470"/>
              <a:gd name="connsiteY139-8428" fmla="*/ 2381443 h 6858000"/>
              <a:gd name="connsiteX140-8429" fmla="*/ 514451 w 1605470"/>
              <a:gd name="connsiteY140-8430" fmla="*/ 2261920 h 6858000"/>
              <a:gd name="connsiteX141-8431" fmla="*/ 486968 w 1605470"/>
              <a:gd name="connsiteY141-8432" fmla="*/ 2182937 h 6858000"/>
              <a:gd name="connsiteX142-8433" fmla="*/ 488555 w 1605470"/>
              <a:gd name="connsiteY142-8434" fmla="*/ 2155135 h 6858000"/>
              <a:gd name="connsiteX143-8435" fmla="*/ 486013 w 1605470"/>
              <a:gd name="connsiteY143-8436" fmla="*/ 2118008 h 6858000"/>
              <a:gd name="connsiteX144-8437" fmla="*/ 487006 w 1605470"/>
              <a:gd name="connsiteY144-8438" fmla="*/ 2050531 h 6858000"/>
              <a:gd name="connsiteX145-8439" fmla="*/ 478812 w 1605470"/>
              <a:gd name="connsiteY145-8440" fmla="*/ 1963269 h 6858000"/>
              <a:gd name="connsiteX146-8441" fmla="*/ 442619 w 1605470"/>
              <a:gd name="connsiteY146-8442" fmla="*/ 1910499 h 6858000"/>
              <a:gd name="connsiteX147-8443" fmla="*/ 446785 w 1605470"/>
              <a:gd name="connsiteY147-8444" fmla="*/ 1903212 h 6858000"/>
              <a:gd name="connsiteX148-8445" fmla="*/ 436547 w 1605470"/>
              <a:gd name="connsiteY148-8446" fmla="*/ 1861531 h 6858000"/>
              <a:gd name="connsiteX149-8447" fmla="*/ 390346 w 1605470"/>
              <a:gd name="connsiteY149-8448" fmla="*/ 1732919 h 6858000"/>
              <a:gd name="connsiteX150-8449" fmla="*/ 362657 w 1605470"/>
              <a:gd name="connsiteY150-8450" fmla="*/ 1663540 h 6858000"/>
              <a:gd name="connsiteX151-8451" fmla="*/ 344412 w 1605470"/>
              <a:gd name="connsiteY151-8452" fmla="*/ 1615777 h 6858000"/>
              <a:gd name="connsiteX152-8453" fmla="*/ 342578 w 1605470"/>
              <a:gd name="connsiteY152-8454" fmla="*/ 1563678 h 6858000"/>
              <a:gd name="connsiteX153-8455" fmla="*/ 355658 w 1605470"/>
              <a:gd name="connsiteY153-8456" fmla="*/ 1519474 h 6858000"/>
              <a:gd name="connsiteX154-8457" fmla="*/ 348400 w 1605470"/>
              <a:gd name="connsiteY154-8458" fmla="*/ 1477995 h 6858000"/>
              <a:gd name="connsiteX155-8459" fmla="*/ 334485 w 1605470"/>
              <a:gd name="connsiteY155-8460" fmla="*/ 1373769 h 6858000"/>
              <a:gd name="connsiteX156-8461" fmla="*/ 342792 w 1605470"/>
              <a:gd name="connsiteY156-8462" fmla="*/ 1307086 h 6858000"/>
              <a:gd name="connsiteX157-8463" fmla="*/ 343980 w 1605470"/>
              <a:gd name="connsiteY157-8464" fmla="*/ 1189033 h 6858000"/>
              <a:gd name="connsiteX158-8465" fmla="*/ 348665 w 1605470"/>
              <a:gd name="connsiteY158-8466" fmla="*/ 1168288 h 6858000"/>
              <a:gd name="connsiteX159-8467" fmla="*/ 340947 w 1605470"/>
              <a:gd name="connsiteY159-8468" fmla="*/ 1142577 h 6858000"/>
              <a:gd name="connsiteX160-8469" fmla="*/ 330253 w 1605470"/>
              <a:gd name="connsiteY160-8470" fmla="*/ 1088484 h 6858000"/>
              <a:gd name="connsiteX161-8471" fmla="*/ 336360 w 1605470"/>
              <a:gd name="connsiteY161-8472" fmla="*/ 1045131 h 6858000"/>
              <a:gd name="connsiteX162-8473" fmla="*/ 322475 w 1605470"/>
              <a:gd name="connsiteY162-8474" fmla="*/ 1002093 h 6858000"/>
              <a:gd name="connsiteX163-8475" fmla="*/ 320445 w 1605470"/>
              <a:gd name="connsiteY163-8476" fmla="*/ 932283 h 6858000"/>
              <a:gd name="connsiteX164-8477" fmla="*/ 322681 w 1605470"/>
              <a:gd name="connsiteY164-8478" fmla="*/ 915925 h 6858000"/>
              <a:gd name="connsiteX165-8479" fmla="*/ 315310 w 1605470"/>
              <a:gd name="connsiteY165-8480" fmla="*/ 896999 h 6858000"/>
              <a:gd name="connsiteX166-8481" fmla="*/ 284718 w 1605470"/>
              <a:gd name="connsiteY166-8482" fmla="*/ 821517 h 6858000"/>
              <a:gd name="connsiteX167-8483" fmla="*/ 263668 w 1605470"/>
              <a:gd name="connsiteY167-8484" fmla="*/ 751353 h 6858000"/>
              <a:gd name="connsiteX168-8485" fmla="*/ 254540 w 1605470"/>
              <a:gd name="connsiteY168-8486" fmla="*/ 741965 h 6858000"/>
              <a:gd name="connsiteX169-8487" fmla="*/ 248897 w 1605470"/>
              <a:gd name="connsiteY169-8488" fmla="*/ 681659 h 6858000"/>
              <a:gd name="connsiteX170-8489" fmla="*/ 234316 w 1605470"/>
              <a:gd name="connsiteY170-8490" fmla="*/ 635218 h 6858000"/>
              <a:gd name="connsiteX171-8491" fmla="*/ 239327 w 1605470"/>
              <a:gd name="connsiteY171-8492" fmla="*/ 613763 h 6858000"/>
              <a:gd name="connsiteX172-8493" fmla="*/ 225269 w 1605470"/>
              <a:gd name="connsiteY172-8494" fmla="*/ 598582 h 6858000"/>
              <a:gd name="connsiteX173-8495" fmla="*/ 224950 w 1605470"/>
              <a:gd name="connsiteY173-8496" fmla="*/ 576846 h 6858000"/>
              <a:gd name="connsiteX174-8497" fmla="*/ 204632 w 1605470"/>
              <a:gd name="connsiteY174-8498" fmla="*/ 553868 h 6858000"/>
              <a:gd name="connsiteX175-8499" fmla="*/ 239317 w 1605470"/>
              <a:gd name="connsiteY175-8500" fmla="*/ 517614 h 6858000"/>
              <a:gd name="connsiteX176-8501" fmla="*/ 201693 w 1605470"/>
              <a:gd name="connsiteY176-8502" fmla="*/ 469651 h 6858000"/>
              <a:gd name="connsiteX177-8503" fmla="*/ 195012 w 1605470"/>
              <a:gd name="connsiteY177-8504" fmla="*/ 448559 h 6858000"/>
              <a:gd name="connsiteX178-8505" fmla="*/ 201434 w 1605470"/>
              <a:gd name="connsiteY178-8506" fmla="*/ 441529 h 6858000"/>
              <a:gd name="connsiteX179-8507" fmla="*/ 200655 w 1605470"/>
              <a:gd name="connsiteY179-8508" fmla="*/ 428927 h 6858000"/>
              <a:gd name="connsiteX180-8509" fmla="*/ 190059 w 1605470"/>
              <a:gd name="connsiteY180-8510" fmla="*/ 430161 h 6858000"/>
              <a:gd name="connsiteX181-8511" fmla="*/ 184450 w 1605470"/>
              <a:gd name="connsiteY181-8512" fmla="*/ 396240 h 6858000"/>
              <a:gd name="connsiteX182-8513" fmla="*/ 146196 w 1605470"/>
              <a:gd name="connsiteY182-8514" fmla="*/ 358810 h 6858000"/>
              <a:gd name="connsiteX183-8515" fmla="*/ 124571 w 1605470"/>
              <a:gd name="connsiteY183-8516" fmla="*/ 302178 h 6858000"/>
              <a:gd name="connsiteX184-8517" fmla="*/ 103243 w 1605470"/>
              <a:gd name="connsiteY184-8518" fmla="*/ 211375 h 6858000"/>
              <a:gd name="connsiteX185-8519" fmla="*/ 94571 w 1605470"/>
              <a:gd name="connsiteY185-8520" fmla="*/ 184179 h 6858000"/>
              <a:gd name="connsiteX186-8521" fmla="*/ 13437 w 1605470"/>
              <a:gd name="connsiteY186-8522" fmla="*/ 19287 h 6858000"/>
              <a:gd name="connsiteX187-8523" fmla="*/ 0 w 1605470"/>
              <a:gd name="connsiteY187-8524" fmla="*/ 0 h 6858000"/>
              <a:gd name="connsiteX0-8525" fmla="*/ 0 w 1605470"/>
              <a:gd name="connsiteY0-8526" fmla="*/ 0 h 6858000"/>
              <a:gd name="connsiteX1-8527" fmla="*/ 1605470 w 1605470"/>
              <a:gd name="connsiteY1-8528" fmla="*/ 0 h 6858000"/>
              <a:gd name="connsiteX2-8529" fmla="*/ 1605470 w 1605470"/>
              <a:gd name="connsiteY2-8530" fmla="*/ 6858000 h 6858000"/>
              <a:gd name="connsiteX3-8531" fmla="*/ 154105 w 1605470"/>
              <a:gd name="connsiteY3-8532" fmla="*/ 6858000 h 6858000"/>
              <a:gd name="connsiteX4-8533" fmla="*/ 154246 w 1605470"/>
              <a:gd name="connsiteY4-8534" fmla="*/ 6857735 h 6858000"/>
              <a:gd name="connsiteX5-8535" fmla="*/ 166295 w 1605470"/>
              <a:gd name="connsiteY5-8536" fmla="*/ 6809549 h 6858000"/>
              <a:gd name="connsiteX6-8537" fmla="*/ 198506 w 1605470"/>
              <a:gd name="connsiteY6-8538" fmla="*/ 6715115 h 6858000"/>
              <a:gd name="connsiteX7-8539" fmla="*/ 208357 w 1605470"/>
              <a:gd name="connsiteY7-8540" fmla="*/ 6680170 h 6858000"/>
              <a:gd name="connsiteX8-8541" fmla="*/ 233907 w 1605470"/>
              <a:gd name="connsiteY8-8542" fmla="*/ 6621207 h 6858000"/>
              <a:gd name="connsiteX9-8543" fmla="*/ 250564 w 1605470"/>
              <a:gd name="connsiteY9-8544" fmla="*/ 6596265 h 6858000"/>
              <a:gd name="connsiteX10-8545" fmla="*/ 250443 w 1605470"/>
              <a:gd name="connsiteY10-8546" fmla="*/ 6594818 h 6858000"/>
              <a:gd name="connsiteX11-8547" fmla="*/ 254688 w 1605470"/>
              <a:gd name="connsiteY11-8548" fmla="*/ 6593735 h 6858000"/>
              <a:gd name="connsiteX12-8549" fmla="*/ 257885 w 1605470"/>
              <a:gd name="connsiteY12-8550" fmla="*/ 6589172 h 6858000"/>
              <a:gd name="connsiteX13-8551" fmla="*/ 261179 w 1605470"/>
              <a:gd name="connsiteY13-8552" fmla="*/ 6574442 h 6858000"/>
              <a:gd name="connsiteX14-8553" fmla="*/ 261519 w 1605470"/>
              <a:gd name="connsiteY14-8554" fmla="*/ 6568530 h 6858000"/>
              <a:gd name="connsiteX15-8555" fmla="*/ 263928 w 1605470"/>
              <a:gd name="connsiteY15-8556" fmla="*/ 6560674 h 6858000"/>
              <a:gd name="connsiteX16-8557" fmla="*/ 264273 w 1605470"/>
              <a:gd name="connsiteY16-8558" fmla="*/ 6560598 h 6858000"/>
              <a:gd name="connsiteX17-8559" fmla="*/ 265970 w 1605470"/>
              <a:gd name="connsiteY17-8560" fmla="*/ 6553006 h 6858000"/>
              <a:gd name="connsiteX18-8561" fmla="*/ 270666 w 1605470"/>
              <a:gd name="connsiteY18-8562" fmla="*/ 6514360 h 6858000"/>
              <a:gd name="connsiteX19-8563" fmla="*/ 312320 w 1605470"/>
              <a:gd name="connsiteY19-8564" fmla="*/ 6478062 h 6858000"/>
              <a:gd name="connsiteX20-8565" fmla="*/ 323009 w 1605470"/>
              <a:gd name="connsiteY20-8566" fmla="*/ 6460325 h 6858000"/>
              <a:gd name="connsiteX21-8567" fmla="*/ 330242 w 1605470"/>
              <a:gd name="connsiteY21-8568" fmla="*/ 6451488 h 6858000"/>
              <a:gd name="connsiteX22-8569" fmla="*/ 331677 w 1605470"/>
              <a:gd name="connsiteY22-8570" fmla="*/ 6451348 h 6858000"/>
              <a:gd name="connsiteX23-8571" fmla="*/ 336035 w 1605470"/>
              <a:gd name="connsiteY23-8572" fmla="*/ 6414240 h 6858000"/>
              <a:gd name="connsiteX24-8573" fmla="*/ 338911 w 1605470"/>
              <a:gd name="connsiteY24-8574" fmla="*/ 6410269 h 6858000"/>
              <a:gd name="connsiteX25-8575" fmla="*/ 338811 w 1605470"/>
              <a:gd name="connsiteY25-8576" fmla="*/ 6384857 h 6858000"/>
              <a:gd name="connsiteX26-8577" fmla="*/ 340328 w 1605470"/>
              <a:gd name="connsiteY26-8578" fmla="*/ 6372381 h 6858000"/>
              <a:gd name="connsiteX27-8579" fmla="*/ 337522 w 1605470"/>
              <a:gd name="connsiteY27-8580" fmla="*/ 6367510 h 6858000"/>
              <a:gd name="connsiteX28-8581" fmla="*/ 341402 w 1605470"/>
              <a:gd name="connsiteY28-8582" fmla="*/ 6349778 h 6858000"/>
              <a:gd name="connsiteX29-8583" fmla="*/ 343067 w 1605470"/>
              <a:gd name="connsiteY29-8584" fmla="*/ 6348250 h 6858000"/>
              <a:gd name="connsiteX30-8585" fmla="*/ 341730 w 1605470"/>
              <a:gd name="connsiteY30-8586" fmla="*/ 6331735 h 6858000"/>
              <a:gd name="connsiteX31-8587" fmla="*/ 335123 w 1605470"/>
              <a:gd name="connsiteY31-8588" fmla="*/ 6315613 h 6858000"/>
              <a:gd name="connsiteX32-8589" fmla="*/ 385303 w 1605470"/>
              <a:gd name="connsiteY32-8590" fmla="*/ 6171970 h 6858000"/>
              <a:gd name="connsiteX33-8591" fmla="*/ 380910 w 1605470"/>
              <a:gd name="connsiteY33-8592" fmla="*/ 6028119 h 6858000"/>
              <a:gd name="connsiteX34-8593" fmla="*/ 409371 w 1605470"/>
              <a:gd name="connsiteY34-8594" fmla="*/ 5950668 h 6858000"/>
              <a:gd name="connsiteX35-8595" fmla="*/ 442432 w 1605470"/>
              <a:gd name="connsiteY35-8596" fmla="*/ 5934687 h 6858000"/>
              <a:gd name="connsiteX36-8597" fmla="*/ 489472 w 1605470"/>
              <a:gd name="connsiteY36-8598" fmla="*/ 5732419 h 6858000"/>
              <a:gd name="connsiteX37-8599" fmla="*/ 512623 w 1605470"/>
              <a:gd name="connsiteY37-8600" fmla="*/ 5685392 h 6858000"/>
              <a:gd name="connsiteX38-8601" fmla="*/ 510261 w 1605470"/>
              <a:gd name="connsiteY38-8602" fmla="*/ 5634527 h 6858000"/>
              <a:gd name="connsiteX39-8603" fmla="*/ 523992 w 1605470"/>
              <a:gd name="connsiteY39-8604" fmla="*/ 5619557 h 6858000"/>
              <a:gd name="connsiteX40-8605" fmla="*/ 526609 w 1605470"/>
              <a:gd name="connsiteY40-8606" fmla="*/ 5617081 h 6858000"/>
              <a:gd name="connsiteX41-8607" fmla="*/ 531653 w 1605470"/>
              <a:gd name="connsiteY41-8608" fmla="*/ 5604904 h 6858000"/>
              <a:gd name="connsiteX42-8609" fmla="*/ 539863 w 1605470"/>
              <a:gd name="connsiteY42-8610" fmla="*/ 5604298 h 6858000"/>
              <a:gd name="connsiteX43-8611" fmla="*/ 552319 w 1605470"/>
              <a:gd name="connsiteY43-8612" fmla="*/ 5587997 h 6858000"/>
              <a:gd name="connsiteX44-8613" fmla="*/ 559710 w 1605470"/>
              <a:gd name="connsiteY44-8614" fmla="*/ 5564796 h 6858000"/>
              <a:gd name="connsiteX45-8615" fmla="*/ 587214 w 1605470"/>
              <a:gd name="connsiteY45-8616" fmla="*/ 5451511 h 6858000"/>
              <a:gd name="connsiteX46-8617" fmla="*/ 608019 w 1605470"/>
              <a:gd name="connsiteY46-8618" fmla="*/ 5385461 h 6858000"/>
              <a:gd name="connsiteX47-8619" fmla="*/ 622750 w 1605470"/>
              <a:gd name="connsiteY47-8620" fmla="*/ 5363084 h 6858000"/>
              <a:gd name="connsiteX48-8621" fmla="*/ 638731 w 1605470"/>
              <a:gd name="connsiteY48-8622" fmla="*/ 5330009 h 6858000"/>
              <a:gd name="connsiteX49-8623" fmla="*/ 672224 w 1605470"/>
              <a:gd name="connsiteY49-8624" fmla="*/ 5273739 h 6858000"/>
              <a:gd name="connsiteX50-8625" fmla="*/ 681823 w 1605470"/>
              <a:gd name="connsiteY50-8626" fmla="*/ 5241779 h 6858000"/>
              <a:gd name="connsiteX51-8627" fmla="*/ 693049 w 1605470"/>
              <a:gd name="connsiteY51-8628" fmla="*/ 5225268 h 6858000"/>
              <a:gd name="connsiteX52-8629" fmla="*/ 694069 w 1605470"/>
              <a:gd name="connsiteY52-8630" fmla="*/ 5217684 h 6858000"/>
              <a:gd name="connsiteX53-8631" fmla="*/ 701410 w 1605470"/>
              <a:gd name="connsiteY53-8632" fmla="*/ 5193377 h 6858000"/>
              <a:gd name="connsiteX54-8633" fmla="*/ 704713 w 1605470"/>
              <a:gd name="connsiteY54-8634" fmla="*/ 5179288 h 6858000"/>
              <a:gd name="connsiteX55-8635" fmla="*/ 705697 w 1605470"/>
              <a:gd name="connsiteY55-8636" fmla="*/ 5173621 h 6858000"/>
              <a:gd name="connsiteX56-8637" fmla="*/ 701331 w 1605470"/>
              <a:gd name="connsiteY56-8638" fmla="*/ 5159961 h 6858000"/>
              <a:gd name="connsiteX57-8639" fmla="*/ 708008 w 1605470"/>
              <a:gd name="connsiteY57-8640" fmla="*/ 5144295 h 6858000"/>
              <a:gd name="connsiteX58-8641" fmla="*/ 704941 w 1605470"/>
              <a:gd name="connsiteY58-8642" fmla="*/ 5125185 h 6858000"/>
              <a:gd name="connsiteX59-8643" fmla="*/ 711771 w 1605470"/>
              <a:gd name="connsiteY59-8644" fmla="*/ 5121884 h 6858000"/>
              <a:gd name="connsiteX60-8645" fmla="*/ 721092 w 1605470"/>
              <a:gd name="connsiteY60-8646" fmla="*/ 5108383 h 6858000"/>
              <a:gd name="connsiteX61-8647" fmla="*/ 717045 w 1605470"/>
              <a:gd name="connsiteY61-8648" fmla="*/ 5094705 h 6858000"/>
              <a:gd name="connsiteX62-8649" fmla="*/ 718807 w 1605470"/>
              <a:gd name="connsiteY62-8650" fmla="*/ 5067850 h 6858000"/>
              <a:gd name="connsiteX63-8651" fmla="*/ 721538 w 1605470"/>
              <a:gd name="connsiteY63-8652" fmla="*/ 5060861 h 6858000"/>
              <a:gd name="connsiteX64-8653" fmla="*/ 718242 w 1605470"/>
              <a:gd name="connsiteY64-8654" fmla="*/ 5034192 h 6858000"/>
              <a:gd name="connsiteX65-8655" fmla="*/ 719796 w 1605470"/>
              <a:gd name="connsiteY65-8656" fmla="*/ 4993030 h 6858000"/>
              <a:gd name="connsiteX66-8657" fmla="*/ 726705 w 1605470"/>
              <a:gd name="connsiteY66-8658" fmla="*/ 4946844 h 6858000"/>
              <a:gd name="connsiteX67-8659" fmla="*/ 722561 w 1605470"/>
              <a:gd name="connsiteY67-8660" fmla="*/ 4932692 h 6858000"/>
              <a:gd name="connsiteX68-8661" fmla="*/ 724588 w 1605470"/>
              <a:gd name="connsiteY68-8662" fmla="*/ 4845927 h 6858000"/>
              <a:gd name="connsiteX69-8663" fmla="*/ 724935 w 1605470"/>
              <a:gd name="connsiteY69-8664" fmla="*/ 4821504 h 6858000"/>
              <a:gd name="connsiteX70-8665" fmla="*/ 732118 w 1605470"/>
              <a:gd name="connsiteY70-8666" fmla="*/ 4801535 h 6858000"/>
              <a:gd name="connsiteX71-8667" fmla="*/ 739787 w 1605470"/>
              <a:gd name="connsiteY71-8668" fmla="*/ 4797794 h 6858000"/>
              <a:gd name="connsiteX72-8669" fmla="*/ 741081 w 1605470"/>
              <a:gd name="connsiteY72-8670" fmla="*/ 4784526 h 6858000"/>
              <a:gd name="connsiteX73-8671" fmla="*/ 742865 w 1605470"/>
              <a:gd name="connsiteY73-8672" fmla="*/ 4781211 h 6858000"/>
              <a:gd name="connsiteX74-8673" fmla="*/ 751652 w 1605470"/>
              <a:gd name="connsiteY74-8674" fmla="*/ 4761984 h 6858000"/>
              <a:gd name="connsiteX75-8675" fmla="*/ 734671 w 1605470"/>
              <a:gd name="connsiteY75-8676" fmla="*/ 4715631 h 6858000"/>
              <a:gd name="connsiteX76-8677" fmla="*/ 743180 w 1605470"/>
              <a:gd name="connsiteY76-8678" fmla="*/ 4662965 h 6858000"/>
              <a:gd name="connsiteX77-8679" fmla="*/ 729578 w 1605470"/>
              <a:gd name="connsiteY77-8680" fmla="*/ 4456787 h 6858000"/>
              <a:gd name="connsiteX78-8681" fmla="*/ 756542 w 1605470"/>
              <a:gd name="connsiteY78-8682" fmla="*/ 4429138 h 6858000"/>
              <a:gd name="connsiteX79-8683" fmla="*/ 761317 w 1605470"/>
              <a:gd name="connsiteY79-8684" fmla="*/ 4346145 h 6858000"/>
              <a:gd name="connsiteX80-8685" fmla="*/ 715481 w 1605470"/>
              <a:gd name="connsiteY80-8686" fmla="*/ 4214165 h 6858000"/>
              <a:gd name="connsiteX81-8687" fmla="*/ 721848 w 1605470"/>
              <a:gd name="connsiteY81-8688" fmla="*/ 4061253 h 6858000"/>
              <a:gd name="connsiteX82-8689" fmla="*/ 710868 w 1605470"/>
              <a:gd name="connsiteY82-8690" fmla="*/ 4048827 h 6858000"/>
              <a:gd name="connsiteX83-8691" fmla="*/ 704810 w 1605470"/>
              <a:gd name="connsiteY83-8692" fmla="*/ 4033999 h 6858000"/>
              <a:gd name="connsiteX84-8693" fmla="*/ 705959 w 1605470"/>
              <a:gd name="connsiteY84-8694" fmla="*/ 4031933 h 6858000"/>
              <a:gd name="connsiteX85-8695" fmla="*/ 704535 w 1605470"/>
              <a:gd name="connsiteY85-8696" fmla="*/ 4013953 h 6858000"/>
              <a:gd name="connsiteX86-8697" fmla="*/ 700443 w 1605470"/>
              <a:gd name="connsiteY86-8698" fmla="*/ 4010511 h 6858000"/>
              <a:gd name="connsiteX87-8699" fmla="*/ 698282 w 1605470"/>
              <a:gd name="connsiteY87-8700" fmla="*/ 3998331 h 6858000"/>
              <a:gd name="connsiteX88-8701" fmla="*/ 690830 w 1605470"/>
              <a:gd name="connsiteY88-8702" fmla="*/ 3974753 h 6858000"/>
              <a:gd name="connsiteX89-8703" fmla="*/ 692428 w 1605470"/>
              <a:gd name="connsiteY89-8704" fmla="*/ 3969950 h 6858000"/>
              <a:gd name="connsiteX90-8705" fmla="*/ 685850 w 1605470"/>
              <a:gd name="connsiteY90-8706" fmla="*/ 3933779 h 6858000"/>
              <a:gd name="connsiteX91-8707" fmla="*/ 687181 w 1605470"/>
              <a:gd name="connsiteY91-8708" fmla="*/ 3933093 h 6858000"/>
              <a:gd name="connsiteX92-8709" fmla="*/ 691535 w 1605470"/>
              <a:gd name="connsiteY92-8710" fmla="*/ 3922082 h 6858000"/>
              <a:gd name="connsiteX93-8711" fmla="*/ 696613 w 1605470"/>
              <a:gd name="connsiteY93-8712" fmla="*/ 3901461 h 6858000"/>
              <a:gd name="connsiteX94-8713" fmla="*/ 725908 w 1605470"/>
              <a:gd name="connsiteY94-8714" fmla="*/ 3851605 h 6858000"/>
              <a:gd name="connsiteX95-8715" fmla="*/ 719207 w 1605470"/>
              <a:gd name="connsiteY95-8716" fmla="*/ 3813873 h 6858000"/>
              <a:gd name="connsiteX96-8717" fmla="*/ 718632 w 1605470"/>
              <a:gd name="connsiteY96-8718" fmla="*/ 3806161 h 6858000"/>
              <a:gd name="connsiteX97-8719" fmla="*/ 718939 w 1605470"/>
              <a:gd name="connsiteY97-8720" fmla="*/ 3805957 h 6858000"/>
              <a:gd name="connsiteX98-8721" fmla="*/ 718966 w 1605470"/>
              <a:gd name="connsiteY98-8722" fmla="*/ 3797724 h 6858000"/>
              <a:gd name="connsiteX99-8723" fmla="*/ 717581 w 1605470"/>
              <a:gd name="connsiteY99-8724" fmla="*/ 3792098 h 6858000"/>
              <a:gd name="connsiteX100-8725" fmla="*/ 716465 w 1605470"/>
              <a:gd name="connsiteY100-8726" fmla="*/ 3777135 h 6858000"/>
              <a:gd name="connsiteX101-8727" fmla="*/ 718198 w 1605470"/>
              <a:gd name="connsiteY101-8728" fmla="*/ 3771656 h 6858000"/>
              <a:gd name="connsiteX102-8729" fmla="*/ 721941 w 1605470"/>
              <a:gd name="connsiteY102-8730" fmla="*/ 3769007 h 6858000"/>
              <a:gd name="connsiteX103-8731" fmla="*/ 721407 w 1605470"/>
              <a:gd name="connsiteY103-8732" fmla="*/ 3767709 h 6858000"/>
              <a:gd name="connsiteX104-8733" fmla="*/ 730103 w 1605470"/>
              <a:gd name="connsiteY104-8734" fmla="*/ 3738082 h 6858000"/>
              <a:gd name="connsiteX105-8735" fmla="*/ 737449 w 1605470"/>
              <a:gd name="connsiteY105-8736" fmla="*/ 3673397 h 6858000"/>
              <a:gd name="connsiteX106-8737" fmla="*/ 736745 w 1605470"/>
              <a:gd name="connsiteY106-8738" fmla="*/ 3637109 h 6858000"/>
              <a:gd name="connsiteX107-8739" fmla="*/ 740188 w 1605470"/>
              <a:gd name="connsiteY107-8740" fmla="*/ 3536883 h 6858000"/>
              <a:gd name="connsiteX108-8741" fmla="*/ 747726 w 1605470"/>
              <a:gd name="connsiteY108-8742" fmla="*/ 3435652 h 6858000"/>
              <a:gd name="connsiteX109-8743" fmla="*/ 774383 w 1605470"/>
              <a:gd name="connsiteY109-8744" fmla="*/ 3381564 h 6858000"/>
              <a:gd name="connsiteX110-8745" fmla="*/ 774870 w 1605470"/>
              <a:gd name="connsiteY110-8746" fmla="*/ 3375761 h 6858000"/>
              <a:gd name="connsiteX111-8747" fmla="*/ 770510 w 1605470"/>
              <a:gd name="connsiteY111-8748" fmla="*/ 3361844 h 6858000"/>
              <a:gd name="connsiteX112-8749" fmla="*/ 767933 w 1605470"/>
              <a:gd name="connsiteY112-8750" fmla="*/ 3356929 h 6858000"/>
              <a:gd name="connsiteX113-8751" fmla="*/ 766158 w 1605470"/>
              <a:gd name="connsiteY113-8752" fmla="*/ 3349058 h 6858000"/>
              <a:gd name="connsiteX114-8753" fmla="*/ 766414 w 1605470"/>
              <a:gd name="connsiteY114-8754" fmla="*/ 3348763 h 6858000"/>
              <a:gd name="connsiteX115-8755" fmla="*/ 764166 w 1605470"/>
              <a:gd name="connsiteY115-8756" fmla="*/ 3341588 h 6858000"/>
              <a:gd name="connsiteX116-8757" fmla="*/ 749397 w 1605470"/>
              <a:gd name="connsiteY116-8758" fmla="*/ 3307769 h 6858000"/>
              <a:gd name="connsiteX117-8759" fmla="*/ 766960 w 1605470"/>
              <a:gd name="connsiteY117-8760" fmla="*/ 3250522 h 6858000"/>
              <a:gd name="connsiteX118-8761" fmla="*/ 767385 w 1605470"/>
              <a:gd name="connsiteY118-8762" fmla="*/ 3229163 h 6858000"/>
              <a:gd name="connsiteX119-8763" fmla="*/ 769208 w 1605470"/>
              <a:gd name="connsiteY119-8764" fmla="*/ 3217217 h 6858000"/>
              <a:gd name="connsiteX120-8765" fmla="*/ 770350 w 1605470"/>
              <a:gd name="connsiteY120-8766" fmla="*/ 3216125 h 6858000"/>
              <a:gd name="connsiteX121-8767" fmla="*/ 756043 w 1605470"/>
              <a:gd name="connsiteY121-8768" fmla="*/ 3183755 h 6858000"/>
              <a:gd name="connsiteX122-8769" fmla="*/ 756544 w 1605470"/>
              <a:gd name="connsiteY122-8770" fmla="*/ 3178642 h 6858000"/>
              <a:gd name="connsiteX123-8771" fmla="*/ 744144 w 1605470"/>
              <a:gd name="connsiteY123-8772" fmla="*/ 3158586 h 6858000"/>
              <a:gd name="connsiteX124-8773" fmla="*/ 739378 w 1605470"/>
              <a:gd name="connsiteY124-8774" fmla="*/ 3147669 h 6858000"/>
              <a:gd name="connsiteX125-8775" fmla="*/ 734648 w 1605470"/>
              <a:gd name="connsiteY125-8776" fmla="*/ 3145733 h 6858000"/>
              <a:gd name="connsiteX126-8777" fmla="*/ 729329 w 1605470"/>
              <a:gd name="connsiteY126-8778" fmla="*/ 3129034 h 6858000"/>
              <a:gd name="connsiteX127-8779" fmla="*/ 729994 w 1605470"/>
              <a:gd name="connsiteY127-8780" fmla="*/ 3126682 h 6858000"/>
              <a:gd name="connsiteX128-8781" fmla="*/ 720862 w 1605470"/>
              <a:gd name="connsiteY128-8782" fmla="*/ 3114519 h 6858000"/>
              <a:gd name="connsiteX129-8783" fmla="*/ 707471 w 1605470"/>
              <a:gd name="connsiteY129-8784" fmla="*/ 3106272 h 6858000"/>
              <a:gd name="connsiteX130-8785" fmla="*/ 680201 w 1605470"/>
              <a:gd name="connsiteY130-8786" fmla="*/ 2958185 h 6858000"/>
              <a:gd name="connsiteX131-8787" fmla="*/ 596759 w 1605470"/>
              <a:gd name="connsiteY131-8788" fmla="*/ 2762989 h 6858000"/>
              <a:gd name="connsiteX132-8789" fmla="*/ 571733 w 1605470"/>
              <a:gd name="connsiteY132-8790" fmla="*/ 2554718 h 6858000"/>
              <a:gd name="connsiteX133-8791" fmla="*/ 551827 w 1605470"/>
              <a:gd name="connsiteY133-8792" fmla="*/ 2485734 h 6858000"/>
              <a:gd name="connsiteX134-8793" fmla="*/ 525179 w 1605470"/>
              <a:gd name="connsiteY134-8794" fmla="*/ 2447068 h 6858000"/>
              <a:gd name="connsiteX135-8795" fmla="*/ 529511 w 1605470"/>
              <a:gd name="connsiteY135-8796" fmla="*/ 2425819 h 6858000"/>
              <a:gd name="connsiteX136-8797" fmla="*/ 530521 w 1605470"/>
              <a:gd name="connsiteY136-8798" fmla="*/ 2422066 h 6858000"/>
              <a:gd name="connsiteX137-8799" fmla="*/ 528878 w 1605470"/>
              <a:gd name="connsiteY137-8800" fmla="*/ 2408971 h 6858000"/>
              <a:gd name="connsiteX138-8801" fmla="*/ 535510 w 1605470"/>
              <a:gd name="connsiteY138-8802" fmla="*/ 2402874 h 6858000"/>
              <a:gd name="connsiteX139-8803" fmla="*/ 538122 w 1605470"/>
              <a:gd name="connsiteY139-8804" fmla="*/ 2381443 h 6858000"/>
              <a:gd name="connsiteX140-8805" fmla="*/ 514451 w 1605470"/>
              <a:gd name="connsiteY140-8806" fmla="*/ 2261920 h 6858000"/>
              <a:gd name="connsiteX141-8807" fmla="*/ 486968 w 1605470"/>
              <a:gd name="connsiteY141-8808" fmla="*/ 2182937 h 6858000"/>
              <a:gd name="connsiteX142-8809" fmla="*/ 488555 w 1605470"/>
              <a:gd name="connsiteY142-8810" fmla="*/ 2155135 h 6858000"/>
              <a:gd name="connsiteX143-8811" fmla="*/ 486013 w 1605470"/>
              <a:gd name="connsiteY143-8812" fmla="*/ 2118008 h 6858000"/>
              <a:gd name="connsiteX144-8813" fmla="*/ 487006 w 1605470"/>
              <a:gd name="connsiteY144-8814" fmla="*/ 2050531 h 6858000"/>
              <a:gd name="connsiteX145-8815" fmla="*/ 478812 w 1605470"/>
              <a:gd name="connsiteY145-8816" fmla="*/ 1963269 h 6858000"/>
              <a:gd name="connsiteX146-8817" fmla="*/ 442619 w 1605470"/>
              <a:gd name="connsiteY146-8818" fmla="*/ 1910499 h 6858000"/>
              <a:gd name="connsiteX147-8819" fmla="*/ 446785 w 1605470"/>
              <a:gd name="connsiteY147-8820" fmla="*/ 1903212 h 6858000"/>
              <a:gd name="connsiteX148-8821" fmla="*/ 436547 w 1605470"/>
              <a:gd name="connsiteY148-8822" fmla="*/ 1861531 h 6858000"/>
              <a:gd name="connsiteX149-8823" fmla="*/ 390346 w 1605470"/>
              <a:gd name="connsiteY149-8824" fmla="*/ 1732919 h 6858000"/>
              <a:gd name="connsiteX150-8825" fmla="*/ 362657 w 1605470"/>
              <a:gd name="connsiteY150-8826" fmla="*/ 1663540 h 6858000"/>
              <a:gd name="connsiteX151-8827" fmla="*/ 344412 w 1605470"/>
              <a:gd name="connsiteY151-8828" fmla="*/ 1615777 h 6858000"/>
              <a:gd name="connsiteX152-8829" fmla="*/ 342578 w 1605470"/>
              <a:gd name="connsiteY152-8830" fmla="*/ 1563678 h 6858000"/>
              <a:gd name="connsiteX153-8831" fmla="*/ 355658 w 1605470"/>
              <a:gd name="connsiteY153-8832" fmla="*/ 1519474 h 6858000"/>
              <a:gd name="connsiteX154-8833" fmla="*/ 348400 w 1605470"/>
              <a:gd name="connsiteY154-8834" fmla="*/ 1477995 h 6858000"/>
              <a:gd name="connsiteX155-8835" fmla="*/ 334485 w 1605470"/>
              <a:gd name="connsiteY155-8836" fmla="*/ 1373769 h 6858000"/>
              <a:gd name="connsiteX156-8837" fmla="*/ 342792 w 1605470"/>
              <a:gd name="connsiteY156-8838" fmla="*/ 1307086 h 6858000"/>
              <a:gd name="connsiteX157-8839" fmla="*/ 343980 w 1605470"/>
              <a:gd name="connsiteY157-8840" fmla="*/ 1189033 h 6858000"/>
              <a:gd name="connsiteX158-8841" fmla="*/ 348665 w 1605470"/>
              <a:gd name="connsiteY158-8842" fmla="*/ 1168288 h 6858000"/>
              <a:gd name="connsiteX159-8843" fmla="*/ 340947 w 1605470"/>
              <a:gd name="connsiteY159-8844" fmla="*/ 1142577 h 6858000"/>
              <a:gd name="connsiteX160-8845" fmla="*/ 330253 w 1605470"/>
              <a:gd name="connsiteY160-8846" fmla="*/ 1088484 h 6858000"/>
              <a:gd name="connsiteX161-8847" fmla="*/ 336360 w 1605470"/>
              <a:gd name="connsiteY161-8848" fmla="*/ 1045131 h 6858000"/>
              <a:gd name="connsiteX162-8849" fmla="*/ 322475 w 1605470"/>
              <a:gd name="connsiteY162-8850" fmla="*/ 1002093 h 6858000"/>
              <a:gd name="connsiteX163-8851" fmla="*/ 320445 w 1605470"/>
              <a:gd name="connsiteY163-8852" fmla="*/ 932283 h 6858000"/>
              <a:gd name="connsiteX164-8853" fmla="*/ 322681 w 1605470"/>
              <a:gd name="connsiteY164-8854" fmla="*/ 915925 h 6858000"/>
              <a:gd name="connsiteX165-8855" fmla="*/ 315310 w 1605470"/>
              <a:gd name="connsiteY165-8856" fmla="*/ 896999 h 6858000"/>
              <a:gd name="connsiteX166-8857" fmla="*/ 284718 w 1605470"/>
              <a:gd name="connsiteY166-8858" fmla="*/ 821517 h 6858000"/>
              <a:gd name="connsiteX167-8859" fmla="*/ 263668 w 1605470"/>
              <a:gd name="connsiteY167-8860" fmla="*/ 751353 h 6858000"/>
              <a:gd name="connsiteX168-8861" fmla="*/ 254540 w 1605470"/>
              <a:gd name="connsiteY168-8862" fmla="*/ 741965 h 6858000"/>
              <a:gd name="connsiteX169-8863" fmla="*/ 248897 w 1605470"/>
              <a:gd name="connsiteY169-8864" fmla="*/ 681659 h 6858000"/>
              <a:gd name="connsiteX170-8865" fmla="*/ 234316 w 1605470"/>
              <a:gd name="connsiteY170-8866" fmla="*/ 635218 h 6858000"/>
              <a:gd name="connsiteX171-8867" fmla="*/ 239327 w 1605470"/>
              <a:gd name="connsiteY171-8868" fmla="*/ 613763 h 6858000"/>
              <a:gd name="connsiteX172-8869" fmla="*/ 225269 w 1605470"/>
              <a:gd name="connsiteY172-8870" fmla="*/ 598582 h 6858000"/>
              <a:gd name="connsiteX173-8871" fmla="*/ 224950 w 1605470"/>
              <a:gd name="connsiteY173-8872" fmla="*/ 576846 h 6858000"/>
              <a:gd name="connsiteX174-8873" fmla="*/ 239317 w 1605470"/>
              <a:gd name="connsiteY174-8874" fmla="*/ 517614 h 6858000"/>
              <a:gd name="connsiteX175-8875" fmla="*/ 201693 w 1605470"/>
              <a:gd name="connsiteY175-8876" fmla="*/ 469651 h 6858000"/>
              <a:gd name="connsiteX176-8877" fmla="*/ 195012 w 1605470"/>
              <a:gd name="connsiteY176-8878" fmla="*/ 448559 h 6858000"/>
              <a:gd name="connsiteX177-8879" fmla="*/ 201434 w 1605470"/>
              <a:gd name="connsiteY177-8880" fmla="*/ 441529 h 6858000"/>
              <a:gd name="connsiteX178-8881" fmla="*/ 200655 w 1605470"/>
              <a:gd name="connsiteY178-8882" fmla="*/ 428927 h 6858000"/>
              <a:gd name="connsiteX179-8883" fmla="*/ 190059 w 1605470"/>
              <a:gd name="connsiteY179-8884" fmla="*/ 430161 h 6858000"/>
              <a:gd name="connsiteX180-8885" fmla="*/ 184450 w 1605470"/>
              <a:gd name="connsiteY180-8886" fmla="*/ 396240 h 6858000"/>
              <a:gd name="connsiteX181-8887" fmla="*/ 146196 w 1605470"/>
              <a:gd name="connsiteY181-8888" fmla="*/ 358810 h 6858000"/>
              <a:gd name="connsiteX182-8889" fmla="*/ 124571 w 1605470"/>
              <a:gd name="connsiteY182-8890" fmla="*/ 302178 h 6858000"/>
              <a:gd name="connsiteX183-8891" fmla="*/ 103243 w 1605470"/>
              <a:gd name="connsiteY183-8892" fmla="*/ 211375 h 6858000"/>
              <a:gd name="connsiteX184-8893" fmla="*/ 94571 w 1605470"/>
              <a:gd name="connsiteY184-8894" fmla="*/ 184179 h 6858000"/>
              <a:gd name="connsiteX185-8895" fmla="*/ 13437 w 1605470"/>
              <a:gd name="connsiteY185-8896" fmla="*/ 19287 h 6858000"/>
              <a:gd name="connsiteX186-8897" fmla="*/ 0 w 1605470"/>
              <a:gd name="connsiteY186-8898" fmla="*/ 0 h 6858000"/>
              <a:gd name="connsiteX0-8899" fmla="*/ 0 w 1605470"/>
              <a:gd name="connsiteY0-8900" fmla="*/ 0 h 6858000"/>
              <a:gd name="connsiteX1-8901" fmla="*/ 1605470 w 1605470"/>
              <a:gd name="connsiteY1-8902" fmla="*/ 0 h 6858000"/>
              <a:gd name="connsiteX2-8903" fmla="*/ 1605470 w 1605470"/>
              <a:gd name="connsiteY2-8904" fmla="*/ 6858000 h 6858000"/>
              <a:gd name="connsiteX3-8905" fmla="*/ 154105 w 1605470"/>
              <a:gd name="connsiteY3-8906" fmla="*/ 6858000 h 6858000"/>
              <a:gd name="connsiteX4-8907" fmla="*/ 154246 w 1605470"/>
              <a:gd name="connsiteY4-8908" fmla="*/ 6857735 h 6858000"/>
              <a:gd name="connsiteX5-8909" fmla="*/ 166295 w 1605470"/>
              <a:gd name="connsiteY5-8910" fmla="*/ 6809549 h 6858000"/>
              <a:gd name="connsiteX6-8911" fmla="*/ 198506 w 1605470"/>
              <a:gd name="connsiteY6-8912" fmla="*/ 6715115 h 6858000"/>
              <a:gd name="connsiteX7-8913" fmla="*/ 208357 w 1605470"/>
              <a:gd name="connsiteY7-8914" fmla="*/ 6680170 h 6858000"/>
              <a:gd name="connsiteX8-8915" fmla="*/ 233907 w 1605470"/>
              <a:gd name="connsiteY8-8916" fmla="*/ 6621207 h 6858000"/>
              <a:gd name="connsiteX9-8917" fmla="*/ 250564 w 1605470"/>
              <a:gd name="connsiteY9-8918" fmla="*/ 6596265 h 6858000"/>
              <a:gd name="connsiteX10-8919" fmla="*/ 250443 w 1605470"/>
              <a:gd name="connsiteY10-8920" fmla="*/ 6594818 h 6858000"/>
              <a:gd name="connsiteX11-8921" fmla="*/ 254688 w 1605470"/>
              <a:gd name="connsiteY11-8922" fmla="*/ 6593735 h 6858000"/>
              <a:gd name="connsiteX12-8923" fmla="*/ 257885 w 1605470"/>
              <a:gd name="connsiteY12-8924" fmla="*/ 6589172 h 6858000"/>
              <a:gd name="connsiteX13-8925" fmla="*/ 261179 w 1605470"/>
              <a:gd name="connsiteY13-8926" fmla="*/ 6574442 h 6858000"/>
              <a:gd name="connsiteX14-8927" fmla="*/ 261519 w 1605470"/>
              <a:gd name="connsiteY14-8928" fmla="*/ 6568530 h 6858000"/>
              <a:gd name="connsiteX15-8929" fmla="*/ 263928 w 1605470"/>
              <a:gd name="connsiteY15-8930" fmla="*/ 6560674 h 6858000"/>
              <a:gd name="connsiteX16-8931" fmla="*/ 264273 w 1605470"/>
              <a:gd name="connsiteY16-8932" fmla="*/ 6560598 h 6858000"/>
              <a:gd name="connsiteX17-8933" fmla="*/ 265970 w 1605470"/>
              <a:gd name="connsiteY17-8934" fmla="*/ 6553006 h 6858000"/>
              <a:gd name="connsiteX18-8935" fmla="*/ 270666 w 1605470"/>
              <a:gd name="connsiteY18-8936" fmla="*/ 6514360 h 6858000"/>
              <a:gd name="connsiteX19-8937" fmla="*/ 312320 w 1605470"/>
              <a:gd name="connsiteY19-8938" fmla="*/ 6478062 h 6858000"/>
              <a:gd name="connsiteX20-8939" fmla="*/ 323009 w 1605470"/>
              <a:gd name="connsiteY20-8940" fmla="*/ 6460325 h 6858000"/>
              <a:gd name="connsiteX21-8941" fmla="*/ 330242 w 1605470"/>
              <a:gd name="connsiteY21-8942" fmla="*/ 6451488 h 6858000"/>
              <a:gd name="connsiteX22-8943" fmla="*/ 331677 w 1605470"/>
              <a:gd name="connsiteY22-8944" fmla="*/ 6451348 h 6858000"/>
              <a:gd name="connsiteX23-8945" fmla="*/ 336035 w 1605470"/>
              <a:gd name="connsiteY23-8946" fmla="*/ 6414240 h 6858000"/>
              <a:gd name="connsiteX24-8947" fmla="*/ 338911 w 1605470"/>
              <a:gd name="connsiteY24-8948" fmla="*/ 6410269 h 6858000"/>
              <a:gd name="connsiteX25-8949" fmla="*/ 338811 w 1605470"/>
              <a:gd name="connsiteY25-8950" fmla="*/ 6384857 h 6858000"/>
              <a:gd name="connsiteX26-8951" fmla="*/ 340328 w 1605470"/>
              <a:gd name="connsiteY26-8952" fmla="*/ 6372381 h 6858000"/>
              <a:gd name="connsiteX27-8953" fmla="*/ 337522 w 1605470"/>
              <a:gd name="connsiteY27-8954" fmla="*/ 6367510 h 6858000"/>
              <a:gd name="connsiteX28-8955" fmla="*/ 341402 w 1605470"/>
              <a:gd name="connsiteY28-8956" fmla="*/ 6349778 h 6858000"/>
              <a:gd name="connsiteX29-8957" fmla="*/ 343067 w 1605470"/>
              <a:gd name="connsiteY29-8958" fmla="*/ 6348250 h 6858000"/>
              <a:gd name="connsiteX30-8959" fmla="*/ 341730 w 1605470"/>
              <a:gd name="connsiteY30-8960" fmla="*/ 6331735 h 6858000"/>
              <a:gd name="connsiteX31-8961" fmla="*/ 335123 w 1605470"/>
              <a:gd name="connsiteY31-8962" fmla="*/ 6315613 h 6858000"/>
              <a:gd name="connsiteX32-8963" fmla="*/ 385303 w 1605470"/>
              <a:gd name="connsiteY32-8964" fmla="*/ 6171970 h 6858000"/>
              <a:gd name="connsiteX33-8965" fmla="*/ 380910 w 1605470"/>
              <a:gd name="connsiteY33-8966" fmla="*/ 6028119 h 6858000"/>
              <a:gd name="connsiteX34-8967" fmla="*/ 409371 w 1605470"/>
              <a:gd name="connsiteY34-8968" fmla="*/ 5950668 h 6858000"/>
              <a:gd name="connsiteX35-8969" fmla="*/ 442432 w 1605470"/>
              <a:gd name="connsiteY35-8970" fmla="*/ 5934687 h 6858000"/>
              <a:gd name="connsiteX36-8971" fmla="*/ 489472 w 1605470"/>
              <a:gd name="connsiteY36-8972" fmla="*/ 5732419 h 6858000"/>
              <a:gd name="connsiteX37-8973" fmla="*/ 512623 w 1605470"/>
              <a:gd name="connsiteY37-8974" fmla="*/ 5685392 h 6858000"/>
              <a:gd name="connsiteX38-8975" fmla="*/ 510261 w 1605470"/>
              <a:gd name="connsiteY38-8976" fmla="*/ 5634527 h 6858000"/>
              <a:gd name="connsiteX39-8977" fmla="*/ 523992 w 1605470"/>
              <a:gd name="connsiteY39-8978" fmla="*/ 5619557 h 6858000"/>
              <a:gd name="connsiteX40-8979" fmla="*/ 526609 w 1605470"/>
              <a:gd name="connsiteY40-8980" fmla="*/ 5617081 h 6858000"/>
              <a:gd name="connsiteX41-8981" fmla="*/ 531653 w 1605470"/>
              <a:gd name="connsiteY41-8982" fmla="*/ 5604904 h 6858000"/>
              <a:gd name="connsiteX42-8983" fmla="*/ 539863 w 1605470"/>
              <a:gd name="connsiteY42-8984" fmla="*/ 5604298 h 6858000"/>
              <a:gd name="connsiteX43-8985" fmla="*/ 552319 w 1605470"/>
              <a:gd name="connsiteY43-8986" fmla="*/ 5587997 h 6858000"/>
              <a:gd name="connsiteX44-8987" fmla="*/ 559710 w 1605470"/>
              <a:gd name="connsiteY44-8988" fmla="*/ 5564796 h 6858000"/>
              <a:gd name="connsiteX45-8989" fmla="*/ 587214 w 1605470"/>
              <a:gd name="connsiteY45-8990" fmla="*/ 5451511 h 6858000"/>
              <a:gd name="connsiteX46-8991" fmla="*/ 608019 w 1605470"/>
              <a:gd name="connsiteY46-8992" fmla="*/ 5385461 h 6858000"/>
              <a:gd name="connsiteX47-8993" fmla="*/ 622750 w 1605470"/>
              <a:gd name="connsiteY47-8994" fmla="*/ 5363084 h 6858000"/>
              <a:gd name="connsiteX48-8995" fmla="*/ 638731 w 1605470"/>
              <a:gd name="connsiteY48-8996" fmla="*/ 5330009 h 6858000"/>
              <a:gd name="connsiteX49-8997" fmla="*/ 672224 w 1605470"/>
              <a:gd name="connsiteY49-8998" fmla="*/ 5273739 h 6858000"/>
              <a:gd name="connsiteX50-8999" fmla="*/ 681823 w 1605470"/>
              <a:gd name="connsiteY50-9000" fmla="*/ 5241779 h 6858000"/>
              <a:gd name="connsiteX51-9001" fmla="*/ 693049 w 1605470"/>
              <a:gd name="connsiteY51-9002" fmla="*/ 5225268 h 6858000"/>
              <a:gd name="connsiteX52-9003" fmla="*/ 694069 w 1605470"/>
              <a:gd name="connsiteY52-9004" fmla="*/ 5217684 h 6858000"/>
              <a:gd name="connsiteX53-9005" fmla="*/ 701410 w 1605470"/>
              <a:gd name="connsiteY53-9006" fmla="*/ 5193377 h 6858000"/>
              <a:gd name="connsiteX54-9007" fmla="*/ 704713 w 1605470"/>
              <a:gd name="connsiteY54-9008" fmla="*/ 5179288 h 6858000"/>
              <a:gd name="connsiteX55-9009" fmla="*/ 705697 w 1605470"/>
              <a:gd name="connsiteY55-9010" fmla="*/ 5173621 h 6858000"/>
              <a:gd name="connsiteX56-9011" fmla="*/ 701331 w 1605470"/>
              <a:gd name="connsiteY56-9012" fmla="*/ 5159961 h 6858000"/>
              <a:gd name="connsiteX57-9013" fmla="*/ 708008 w 1605470"/>
              <a:gd name="connsiteY57-9014" fmla="*/ 5144295 h 6858000"/>
              <a:gd name="connsiteX58-9015" fmla="*/ 704941 w 1605470"/>
              <a:gd name="connsiteY58-9016" fmla="*/ 5125185 h 6858000"/>
              <a:gd name="connsiteX59-9017" fmla="*/ 711771 w 1605470"/>
              <a:gd name="connsiteY59-9018" fmla="*/ 5121884 h 6858000"/>
              <a:gd name="connsiteX60-9019" fmla="*/ 721092 w 1605470"/>
              <a:gd name="connsiteY60-9020" fmla="*/ 5108383 h 6858000"/>
              <a:gd name="connsiteX61-9021" fmla="*/ 717045 w 1605470"/>
              <a:gd name="connsiteY61-9022" fmla="*/ 5094705 h 6858000"/>
              <a:gd name="connsiteX62-9023" fmla="*/ 718807 w 1605470"/>
              <a:gd name="connsiteY62-9024" fmla="*/ 5067850 h 6858000"/>
              <a:gd name="connsiteX63-9025" fmla="*/ 721538 w 1605470"/>
              <a:gd name="connsiteY63-9026" fmla="*/ 5060861 h 6858000"/>
              <a:gd name="connsiteX64-9027" fmla="*/ 718242 w 1605470"/>
              <a:gd name="connsiteY64-9028" fmla="*/ 5034192 h 6858000"/>
              <a:gd name="connsiteX65-9029" fmla="*/ 719796 w 1605470"/>
              <a:gd name="connsiteY65-9030" fmla="*/ 4993030 h 6858000"/>
              <a:gd name="connsiteX66-9031" fmla="*/ 726705 w 1605470"/>
              <a:gd name="connsiteY66-9032" fmla="*/ 4946844 h 6858000"/>
              <a:gd name="connsiteX67-9033" fmla="*/ 722561 w 1605470"/>
              <a:gd name="connsiteY67-9034" fmla="*/ 4932692 h 6858000"/>
              <a:gd name="connsiteX68-9035" fmla="*/ 724588 w 1605470"/>
              <a:gd name="connsiteY68-9036" fmla="*/ 4845927 h 6858000"/>
              <a:gd name="connsiteX69-9037" fmla="*/ 724935 w 1605470"/>
              <a:gd name="connsiteY69-9038" fmla="*/ 4821504 h 6858000"/>
              <a:gd name="connsiteX70-9039" fmla="*/ 732118 w 1605470"/>
              <a:gd name="connsiteY70-9040" fmla="*/ 4801535 h 6858000"/>
              <a:gd name="connsiteX71-9041" fmla="*/ 739787 w 1605470"/>
              <a:gd name="connsiteY71-9042" fmla="*/ 4797794 h 6858000"/>
              <a:gd name="connsiteX72-9043" fmla="*/ 741081 w 1605470"/>
              <a:gd name="connsiteY72-9044" fmla="*/ 4784526 h 6858000"/>
              <a:gd name="connsiteX73-9045" fmla="*/ 742865 w 1605470"/>
              <a:gd name="connsiteY73-9046" fmla="*/ 4781211 h 6858000"/>
              <a:gd name="connsiteX74-9047" fmla="*/ 751652 w 1605470"/>
              <a:gd name="connsiteY74-9048" fmla="*/ 4761984 h 6858000"/>
              <a:gd name="connsiteX75-9049" fmla="*/ 734671 w 1605470"/>
              <a:gd name="connsiteY75-9050" fmla="*/ 4715631 h 6858000"/>
              <a:gd name="connsiteX76-9051" fmla="*/ 743180 w 1605470"/>
              <a:gd name="connsiteY76-9052" fmla="*/ 4662965 h 6858000"/>
              <a:gd name="connsiteX77-9053" fmla="*/ 729578 w 1605470"/>
              <a:gd name="connsiteY77-9054" fmla="*/ 4456787 h 6858000"/>
              <a:gd name="connsiteX78-9055" fmla="*/ 756542 w 1605470"/>
              <a:gd name="connsiteY78-9056" fmla="*/ 4429138 h 6858000"/>
              <a:gd name="connsiteX79-9057" fmla="*/ 761317 w 1605470"/>
              <a:gd name="connsiteY79-9058" fmla="*/ 4346145 h 6858000"/>
              <a:gd name="connsiteX80-9059" fmla="*/ 715481 w 1605470"/>
              <a:gd name="connsiteY80-9060" fmla="*/ 4214165 h 6858000"/>
              <a:gd name="connsiteX81-9061" fmla="*/ 721848 w 1605470"/>
              <a:gd name="connsiteY81-9062" fmla="*/ 4061253 h 6858000"/>
              <a:gd name="connsiteX82-9063" fmla="*/ 710868 w 1605470"/>
              <a:gd name="connsiteY82-9064" fmla="*/ 4048827 h 6858000"/>
              <a:gd name="connsiteX83-9065" fmla="*/ 704810 w 1605470"/>
              <a:gd name="connsiteY83-9066" fmla="*/ 4033999 h 6858000"/>
              <a:gd name="connsiteX84-9067" fmla="*/ 705959 w 1605470"/>
              <a:gd name="connsiteY84-9068" fmla="*/ 4031933 h 6858000"/>
              <a:gd name="connsiteX85-9069" fmla="*/ 704535 w 1605470"/>
              <a:gd name="connsiteY85-9070" fmla="*/ 4013953 h 6858000"/>
              <a:gd name="connsiteX86-9071" fmla="*/ 700443 w 1605470"/>
              <a:gd name="connsiteY86-9072" fmla="*/ 4010511 h 6858000"/>
              <a:gd name="connsiteX87-9073" fmla="*/ 698282 w 1605470"/>
              <a:gd name="connsiteY87-9074" fmla="*/ 3998331 h 6858000"/>
              <a:gd name="connsiteX88-9075" fmla="*/ 690830 w 1605470"/>
              <a:gd name="connsiteY88-9076" fmla="*/ 3974753 h 6858000"/>
              <a:gd name="connsiteX89-9077" fmla="*/ 692428 w 1605470"/>
              <a:gd name="connsiteY89-9078" fmla="*/ 3969950 h 6858000"/>
              <a:gd name="connsiteX90-9079" fmla="*/ 685850 w 1605470"/>
              <a:gd name="connsiteY90-9080" fmla="*/ 3933779 h 6858000"/>
              <a:gd name="connsiteX91-9081" fmla="*/ 687181 w 1605470"/>
              <a:gd name="connsiteY91-9082" fmla="*/ 3933093 h 6858000"/>
              <a:gd name="connsiteX92-9083" fmla="*/ 691535 w 1605470"/>
              <a:gd name="connsiteY92-9084" fmla="*/ 3922082 h 6858000"/>
              <a:gd name="connsiteX93-9085" fmla="*/ 696613 w 1605470"/>
              <a:gd name="connsiteY93-9086" fmla="*/ 3901461 h 6858000"/>
              <a:gd name="connsiteX94-9087" fmla="*/ 725908 w 1605470"/>
              <a:gd name="connsiteY94-9088" fmla="*/ 3851605 h 6858000"/>
              <a:gd name="connsiteX95-9089" fmla="*/ 719207 w 1605470"/>
              <a:gd name="connsiteY95-9090" fmla="*/ 3813873 h 6858000"/>
              <a:gd name="connsiteX96-9091" fmla="*/ 718632 w 1605470"/>
              <a:gd name="connsiteY96-9092" fmla="*/ 3806161 h 6858000"/>
              <a:gd name="connsiteX97-9093" fmla="*/ 718939 w 1605470"/>
              <a:gd name="connsiteY97-9094" fmla="*/ 3805957 h 6858000"/>
              <a:gd name="connsiteX98-9095" fmla="*/ 718966 w 1605470"/>
              <a:gd name="connsiteY98-9096" fmla="*/ 3797724 h 6858000"/>
              <a:gd name="connsiteX99-9097" fmla="*/ 717581 w 1605470"/>
              <a:gd name="connsiteY99-9098" fmla="*/ 3792098 h 6858000"/>
              <a:gd name="connsiteX100-9099" fmla="*/ 716465 w 1605470"/>
              <a:gd name="connsiteY100-9100" fmla="*/ 3777135 h 6858000"/>
              <a:gd name="connsiteX101-9101" fmla="*/ 718198 w 1605470"/>
              <a:gd name="connsiteY101-9102" fmla="*/ 3771656 h 6858000"/>
              <a:gd name="connsiteX102-9103" fmla="*/ 721941 w 1605470"/>
              <a:gd name="connsiteY102-9104" fmla="*/ 3769007 h 6858000"/>
              <a:gd name="connsiteX103-9105" fmla="*/ 721407 w 1605470"/>
              <a:gd name="connsiteY103-9106" fmla="*/ 3767709 h 6858000"/>
              <a:gd name="connsiteX104-9107" fmla="*/ 730103 w 1605470"/>
              <a:gd name="connsiteY104-9108" fmla="*/ 3738082 h 6858000"/>
              <a:gd name="connsiteX105-9109" fmla="*/ 737449 w 1605470"/>
              <a:gd name="connsiteY105-9110" fmla="*/ 3673397 h 6858000"/>
              <a:gd name="connsiteX106-9111" fmla="*/ 736745 w 1605470"/>
              <a:gd name="connsiteY106-9112" fmla="*/ 3637109 h 6858000"/>
              <a:gd name="connsiteX107-9113" fmla="*/ 740188 w 1605470"/>
              <a:gd name="connsiteY107-9114" fmla="*/ 3536883 h 6858000"/>
              <a:gd name="connsiteX108-9115" fmla="*/ 747726 w 1605470"/>
              <a:gd name="connsiteY108-9116" fmla="*/ 3435652 h 6858000"/>
              <a:gd name="connsiteX109-9117" fmla="*/ 774383 w 1605470"/>
              <a:gd name="connsiteY109-9118" fmla="*/ 3381564 h 6858000"/>
              <a:gd name="connsiteX110-9119" fmla="*/ 774870 w 1605470"/>
              <a:gd name="connsiteY110-9120" fmla="*/ 3375761 h 6858000"/>
              <a:gd name="connsiteX111-9121" fmla="*/ 770510 w 1605470"/>
              <a:gd name="connsiteY111-9122" fmla="*/ 3361844 h 6858000"/>
              <a:gd name="connsiteX112-9123" fmla="*/ 767933 w 1605470"/>
              <a:gd name="connsiteY112-9124" fmla="*/ 3356929 h 6858000"/>
              <a:gd name="connsiteX113-9125" fmla="*/ 766158 w 1605470"/>
              <a:gd name="connsiteY113-9126" fmla="*/ 3349058 h 6858000"/>
              <a:gd name="connsiteX114-9127" fmla="*/ 766414 w 1605470"/>
              <a:gd name="connsiteY114-9128" fmla="*/ 3348763 h 6858000"/>
              <a:gd name="connsiteX115-9129" fmla="*/ 764166 w 1605470"/>
              <a:gd name="connsiteY115-9130" fmla="*/ 3341588 h 6858000"/>
              <a:gd name="connsiteX116-9131" fmla="*/ 749397 w 1605470"/>
              <a:gd name="connsiteY116-9132" fmla="*/ 3307769 h 6858000"/>
              <a:gd name="connsiteX117-9133" fmla="*/ 766960 w 1605470"/>
              <a:gd name="connsiteY117-9134" fmla="*/ 3250522 h 6858000"/>
              <a:gd name="connsiteX118-9135" fmla="*/ 767385 w 1605470"/>
              <a:gd name="connsiteY118-9136" fmla="*/ 3229163 h 6858000"/>
              <a:gd name="connsiteX119-9137" fmla="*/ 769208 w 1605470"/>
              <a:gd name="connsiteY119-9138" fmla="*/ 3217217 h 6858000"/>
              <a:gd name="connsiteX120-9139" fmla="*/ 770350 w 1605470"/>
              <a:gd name="connsiteY120-9140" fmla="*/ 3216125 h 6858000"/>
              <a:gd name="connsiteX121-9141" fmla="*/ 756043 w 1605470"/>
              <a:gd name="connsiteY121-9142" fmla="*/ 3183755 h 6858000"/>
              <a:gd name="connsiteX122-9143" fmla="*/ 756544 w 1605470"/>
              <a:gd name="connsiteY122-9144" fmla="*/ 3178642 h 6858000"/>
              <a:gd name="connsiteX123-9145" fmla="*/ 744144 w 1605470"/>
              <a:gd name="connsiteY123-9146" fmla="*/ 3158586 h 6858000"/>
              <a:gd name="connsiteX124-9147" fmla="*/ 739378 w 1605470"/>
              <a:gd name="connsiteY124-9148" fmla="*/ 3147669 h 6858000"/>
              <a:gd name="connsiteX125-9149" fmla="*/ 734648 w 1605470"/>
              <a:gd name="connsiteY125-9150" fmla="*/ 3145733 h 6858000"/>
              <a:gd name="connsiteX126-9151" fmla="*/ 729329 w 1605470"/>
              <a:gd name="connsiteY126-9152" fmla="*/ 3129034 h 6858000"/>
              <a:gd name="connsiteX127-9153" fmla="*/ 729994 w 1605470"/>
              <a:gd name="connsiteY127-9154" fmla="*/ 3126682 h 6858000"/>
              <a:gd name="connsiteX128-9155" fmla="*/ 720862 w 1605470"/>
              <a:gd name="connsiteY128-9156" fmla="*/ 3114519 h 6858000"/>
              <a:gd name="connsiteX129-9157" fmla="*/ 707471 w 1605470"/>
              <a:gd name="connsiteY129-9158" fmla="*/ 3106272 h 6858000"/>
              <a:gd name="connsiteX130-9159" fmla="*/ 680201 w 1605470"/>
              <a:gd name="connsiteY130-9160" fmla="*/ 2958185 h 6858000"/>
              <a:gd name="connsiteX131-9161" fmla="*/ 596759 w 1605470"/>
              <a:gd name="connsiteY131-9162" fmla="*/ 2762989 h 6858000"/>
              <a:gd name="connsiteX132-9163" fmla="*/ 571733 w 1605470"/>
              <a:gd name="connsiteY132-9164" fmla="*/ 2554718 h 6858000"/>
              <a:gd name="connsiteX133-9165" fmla="*/ 551827 w 1605470"/>
              <a:gd name="connsiteY133-9166" fmla="*/ 2485734 h 6858000"/>
              <a:gd name="connsiteX134-9167" fmla="*/ 525179 w 1605470"/>
              <a:gd name="connsiteY134-9168" fmla="*/ 2447068 h 6858000"/>
              <a:gd name="connsiteX135-9169" fmla="*/ 529511 w 1605470"/>
              <a:gd name="connsiteY135-9170" fmla="*/ 2425819 h 6858000"/>
              <a:gd name="connsiteX136-9171" fmla="*/ 530521 w 1605470"/>
              <a:gd name="connsiteY136-9172" fmla="*/ 2422066 h 6858000"/>
              <a:gd name="connsiteX137-9173" fmla="*/ 528878 w 1605470"/>
              <a:gd name="connsiteY137-9174" fmla="*/ 2408971 h 6858000"/>
              <a:gd name="connsiteX138-9175" fmla="*/ 535510 w 1605470"/>
              <a:gd name="connsiteY138-9176" fmla="*/ 2402874 h 6858000"/>
              <a:gd name="connsiteX139-9177" fmla="*/ 538122 w 1605470"/>
              <a:gd name="connsiteY139-9178" fmla="*/ 2381443 h 6858000"/>
              <a:gd name="connsiteX140-9179" fmla="*/ 514451 w 1605470"/>
              <a:gd name="connsiteY140-9180" fmla="*/ 2261920 h 6858000"/>
              <a:gd name="connsiteX141-9181" fmla="*/ 486968 w 1605470"/>
              <a:gd name="connsiteY141-9182" fmla="*/ 2182937 h 6858000"/>
              <a:gd name="connsiteX142-9183" fmla="*/ 488555 w 1605470"/>
              <a:gd name="connsiteY142-9184" fmla="*/ 2155135 h 6858000"/>
              <a:gd name="connsiteX143-9185" fmla="*/ 486013 w 1605470"/>
              <a:gd name="connsiteY143-9186" fmla="*/ 2118008 h 6858000"/>
              <a:gd name="connsiteX144-9187" fmla="*/ 487006 w 1605470"/>
              <a:gd name="connsiteY144-9188" fmla="*/ 2050531 h 6858000"/>
              <a:gd name="connsiteX145-9189" fmla="*/ 478812 w 1605470"/>
              <a:gd name="connsiteY145-9190" fmla="*/ 1963269 h 6858000"/>
              <a:gd name="connsiteX146-9191" fmla="*/ 442619 w 1605470"/>
              <a:gd name="connsiteY146-9192" fmla="*/ 1910499 h 6858000"/>
              <a:gd name="connsiteX147-9193" fmla="*/ 446785 w 1605470"/>
              <a:gd name="connsiteY147-9194" fmla="*/ 1903212 h 6858000"/>
              <a:gd name="connsiteX148-9195" fmla="*/ 436547 w 1605470"/>
              <a:gd name="connsiteY148-9196" fmla="*/ 1861531 h 6858000"/>
              <a:gd name="connsiteX149-9197" fmla="*/ 390346 w 1605470"/>
              <a:gd name="connsiteY149-9198" fmla="*/ 1732919 h 6858000"/>
              <a:gd name="connsiteX150-9199" fmla="*/ 362657 w 1605470"/>
              <a:gd name="connsiteY150-9200" fmla="*/ 1663540 h 6858000"/>
              <a:gd name="connsiteX151-9201" fmla="*/ 344412 w 1605470"/>
              <a:gd name="connsiteY151-9202" fmla="*/ 1615777 h 6858000"/>
              <a:gd name="connsiteX152-9203" fmla="*/ 342578 w 1605470"/>
              <a:gd name="connsiteY152-9204" fmla="*/ 1563678 h 6858000"/>
              <a:gd name="connsiteX153-9205" fmla="*/ 355658 w 1605470"/>
              <a:gd name="connsiteY153-9206" fmla="*/ 1519474 h 6858000"/>
              <a:gd name="connsiteX154-9207" fmla="*/ 348400 w 1605470"/>
              <a:gd name="connsiteY154-9208" fmla="*/ 1477995 h 6858000"/>
              <a:gd name="connsiteX155-9209" fmla="*/ 334485 w 1605470"/>
              <a:gd name="connsiteY155-9210" fmla="*/ 1373769 h 6858000"/>
              <a:gd name="connsiteX156-9211" fmla="*/ 342792 w 1605470"/>
              <a:gd name="connsiteY156-9212" fmla="*/ 1307086 h 6858000"/>
              <a:gd name="connsiteX157-9213" fmla="*/ 343980 w 1605470"/>
              <a:gd name="connsiteY157-9214" fmla="*/ 1189033 h 6858000"/>
              <a:gd name="connsiteX158-9215" fmla="*/ 348665 w 1605470"/>
              <a:gd name="connsiteY158-9216" fmla="*/ 1168288 h 6858000"/>
              <a:gd name="connsiteX159-9217" fmla="*/ 340947 w 1605470"/>
              <a:gd name="connsiteY159-9218" fmla="*/ 1142577 h 6858000"/>
              <a:gd name="connsiteX160-9219" fmla="*/ 330253 w 1605470"/>
              <a:gd name="connsiteY160-9220" fmla="*/ 1088484 h 6858000"/>
              <a:gd name="connsiteX161-9221" fmla="*/ 336360 w 1605470"/>
              <a:gd name="connsiteY161-9222" fmla="*/ 1045131 h 6858000"/>
              <a:gd name="connsiteX162-9223" fmla="*/ 322475 w 1605470"/>
              <a:gd name="connsiteY162-9224" fmla="*/ 1002093 h 6858000"/>
              <a:gd name="connsiteX163-9225" fmla="*/ 320445 w 1605470"/>
              <a:gd name="connsiteY163-9226" fmla="*/ 932283 h 6858000"/>
              <a:gd name="connsiteX164-9227" fmla="*/ 322681 w 1605470"/>
              <a:gd name="connsiteY164-9228" fmla="*/ 915925 h 6858000"/>
              <a:gd name="connsiteX165-9229" fmla="*/ 315310 w 1605470"/>
              <a:gd name="connsiteY165-9230" fmla="*/ 896999 h 6858000"/>
              <a:gd name="connsiteX166-9231" fmla="*/ 284718 w 1605470"/>
              <a:gd name="connsiteY166-9232" fmla="*/ 821517 h 6858000"/>
              <a:gd name="connsiteX167-9233" fmla="*/ 263668 w 1605470"/>
              <a:gd name="connsiteY167-9234" fmla="*/ 751353 h 6858000"/>
              <a:gd name="connsiteX168-9235" fmla="*/ 254540 w 1605470"/>
              <a:gd name="connsiteY168-9236" fmla="*/ 741965 h 6858000"/>
              <a:gd name="connsiteX169-9237" fmla="*/ 248897 w 1605470"/>
              <a:gd name="connsiteY169-9238" fmla="*/ 681659 h 6858000"/>
              <a:gd name="connsiteX170-9239" fmla="*/ 234316 w 1605470"/>
              <a:gd name="connsiteY170-9240" fmla="*/ 635218 h 6858000"/>
              <a:gd name="connsiteX171-9241" fmla="*/ 239327 w 1605470"/>
              <a:gd name="connsiteY171-9242" fmla="*/ 613763 h 6858000"/>
              <a:gd name="connsiteX172-9243" fmla="*/ 225269 w 1605470"/>
              <a:gd name="connsiteY172-9244" fmla="*/ 598582 h 6858000"/>
              <a:gd name="connsiteX173-9245" fmla="*/ 224950 w 1605470"/>
              <a:gd name="connsiteY173-9246" fmla="*/ 576846 h 6858000"/>
              <a:gd name="connsiteX174-9247" fmla="*/ 239317 w 1605470"/>
              <a:gd name="connsiteY174-9248" fmla="*/ 517614 h 6858000"/>
              <a:gd name="connsiteX175-9249" fmla="*/ 201693 w 1605470"/>
              <a:gd name="connsiteY175-9250" fmla="*/ 469651 h 6858000"/>
              <a:gd name="connsiteX176-9251" fmla="*/ 195012 w 1605470"/>
              <a:gd name="connsiteY176-9252" fmla="*/ 448559 h 6858000"/>
              <a:gd name="connsiteX177-9253" fmla="*/ 201434 w 1605470"/>
              <a:gd name="connsiteY177-9254" fmla="*/ 441529 h 6858000"/>
              <a:gd name="connsiteX178-9255" fmla="*/ 200655 w 1605470"/>
              <a:gd name="connsiteY178-9256" fmla="*/ 428927 h 6858000"/>
              <a:gd name="connsiteX179-9257" fmla="*/ 190059 w 1605470"/>
              <a:gd name="connsiteY179-9258" fmla="*/ 430161 h 6858000"/>
              <a:gd name="connsiteX180-9259" fmla="*/ 184450 w 1605470"/>
              <a:gd name="connsiteY180-9260" fmla="*/ 396240 h 6858000"/>
              <a:gd name="connsiteX181-9261" fmla="*/ 124571 w 1605470"/>
              <a:gd name="connsiteY181-9262" fmla="*/ 302178 h 6858000"/>
              <a:gd name="connsiteX182-9263" fmla="*/ 103243 w 1605470"/>
              <a:gd name="connsiteY182-9264" fmla="*/ 211375 h 6858000"/>
              <a:gd name="connsiteX183-9265" fmla="*/ 94571 w 1605470"/>
              <a:gd name="connsiteY183-9266" fmla="*/ 184179 h 6858000"/>
              <a:gd name="connsiteX184-9267" fmla="*/ 13437 w 1605470"/>
              <a:gd name="connsiteY184-9268" fmla="*/ 19287 h 6858000"/>
              <a:gd name="connsiteX185-9269" fmla="*/ 0 w 1605470"/>
              <a:gd name="connsiteY185-9270" fmla="*/ 0 h 6858000"/>
              <a:gd name="connsiteX0-9271" fmla="*/ 0 w 1605470"/>
              <a:gd name="connsiteY0-9272" fmla="*/ 0 h 6858000"/>
              <a:gd name="connsiteX1-9273" fmla="*/ 1605470 w 1605470"/>
              <a:gd name="connsiteY1-9274" fmla="*/ 0 h 6858000"/>
              <a:gd name="connsiteX2-9275" fmla="*/ 1605470 w 1605470"/>
              <a:gd name="connsiteY2-9276" fmla="*/ 6858000 h 6858000"/>
              <a:gd name="connsiteX3-9277" fmla="*/ 154105 w 1605470"/>
              <a:gd name="connsiteY3-9278" fmla="*/ 6858000 h 6858000"/>
              <a:gd name="connsiteX4-9279" fmla="*/ 154246 w 1605470"/>
              <a:gd name="connsiteY4-9280" fmla="*/ 6857735 h 6858000"/>
              <a:gd name="connsiteX5-9281" fmla="*/ 166295 w 1605470"/>
              <a:gd name="connsiteY5-9282" fmla="*/ 6809549 h 6858000"/>
              <a:gd name="connsiteX6-9283" fmla="*/ 198506 w 1605470"/>
              <a:gd name="connsiteY6-9284" fmla="*/ 6715115 h 6858000"/>
              <a:gd name="connsiteX7-9285" fmla="*/ 208357 w 1605470"/>
              <a:gd name="connsiteY7-9286" fmla="*/ 6680170 h 6858000"/>
              <a:gd name="connsiteX8-9287" fmla="*/ 233907 w 1605470"/>
              <a:gd name="connsiteY8-9288" fmla="*/ 6621207 h 6858000"/>
              <a:gd name="connsiteX9-9289" fmla="*/ 250564 w 1605470"/>
              <a:gd name="connsiteY9-9290" fmla="*/ 6596265 h 6858000"/>
              <a:gd name="connsiteX10-9291" fmla="*/ 250443 w 1605470"/>
              <a:gd name="connsiteY10-9292" fmla="*/ 6594818 h 6858000"/>
              <a:gd name="connsiteX11-9293" fmla="*/ 254688 w 1605470"/>
              <a:gd name="connsiteY11-9294" fmla="*/ 6593735 h 6858000"/>
              <a:gd name="connsiteX12-9295" fmla="*/ 257885 w 1605470"/>
              <a:gd name="connsiteY12-9296" fmla="*/ 6589172 h 6858000"/>
              <a:gd name="connsiteX13-9297" fmla="*/ 261179 w 1605470"/>
              <a:gd name="connsiteY13-9298" fmla="*/ 6574442 h 6858000"/>
              <a:gd name="connsiteX14-9299" fmla="*/ 261519 w 1605470"/>
              <a:gd name="connsiteY14-9300" fmla="*/ 6568530 h 6858000"/>
              <a:gd name="connsiteX15-9301" fmla="*/ 263928 w 1605470"/>
              <a:gd name="connsiteY15-9302" fmla="*/ 6560674 h 6858000"/>
              <a:gd name="connsiteX16-9303" fmla="*/ 264273 w 1605470"/>
              <a:gd name="connsiteY16-9304" fmla="*/ 6560598 h 6858000"/>
              <a:gd name="connsiteX17-9305" fmla="*/ 265970 w 1605470"/>
              <a:gd name="connsiteY17-9306" fmla="*/ 6553006 h 6858000"/>
              <a:gd name="connsiteX18-9307" fmla="*/ 270666 w 1605470"/>
              <a:gd name="connsiteY18-9308" fmla="*/ 6514360 h 6858000"/>
              <a:gd name="connsiteX19-9309" fmla="*/ 312320 w 1605470"/>
              <a:gd name="connsiteY19-9310" fmla="*/ 6478062 h 6858000"/>
              <a:gd name="connsiteX20-9311" fmla="*/ 323009 w 1605470"/>
              <a:gd name="connsiteY20-9312" fmla="*/ 6460325 h 6858000"/>
              <a:gd name="connsiteX21-9313" fmla="*/ 330242 w 1605470"/>
              <a:gd name="connsiteY21-9314" fmla="*/ 6451488 h 6858000"/>
              <a:gd name="connsiteX22-9315" fmla="*/ 331677 w 1605470"/>
              <a:gd name="connsiteY22-9316" fmla="*/ 6451348 h 6858000"/>
              <a:gd name="connsiteX23-9317" fmla="*/ 336035 w 1605470"/>
              <a:gd name="connsiteY23-9318" fmla="*/ 6414240 h 6858000"/>
              <a:gd name="connsiteX24-9319" fmla="*/ 338911 w 1605470"/>
              <a:gd name="connsiteY24-9320" fmla="*/ 6410269 h 6858000"/>
              <a:gd name="connsiteX25-9321" fmla="*/ 338811 w 1605470"/>
              <a:gd name="connsiteY25-9322" fmla="*/ 6384857 h 6858000"/>
              <a:gd name="connsiteX26-9323" fmla="*/ 340328 w 1605470"/>
              <a:gd name="connsiteY26-9324" fmla="*/ 6372381 h 6858000"/>
              <a:gd name="connsiteX27-9325" fmla="*/ 337522 w 1605470"/>
              <a:gd name="connsiteY27-9326" fmla="*/ 6367510 h 6858000"/>
              <a:gd name="connsiteX28-9327" fmla="*/ 341402 w 1605470"/>
              <a:gd name="connsiteY28-9328" fmla="*/ 6349778 h 6858000"/>
              <a:gd name="connsiteX29-9329" fmla="*/ 343067 w 1605470"/>
              <a:gd name="connsiteY29-9330" fmla="*/ 6348250 h 6858000"/>
              <a:gd name="connsiteX30-9331" fmla="*/ 341730 w 1605470"/>
              <a:gd name="connsiteY30-9332" fmla="*/ 6331735 h 6858000"/>
              <a:gd name="connsiteX31-9333" fmla="*/ 335123 w 1605470"/>
              <a:gd name="connsiteY31-9334" fmla="*/ 6315613 h 6858000"/>
              <a:gd name="connsiteX32-9335" fmla="*/ 385303 w 1605470"/>
              <a:gd name="connsiteY32-9336" fmla="*/ 6171970 h 6858000"/>
              <a:gd name="connsiteX33-9337" fmla="*/ 380910 w 1605470"/>
              <a:gd name="connsiteY33-9338" fmla="*/ 6028119 h 6858000"/>
              <a:gd name="connsiteX34-9339" fmla="*/ 409371 w 1605470"/>
              <a:gd name="connsiteY34-9340" fmla="*/ 5950668 h 6858000"/>
              <a:gd name="connsiteX35-9341" fmla="*/ 442432 w 1605470"/>
              <a:gd name="connsiteY35-9342" fmla="*/ 5934687 h 6858000"/>
              <a:gd name="connsiteX36-9343" fmla="*/ 489472 w 1605470"/>
              <a:gd name="connsiteY36-9344" fmla="*/ 5732419 h 6858000"/>
              <a:gd name="connsiteX37-9345" fmla="*/ 512623 w 1605470"/>
              <a:gd name="connsiteY37-9346" fmla="*/ 5685392 h 6858000"/>
              <a:gd name="connsiteX38-9347" fmla="*/ 510261 w 1605470"/>
              <a:gd name="connsiteY38-9348" fmla="*/ 5634527 h 6858000"/>
              <a:gd name="connsiteX39-9349" fmla="*/ 523992 w 1605470"/>
              <a:gd name="connsiteY39-9350" fmla="*/ 5619557 h 6858000"/>
              <a:gd name="connsiteX40-9351" fmla="*/ 526609 w 1605470"/>
              <a:gd name="connsiteY40-9352" fmla="*/ 5617081 h 6858000"/>
              <a:gd name="connsiteX41-9353" fmla="*/ 531653 w 1605470"/>
              <a:gd name="connsiteY41-9354" fmla="*/ 5604904 h 6858000"/>
              <a:gd name="connsiteX42-9355" fmla="*/ 539863 w 1605470"/>
              <a:gd name="connsiteY42-9356" fmla="*/ 5604298 h 6858000"/>
              <a:gd name="connsiteX43-9357" fmla="*/ 552319 w 1605470"/>
              <a:gd name="connsiteY43-9358" fmla="*/ 5587997 h 6858000"/>
              <a:gd name="connsiteX44-9359" fmla="*/ 559710 w 1605470"/>
              <a:gd name="connsiteY44-9360" fmla="*/ 5564796 h 6858000"/>
              <a:gd name="connsiteX45-9361" fmla="*/ 587214 w 1605470"/>
              <a:gd name="connsiteY45-9362" fmla="*/ 5451511 h 6858000"/>
              <a:gd name="connsiteX46-9363" fmla="*/ 608019 w 1605470"/>
              <a:gd name="connsiteY46-9364" fmla="*/ 5385461 h 6858000"/>
              <a:gd name="connsiteX47-9365" fmla="*/ 622750 w 1605470"/>
              <a:gd name="connsiteY47-9366" fmla="*/ 5363084 h 6858000"/>
              <a:gd name="connsiteX48-9367" fmla="*/ 638731 w 1605470"/>
              <a:gd name="connsiteY48-9368" fmla="*/ 5330009 h 6858000"/>
              <a:gd name="connsiteX49-9369" fmla="*/ 672224 w 1605470"/>
              <a:gd name="connsiteY49-9370" fmla="*/ 5273739 h 6858000"/>
              <a:gd name="connsiteX50-9371" fmla="*/ 681823 w 1605470"/>
              <a:gd name="connsiteY50-9372" fmla="*/ 5241779 h 6858000"/>
              <a:gd name="connsiteX51-9373" fmla="*/ 693049 w 1605470"/>
              <a:gd name="connsiteY51-9374" fmla="*/ 5225268 h 6858000"/>
              <a:gd name="connsiteX52-9375" fmla="*/ 694069 w 1605470"/>
              <a:gd name="connsiteY52-9376" fmla="*/ 5217684 h 6858000"/>
              <a:gd name="connsiteX53-9377" fmla="*/ 701410 w 1605470"/>
              <a:gd name="connsiteY53-9378" fmla="*/ 5193377 h 6858000"/>
              <a:gd name="connsiteX54-9379" fmla="*/ 704713 w 1605470"/>
              <a:gd name="connsiteY54-9380" fmla="*/ 5179288 h 6858000"/>
              <a:gd name="connsiteX55-9381" fmla="*/ 705697 w 1605470"/>
              <a:gd name="connsiteY55-9382" fmla="*/ 5173621 h 6858000"/>
              <a:gd name="connsiteX56-9383" fmla="*/ 701331 w 1605470"/>
              <a:gd name="connsiteY56-9384" fmla="*/ 5159961 h 6858000"/>
              <a:gd name="connsiteX57-9385" fmla="*/ 708008 w 1605470"/>
              <a:gd name="connsiteY57-9386" fmla="*/ 5144295 h 6858000"/>
              <a:gd name="connsiteX58-9387" fmla="*/ 704941 w 1605470"/>
              <a:gd name="connsiteY58-9388" fmla="*/ 5125185 h 6858000"/>
              <a:gd name="connsiteX59-9389" fmla="*/ 711771 w 1605470"/>
              <a:gd name="connsiteY59-9390" fmla="*/ 5121884 h 6858000"/>
              <a:gd name="connsiteX60-9391" fmla="*/ 721092 w 1605470"/>
              <a:gd name="connsiteY60-9392" fmla="*/ 5108383 h 6858000"/>
              <a:gd name="connsiteX61-9393" fmla="*/ 717045 w 1605470"/>
              <a:gd name="connsiteY61-9394" fmla="*/ 5094705 h 6858000"/>
              <a:gd name="connsiteX62-9395" fmla="*/ 718807 w 1605470"/>
              <a:gd name="connsiteY62-9396" fmla="*/ 5067850 h 6858000"/>
              <a:gd name="connsiteX63-9397" fmla="*/ 721538 w 1605470"/>
              <a:gd name="connsiteY63-9398" fmla="*/ 5060861 h 6858000"/>
              <a:gd name="connsiteX64-9399" fmla="*/ 718242 w 1605470"/>
              <a:gd name="connsiteY64-9400" fmla="*/ 5034192 h 6858000"/>
              <a:gd name="connsiteX65-9401" fmla="*/ 719796 w 1605470"/>
              <a:gd name="connsiteY65-9402" fmla="*/ 4993030 h 6858000"/>
              <a:gd name="connsiteX66-9403" fmla="*/ 726705 w 1605470"/>
              <a:gd name="connsiteY66-9404" fmla="*/ 4946844 h 6858000"/>
              <a:gd name="connsiteX67-9405" fmla="*/ 722561 w 1605470"/>
              <a:gd name="connsiteY67-9406" fmla="*/ 4932692 h 6858000"/>
              <a:gd name="connsiteX68-9407" fmla="*/ 724588 w 1605470"/>
              <a:gd name="connsiteY68-9408" fmla="*/ 4845927 h 6858000"/>
              <a:gd name="connsiteX69-9409" fmla="*/ 724935 w 1605470"/>
              <a:gd name="connsiteY69-9410" fmla="*/ 4821504 h 6858000"/>
              <a:gd name="connsiteX70-9411" fmla="*/ 732118 w 1605470"/>
              <a:gd name="connsiteY70-9412" fmla="*/ 4801535 h 6858000"/>
              <a:gd name="connsiteX71-9413" fmla="*/ 739787 w 1605470"/>
              <a:gd name="connsiteY71-9414" fmla="*/ 4797794 h 6858000"/>
              <a:gd name="connsiteX72-9415" fmla="*/ 741081 w 1605470"/>
              <a:gd name="connsiteY72-9416" fmla="*/ 4784526 h 6858000"/>
              <a:gd name="connsiteX73-9417" fmla="*/ 742865 w 1605470"/>
              <a:gd name="connsiteY73-9418" fmla="*/ 4781211 h 6858000"/>
              <a:gd name="connsiteX74-9419" fmla="*/ 751652 w 1605470"/>
              <a:gd name="connsiteY74-9420" fmla="*/ 4761984 h 6858000"/>
              <a:gd name="connsiteX75-9421" fmla="*/ 734671 w 1605470"/>
              <a:gd name="connsiteY75-9422" fmla="*/ 4715631 h 6858000"/>
              <a:gd name="connsiteX76-9423" fmla="*/ 743180 w 1605470"/>
              <a:gd name="connsiteY76-9424" fmla="*/ 4662965 h 6858000"/>
              <a:gd name="connsiteX77-9425" fmla="*/ 729578 w 1605470"/>
              <a:gd name="connsiteY77-9426" fmla="*/ 4456787 h 6858000"/>
              <a:gd name="connsiteX78-9427" fmla="*/ 756542 w 1605470"/>
              <a:gd name="connsiteY78-9428" fmla="*/ 4429138 h 6858000"/>
              <a:gd name="connsiteX79-9429" fmla="*/ 761317 w 1605470"/>
              <a:gd name="connsiteY79-9430" fmla="*/ 4346145 h 6858000"/>
              <a:gd name="connsiteX80-9431" fmla="*/ 715481 w 1605470"/>
              <a:gd name="connsiteY80-9432" fmla="*/ 4214165 h 6858000"/>
              <a:gd name="connsiteX81-9433" fmla="*/ 721848 w 1605470"/>
              <a:gd name="connsiteY81-9434" fmla="*/ 4061253 h 6858000"/>
              <a:gd name="connsiteX82-9435" fmla="*/ 710868 w 1605470"/>
              <a:gd name="connsiteY82-9436" fmla="*/ 4048827 h 6858000"/>
              <a:gd name="connsiteX83-9437" fmla="*/ 704810 w 1605470"/>
              <a:gd name="connsiteY83-9438" fmla="*/ 4033999 h 6858000"/>
              <a:gd name="connsiteX84-9439" fmla="*/ 705959 w 1605470"/>
              <a:gd name="connsiteY84-9440" fmla="*/ 4031933 h 6858000"/>
              <a:gd name="connsiteX85-9441" fmla="*/ 704535 w 1605470"/>
              <a:gd name="connsiteY85-9442" fmla="*/ 4013953 h 6858000"/>
              <a:gd name="connsiteX86-9443" fmla="*/ 700443 w 1605470"/>
              <a:gd name="connsiteY86-9444" fmla="*/ 4010511 h 6858000"/>
              <a:gd name="connsiteX87-9445" fmla="*/ 698282 w 1605470"/>
              <a:gd name="connsiteY87-9446" fmla="*/ 3998331 h 6858000"/>
              <a:gd name="connsiteX88-9447" fmla="*/ 690830 w 1605470"/>
              <a:gd name="connsiteY88-9448" fmla="*/ 3974753 h 6858000"/>
              <a:gd name="connsiteX89-9449" fmla="*/ 692428 w 1605470"/>
              <a:gd name="connsiteY89-9450" fmla="*/ 3969950 h 6858000"/>
              <a:gd name="connsiteX90-9451" fmla="*/ 685850 w 1605470"/>
              <a:gd name="connsiteY90-9452" fmla="*/ 3933779 h 6858000"/>
              <a:gd name="connsiteX91-9453" fmla="*/ 687181 w 1605470"/>
              <a:gd name="connsiteY91-9454" fmla="*/ 3933093 h 6858000"/>
              <a:gd name="connsiteX92-9455" fmla="*/ 691535 w 1605470"/>
              <a:gd name="connsiteY92-9456" fmla="*/ 3922082 h 6858000"/>
              <a:gd name="connsiteX93-9457" fmla="*/ 696613 w 1605470"/>
              <a:gd name="connsiteY93-9458" fmla="*/ 3901461 h 6858000"/>
              <a:gd name="connsiteX94-9459" fmla="*/ 725908 w 1605470"/>
              <a:gd name="connsiteY94-9460" fmla="*/ 3851605 h 6858000"/>
              <a:gd name="connsiteX95-9461" fmla="*/ 719207 w 1605470"/>
              <a:gd name="connsiteY95-9462" fmla="*/ 3813873 h 6858000"/>
              <a:gd name="connsiteX96-9463" fmla="*/ 718632 w 1605470"/>
              <a:gd name="connsiteY96-9464" fmla="*/ 3806161 h 6858000"/>
              <a:gd name="connsiteX97-9465" fmla="*/ 718939 w 1605470"/>
              <a:gd name="connsiteY97-9466" fmla="*/ 3805957 h 6858000"/>
              <a:gd name="connsiteX98-9467" fmla="*/ 718966 w 1605470"/>
              <a:gd name="connsiteY98-9468" fmla="*/ 3797724 h 6858000"/>
              <a:gd name="connsiteX99-9469" fmla="*/ 717581 w 1605470"/>
              <a:gd name="connsiteY99-9470" fmla="*/ 3792098 h 6858000"/>
              <a:gd name="connsiteX100-9471" fmla="*/ 716465 w 1605470"/>
              <a:gd name="connsiteY100-9472" fmla="*/ 3777135 h 6858000"/>
              <a:gd name="connsiteX101-9473" fmla="*/ 718198 w 1605470"/>
              <a:gd name="connsiteY101-9474" fmla="*/ 3771656 h 6858000"/>
              <a:gd name="connsiteX102-9475" fmla="*/ 721941 w 1605470"/>
              <a:gd name="connsiteY102-9476" fmla="*/ 3769007 h 6858000"/>
              <a:gd name="connsiteX103-9477" fmla="*/ 721407 w 1605470"/>
              <a:gd name="connsiteY103-9478" fmla="*/ 3767709 h 6858000"/>
              <a:gd name="connsiteX104-9479" fmla="*/ 730103 w 1605470"/>
              <a:gd name="connsiteY104-9480" fmla="*/ 3738082 h 6858000"/>
              <a:gd name="connsiteX105-9481" fmla="*/ 737449 w 1605470"/>
              <a:gd name="connsiteY105-9482" fmla="*/ 3673397 h 6858000"/>
              <a:gd name="connsiteX106-9483" fmla="*/ 736745 w 1605470"/>
              <a:gd name="connsiteY106-9484" fmla="*/ 3637109 h 6858000"/>
              <a:gd name="connsiteX107-9485" fmla="*/ 740188 w 1605470"/>
              <a:gd name="connsiteY107-9486" fmla="*/ 3536883 h 6858000"/>
              <a:gd name="connsiteX108-9487" fmla="*/ 747726 w 1605470"/>
              <a:gd name="connsiteY108-9488" fmla="*/ 3435652 h 6858000"/>
              <a:gd name="connsiteX109-9489" fmla="*/ 774383 w 1605470"/>
              <a:gd name="connsiteY109-9490" fmla="*/ 3381564 h 6858000"/>
              <a:gd name="connsiteX110-9491" fmla="*/ 774870 w 1605470"/>
              <a:gd name="connsiteY110-9492" fmla="*/ 3375761 h 6858000"/>
              <a:gd name="connsiteX111-9493" fmla="*/ 770510 w 1605470"/>
              <a:gd name="connsiteY111-9494" fmla="*/ 3361844 h 6858000"/>
              <a:gd name="connsiteX112-9495" fmla="*/ 767933 w 1605470"/>
              <a:gd name="connsiteY112-9496" fmla="*/ 3356929 h 6858000"/>
              <a:gd name="connsiteX113-9497" fmla="*/ 766158 w 1605470"/>
              <a:gd name="connsiteY113-9498" fmla="*/ 3349058 h 6858000"/>
              <a:gd name="connsiteX114-9499" fmla="*/ 766414 w 1605470"/>
              <a:gd name="connsiteY114-9500" fmla="*/ 3348763 h 6858000"/>
              <a:gd name="connsiteX115-9501" fmla="*/ 764166 w 1605470"/>
              <a:gd name="connsiteY115-9502" fmla="*/ 3341588 h 6858000"/>
              <a:gd name="connsiteX116-9503" fmla="*/ 749397 w 1605470"/>
              <a:gd name="connsiteY116-9504" fmla="*/ 3307769 h 6858000"/>
              <a:gd name="connsiteX117-9505" fmla="*/ 766960 w 1605470"/>
              <a:gd name="connsiteY117-9506" fmla="*/ 3250522 h 6858000"/>
              <a:gd name="connsiteX118-9507" fmla="*/ 767385 w 1605470"/>
              <a:gd name="connsiteY118-9508" fmla="*/ 3229163 h 6858000"/>
              <a:gd name="connsiteX119-9509" fmla="*/ 769208 w 1605470"/>
              <a:gd name="connsiteY119-9510" fmla="*/ 3217217 h 6858000"/>
              <a:gd name="connsiteX120-9511" fmla="*/ 770350 w 1605470"/>
              <a:gd name="connsiteY120-9512" fmla="*/ 3216125 h 6858000"/>
              <a:gd name="connsiteX121-9513" fmla="*/ 756043 w 1605470"/>
              <a:gd name="connsiteY121-9514" fmla="*/ 3183755 h 6858000"/>
              <a:gd name="connsiteX122-9515" fmla="*/ 756544 w 1605470"/>
              <a:gd name="connsiteY122-9516" fmla="*/ 3178642 h 6858000"/>
              <a:gd name="connsiteX123-9517" fmla="*/ 744144 w 1605470"/>
              <a:gd name="connsiteY123-9518" fmla="*/ 3158586 h 6858000"/>
              <a:gd name="connsiteX124-9519" fmla="*/ 739378 w 1605470"/>
              <a:gd name="connsiteY124-9520" fmla="*/ 3147669 h 6858000"/>
              <a:gd name="connsiteX125-9521" fmla="*/ 734648 w 1605470"/>
              <a:gd name="connsiteY125-9522" fmla="*/ 3145733 h 6858000"/>
              <a:gd name="connsiteX126-9523" fmla="*/ 729329 w 1605470"/>
              <a:gd name="connsiteY126-9524" fmla="*/ 3129034 h 6858000"/>
              <a:gd name="connsiteX127-9525" fmla="*/ 729994 w 1605470"/>
              <a:gd name="connsiteY127-9526" fmla="*/ 3126682 h 6858000"/>
              <a:gd name="connsiteX128-9527" fmla="*/ 720862 w 1605470"/>
              <a:gd name="connsiteY128-9528" fmla="*/ 3114519 h 6858000"/>
              <a:gd name="connsiteX129-9529" fmla="*/ 707471 w 1605470"/>
              <a:gd name="connsiteY129-9530" fmla="*/ 3106272 h 6858000"/>
              <a:gd name="connsiteX130-9531" fmla="*/ 680201 w 1605470"/>
              <a:gd name="connsiteY130-9532" fmla="*/ 2958185 h 6858000"/>
              <a:gd name="connsiteX131-9533" fmla="*/ 596759 w 1605470"/>
              <a:gd name="connsiteY131-9534" fmla="*/ 2762989 h 6858000"/>
              <a:gd name="connsiteX132-9535" fmla="*/ 571733 w 1605470"/>
              <a:gd name="connsiteY132-9536" fmla="*/ 2554718 h 6858000"/>
              <a:gd name="connsiteX133-9537" fmla="*/ 551827 w 1605470"/>
              <a:gd name="connsiteY133-9538" fmla="*/ 2485734 h 6858000"/>
              <a:gd name="connsiteX134-9539" fmla="*/ 525179 w 1605470"/>
              <a:gd name="connsiteY134-9540" fmla="*/ 2447068 h 6858000"/>
              <a:gd name="connsiteX135-9541" fmla="*/ 529511 w 1605470"/>
              <a:gd name="connsiteY135-9542" fmla="*/ 2425819 h 6858000"/>
              <a:gd name="connsiteX136-9543" fmla="*/ 530521 w 1605470"/>
              <a:gd name="connsiteY136-9544" fmla="*/ 2422066 h 6858000"/>
              <a:gd name="connsiteX137-9545" fmla="*/ 528878 w 1605470"/>
              <a:gd name="connsiteY137-9546" fmla="*/ 2408971 h 6858000"/>
              <a:gd name="connsiteX138-9547" fmla="*/ 535510 w 1605470"/>
              <a:gd name="connsiteY138-9548" fmla="*/ 2402874 h 6858000"/>
              <a:gd name="connsiteX139-9549" fmla="*/ 538122 w 1605470"/>
              <a:gd name="connsiteY139-9550" fmla="*/ 2381443 h 6858000"/>
              <a:gd name="connsiteX140-9551" fmla="*/ 514451 w 1605470"/>
              <a:gd name="connsiteY140-9552" fmla="*/ 2261920 h 6858000"/>
              <a:gd name="connsiteX141-9553" fmla="*/ 486968 w 1605470"/>
              <a:gd name="connsiteY141-9554" fmla="*/ 2182937 h 6858000"/>
              <a:gd name="connsiteX142-9555" fmla="*/ 488555 w 1605470"/>
              <a:gd name="connsiteY142-9556" fmla="*/ 2155135 h 6858000"/>
              <a:gd name="connsiteX143-9557" fmla="*/ 486013 w 1605470"/>
              <a:gd name="connsiteY143-9558" fmla="*/ 2118008 h 6858000"/>
              <a:gd name="connsiteX144-9559" fmla="*/ 487006 w 1605470"/>
              <a:gd name="connsiteY144-9560" fmla="*/ 2050531 h 6858000"/>
              <a:gd name="connsiteX145-9561" fmla="*/ 478812 w 1605470"/>
              <a:gd name="connsiteY145-9562" fmla="*/ 1963269 h 6858000"/>
              <a:gd name="connsiteX146-9563" fmla="*/ 442619 w 1605470"/>
              <a:gd name="connsiteY146-9564" fmla="*/ 1910499 h 6858000"/>
              <a:gd name="connsiteX147-9565" fmla="*/ 446785 w 1605470"/>
              <a:gd name="connsiteY147-9566" fmla="*/ 1903212 h 6858000"/>
              <a:gd name="connsiteX148-9567" fmla="*/ 436547 w 1605470"/>
              <a:gd name="connsiteY148-9568" fmla="*/ 1861531 h 6858000"/>
              <a:gd name="connsiteX149-9569" fmla="*/ 390346 w 1605470"/>
              <a:gd name="connsiteY149-9570" fmla="*/ 1732919 h 6858000"/>
              <a:gd name="connsiteX150-9571" fmla="*/ 362657 w 1605470"/>
              <a:gd name="connsiteY150-9572" fmla="*/ 1663540 h 6858000"/>
              <a:gd name="connsiteX151-9573" fmla="*/ 344412 w 1605470"/>
              <a:gd name="connsiteY151-9574" fmla="*/ 1615777 h 6858000"/>
              <a:gd name="connsiteX152-9575" fmla="*/ 342578 w 1605470"/>
              <a:gd name="connsiteY152-9576" fmla="*/ 1563678 h 6858000"/>
              <a:gd name="connsiteX153-9577" fmla="*/ 355658 w 1605470"/>
              <a:gd name="connsiteY153-9578" fmla="*/ 1519474 h 6858000"/>
              <a:gd name="connsiteX154-9579" fmla="*/ 348400 w 1605470"/>
              <a:gd name="connsiteY154-9580" fmla="*/ 1477995 h 6858000"/>
              <a:gd name="connsiteX155-9581" fmla="*/ 334485 w 1605470"/>
              <a:gd name="connsiteY155-9582" fmla="*/ 1373769 h 6858000"/>
              <a:gd name="connsiteX156-9583" fmla="*/ 342792 w 1605470"/>
              <a:gd name="connsiteY156-9584" fmla="*/ 1307086 h 6858000"/>
              <a:gd name="connsiteX157-9585" fmla="*/ 343980 w 1605470"/>
              <a:gd name="connsiteY157-9586" fmla="*/ 1189033 h 6858000"/>
              <a:gd name="connsiteX158-9587" fmla="*/ 348665 w 1605470"/>
              <a:gd name="connsiteY158-9588" fmla="*/ 1168288 h 6858000"/>
              <a:gd name="connsiteX159-9589" fmla="*/ 340947 w 1605470"/>
              <a:gd name="connsiteY159-9590" fmla="*/ 1142577 h 6858000"/>
              <a:gd name="connsiteX160-9591" fmla="*/ 330253 w 1605470"/>
              <a:gd name="connsiteY160-9592" fmla="*/ 1088484 h 6858000"/>
              <a:gd name="connsiteX161-9593" fmla="*/ 336360 w 1605470"/>
              <a:gd name="connsiteY161-9594" fmla="*/ 1045131 h 6858000"/>
              <a:gd name="connsiteX162-9595" fmla="*/ 322475 w 1605470"/>
              <a:gd name="connsiteY162-9596" fmla="*/ 1002093 h 6858000"/>
              <a:gd name="connsiteX163-9597" fmla="*/ 320445 w 1605470"/>
              <a:gd name="connsiteY163-9598" fmla="*/ 932283 h 6858000"/>
              <a:gd name="connsiteX164-9599" fmla="*/ 322681 w 1605470"/>
              <a:gd name="connsiteY164-9600" fmla="*/ 915925 h 6858000"/>
              <a:gd name="connsiteX165-9601" fmla="*/ 315310 w 1605470"/>
              <a:gd name="connsiteY165-9602" fmla="*/ 896999 h 6858000"/>
              <a:gd name="connsiteX166-9603" fmla="*/ 284718 w 1605470"/>
              <a:gd name="connsiteY166-9604" fmla="*/ 821517 h 6858000"/>
              <a:gd name="connsiteX167-9605" fmla="*/ 263668 w 1605470"/>
              <a:gd name="connsiteY167-9606" fmla="*/ 751353 h 6858000"/>
              <a:gd name="connsiteX168-9607" fmla="*/ 254540 w 1605470"/>
              <a:gd name="connsiteY168-9608" fmla="*/ 741965 h 6858000"/>
              <a:gd name="connsiteX169-9609" fmla="*/ 248897 w 1605470"/>
              <a:gd name="connsiteY169-9610" fmla="*/ 681659 h 6858000"/>
              <a:gd name="connsiteX170-9611" fmla="*/ 234316 w 1605470"/>
              <a:gd name="connsiteY170-9612" fmla="*/ 635218 h 6858000"/>
              <a:gd name="connsiteX171-9613" fmla="*/ 239327 w 1605470"/>
              <a:gd name="connsiteY171-9614" fmla="*/ 613763 h 6858000"/>
              <a:gd name="connsiteX172-9615" fmla="*/ 225269 w 1605470"/>
              <a:gd name="connsiteY172-9616" fmla="*/ 598582 h 6858000"/>
              <a:gd name="connsiteX173-9617" fmla="*/ 224950 w 1605470"/>
              <a:gd name="connsiteY173-9618" fmla="*/ 576846 h 6858000"/>
              <a:gd name="connsiteX174-9619" fmla="*/ 239317 w 1605470"/>
              <a:gd name="connsiteY174-9620" fmla="*/ 517614 h 6858000"/>
              <a:gd name="connsiteX175-9621" fmla="*/ 201693 w 1605470"/>
              <a:gd name="connsiteY175-9622" fmla="*/ 469651 h 6858000"/>
              <a:gd name="connsiteX176-9623" fmla="*/ 195012 w 1605470"/>
              <a:gd name="connsiteY176-9624" fmla="*/ 448559 h 6858000"/>
              <a:gd name="connsiteX177-9625" fmla="*/ 201434 w 1605470"/>
              <a:gd name="connsiteY177-9626" fmla="*/ 441529 h 6858000"/>
              <a:gd name="connsiteX178-9627" fmla="*/ 200655 w 1605470"/>
              <a:gd name="connsiteY178-9628" fmla="*/ 428927 h 6858000"/>
              <a:gd name="connsiteX179-9629" fmla="*/ 190059 w 1605470"/>
              <a:gd name="connsiteY179-9630" fmla="*/ 430161 h 6858000"/>
              <a:gd name="connsiteX180-9631" fmla="*/ 167079 w 1605470"/>
              <a:gd name="connsiteY180-9632" fmla="*/ 367211 h 6858000"/>
              <a:gd name="connsiteX181-9633" fmla="*/ 124571 w 1605470"/>
              <a:gd name="connsiteY181-9634" fmla="*/ 302178 h 6858000"/>
              <a:gd name="connsiteX182-9635" fmla="*/ 103243 w 1605470"/>
              <a:gd name="connsiteY182-9636" fmla="*/ 211375 h 6858000"/>
              <a:gd name="connsiteX183-9637" fmla="*/ 94571 w 1605470"/>
              <a:gd name="connsiteY183-9638" fmla="*/ 184179 h 6858000"/>
              <a:gd name="connsiteX184-9639" fmla="*/ 13437 w 1605470"/>
              <a:gd name="connsiteY184-9640" fmla="*/ 19287 h 6858000"/>
              <a:gd name="connsiteX185-9641" fmla="*/ 0 w 1605470"/>
              <a:gd name="connsiteY185-9642" fmla="*/ 0 h 6858000"/>
              <a:gd name="connsiteX0-9643" fmla="*/ 0 w 1605470"/>
              <a:gd name="connsiteY0-9644" fmla="*/ 0 h 6858000"/>
              <a:gd name="connsiteX1-9645" fmla="*/ 1605470 w 1605470"/>
              <a:gd name="connsiteY1-9646" fmla="*/ 0 h 6858000"/>
              <a:gd name="connsiteX2-9647" fmla="*/ 1605470 w 1605470"/>
              <a:gd name="connsiteY2-9648" fmla="*/ 6858000 h 6858000"/>
              <a:gd name="connsiteX3-9649" fmla="*/ 154105 w 1605470"/>
              <a:gd name="connsiteY3-9650" fmla="*/ 6858000 h 6858000"/>
              <a:gd name="connsiteX4-9651" fmla="*/ 154246 w 1605470"/>
              <a:gd name="connsiteY4-9652" fmla="*/ 6857735 h 6858000"/>
              <a:gd name="connsiteX5-9653" fmla="*/ 166295 w 1605470"/>
              <a:gd name="connsiteY5-9654" fmla="*/ 6809549 h 6858000"/>
              <a:gd name="connsiteX6-9655" fmla="*/ 198506 w 1605470"/>
              <a:gd name="connsiteY6-9656" fmla="*/ 6715115 h 6858000"/>
              <a:gd name="connsiteX7-9657" fmla="*/ 208357 w 1605470"/>
              <a:gd name="connsiteY7-9658" fmla="*/ 6680170 h 6858000"/>
              <a:gd name="connsiteX8-9659" fmla="*/ 233907 w 1605470"/>
              <a:gd name="connsiteY8-9660" fmla="*/ 6621207 h 6858000"/>
              <a:gd name="connsiteX9-9661" fmla="*/ 250564 w 1605470"/>
              <a:gd name="connsiteY9-9662" fmla="*/ 6596265 h 6858000"/>
              <a:gd name="connsiteX10-9663" fmla="*/ 250443 w 1605470"/>
              <a:gd name="connsiteY10-9664" fmla="*/ 6594818 h 6858000"/>
              <a:gd name="connsiteX11-9665" fmla="*/ 254688 w 1605470"/>
              <a:gd name="connsiteY11-9666" fmla="*/ 6593735 h 6858000"/>
              <a:gd name="connsiteX12-9667" fmla="*/ 257885 w 1605470"/>
              <a:gd name="connsiteY12-9668" fmla="*/ 6589172 h 6858000"/>
              <a:gd name="connsiteX13-9669" fmla="*/ 261179 w 1605470"/>
              <a:gd name="connsiteY13-9670" fmla="*/ 6574442 h 6858000"/>
              <a:gd name="connsiteX14-9671" fmla="*/ 261519 w 1605470"/>
              <a:gd name="connsiteY14-9672" fmla="*/ 6568530 h 6858000"/>
              <a:gd name="connsiteX15-9673" fmla="*/ 263928 w 1605470"/>
              <a:gd name="connsiteY15-9674" fmla="*/ 6560674 h 6858000"/>
              <a:gd name="connsiteX16-9675" fmla="*/ 264273 w 1605470"/>
              <a:gd name="connsiteY16-9676" fmla="*/ 6560598 h 6858000"/>
              <a:gd name="connsiteX17-9677" fmla="*/ 265970 w 1605470"/>
              <a:gd name="connsiteY17-9678" fmla="*/ 6553006 h 6858000"/>
              <a:gd name="connsiteX18-9679" fmla="*/ 270666 w 1605470"/>
              <a:gd name="connsiteY18-9680" fmla="*/ 6514360 h 6858000"/>
              <a:gd name="connsiteX19-9681" fmla="*/ 312320 w 1605470"/>
              <a:gd name="connsiteY19-9682" fmla="*/ 6478062 h 6858000"/>
              <a:gd name="connsiteX20-9683" fmla="*/ 323009 w 1605470"/>
              <a:gd name="connsiteY20-9684" fmla="*/ 6460325 h 6858000"/>
              <a:gd name="connsiteX21-9685" fmla="*/ 330242 w 1605470"/>
              <a:gd name="connsiteY21-9686" fmla="*/ 6451488 h 6858000"/>
              <a:gd name="connsiteX22-9687" fmla="*/ 331677 w 1605470"/>
              <a:gd name="connsiteY22-9688" fmla="*/ 6451348 h 6858000"/>
              <a:gd name="connsiteX23-9689" fmla="*/ 336035 w 1605470"/>
              <a:gd name="connsiteY23-9690" fmla="*/ 6414240 h 6858000"/>
              <a:gd name="connsiteX24-9691" fmla="*/ 338911 w 1605470"/>
              <a:gd name="connsiteY24-9692" fmla="*/ 6410269 h 6858000"/>
              <a:gd name="connsiteX25-9693" fmla="*/ 338811 w 1605470"/>
              <a:gd name="connsiteY25-9694" fmla="*/ 6384857 h 6858000"/>
              <a:gd name="connsiteX26-9695" fmla="*/ 340328 w 1605470"/>
              <a:gd name="connsiteY26-9696" fmla="*/ 6372381 h 6858000"/>
              <a:gd name="connsiteX27-9697" fmla="*/ 337522 w 1605470"/>
              <a:gd name="connsiteY27-9698" fmla="*/ 6367510 h 6858000"/>
              <a:gd name="connsiteX28-9699" fmla="*/ 341402 w 1605470"/>
              <a:gd name="connsiteY28-9700" fmla="*/ 6349778 h 6858000"/>
              <a:gd name="connsiteX29-9701" fmla="*/ 343067 w 1605470"/>
              <a:gd name="connsiteY29-9702" fmla="*/ 6348250 h 6858000"/>
              <a:gd name="connsiteX30-9703" fmla="*/ 341730 w 1605470"/>
              <a:gd name="connsiteY30-9704" fmla="*/ 6331735 h 6858000"/>
              <a:gd name="connsiteX31-9705" fmla="*/ 335123 w 1605470"/>
              <a:gd name="connsiteY31-9706" fmla="*/ 6315613 h 6858000"/>
              <a:gd name="connsiteX32-9707" fmla="*/ 385303 w 1605470"/>
              <a:gd name="connsiteY32-9708" fmla="*/ 6171970 h 6858000"/>
              <a:gd name="connsiteX33-9709" fmla="*/ 380910 w 1605470"/>
              <a:gd name="connsiteY33-9710" fmla="*/ 6028119 h 6858000"/>
              <a:gd name="connsiteX34-9711" fmla="*/ 409371 w 1605470"/>
              <a:gd name="connsiteY34-9712" fmla="*/ 5950668 h 6858000"/>
              <a:gd name="connsiteX35-9713" fmla="*/ 442432 w 1605470"/>
              <a:gd name="connsiteY35-9714" fmla="*/ 5934687 h 6858000"/>
              <a:gd name="connsiteX36-9715" fmla="*/ 489472 w 1605470"/>
              <a:gd name="connsiteY36-9716" fmla="*/ 5732419 h 6858000"/>
              <a:gd name="connsiteX37-9717" fmla="*/ 512623 w 1605470"/>
              <a:gd name="connsiteY37-9718" fmla="*/ 5685392 h 6858000"/>
              <a:gd name="connsiteX38-9719" fmla="*/ 510261 w 1605470"/>
              <a:gd name="connsiteY38-9720" fmla="*/ 5634527 h 6858000"/>
              <a:gd name="connsiteX39-9721" fmla="*/ 523992 w 1605470"/>
              <a:gd name="connsiteY39-9722" fmla="*/ 5619557 h 6858000"/>
              <a:gd name="connsiteX40-9723" fmla="*/ 526609 w 1605470"/>
              <a:gd name="connsiteY40-9724" fmla="*/ 5617081 h 6858000"/>
              <a:gd name="connsiteX41-9725" fmla="*/ 531653 w 1605470"/>
              <a:gd name="connsiteY41-9726" fmla="*/ 5604904 h 6858000"/>
              <a:gd name="connsiteX42-9727" fmla="*/ 539863 w 1605470"/>
              <a:gd name="connsiteY42-9728" fmla="*/ 5604298 h 6858000"/>
              <a:gd name="connsiteX43-9729" fmla="*/ 552319 w 1605470"/>
              <a:gd name="connsiteY43-9730" fmla="*/ 5587997 h 6858000"/>
              <a:gd name="connsiteX44-9731" fmla="*/ 559710 w 1605470"/>
              <a:gd name="connsiteY44-9732" fmla="*/ 5564796 h 6858000"/>
              <a:gd name="connsiteX45-9733" fmla="*/ 587214 w 1605470"/>
              <a:gd name="connsiteY45-9734" fmla="*/ 5451511 h 6858000"/>
              <a:gd name="connsiteX46-9735" fmla="*/ 608019 w 1605470"/>
              <a:gd name="connsiteY46-9736" fmla="*/ 5385461 h 6858000"/>
              <a:gd name="connsiteX47-9737" fmla="*/ 622750 w 1605470"/>
              <a:gd name="connsiteY47-9738" fmla="*/ 5363084 h 6858000"/>
              <a:gd name="connsiteX48-9739" fmla="*/ 638731 w 1605470"/>
              <a:gd name="connsiteY48-9740" fmla="*/ 5330009 h 6858000"/>
              <a:gd name="connsiteX49-9741" fmla="*/ 672224 w 1605470"/>
              <a:gd name="connsiteY49-9742" fmla="*/ 5273739 h 6858000"/>
              <a:gd name="connsiteX50-9743" fmla="*/ 681823 w 1605470"/>
              <a:gd name="connsiteY50-9744" fmla="*/ 5241779 h 6858000"/>
              <a:gd name="connsiteX51-9745" fmla="*/ 693049 w 1605470"/>
              <a:gd name="connsiteY51-9746" fmla="*/ 5225268 h 6858000"/>
              <a:gd name="connsiteX52-9747" fmla="*/ 694069 w 1605470"/>
              <a:gd name="connsiteY52-9748" fmla="*/ 5217684 h 6858000"/>
              <a:gd name="connsiteX53-9749" fmla="*/ 701410 w 1605470"/>
              <a:gd name="connsiteY53-9750" fmla="*/ 5193377 h 6858000"/>
              <a:gd name="connsiteX54-9751" fmla="*/ 704713 w 1605470"/>
              <a:gd name="connsiteY54-9752" fmla="*/ 5179288 h 6858000"/>
              <a:gd name="connsiteX55-9753" fmla="*/ 705697 w 1605470"/>
              <a:gd name="connsiteY55-9754" fmla="*/ 5173621 h 6858000"/>
              <a:gd name="connsiteX56-9755" fmla="*/ 701331 w 1605470"/>
              <a:gd name="connsiteY56-9756" fmla="*/ 5159961 h 6858000"/>
              <a:gd name="connsiteX57-9757" fmla="*/ 708008 w 1605470"/>
              <a:gd name="connsiteY57-9758" fmla="*/ 5144295 h 6858000"/>
              <a:gd name="connsiteX58-9759" fmla="*/ 704941 w 1605470"/>
              <a:gd name="connsiteY58-9760" fmla="*/ 5125185 h 6858000"/>
              <a:gd name="connsiteX59-9761" fmla="*/ 711771 w 1605470"/>
              <a:gd name="connsiteY59-9762" fmla="*/ 5121884 h 6858000"/>
              <a:gd name="connsiteX60-9763" fmla="*/ 721092 w 1605470"/>
              <a:gd name="connsiteY60-9764" fmla="*/ 5108383 h 6858000"/>
              <a:gd name="connsiteX61-9765" fmla="*/ 717045 w 1605470"/>
              <a:gd name="connsiteY61-9766" fmla="*/ 5094705 h 6858000"/>
              <a:gd name="connsiteX62-9767" fmla="*/ 718807 w 1605470"/>
              <a:gd name="connsiteY62-9768" fmla="*/ 5067850 h 6858000"/>
              <a:gd name="connsiteX63-9769" fmla="*/ 721538 w 1605470"/>
              <a:gd name="connsiteY63-9770" fmla="*/ 5060861 h 6858000"/>
              <a:gd name="connsiteX64-9771" fmla="*/ 718242 w 1605470"/>
              <a:gd name="connsiteY64-9772" fmla="*/ 5034192 h 6858000"/>
              <a:gd name="connsiteX65-9773" fmla="*/ 719796 w 1605470"/>
              <a:gd name="connsiteY65-9774" fmla="*/ 4993030 h 6858000"/>
              <a:gd name="connsiteX66-9775" fmla="*/ 726705 w 1605470"/>
              <a:gd name="connsiteY66-9776" fmla="*/ 4946844 h 6858000"/>
              <a:gd name="connsiteX67-9777" fmla="*/ 722561 w 1605470"/>
              <a:gd name="connsiteY67-9778" fmla="*/ 4932692 h 6858000"/>
              <a:gd name="connsiteX68-9779" fmla="*/ 724588 w 1605470"/>
              <a:gd name="connsiteY68-9780" fmla="*/ 4845927 h 6858000"/>
              <a:gd name="connsiteX69-9781" fmla="*/ 724935 w 1605470"/>
              <a:gd name="connsiteY69-9782" fmla="*/ 4821504 h 6858000"/>
              <a:gd name="connsiteX70-9783" fmla="*/ 732118 w 1605470"/>
              <a:gd name="connsiteY70-9784" fmla="*/ 4801535 h 6858000"/>
              <a:gd name="connsiteX71-9785" fmla="*/ 739787 w 1605470"/>
              <a:gd name="connsiteY71-9786" fmla="*/ 4797794 h 6858000"/>
              <a:gd name="connsiteX72-9787" fmla="*/ 741081 w 1605470"/>
              <a:gd name="connsiteY72-9788" fmla="*/ 4784526 h 6858000"/>
              <a:gd name="connsiteX73-9789" fmla="*/ 742865 w 1605470"/>
              <a:gd name="connsiteY73-9790" fmla="*/ 4781211 h 6858000"/>
              <a:gd name="connsiteX74-9791" fmla="*/ 751652 w 1605470"/>
              <a:gd name="connsiteY74-9792" fmla="*/ 4761984 h 6858000"/>
              <a:gd name="connsiteX75-9793" fmla="*/ 734671 w 1605470"/>
              <a:gd name="connsiteY75-9794" fmla="*/ 4715631 h 6858000"/>
              <a:gd name="connsiteX76-9795" fmla="*/ 743180 w 1605470"/>
              <a:gd name="connsiteY76-9796" fmla="*/ 4662965 h 6858000"/>
              <a:gd name="connsiteX77-9797" fmla="*/ 729578 w 1605470"/>
              <a:gd name="connsiteY77-9798" fmla="*/ 4456787 h 6858000"/>
              <a:gd name="connsiteX78-9799" fmla="*/ 756542 w 1605470"/>
              <a:gd name="connsiteY78-9800" fmla="*/ 4429138 h 6858000"/>
              <a:gd name="connsiteX79-9801" fmla="*/ 761317 w 1605470"/>
              <a:gd name="connsiteY79-9802" fmla="*/ 4346145 h 6858000"/>
              <a:gd name="connsiteX80-9803" fmla="*/ 715481 w 1605470"/>
              <a:gd name="connsiteY80-9804" fmla="*/ 4214165 h 6858000"/>
              <a:gd name="connsiteX81-9805" fmla="*/ 721848 w 1605470"/>
              <a:gd name="connsiteY81-9806" fmla="*/ 4061253 h 6858000"/>
              <a:gd name="connsiteX82-9807" fmla="*/ 710868 w 1605470"/>
              <a:gd name="connsiteY82-9808" fmla="*/ 4048827 h 6858000"/>
              <a:gd name="connsiteX83-9809" fmla="*/ 704810 w 1605470"/>
              <a:gd name="connsiteY83-9810" fmla="*/ 4033999 h 6858000"/>
              <a:gd name="connsiteX84-9811" fmla="*/ 705959 w 1605470"/>
              <a:gd name="connsiteY84-9812" fmla="*/ 4031933 h 6858000"/>
              <a:gd name="connsiteX85-9813" fmla="*/ 704535 w 1605470"/>
              <a:gd name="connsiteY85-9814" fmla="*/ 4013953 h 6858000"/>
              <a:gd name="connsiteX86-9815" fmla="*/ 700443 w 1605470"/>
              <a:gd name="connsiteY86-9816" fmla="*/ 4010511 h 6858000"/>
              <a:gd name="connsiteX87-9817" fmla="*/ 698282 w 1605470"/>
              <a:gd name="connsiteY87-9818" fmla="*/ 3998331 h 6858000"/>
              <a:gd name="connsiteX88-9819" fmla="*/ 690830 w 1605470"/>
              <a:gd name="connsiteY88-9820" fmla="*/ 3974753 h 6858000"/>
              <a:gd name="connsiteX89-9821" fmla="*/ 692428 w 1605470"/>
              <a:gd name="connsiteY89-9822" fmla="*/ 3969950 h 6858000"/>
              <a:gd name="connsiteX90-9823" fmla="*/ 685850 w 1605470"/>
              <a:gd name="connsiteY90-9824" fmla="*/ 3933779 h 6858000"/>
              <a:gd name="connsiteX91-9825" fmla="*/ 687181 w 1605470"/>
              <a:gd name="connsiteY91-9826" fmla="*/ 3933093 h 6858000"/>
              <a:gd name="connsiteX92-9827" fmla="*/ 691535 w 1605470"/>
              <a:gd name="connsiteY92-9828" fmla="*/ 3922082 h 6858000"/>
              <a:gd name="connsiteX93-9829" fmla="*/ 696613 w 1605470"/>
              <a:gd name="connsiteY93-9830" fmla="*/ 3901461 h 6858000"/>
              <a:gd name="connsiteX94-9831" fmla="*/ 725908 w 1605470"/>
              <a:gd name="connsiteY94-9832" fmla="*/ 3851605 h 6858000"/>
              <a:gd name="connsiteX95-9833" fmla="*/ 719207 w 1605470"/>
              <a:gd name="connsiteY95-9834" fmla="*/ 3813873 h 6858000"/>
              <a:gd name="connsiteX96-9835" fmla="*/ 718632 w 1605470"/>
              <a:gd name="connsiteY96-9836" fmla="*/ 3806161 h 6858000"/>
              <a:gd name="connsiteX97-9837" fmla="*/ 718939 w 1605470"/>
              <a:gd name="connsiteY97-9838" fmla="*/ 3805957 h 6858000"/>
              <a:gd name="connsiteX98-9839" fmla="*/ 718966 w 1605470"/>
              <a:gd name="connsiteY98-9840" fmla="*/ 3797724 h 6858000"/>
              <a:gd name="connsiteX99-9841" fmla="*/ 717581 w 1605470"/>
              <a:gd name="connsiteY99-9842" fmla="*/ 3792098 h 6858000"/>
              <a:gd name="connsiteX100-9843" fmla="*/ 716465 w 1605470"/>
              <a:gd name="connsiteY100-9844" fmla="*/ 3777135 h 6858000"/>
              <a:gd name="connsiteX101-9845" fmla="*/ 718198 w 1605470"/>
              <a:gd name="connsiteY101-9846" fmla="*/ 3771656 h 6858000"/>
              <a:gd name="connsiteX102-9847" fmla="*/ 721941 w 1605470"/>
              <a:gd name="connsiteY102-9848" fmla="*/ 3769007 h 6858000"/>
              <a:gd name="connsiteX103-9849" fmla="*/ 721407 w 1605470"/>
              <a:gd name="connsiteY103-9850" fmla="*/ 3767709 h 6858000"/>
              <a:gd name="connsiteX104-9851" fmla="*/ 730103 w 1605470"/>
              <a:gd name="connsiteY104-9852" fmla="*/ 3738082 h 6858000"/>
              <a:gd name="connsiteX105-9853" fmla="*/ 737449 w 1605470"/>
              <a:gd name="connsiteY105-9854" fmla="*/ 3673397 h 6858000"/>
              <a:gd name="connsiteX106-9855" fmla="*/ 736745 w 1605470"/>
              <a:gd name="connsiteY106-9856" fmla="*/ 3637109 h 6858000"/>
              <a:gd name="connsiteX107-9857" fmla="*/ 740188 w 1605470"/>
              <a:gd name="connsiteY107-9858" fmla="*/ 3536883 h 6858000"/>
              <a:gd name="connsiteX108-9859" fmla="*/ 747726 w 1605470"/>
              <a:gd name="connsiteY108-9860" fmla="*/ 3435652 h 6858000"/>
              <a:gd name="connsiteX109-9861" fmla="*/ 774383 w 1605470"/>
              <a:gd name="connsiteY109-9862" fmla="*/ 3381564 h 6858000"/>
              <a:gd name="connsiteX110-9863" fmla="*/ 774870 w 1605470"/>
              <a:gd name="connsiteY110-9864" fmla="*/ 3375761 h 6858000"/>
              <a:gd name="connsiteX111-9865" fmla="*/ 770510 w 1605470"/>
              <a:gd name="connsiteY111-9866" fmla="*/ 3361844 h 6858000"/>
              <a:gd name="connsiteX112-9867" fmla="*/ 767933 w 1605470"/>
              <a:gd name="connsiteY112-9868" fmla="*/ 3356929 h 6858000"/>
              <a:gd name="connsiteX113-9869" fmla="*/ 766158 w 1605470"/>
              <a:gd name="connsiteY113-9870" fmla="*/ 3349058 h 6858000"/>
              <a:gd name="connsiteX114-9871" fmla="*/ 766414 w 1605470"/>
              <a:gd name="connsiteY114-9872" fmla="*/ 3348763 h 6858000"/>
              <a:gd name="connsiteX115-9873" fmla="*/ 764166 w 1605470"/>
              <a:gd name="connsiteY115-9874" fmla="*/ 3341588 h 6858000"/>
              <a:gd name="connsiteX116-9875" fmla="*/ 749397 w 1605470"/>
              <a:gd name="connsiteY116-9876" fmla="*/ 3307769 h 6858000"/>
              <a:gd name="connsiteX117-9877" fmla="*/ 766960 w 1605470"/>
              <a:gd name="connsiteY117-9878" fmla="*/ 3250522 h 6858000"/>
              <a:gd name="connsiteX118-9879" fmla="*/ 767385 w 1605470"/>
              <a:gd name="connsiteY118-9880" fmla="*/ 3229163 h 6858000"/>
              <a:gd name="connsiteX119-9881" fmla="*/ 769208 w 1605470"/>
              <a:gd name="connsiteY119-9882" fmla="*/ 3217217 h 6858000"/>
              <a:gd name="connsiteX120-9883" fmla="*/ 770350 w 1605470"/>
              <a:gd name="connsiteY120-9884" fmla="*/ 3216125 h 6858000"/>
              <a:gd name="connsiteX121-9885" fmla="*/ 756043 w 1605470"/>
              <a:gd name="connsiteY121-9886" fmla="*/ 3183755 h 6858000"/>
              <a:gd name="connsiteX122-9887" fmla="*/ 756544 w 1605470"/>
              <a:gd name="connsiteY122-9888" fmla="*/ 3178642 h 6858000"/>
              <a:gd name="connsiteX123-9889" fmla="*/ 744144 w 1605470"/>
              <a:gd name="connsiteY123-9890" fmla="*/ 3158586 h 6858000"/>
              <a:gd name="connsiteX124-9891" fmla="*/ 739378 w 1605470"/>
              <a:gd name="connsiteY124-9892" fmla="*/ 3147669 h 6858000"/>
              <a:gd name="connsiteX125-9893" fmla="*/ 734648 w 1605470"/>
              <a:gd name="connsiteY125-9894" fmla="*/ 3145733 h 6858000"/>
              <a:gd name="connsiteX126-9895" fmla="*/ 729329 w 1605470"/>
              <a:gd name="connsiteY126-9896" fmla="*/ 3129034 h 6858000"/>
              <a:gd name="connsiteX127-9897" fmla="*/ 729994 w 1605470"/>
              <a:gd name="connsiteY127-9898" fmla="*/ 3126682 h 6858000"/>
              <a:gd name="connsiteX128-9899" fmla="*/ 720862 w 1605470"/>
              <a:gd name="connsiteY128-9900" fmla="*/ 3114519 h 6858000"/>
              <a:gd name="connsiteX129-9901" fmla="*/ 707471 w 1605470"/>
              <a:gd name="connsiteY129-9902" fmla="*/ 3106272 h 6858000"/>
              <a:gd name="connsiteX130-9903" fmla="*/ 680201 w 1605470"/>
              <a:gd name="connsiteY130-9904" fmla="*/ 2958185 h 6858000"/>
              <a:gd name="connsiteX131-9905" fmla="*/ 596759 w 1605470"/>
              <a:gd name="connsiteY131-9906" fmla="*/ 2762989 h 6858000"/>
              <a:gd name="connsiteX132-9907" fmla="*/ 571733 w 1605470"/>
              <a:gd name="connsiteY132-9908" fmla="*/ 2554718 h 6858000"/>
              <a:gd name="connsiteX133-9909" fmla="*/ 551827 w 1605470"/>
              <a:gd name="connsiteY133-9910" fmla="*/ 2485734 h 6858000"/>
              <a:gd name="connsiteX134-9911" fmla="*/ 525179 w 1605470"/>
              <a:gd name="connsiteY134-9912" fmla="*/ 2447068 h 6858000"/>
              <a:gd name="connsiteX135-9913" fmla="*/ 529511 w 1605470"/>
              <a:gd name="connsiteY135-9914" fmla="*/ 2425819 h 6858000"/>
              <a:gd name="connsiteX136-9915" fmla="*/ 530521 w 1605470"/>
              <a:gd name="connsiteY136-9916" fmla="*/ 2422066 h 6858000"/>
              <a:gd name="connsiteX137-9917" fmla="*/ 528878 w 1605470"/>
              <a:gd name="connsiteY137-9918" fmla="*/ 2408971 h 6858000"/>
              <a:gd name="connsiteX138-9919" fmla="*/ 535510 w 1605470"/>
              <a:gd name="connsiteY138-9920" fmla="*/ 2402874 h 6858000"/>
              <a:gd name="connsiteX139-9921" fmla="*/ 538122 w 1605470"/>
              <a:gd name="connsiteY139-9922" fmla="*/ 2381443 h 6858000"/>
              <a:gd name="connsiteX140-9923" fmla="*/ 514451 w 1605470"/>
              <a:gd name="connsiteY140-9924" fmla="*/ 2261920 h 6858000"/>
              <a:gd name="connsiteX141-9925" fmla="*/ 486968 w 1605470"/>
              <a:gd name="connsiteY141-9926" fmla="*/ 2182937 h 6858000"/>
              <a:gd name="connsiteX142-9927" fmla="*/ 488555 w 1605470"/>
              <a:gd name="connsiteY142-9928" fmla="*/ 2155135 h 6858000"/>
              <a:gd name="connsiteX143-9929" fmla="*/ 486013 w 1605470"/>
              <a:gd name="connsiteY143-9930" fmla="*/ 2118008 h 6858000"/>
              <a:gd name="connsiteX144-9931" fmla="*/ 487006 w 1605470"/>
              <a:gd name="connsiteY144-9932" fmla="*/ 2050531 h 6858000"/>
              <a:gd name="connsiteX145-9933" fmla="*/ 478812 w 1605470"/>
              <a:gd name="connsiteY145-9934" fmla="*/ 1963269 h 6858000"/>
              <a:gd name="connsiteX146-9935" fmla="*/ 442619 w 1605470"/>
              <a:gd name="connsiteY146-9936" fmla="*/ 1910499 h 6858000"/>
              <a:gd name="connsiteX147-9937" fmla="*/ 446785 w 1605470"/>
              <a:gd name="connsiteY147-9938" fmla="*/ 1903212 h 6858000"/>
              <a:gd name="connsiteX148-9939" fmla="*/ 436547 w 1605470"/>
              <a:gd name="connsiteY148-9940" fmla="*/ 1861531 h 6858000"/>
              <a:gd name="connsiteX149-9941" fmla="*/ 390346 w 1605470"/>
              <a:gd name="connsiteY149-9942" fmla="*/ 1732919 h 6858000"/>
              <a:gd name="connsiteX150-9943" fmla="*/ 362657 w 1605470"/>
              <a:gd name="connsiteY150-9944" fmla="*/ 1663540 h 6858000"/>
              <a:gd name="connsiteX151-9945" fmla="*/ 344412 w 1605470"/>
              <a:gd name="connsiteY151-9946" fmla="*/ 1615777 h 6858000"/>
              <a:gd name="connsiteX152-9947" fmla="*/ 342578 w 1605470"/>
              <a:gd name="connsiteY152-9948" fmla="*/ 1563678 h 6858000"/>
              <a:gd name="connsiteX153-9949" fmla="*/ 355658 w 1605470"/>
              <a:gd name="connsiteY153-9950" fmla="*/ 1519474 h 6858000"/>
              <a:gd name="connsiteX154-9951" fmla="*/ 348400 w 1605470"/>
              <a:gd name="connsiteY154-9952" fmla="*/ 1477995 h 6858000"/>
              <a:gd name="connsiteX155-9953" fmla="*/ 334485 w 1605470"/>
              <a:gd name="connsiteY155-9954" fmla="*/ 1373769 h 6858000"/>
              <a:gd name="connsiteX156-9955" fmla="*/ 342792 w 1605470"/>
              <a:gd name="connsiteY156-9956" fmla="*/ 1307086 h 6858000"/>
              <a:gd name="connsiteX157-9957" fmla="*/ 343980 w 1605470"/>
              <a:gd name="connsiteY157-9958" fmla="*/ 1189033 h 6858000"/>
              <a:gd name="connsiteX158-9959" fmla="*/ 348665 w 1605470"/>
              <a:gd name="connsiteY158-9960" fmla="*/ 1168288 h 6858000"/>
              <a:gd name="connsiteX159-9961" fmla="*/ 340947 w 1605470"/>
              <a:gd name="connsiteY159-9962" fmla="*/ 1142577 h 6858000"/>
              <a:gd name="connsiteX160-9963" fmla="*/ 330253 w 1605470"/>
              <a:gd name="connsiteY160-9964" fmla="*/ 1088484 h 6858000"/>
              <a:gd name="connsiteX161-9965" fmla="*/ 336360 w 1605470"/>
              <a:gd name="connsiteY161-9966" fmla="*/ 1045131 h 6858000"/>
              <a:gd name="connsiteX162-9967" fmla="*/ 322475 w 1605470"/>
              <a:gd name="connsiteY162-9968" fmla="*/ 1002093 h 6858000"/>
              <a:gd name="connsiteX163-9969" fmla="*/ 320445 w 1605470"/>
              <a:gd name="connsiteY163-9970" fmla="*/ 932283 h 6858000"/>
              <a:gd name="connsiteX164-9971" fmla="*/ 322681 w 1605470"/>
              <a:gd name="connsiteY164-9972" fmla="*/ 915925 h 6858000"/>
              <a:gd name="connsiteX165-9973" fmla="*/ 315310 w 1605470"/>
              <a:gd name="connsiteY165-9974" fmla="*/ 896999 h 6858000"/>
              <a:gd name="connsiteX166-9975" fmla="*/ 284718 w 1605470"/>
              <a:gd name="connsiteY166-9976" fmla="*/ 821517 h 6858000"/>
              <a:gd name="connsiteX167-9977" fmla="*/ 263668 w 1605470"/>
              <a:gd name="connsiteY167-9978" fmla="*/ 751353 h 6858000"/>
              <a:gd name="connsiteX168-9979" fmla="*/ 254540 w 1605470"/>
              <a:gd name="connsiteY168-9980" fmla="*/ 741965 h 6858000"/>
              <a:gd name="connsiteX169-9981" fmla="*/ 248897 w 1605470"/>
              <a:gd name="connsiteY169-9982" fmla="*/ 681659 h 6858000"/>
              <a:gd name="connsiteX170-9983" fmla="*/ 234316 w 1605470"/>
              <a:gd name="connsiteY170-9984" fmla="*/ 635218 h 6858000"/>
              <a:gd name="connsiteX171-9985" fmla="*/ 239327 w 1605470"/>
              <a:gd name="connsiteY171-9986" fmla="*/ 613763 h 6858000"/>
              <a:gd name="connsiteX172-9987" fmla="*/ 225269 w 1605470"/>
              <a:gd name="connsiteY172-9988" fmla="*/ 598582 h 6858000"/>
              <a:gd name="connsiteX173-9989" fmla="*/ 224950 w 1605470"/>
              <a:gd name="connsiteY173-9990" fmla="*/ 576846 h 6858000"/>
              <a:gd name="connsiteX174-9991" fmla="*/ 239317 w 1605470"/>
              <a:gd name="connsiteY174-9992" fmla="*/ 517614 h 6858000"/>
              <a:gd name="connsiteX175-9993" fmla="*/ 219064 w 1605470"/>
              <a:gd name="connsiteY175-9994" fmla="*/ 469651 h 6858000"/>
              <a:gd name="connsiteX176-9995" fmla="*/ 195012 w 1605470"/>
              <a:gd name="connsiteY176-9996" fmla="*/ 448559 h 6858000"/>
              <a:gd name="connsiteX177-9997" fmla="*/ 201434 w 1605470"/>
              <a:gd name="connsiteY177-9998" fmla="*/ 441529 h 6858000"/>
              <a:gd name="connsiteX178-9999" fmla="*/ 200655 w 1605470"/>
              <a:gd name="connsiteY178-10000" fmla="*/ 428927 h 6858000"/>
              <a:gd name="connsiteX179-10001" fmla="*/ 190059 w 1605470"/>
              <a:gd name="connsiteY179-10002" fmla="*/ 430161 h 6858000"/>
              <a:gd name="connsiteX180-10003" fmla="*/ 167079 w 1605470"/>
              <a:gd name="connsiteY180-10004" fmla="*/ 367211 h 6858000"/>
              <a:gd name="connsiteX181-10005" fmla="*/ 124571 w 1605470"/>
              <a:gd name="connsiteY181-10006" fmla="*/ 302178 h 6858000"/>
              <a:gd name="connsiteX182-10007" fmla="*/ 103243 w 1605470"/>
              <a:gd name="connsiteY182-10008" fmla="*/ 211375 h 6858000"/>
              <a:gd name="connsiteX183-10009" fmla="*/ 94571 w 1605470"/>
              <a:gd name="connsiteY183-10010" fmla="*/ 184179 h 6858000"/>
              <a:gd name="connsiteX184-10011" fmla="*/ 13437 w 1605470"/>
              <a:gd name="connsiteY184-10012" fmla="*/ 19287 h 6858000"/>
              <a:gd name="connsiteX185-10013" fmla="*/ 0 w 1605470"/>
              <a:gd name="connsiteY185-10014" fmla="*/ 0 h 6858000"/>
              <a:gd name="connsiteX0-10015" fmla="*/ 0 w 1605470"/>
              <a:gd name="connsiteY0-10016" fmla="*/ 0 h 6858000"/>
              <a:gd name="connsiteX1-10017" fmla="*/ 1605470 w 1605470"/>
              <a:gd name="connsiteY1-10018" fmla="*/ 0 h 6858000"/>
              <a:gd name="connsiteX2-10019" fmla="*/ 1605470 w 1605470"/>
              <a:gd name="connsiteY2-10020" fmla="*/ 6858000 h 6858000"/>
              <a:gd name="connsiteX3-10021" fmla="*/ 154105 w 1605470"/>
              <a:gd name="connsiteY3-10022" fmla="*/ 6858000 h 6858000"/>
              <a:gd name="connsiteX4-10023" fmla="*/ 154246 w 1605470"/>
              <a:gd name="connsiteY4-10024" fmla="*/ 6857735 h 6858000"/>
              <a:gd name="connsiteX5-10025" fmla="*/ 166295 w 1605470"/>
              <a:gd name="connsiteY5-10026" fmla="*/ 6809549 h 6858000"/>
              <a:gd name="connsiteX6-10027" fmla="*/ 198506 w 1605470"/>
              <a:gd name="connsiteY6-10028" fmla="*/ 6715115 h 6858000"/>
              <a:gd name="connsiteX7-10029" fmla="*/ 208357 w 1605470"/>
              <a:gd name="connsiteY7-10030" fmla="*/ 6680170 h 6858000"/>
              <a:gd name="connsiteX8-10031" fmla="*/ 233907 w 1605470"/>
              <a:gd name="connsiteY8-10032" fmla="*/ 6621207 h 6858000"/>
              <a:gd name="connsiteX9-10033" fmla="*/ 250564 w 1605470"/>
              <a:gd name="connsiteY9-10034" fmla="*/ 6596265 h 6858000"/>
              <a:gd name="connsiteX10-10035" fmla="*/ 250443 w 1605470"/>
              <a:gd name="connsiteY10-10036" fmla="*/ 6594818 h 6858000"/>
              <a:gd name="connsiteX11-10037" fmla="*/ 254688 w 1605470"/>
              <a:gd name="connsiteY11-10038" fmla="*/ 6593735 h 6858000"/>
              <a:gd name="connsiteX12-10039" fmla="*/ 257885 w 1605470"/>
              <a:gd name="connsiteY12-10040" fmla="*/ 6589172 h 6858000"/>
              <a:gd name="connsiteX13-10041" fmla="*/ 261179 w 1605470"/>
              <a:gd name="connsiteY13-10042" fmla="*/ 6574442 h 6858000"/>
              <a:gd name="connsiteX14-10043" fmla="*/ 261519 w 1605470"/>
              <a:gd name="connsiteY14-10044" fmla="*/ 6568530 h 6858000"/>
              <a:gd name="connsiteX15-10045" fmla="*/ 263928 w 1605470"/>
              <a:gd name="connsiteY15-10046" fmla="*/ 6560674 h 6858000"/>
              <a:gd name="connsiteX16-10047" fmla="*/ 264273 w 1605470"/>
              <a:gd name="connsiteY16-10048" fmla="*/ 6560598 h 6858000"/>
              <a:gd name="connsiteX17-10049" fmla="*/ 265970 w 1605470"/>
              <a:gd name="connsiteY17-10050" fmla="*/ 6553006 h 6858000"/>
              <a:gd name="connsiteX18-10051" fmla="*/ 270666 w 1605470"/>
              <a:gd name="connsiteY18-10052" fmla="*/ 6514360 h 6858000"/>
              <a:gd name="connsiteX19-10053" fmla="*/ 312320 w 1605470"/>
              <a:gd name="connsiteY19-10054" fmla="*/ 6478062 h 6858000"/>
              <a:gd name="connsiteX20-10055" fmla="*/ 323009 w 1605470"/>
              <a:gd name="connsiteY20-10056" fmla="*/ 6460325 h 6858000"/>
              <a:gd name="connsiteX21-10057" fmla="*/ 330242 w 1605470"/>
              <a:gd name="connsiteY21-10058" fmla="*/ 6451488 h 6858000"/>
              <a:gd name="connsiteX22-10059" fmla="*/ 331677 w 1605470"/>
              <a:gd name="connsiteY22-10060" fmla="*/ 6451348 h 6858000"/>
              <a:gd name="connsiteX23-10061" fmla="*/ 336035 w 1605470"/>
              <a:gd name="connsiteY23-10062" fmla="*/ 6414240 h 6858000"/>
              <a:gd name="connsiteX24-10063" fmla="*/ 338911 w 1605470"/>
              <a:gd name="connsiteY24-10064" fmla="*/ 6410269 h 6858000"/>
              <a:gd name="connsiteX25-10065" fmla="*/ 338811 w 1605470"/>
              <a:gd name="connsiteY25-10066" fmla="*/ 6384857 h 6858000"/>
              <a:gd name="connsiteX26-10067" fmla="*/ 340328 w 1605470"/>
              <a:gd name="connsiteY26-10068" fmla="*/ 6372381 h 6858000"/>
              <a:gd name="connsiteX27-10069" fmla="*/ 337522 w 1605470"/>
              <a:gd name="connsiteY27-10070" fmla="*/ 6367510 h 6858000"/>
              <a:gd name="connsiteX28-10071" fmla="*/ 341402 w 1605470"/>
              <a:gd name="connsiteY28-10072" fmla="*/ 6349778 h 6858000"/>
              <a:gd name="connsiteX29-10073" fmla="*/ 343067 w 1605470"/>
              <a:gd name="connsiteY29-10074" fmla="*/ 6348250 h 6858000"/>
              <a:gd name="connsiteX30-10075" fmla="*/ 341730 w 1605470"/>
              <a:gd name="connsiteY30-10076" fmla="*/ 6331735 h 6858000"/>
              <a:gd name="connsiteX31-10077" fmla="*/ 335123 w 1605470"/>
              <a:gd name="connsiteY31-10078" fmla="*/ 6315613 h 6858000"/>
              <a:gd name="connsiteX32-10079" fmla="*/ 385303 w 1605470"/>
              <a:gd name="connsiteY32-10080" fmla="*/ 6171970 h 6858000"/>
              <a:gd name="connsiteX33-10081" fmla="*/ 380910 w 1605470"/>
              <a:gd name="connsiteY33-10082" fmla="*/ 6028119 h 6858000"/>
              <a:gd name="connsiteX34-10083" fmla="*/ 409371 w 1605470"/>
              <a:gd name="connsiteY34-10084" fmla="*/ 5950668 h 6858000"/>
              <a:gd name="connsiteX35-10085" fmla="*/ 442432 w 1605470"/>
              <a:gd name="connsiteY35-10086" fmla="*/ 5934687 h 6858000"/>
              <a:gd name="connsiteX36-10087" fmla="*/ 489472 w 1605470"/>
              <a:gd name="connsiteY36-10088" fmla="*/ 5732419 h 6858000"/>
              <a:gd name="connsiteX37-10089" fmla="*/ 512623 w 1605470"/>
              <a:gd name="connsiteY37-10090" fmla="*/ 5685392 h 6858000"/>
              <a:gd name="connsiteX38-10091" fmla="*/ 510261 w 1605470"/>
              <a:gd name="connsiteY38-10092" fmla="*/ 5634527 h 6858000"/>
              <a:gd name="connsiteX39-10093" fmla="*/ 523992 w 1605470"/>
              <a:gd name="connsiteY39-10094" fmla="*/ 5619557 h 6858000"/>
              <a:gd name="connsiteX40-10095" fmla="*/ 526609 w 1605470"/>
              <a:gd name="connsiteY40-10096" fmla="*/ 5617081 h 6858000"/>
              <a:gd name="connsiteX41-10097" fmla="*/ 531653 w 1605470"/>
              <a:gd name="connsiteY41-10098" fmla="*/ 5604904 h 6858000"/>
              <a:gd name="connsiteX42-10099" fmla="*/ 539863 w 1605470"/>
              <a:gd name="connsiteY42-10100" fmla="*/ 5604298 h 6858000"/>
              <a:gd name="connsiteX43-10101" fmla="*/ 552319 w 1605470"/>
              <a:gd name="connsiteY43-10102" fmla="*/ 5587997 h 6858000"/>
              <a:gd name="connsiteX44-10103" fmla="*/ 559710 w 1605470"/>
              <a:gd name="connsiteY44-10104" fmla="*/ 5564796 h 6858000"/>
              <a:gd name="connsiteX45-10105" fmla="*/ 587214 w 1605470"/>
              <a:gd name="connsiteY45-10106" fmla="*/ 5451511 h 6858000"/>
              <a:gd name="connsiteX46-10107" fmla="*/ 608019 w 1605470"/>
              <a:gd name="connsiteY46-10108" fmla="*/ 5385461 h 6858000"/>
              <a:gd name="connsiteX47-10109" fmla="*/ 622750 w 1605470"/>
              <a:gd name="connsiteY47-10110" fmla="*/ 5363084 h 6858000"/>
              <a:gd name="connsiteX48-10111" fmla="*/ 638731 w 1605470"/>
              <a:gd name="connsiteY48-10112" fmla="*/ 5330009 h 6858000"/>
              <a:gd name="connsiteX49-10113" fmla="*/ 672224 w 1605470"/>
              <a:gd name="connsiteY49-10114" fmla="*/ 5273739 h 6858000"/>
              <a:gd name="connsiteX50-10115" fmla="*/ 681823 w 1605470"/>
              <a:gd name="connsiteY50-10116" fmla="*/ 5241779 h 6858000"/>
              <a:gd name="connsiteX51-10117" fmla="*/ 693049 w 1605470"/>
              <a:gd name="connsiteY51-10118" fmla="*/ 5225268 h 6858000"/>
              <a:gd name="connsiteX52-10119" fmla="*/ 694069 w 1605470"/>
              <a:gd name="connsiteY52-10120" fmla="*/ 5217684 h 6858000"/>
              <a:gd name="connsiteX53-10121" fmla="*/ 701410 w 1605470"/>
              <a:gd name="connsiteY53-10122" fmla="*/ 5193377 h 6858000"/>
              <a:gd name="connsiteX54-10123" fmla="*/ 704713 w 1605470"/>
              <a:gd name="connsiteY54-10124" fmla="*/ 5179288 h 6858000"/>
              <a:gd name="connsiteX55-10125" fmla="*/ 705697 w 1605470"/>
              <a:gd name="connsiteY55-10126" fmla="*/ 5173621 h 6858000"/>
              <a:gd name="connsiteX56-10127" fmla="*/ 701331 w 1605470"/>
              <a:gd name="connsiteY56-10128" fmla="*/ 5159961 h 6858000"/>
              <a:gd name="connsiteX57-10129" fmla="*/ 708008 w 1605470"/>
              <a:gd name="connsiteY57-10130" fmla="*/ 5144295 h 6858000"/>
              <a:gd name="connsiteX58-10131" fmla="*/ 704941 w 1605470"/>
              <a:gd name="connsiteY58-10132" fmla="*/ 5125185 h 6858000"/>
              <a:gd name="connsiteX59-10133" fmla="*/ 711771 w 1605470"/>
              <a:gd name="connsiteY59-10134" fmla="*/ 5121884 h 6858000"/>
              <a:gd name="connsiteX60-10135" fmla="*/ 721092 w 1605470"/>
              <a:gd name="connsiteY60-10136" fmla="*/ 5108383 h 6858000"/>
              <a:gd name="connsiteX61-10137" fmla="*/ 717045 w 1605470"/>
              <a:gd name="connsiteY61-10138" fmla="*/ 5094705 h 6858000"/>
              <a:gd name="connsiteX62-10139" fmla="*/ 718807 w 1605470"/>
              <a:gd name="connsiteY62-10140" fmla="*/ 5067850 h 6858000"/>
              <a:gd name="connsiteX63-10141" fmla="*/ 721538 w 1605470"/>
              <a:gd name="connsiteY63-10142" fmla="*/ 5060861 h 6858000"/>
              <a:gd name="connsiteX64-10143" fmla="*/ 718242 w 1605470"/>
              <a:gd name="connsiteY64-10144" fmla="*/ 5034192 h 6858000"/>
              <a:gd name="connsiteX65-10145" fmla="*/ 719796 w 1605470"/>
              <a:gd name="connsiteY65-10146" fmla="*/ 4993030 h 6858000"/>
              <a:gd name="connsiteX66-10147" fmla="*/ 726705 w 1605470"/>
              <a:gd name="connsiteY66-10148" fmla="*/ 4946844 h 6858000"/>
              <a:gd name="connsiteX67-10149" fmla="*/ 722561 w 1605470"/>
              <a:gd name="connsiteY67-10150" fmla="*/ 4932692 h 6858000"/>
              <a:gd name="connsiteX68-10151" fmla="*/ 724588 w 1605470"/>
              <a:gd name="connsiteY68-10152" fmla="*/ 4845927 h 6858000"/>
              <a:gd name="connsiteX69-10153" fmla="*/ 724935 w 1605470"/>
              <a:gd name="connsiteY69-10154" fmla="*/ 4821504 h 6858000"/>
              <a:gd name="connsiteX70-10155" fmla="*/ 732118 w 1605470"/>
              <a:gd name="connsiteY70-10156" fmla="*/ 4801535 h 6858000"/>
              <a:gd name="connsiteX71-10157" fmla="*/ 739787 w 1605470"/>
              <a:gd name="connsiteY71-10158" fmla="*/ 4797794 h 6858000"/>
              <a:gd name="connsiteX72-10159" fmla="*/ 741081 w 1605470"/>
              <a:gd name="connsiteY72-10160" fmla="*/ 4784526 h 6858000"/>
              <a:gd name="connsiteX73-10161" fmla="*/ 742865 w 1605470"/>
              <a:gd name="connsiteY73-10162" fmla="*/ 4781211 h 6858000"/>
              <a:gd name="connsiteX74-10163" fmla="*/ 751652 w 1605470"/>
              <a:gd name="connsiteY74-10164" fmla="*/ 4761984 h 6858000"/>
              <a:gd name="connsiteX75-10165" fmla="*/ 734671 w 1605470"/>
              <a:gd name="connsiteY75-10166" fmla="*/ 4715631 h 6858000"/>
              <a:gd name="connsiteX76-10167" fmla="*/ 743180 w 1605470"/>
              <a:gd name="connsiteY76-10168" fmla="*/ 4662965 h 6858000"/>
              <a:gd name="connsiteX77-10169" fmla="*/ 729578 w 1605470"/>
              <a:gd name="connsiteY77-10170" fmla="*/ 4456787 h 6858000"/>
              <a:gd name="connsiteX78-10171" fmla="*/ 756542 w 1605470"/>
              <a:gd name="connsiteY78-10172" fmla="*/ 4429138 h 6858000"/>
              <a:gd name="connsiteX79-10173" fmla="*/ 761317 w 1605470"/>
              <a:gd name="connsiteY79-10174" fmla="*/ 4346145 h 6858000"/>
              <a:gd name="connsiteX80-10175" fmla="*/ 715481 w 1605470"/>
              <a:gd name="connsiteY80-10176" fmla="*/ 4214165 h 6858000"/>
              <a:gd name="connsiteX81-10177" fmla="*/ 721848 w 1605470"/>
              <a:gd name="connsiteY81-10178" fmla="*/ 4061253 h 6858000"/>
              <a:gd name="connsiteX82-10179" fmla="*/ 710868 w 1605470"/>
              <a:gd name="connsiteY82-10180" fmla="*/ 4048827 h 6858000"/>
              <a:gd name="connsiteX83-10181" fmla="*/ 704810 w 1605470"/>
              <a:gd name="connsiteY83-10182" fmla="*/ 4033999 h 6858000"/>
              <a:gd name="connsiteX84-10183" fmla="*/ 705959 w 1605470"/>
              <a:gd name="connsiteY84-10184" fmla="*/ 4031933 h 6858000"/>
              <a:gd name="connsiteX85-10185" fmla="*/ 704535 w 1605470"/>
              <a:gd name="connsiteY85-10186" fmla="*/ 4013953 h 6858000"/>
              <a:gd name="connsiteX86-10187" fmla="*/ 700443 w 1605470"/>
              <a:gd name="connsiteY86-10188" fmla="*/ 4010511 h 6858000"/>
              <a:gd name="connsiteX87-10189" fmla="*/ 698282 w 1605470"/>
              <a:gd name="connsiteY87-10190" fmla="*/ 3998331 h 6858000"/>
              <a:gd name="connsiteX88-10191" fmla="*/ 690830 w 1605470"/>
              <a:gd name="connsiteY88-10192" fmla="*/ 3974753 h 6858000"/>
              <a:gd name="connsiteX89-10193" fmla="*/ 692428 w 1605470"/>
              <a:gd name="connsiteY89-10194" fmla="*/ 3969950 h 6858000"/>
              <a:gd name="connsiteX90-10195" fmla="*/ 685850 w 1605470"/>
              <a:gd name="connsiteY90-10196" fmla="*/ 3933779 h 6858000"/>
              <a:gd name="connsiteX91-10197" fmla="*/ 687181 w 1605470"/>
              <a:gd name="connsiteY91-10198" fmla="*/ 3933093 h 6858000"/>
              <a:gd name="connsiteX92-10199" fmla="*/ 691535 w 1605470"/>
              <a:gd name="connsiteY92-10200" fmla="*/ 3922082 h 6858000"/>
              <a:gd name="connsiteX93-10201" fmla="*/ 696613 w 1605470"/>
              <a:gd name="connsiteY93-10202" fmla="*/ 3901461 h 6858000"/>
              <a:gd name="connsiteX94-10203" fmla="*/ 725908 w 1605470"/>
              <a:gd name="connsiteY94-10204" fmla="*/ 3851605 h 6858000"/>
              <a:gd name="connsiteX95-10205" fmla="*/ 719207 w 1605470"/>
              <a:gd name="connsiteY95-10206" fmla="*/ 3813873 h 6858000"/>
              <a:gd name="connsiteX96-10207" fmla="*/ 718632 w 1605470"/>
              <a:gd name="connsiteY96-10208" fmla="*/ 3806161 h 6858000"/>
              <a:gd name="connsiteX97-10209" fmla="*/ 718939 w 1605470"/>
              <a:gd name="connsiteY97-10210" fmla="*/ 3805957 h 6858000"/>
              <a:gd name="connsiteX98-10211" fmla="*/ 718966 w 1605470"/>
              <a:gd name="connsiteY98-10212" fmla="*/ 3797724 h 6858000"/>
              <a:gd name="connsiteX99-10213" fmla="*/ 717581 w 1605470"/>
              <a:gd name="connsiteY99-10214" fmla="*/ 3792098 h 6858000"/>
              <a:gd name="connsiteX100-10215" fmla="*/ 716465 w 1605470"/>
              <a:gd name="connsiteY100-10216" fmla="*/ 3777135 h 6858000"/>
              <a:gd name="connsiteX101-10217" fmla="*/ 718198 w 1605470"/>
              <a:gd name="connsiteY101-10218" fmla="*/ 3771656 h 6858000"/>
              <a:gd name="connsiteX102-10219" fmla="*/ 721941 w 1605470"/>
              <a:gd name="connsiteY102-10220" fmla="*/ 3769007 h 6858000"/>
              <a:gd name="connsiteX103-10221" fmla="*/ 721407 w 1605470"/>
              <a:gd name="connsiteY103-10222" fmla="*/ 3767709 h 6858000"/>
              <a:gd name="connsiteX104-10223" fmla="*/ 730103 w 1605470"/>
              <a:gd name="connsiteY104-10224" fmla="*/ 3738082 h 6858000"/>
              <a:gd name="connsiteX105-10225" fmla="*/ 737449 w 1605470"/>
              <a:gd name="connsiteY105-10226" fmla="*/ 3673397 h 6858000"/>
              <a:gd name="connsiteX106-10227" fmla="*/ 736745 w 1605470"/>
              <a:gd name="connsiteY106-10228" fmla="*/ 3637109 h 6858000"/>
              <a:gd name="connsiteX107-10229" fmla="*/ 740188 w 1605470"/>
              <a:gd name="connsiteY107-10230" fmla="*/ 3536883 h 6858000"/>
              <a:gd name="connsiteX108-10231" fmla="*/ 747726 w 1605470"/>
              <a:gd name="connsiteY108-10232" fmla="*/ 3435652 h 6858000"/>
              <a:gd name="connsiteX109-10233" fmla="*/ 774383 w 1605470"/>
              <a:gd name="connsiteY109-10234" fmla="*/ 3381564 h 6858000"/>
              <a:gd name="connsiteX110-10235" fmla="*/ 774870 w 1605470"/>
              <a:gd name="connsiteY110-10236" fmla="*/ 3375761 h 6858000"/>
              <a:gd name="connsiteX111-10237" fmla="*/ 770510 w 1605470"/>
              <a:gd name="connsiteY111-10238" fmla="*/ 3361844 h 6858000"/>
              <a:gd name="connsiteX112-10239" fmla="*/ 767933 w 1605470"/>
              <a:gd name="connsiteY112-10240" fmla="*/ 3356929 h 6858000"/>
              <a:gd name="connsiteX113-10241" fmla="*/ 766158 w 1605470"/>
              <a:gd name="connsiteY113-10242" fmla="*/ 3349058 h 6858000"/>
              <a:gd name="connsiteX114-10243" fmla="*/ 766414 w 1605470"/>
              <a:gd name="connsiteY114-10244" fmla="*/ 3348763 h 6858000"/>
              <a:gd name="connsiteX115-10245" fmla="*/ 764166 w 1605470"/>
              <a:gd name="connsiteY115-10246" fmla="*/ 3341588 h 6858000"/>
              <a:gd name="connsiteX116-10247" fmla="*/ 749397 w 1605470"/>
              <a:gd name="connsiteY116-10248" fmla="*/ 3307769 h 6858000"/>
              <a:gd name="connsiteX117-10249" fmla="*/ 766960 w 1605470"/>
              <a:gd name="connsiteY117-10250" fmla="*/ 3250522 h 6858000"/>
              <a:gd name="connsiteX118-10251" fmla="*/ 767385 w 1605470"/>
              <a:gd name="connsiteY118-10252" fmla="*/ 3229163 h 6858000"/>
              <a:gd name="connsiteX119-10253" fmla="*/ 769208 w 1605470"/>
              <a:gd name="connsiteY119-10254" fmla="*/ 3217217 h 6858000"/>
              <a:gd name="connsiteX120-10255" fmla="*/ 770350 w 1605470"/>
              <a:gd name="connsiteY120-10256" fmla="*/ 3216125 h 6858000"/>
              <a:gd name="connsiteX121-10257" fmla="*/ 756043 w 1605470"/>
              <a:gd name="connsiteY121-10258" fmla="*/ 3183755 h 6858000"/>
              <a:gd name="connsiteX122-10259" fmla="*/ 756544 w 1605470"/>
              <a:gd name="connsiteY122-10260" fmla="*/ 3178642 h 6858000"/>
              <a:gd name="connsiteX123-10261" fmla="*/ 744144 w 1605470"/>
              <a:gd name="connsiteY123-10262" fmla="*/ 3158586 h 6858000"/>
              <a:gd name="connsiteX124-10263" fmla="*/ 739378 w 1605470"/>
              <a:gd name="connsiteY124-10264" fmla="*/ 3147669 h 6858000"/>
              <a:gd name="connsiteX125-10265" fmla="*/ 734648 w 1605470"/>
              <a:gd name="connsiteY125-10266" fmla="*/ 3145733 h 6858000"/>
              <a:gd name="connsiteX126-10267" fmla="*/ 729329 w 1605470"/>
              <a:gd name="connsiteY126-10268" fmla="*/ 3129034 h 6858000"/>
              <a:gd name="connsiteX127-10269" fmla="*/ 729994 w 1605470"/>
              <a:gd name="connsiteY127-10270" fmla="*/ 3126682 h 6858000"/>
              <a:gd name="connsiteX128-10271" fmla="*/ 720862 w 1605470"/>
              <a:gd name="connsiteY128-10272" fmla="*/ 3114519 h 6858000"/>
              <a:gd name="connsiteX129-10273" fmla="*/ 707471 w 1605470"/>
              <a:gd name="connsiteY129-10274" fmla="*/ 3106272 h 6858000"/>
              <a:gd name="connsiteX130-10275" fmla="*/ 680201 w 1605470"/>
              <a:gd name="connsiteY130-10276" fmla="*/ 2958185 h 6858000"/>
              <a:gd name="connsiteX131-10277" fmla="*/ 596759 w 1605470"/>
              <a:gd name="connsiteY131-10278" fmla="*/ 2762989 h 6858000"/>
              <a:gd name="connsiteX132-10279" fmla="*/ 571733 w 1605470"/>
              <a:gd name="connsiteY132-10280" fmla="*/ 2554718 h 6858000"/>
              <a:gd name="connsiteX133-10281" fmla="*/ 551827 w 1605470"/>
              <a:gd name="connsiteY133-10282" fmla="*/ 2485734 h 6858000"/>
              <a:gd name="connsiteX134-10283" fmla="*/ 525179 w 1605470"/>
              <a:gd name="connsiteY134-10284" fmla="*/ 2447068 h 6858000"/>
              <a:gd name="connsiteX135-10285" fmla="*/ 529511 w 1605470"/>
              <a:gd name="connsiteY135-10286" fmla="*/ 2425819 h 6858000"/>
              <a:gd name="connsiteX136-10287" fmla="*/ 530521 w 1605470"/>
              <a:gd name="connsiteY136-10288" fmla="*/ 2422066 h 6858000"/>
              <a:gd name="connsiteX137-10289" fmla="*/ 528878 w 1605470"/>
              <a:gd name="connsiteY137-10290" fmla="*/ 2408971 h 6858000"/>
              <a:gd name="connsiteX138-10291" fmla="*/ 535510 w 1605470"/>
              <a:gd name="connsiteY138-10292" fmla="*/ 2402874 h 6858000"/>
              <a:gd name="connsiteX139-10293" fmla="*/ 538122 w 1605470"/>
              <a:gd name="connsiteY139-10294" fmla="*/ 2381443 h 6858000"/>
              <a:gd name="connsiteX140-10295" fmla="*/ 514451 w 1605470"/>
              <a:gd name="connsiteY140-10296" fmla="*/ 2261920 h 6858000"/>
              <a:gd name="connsiteX141-10297" fmla="*/ 486968 w 1605470"/>
              <a:gd name="connsiteY141-10298" fmla="*/ 2182937 h 6858000"/>
              <a:gd name="connsiteX142-10299" fmla="*/ 488555 w 1605470"/>
              <a:gd name="connsiteY142-10300" fmla="*/ 2155135 h 6858000"/>
              <a:gd name="connsiteX143-10301" fmla="*/ 486013 w 1605470"/>
              <a:gd name="connsiteY143-10302" fmla="*/ 2118008 h 6858000"/>
              <a:gd name="connsiteX144-10303" fmla="*/ 487006 w 1605470"/>
              <a:gd name="connsiteY144-10304" fmla="*/ 2050531 h 6858000"/>
              <a:gd name="connsiteX145-10305" fmla="*/ 478812 w 1605470"/>
              <a:gd name="connsiteY145-10306" fmla="*/ 1963269 h 6858000"/>
              <a:gd name="connsiteX146-10307" fmla="*/ 442619 w 1605470"/>
              <a:gd name="connsiteY146-10308" fmla="*/ 1910499 h 6858000"/>
              <a:gd name="connsiteX147-10309" fmla="*/ 446785 w 1605470"/>
              <a:gd name="connsiteY147-10310" fmla="*/ 1903212 h 6858000"/>
              <a:gd name="connsiteX148-10311" fmla="*/ 436547 w 1605470"/>
              <a:gd name="connsiteY148-10312" fmla="*/ 1861531 h 6858000"/>
              <a:gd name="connsiteX149-10313" fmla="*/ 390346 w 1605470"/>
              <a:gd name="connsiteY149-10314" fmla="*/ 1732919 h 6858000"/>
              <a:gd name="connsiteX150-10315" fmla="*/ 362657 w 1605470"/>
              <a:gd name="connsiteY150-10316" fmla="*/ 1663540 h 6858000"/>
              <a:gd name="connsiteX151-10317" fmla="*/ 344412 w 1605470"/>
              <a:gd name="connsiteY151-10318" fmla="*/ 1615777 h 6858000"/>
              <a:gd name="connsiteX152-10319" fmla="*/ 342578 w 1605470"/>
              <a:gd name="connsiteY152-10320" fmla="*/ 1563678 h 6858000"/>
              <a:gd name="connsiteX153-10321" fmla="*/ 355658 w 1605470"/>
              <a:gd name="connsiteY153-10322" fmla="*/ 1519474 h 6858000"/>
              <a:gd name="connsiteX154-10323" fmla="*/ 348400 w 1605470"/>
              <a:gd name="connsiteY154-10324" fmla="*/ 1477995 h 6858000"/>
              <a:gd name="connsiteX155-10325" fmla="*/ 334485 w 1605470"/>
              <a:gd name="connsiteY155-10326" fmla="*/ 1373769 h 6858000"/>
              <a:gd name="connsiteX156-10327" fmla="*/ 342792 w 1605470"/>
              <a:gd name="connsiteY156-10328" fmla="*/ 1307086 h 6858000"/>
              <a:gd name="connsiteX157-10329" fmla="*/ 343980 w 1605470"/>
              <a:gd name="connsiteY157-10330" fmla="*/ 1189033 h 6858000"/>
              <a:gd name="connsiteX158-10331" fmla="*/ 348665 w 1605470"/>
              <a:gd name="connsiteY158-10332" fmla="*/ 1168288 h 6858000"/>
              <a:gd name="connsiteX159-10333" fmla="*/ 340947 w 1605470"/>
              <a:gd name="connsiteY159-10334" fmla="*/ 1142577 h 6858000"/>
              <a:gd name="connsiteX160-10335" fmla="*/ 330253 w 1605470"/>
              <a:gd name="connsiteY160-10336" fmla="*/ 1088484 h 6858000"/>
              <a:gd name="connsiteX161-10337" fmla="*/ 336360 w 1605470"/>
              <a:gd name="connsiteY161-10338" fmla="*/ 1045131 h 6858000"/>
              <a:gd name="connsiteX162-10339" fmla="*/ 322475 w 1605470"/>
              <a:gd name="connsiteY162-10340" fmla="*/ 1002093 h 6858000"/>
              <a:gd name="connsiteX163-10341" fmla="*/ 320445 w 1605470"/>
              <a:gd name="connsiteY163-10342" fmla="*/ 932283 h 6858000"/>
              <a:gd name="connsiteX164-10343" fmla="*/ 322681 w 1605470"/>
              <a:gd name="connsiteY164-10344" fmla="*/ 915925 h 6858000"/>
              <a:gd name="connsiteX165-10345" fmla="*/ 315310 w 1605470"/>
              <a:gd name="connsiteY165-10346" fmla="*/ 896999 h 6858000"/>
              <a:gd name="connsiteX166-10347" fmla="*/ 284718 w 1605470"/>
              <a:gd name="connsiteY166-10348" fmla="*/ 821517 h 6858000"/>
              <a:gd name="connsiteX167-10349" fmla="*/ 263668 w 1605470"/>
              <a:gd name="connsiteY167-10350" fmla="*/ 751353 h 6858000"/>
              <a:gd name="connsiteX168-10351" fmla="*/ 254540 w 1605470"/>
              <a:gd name="connsiteY168-10352" fmla="*/ 741965 h 6858000"/>
              <a:gd name="connsiteX169-10353" fmla="*/ 248897 w 1605470"/>
              <a:gd name="connsiteY169-10354" fmla="*/ 681659 h 6858000"/>
              <a:gd name="connsiteX170-10355" fmla="*/ 234316 w 1605470"/>
              <a:gd name="connsiteY170-10356" fmla="*/ 635218 h 6858000"/>
              <a:gd name="connsiteX171-10357" fmla="*/ 239327 w 1605470"/>
              <a:gd name="connsiteY171-10358" fmla="*/ 613763 h 6858000"/>
              <a:gd name="connsiteX172-10359" fmla="*/ 225269 w 1605470"/>
              <a:gd name="connsiteY172-10360" fmla="*/ 598582 h 6858000"/>
              <a:gd name="connsiteX173-10361" fmla="*/ 224950 w 1605470"/>
              <a:gd name="connsiteY173-10362" fmla="*/ 576846 h 6858000"/>
              <a:gd name="connsiteX174-10363" fmla="*/ 204576 w 1605470"/>
              <a:gd name="connsiteY174-10364" fmla="*/ 530055 h 6858000"/>
              <a:gd name="connsiteX175-10365" fmla="*/ 219064 w 1605470"/>
              <a:gd name="connsiteY175-10366" fmla="*/ 469651 h 6858000"/>
              <a:gd name="connsiteX176-10367" fmla="*/ 195012 w 1605470"/>
              <a:gd name="connsiteY176-10368" fmla="*/ 448559 h 6858000"/>
              <a:gd name="connsiteX177-10369" fmla="*/ 201434 w 1605470"/>
              <a:gd name="connsiteY177-10370" fmla="*/ 441529 h 6858000"/>
              <a:gd name="connsiteX178-10371" fmla="*/ 200655 w 1605470"/>
              <a:gd name="connsiteY178-10372" fmla="*/ 428927 h 6858000"/>
              <a:gd name="connsiteX179-10373" fmla="*/ 190059 w 1605470"/>
              <a:gd name="connsiteY179-10374" fmla="*/ 430161 h 6858000"/>
              <a:gd name="connsiteX180-10375" fmla="*/ 167079 w 1605470"/>
              <a:gd name="connsiteY180-10376" fmla="*/ 367211 h 6858000"/>
              <a:gd name="connsiteX181-10377" fmla="*/ 124571 w 1605470"/>
              <a:gd name="connsiteY181-10378" fmla="*/ 302178 h 6858000"/>
              <a:gd name="connsiteX182-10379" fmla="*/ 103243 w 1605470"/>
              <a:gd name="connsiteY182-10380" fmla="*/ 211375 h 6858000"/>
              <a:gd name="connsiteX183-10381" fmla="*/ 94571 w 1605470"/>
              <a:gd name="connsiteY183-10382" fmla="*/ 184179 h 6858000"/>
              <a:gd name="connsiteX184-10383" fmla="*/ 13437 w 1605470"/>
              <a:gd name="connsiteY184-10384" fmla="*/ 19287 h 6858000"/>
              <a:gd name="connsiteX185-10385" fmla="*/ 0 w 1605470"/>
              <a:gd name="connsiteY185-10386" fmla="*/ 0 h 6858000"/>
              <a:gd name="connsiteX0-10387" fmla="*/ 0 w 1605470"/>
              <a:gd name="connsiteY0-10388" fmla="*/ 0 h 6858000"/>
              <a:gd name="connsiteX1-10389" fmla="*/ 1605470 w 1605470"/>
              <a:gd name="connsiteY1-10390" fmla="*/ 0 h 6858000"/>
              <a:gd name="connsiteX2-10391" fmla="*/ 1605470 w 1605470"/>
              <a:gd name="connsiteY2-10392" fmla="*/ 6858000 h 6858000"/>
              <a:gd name="connsiteX3-10393" fmla="*/ 154105 w 1605470"/>
              <a:gd name="connsiteY3-10394" fmla="*/ 6858000 h 6858000"/>
              <a:gd name="connsiteX4-10395" fmla="*/ 154246 w 1605470"/>
              <a:gd name="connsiteY4-10396" fmla="*/ 6857735 h 6858000"/>
              <a:gd name="connsiteX5-10397" fmla="*/ 166295 w 1605470"/>
              <a:gd name="connsiteY5-10398" fmla="*/ 6809549 h 6858000"/>
              <a:gd name="connsiteX6-10399" fmla="*/ 198506 w 1605470"/>
              <a:gd name="connsiteY6-10400" fmla="*/ 6715115 h 6858000"/>
              <a:gd name="connsiteX7-10401" fmla="*/ 208357 w 1605470"/>
              <a:gd name="connsiteY7-10402" fmla="*/ 6680170 h 6858000"/>
              <a:gd name="connsiteX8-10403" fmla="*/ 233907 w 1605470"/>
              <a:gd name="connsiteY8-10404" fmla="*/ 6621207 h 6858000"/>
              <a:gd name="connsiteX9-10405" fmla="*/ 250564 w 1605470"/>
              <a:gd name="connsiteY9-10406" fmla="*/ 6596265 h 6858000"/>
              <a:gd name="connsiteX10-10407" fmla="*/ 250443 w 1605470"/>
              <a:gd name="connsiteY10-10408" fmla="*/ 6594818 h 6858000"/>
              <a:gd name="connsiteX11-10409" fmla="*/ 254688 w 1605470"/>
              <a:gd name="connsiteY11-10410" fmla="*/ 6593735 h 6858000"/>
              <a:gd name="connsiteX12-10411" fmla="*/ 257885 w 1605470"/>
              <a:gd name="connsiteY12-10412" fmla="*/ 6589172 h 6858000"/>
              <a:gd name="connsiteX13-10413" fmla="*/ 261179 w 1605470"/>
              <a:gd name="connsiteY13-10414" fmla="*/ 6574442 h 6858000"/>
              <a:gd name="connsiteX14-10415" fmla="*/ 261519 w 1605470"/>
              <a:gd name="connsiteY14-10416" fmla="*/ 6568530 h 6858000"/>
              <a:gd name="connsiteX15-10417" fmla="*/ 263928 w 1605470"/>
              <a:gd name="connsiteY15-10418" fmla="*/ 6560674 h 6858000"/>
              <a:gd name="connsiteX16-10419" fmla="*/ 264273 w 1605470"/>
              <a:gd name="connsiteY16-10420" fmla="*/ 6560598 h 6858000"/>
              <a:gd name="connsiteX17-10421" fmla="*/ 265970 w 1605470"/>
              <a:gd name="connsiteY17-10422" fmla="*/ 6553006 h 6858000"/>
              <a:gd name="connsiteX18-10423" fmla="*/ 270666 w 1605470"/>
              <a:gd name="connsiteY18-10424" fmla="*/ 6514360 h 6858000"/>
              <a:gd name="connsiteX19-10425" fmla="*/ 312320 w 1605470"/>
              <a:gd name="connsiteY19-10426" fmla="*/ 6478062 h 6858000"/>
              <a:gd name="connsiteX20-10427" fmla="*/ 323009 w 1605470"/>
              <a:gd name="connsiteY20-10428" fmla="*/ 6460325 h 6858000"/>
              <a:gd name="connsiteX21-10429" fmla="*/ 330242 w 1605470"/>
              <a:gd name="connsiteY21-10430" fmla="*/ 6451488 h 6858000"/>
              <a:gd name="connsiteX22-10431" fmla="*/ 331677 w 1605470"/>
              <a:gd name="connsiteY22-10432" fmla="*/ 6451348 h 6858000"/>
              <a:gd name="connsiteX23-10433" fmla="*/ 336035 w 1605470"/>
              <a:gd name="connsiteY23-10434" fmla="*/ 6414240 h 6858000"/>
              <a:gd name="connsiteX24-10435" fmla="*/ 338911 w 1605470"/>
              <a:gd name="connsiteY24-10436" fmla="*/ 6410269 h 6858000"/>
              <a:gd name="connsiteX25-10437" fmla="*/ 338811 w 1605470"/>
              <a:gd name="connsiteY25-10438" fmla="*/ 6384857 h 6858000"/>
              <a:gd name="connsiteX26-10439" fmla="*/ 340328 w 1605470"/>
              <a:gd name="connsiteY26-10440" fmla="*/ 6372381 h 6858000"/>
              <a:gd name="connsiteX27-10441" fmla="*/ 337522 w 1605470"/>
              <a:gd name="connsiteY27-10442" fmla="*/ 6367510 h 6858000"/>
              <a:gd name="connsiteX28-10443" fmla="*/ 341402 w 1605470"/>
              <a:gd name="connsiteY28-10444" fmla="*/ 6349778 h 6858000"/>
              <a:gd name="connsiteX29-10445" fmla="*/ 343067 w 1605470"/>
              <a:gd name="connsiteY29-10446" fmla="*/ 6348250 h 6858000"/>
              <a:gd name="connsiteX30-10447" fmla="*/ 341730 w 1605470"/>
              <a:gd name="connsiteY30-10448" fmla="*/ 6331735 h 6858000"/>
              <a:gd name="connsiteX31-10449" fmla="*/ 335123 w 1605470"/>
              <a:gd name="connsiteY31-10450" fmla="*/ 6315613 h 6858000"/>
              <a:gd name="connsiteX32-10451" fmla="*/ 385303 w 1605470"/>
              <a:gd name="connsiteY32-10452" fmla="*/ 6171970 h 6858000"/>
              <a:gd name="connsiteX33-10453" fmla="*/ 380910 w 1605470"/>
              <a:gd name="connsiteY33-10454" fmla="*/ 6028119 h 6858000"/>
              <a:gd name="connsiteX34-10455" fmla="*/ 409371 w 1605470"/>
              <a:gd name="connsiteY34-10456" fmla="*/ 5950668 h 6858000"/>
              <a:gd name="connsiteX35-10457" fmla="*/ 442432 w 1605470"/>
              <a:gd name="connsiteY35-10458" fmla="*/ 5934687 h 6858000"/>
              <a:gd name="connsiteX36-10459" fmla="*/ 489472 w 1605470"/>
              <a:gd name="connsiteY36-10460" fmla="*/ 5732419 h 6858000"/>
              <a:gd name="connsiteX37-10461" fmla="*/ 512623 w 1605470"/>
              <a:gd name="connsiteY37-10462" fmla="*/ 5685392 h 6858000"/>
              <a:gd name="connsiteX38-10463" fmla="*/ 510261 w 1605470"/>
              <a:gd name="connsiteY38-10464" fmla="*/ 5634527 h 6858000"/>
              <a:gd name="connsiteX39-10465" fmla="*/ 523992 w 1605470"/>
              <a:gd name="connsiteY39-10466" fmla="*/ 5619557 h 6858000"/>
              <a:gd name="connsiteX40-10467" fmla="*/ 526609 w 1605470"/>
              <a:gd name="connsiteY40-10468" fmla="*/ 5617081 h 6858000"/>
              <a:gd name="connsiteX41-10469" fmla="*/ 531653 w 1605470"/>
              <a:gd name="connsiteY41-10470" fmla="*/ 5604904 h 6858000"/>
              <a:gd name="connsiteX42-10471" fmla="*/ 539863 w 1605470"/>
              <a:gd name="connsiteY42-10472" fmla="*/ 5604298 h 6858000"/>
              <a:gd name="connsiteX43-10473" fmla="*/ 552319 w 1605470"/>
              <a:gd name="connsiteY43-10474" fmla="*/ 5587997 h 6858000"/>
              <a:gd name="connsiteX44-10475" fmla="*/ 559710 w 1605470"/>
              <a:gd name="connsiteY44-10476" fmla="*/ 5564796 h 6858000"/>
              <a:gd name="connsiteX45-10477" fmla="*/ 587214 w 1605470"/>
              <a:gd name="connsiteY45-10478" fmla="*/ 5451511 h 6858000"/>
              <a:gd name="connsiteX46-10479" fmla="*/ 608019 w 1605470"/>
              <a:gd name="connsiteY46-10480" fmla="*/ 5385461 h 6858000"/>
              <a:gd name="connsiteX47-10481" fmla="*/ 622750 w 1605470"/>
              <a:gd name="connsiteY47-10482" fmla="*/ 5363084 h 6858000"/>
              <a:gd name="connsiteX48-10483" fmla="*/ 638731 w 1605470"/>
              <a:gd name="connsiteY48-10484" fmla="*/ 5330009 h 6858000"/>
              <a:gd name="connsiteX49-10485" fmla="*/ 672224 w 1605470"/>
              <a:gd name="connsiteY49-10486" fmla="*/ 5273739 h 6858000"/>
              <a:gd name="connsiteX50-10487" fmla="*/ 681823 w 1605470"/>
              <a:gd name="connsiteY50-10488" fmla="*/ 5241779 h 6858000"/>
              <a:gd name="connsiteX51-10489" fmla="*/ 693049 w 1605470"/>
              <a:gd name="connsiteY51-10490" fmla="*/ 5225268 h 6858000"/>
              <a:gd name="connsiteX52-10491" fmla="*/ 694069 w 1605470"/>
              <a:gd name="connsiteY52-10492" fmla="*/ 5217684 h 6858000"/>
              <a:gd name="connsiteX53-10493" fmla="*/ 701410 w 1605470"/>
              <a:gd name="connsiteY53-10494" fmla="*/ 5193377 h 6858000"/>
              <a:gd name="connsiteX54-10495" fmla="*/ 704713 w 1605470"/>
              <a:gd name="connsiteY54-10496" fmla="*/ 5179288 h 6858000"/>
              <a:gd name="connsiteX55-10497" fmla="*/ 705697 w 1605470"/>
              <a:gd name="connsiteY55-10498" fmla="*/ 5173621 h 6858000"/>
              <a:gd name="connsiteX56-10499" fmla="*/ 701331 w 1605470"/>
              <a:gd name="connsiteY56-10500" fmla="*/ 5159961 h 6858000"/>
              <a:gd name="connsiteX57-10501" fmla="*/ 708008 w 1605470"/>
              <a:gd name="connsiteY57-10502" fmla="*/ 5144295 h 6858000"/>
              <a:gd name="connsiteX58-10503" fmla="*/ 704941 w 1605470"/>
              <a:gd name="connsiteY58-10504" fmla="*/ 5125185 h 6858000"/>
              <a:gd name="connsiteX59-10505" fmla="*/ 711771 w 1605470"/>
              <a:gd name="connsiteY59-10506" fmla="*/ 5121884 h 6858000"/>
              <a:gd name="connsiteX60-10507" fmla="*/ 721092 w 1605470"/>
              <a:gd name="connsiteY60-10508" fmla="*/ 5108383 h 6858000"/>
              <a:gd name="connsiteX61-10509" fmla="*/ 717045 w 1605470"/>
              <a:gd name="connsiteY61-10510" fmla="*/ 5094705 h 6858000"/>
              <a:gd name="connsiteX62-10511" fmla="*/ 718807 w 1605470"/>
              <a:gd name="connsiteY62-10512" fmla="*/ 5067850 h 6858000"/>
              <a:gd name="connsiteX63-10513" fmla="*/ 721538 w 1605470"/>
              <a:gd name="connsiteY63-10514" fmla="*/ 5060861 h 6858000"/>
              <a:gd name="connsiteX64-10515" fmla="*/ 718242 w 1605470"/>
              <a:gd name="connsiteY64-10516" fmla="*/ 5034192 h 6858000"/>
              <a:gd name="connsiteX65-10517" fmla="*/ 719796 w 1605470"/>
              <a:gd name="connsiteY65-10518" fmla="*/ 4993030 h 6858000"/>
              <a:gd name="connsiteX66-10519" fmla="*/ 726705 w 1605470"/>
              <a:gd name="connsiteY66-10520" fmla="*/ 4946844 h 6858000"/>
              <a:gd name="connsiteX67-10521" fmla="*/ 722561 w 1605470"/>
              <a:gd name="connsiteY67-10522" fmla="*/ 4932692 h 6858000"/>
              <a:gd name="connsiteX68-10523" fmla="*/ 724588 w 1605470"/>
              <a:gd name="connsiteY68-10524" fmla="*/ 4845927 h 6858000"/>
              <a:gd name="connsiteX69-10525" fmla="*/ 724935 w 1605470"/>
              <a:gd name="connsiteY69-10526" fmla="*/ 4821504 h 6858000"/>
              <a:gd name="connsiteX70-10527" fmla="*/ 732118 w 1605470"/>
              <a:gd name="connsiteY70-10528" fmla="*/ 4801535 h 6858000"/>
              <a:gd name="connsiteX71-10529" fmla="*/ 739787 w 1605470"/>
              <a:gd name="connsiteY71-10530" fmla="*/ 4797794 h 6858000"/>
              <a:gd name="connsiteX72-10531" fmla="*/ 741081 w 1605470"/>
              <a:gd name="connsiteY72-10532" fmla="*/ 4784526 h 6858000"/>
              <a:gd name="connsiteX73-10533" fmla="*/ 742865 w 1605470"/>
              <a:gd name="connsiteY73-10534" fmla="*/ 4781211 h 6858000"/>
              <a:gd name="connsiteX74-10535" fmla="*/ 751652 w 1605470"/>
              <a:gd name="connsiteY74-10536" fmla="*/ 4761984 h 6858000"/>
              <a:gd name="connsiteX75-10537" fmla="*/ 734671 w 1605470"/>
              <a:gd name="connsiteY75-10538" fmla="*/ 4715631 h 6858000"/>
              <a:gd name="connsiteX76-10539" fmla="*/ 743180 w 1605470"/>
              <a:gd name="connsiteY76-10540" fmla="*/ 4662965 h 6858000"/>
              <a:gd name="connsiteX77-10541" fmla="*/ 729578 w 1605470"/>
              <a:gd name="connsiteY77-10542" fmla="*/ 4456787 h 6858000"/>
              <a:gd name="connsiteX78-10543" fmla="*/ 756542 w 1605470"/>
              <a:gd name="connsiteY78-10544" fmla="*/ 4429138 h 6858000"/>
              <a:gd name="connsiteX79-10545" fmla="*/ 761317 w 1605470"/>
              <a:gd name="connsiteY79-10546" fmla="*/ 4346145 h 6858000"/>
              <a:gd name="connsiteX80-10547" fmla="*/ 715481 w 1605470"/>
              <a:gd name="connsiteY80-10548" fmla="*/ 4214165 h 6858000"/>
              <a:gd name="connsiteX81-10549" fmla="*/ 721848 w 1605470"/>
              <a:gd name="connsiteY81-10550" fmla="*/ 4061253 h 6858000"/>
              <a:gd name="connsiteX82-10551" fmla="*/ 710868 w 1605470"/>
              <a:gd name="connsiteY82-10552" fmla="*/ 4048827 h 6858000"/>
              <a:gd name="connsiteX83-10553" fmla="*/ 704810 w 1605470"/>
              <a:gd name="connsiteY83-10554" fmla="*/ 4033999 h 6858000"/>
              <a:gd name="connsiteX84-10555" fmla="*/ 705959 w 1605470"/>
              <a:gd name="connsiteY84-10556" fmla="*/ 4031933 h 6858000"/>
              <a:gd name="connsiteX85-10557" fmla="*/ 704535 w 1605470"/>
              <a:gd name="connsiteY85-10558" fmla="*/ 4013953 h 6858000"/>
              <a:gd name="connsiteX86-10559" fmla="*/ 700443 w 1605470"/>
              <a:gd name="connsiteY86-10560" fmla="*/ 4010511 h 6858000"/>
              <a:gd name="connsiteX87-10561" fmla="*/ 698282 w 1605470"/>
              <a:gd name="connsiteY87-10562" fmla="*/ 3998331 h 6858000"/>
              <a:gd name="connsiteX88-10563" fmla="*/ 690830 w 1605470"/>
              <a:gd name="connsiteY88-10564" fmla="*/ 3974753 h 6858000"/>
              <a:gd name="connsiteX89-10565" fmla="*/ 692428 w 1605470"/>
              <a:gd name="connsiteY89-10566" fmla="*/ 3969950 h 6858000"/>
              <a:gd name="connsiteX90-10567" fmla="*/ 685850 w 1605470"/>
              <a:gd name="connsiteY90-10568" fmla="*/ 3933779 h 6858000"/>
              <a:gd name="connsiteX91-10569" fmla="*/ 687181 w 1605470"/>
              <a:gd name="connsiteY91-10570" fmla="*/ 3933093 h 6858000"/>
              <a:gd name="connsiteX92-10571" fmla="*/ 691535 w 1605470"/>
              <a:gd name="connsiteY92-10572" fmla="*/ 3922082 h 6858000"/>
              <a:gd name="connsiteX93-10573" fmla="*/ 696613 w 1605470"/>
              <a:gd name="connsiteY93-10574" fmla="*/ 3901461 h 6858000"/>
              <a:gd name="connsiteX94-10575" fmla="*/ 725908 w 1605470"/>
              <a:gd name="connsiteY94-10576" fmla="*/ 3851605 h 6858000"/>
              <a:gd name="connsiteX95-10577" fmla="*/ 719207 w 1605470"/>
              <a:gd name="connsiteY95-10578" fmla="*/ 3813873 h 6858000"/>
              <a:gd name="connsiteX96-10579" fmla="*/ 718632 w 1605470"/>
              <a:gd name="connsiteY96-10580" fmla="*/ 3806161 h 6858000"/>
              <a:gd name="connsiteX97-10581" fmla="*/ 718939 w 1605470"/>
              <a:gd name="connsiteY97-10582" fmla="*/ 3805957 h 6858000"/>
              <a:gd name="connsiteX98-10583" fmla="*/ 718966 w 1605470"/>
              <a:gd name="connsiteY98-10584" fmla="*/ 3797724 h 6858000"/>
              <a:gd name="connsiteX99-10585" fmla="*/ 717581 w 1605470"/>
              <a:gd name="connsiteY99-10586" fmla="*/ 3792098 h 6858000"/>
              <a:gd name="connsiteX100-10587" fmla="*/ 716465 w 1605470"/>
              <a:gd name="connsiteY100-10588" fmla="*/ 3777135 h 6858000"/>
              <a:gd name="connsiteX101-10589" fmla="*/ 718198 w 1605470"/>
              <a:gd name="connsiteY101-10590" fmla="*/ 3771656 h 6858000"/>
              <a:gd name="connsiteX102-10591" fmla="*/ 721941 w 1605470"/>
              <a:gd name="connsiteY102-10592" fmla="*/ 3769007 h 6858000"/>
              <a:gd name="connsiteX103-10593" fmla="*/ 721407 w 1605470"/>
              <a:gd name="connsiteY103-10594" fmla="*/ 3767709 h 6858000"/>
              <a:gd name="connsiteX104-10595" fmla="*/ 730103 w 1605470"/>
              <a:gd name="connsiteY104-10596" fmla="*/ 3738082 h 6858000"/>
              <a:gd name="connsiteX105-10597" fmla="*/ 737449 w 1605470"/>
              <a:gd name="connsiteY105-10598" fmla="*/ 3673397 h 6858000"/>
              <a:gd name="connsiteX106-10599" fmla="*/ 736745 w 1605470"/>
              <a:gd name="connsiteY106-10600" fmla="*/ 3637109 h 6858000"/>
              <a:gd name="connsiteX107-10601" fmla="*/ 740188 w 1605470"/>
              <a:gd name="connsiteY107-10602" fmla="*/ 3536883 h 6858000"/>
              <a:gd name="connsiteX108-10603" fmla="*/ 747726 w 1605470"/>
              <a:gd name="connsiteY108-10604" fmla="*/ 3435652 h 6858000"/>
              <a:gd name="connsiteX109-10605" fmla="*/ 774383 w 1605470"/>
              <a:gd name="connsiteY109-10606" fmla="*/ 3381564 h 6858000"/>
              <a:gd name="connsiteX110-10607" fmla="*/ 774870 w 1605470"/>
              <a:gd name="connsiteY110-10608" fmla="*/ 3375761 h 6858000"/>
              <a:gd name="connsiteX111-10609" fmla="*/ 770510 w 1605470"/>
              <a:gd name="connsiteY111-10610" fmla="*/ 3361844 h 6858000"/>
              <a:gd name="connsiteX112-10611" fmla="*/ 767933 w 1605470"/>
              <a:gd name="connsiteY112-10612" fmla="*/ 3356929 h 6858000"/>
              <a:gd name="connsiteX113-10613" fmla="*/ 766158 w 1605470"/>
              <a:gd name="connsiteY113-10614" fmla="*/ 3349058 h 6858000"/>
              <a:gd name="connsiteX114-10615" fmla="*/ 766414 w 1605470"/>
              <a:gd name="connsiteY114-10616" fmla="*/ 3348763 h 6858000"/>
              <a:gd name="connsiteX115-10617" fmla="*/ 764166 w 1605470"/>
              <a:gd name="connsiteY115-10618" fmla="*/ 3341588 h 6858000"/>
              <a:gd name="connsiteX116-10619" fmla="*/ 749397 w 1605470"/>
              <a:gd name="connsiteY116-10620" fmla="*/ 3307769 h 6858000"/>
              <a:gd name="connsiteX117-10621" fmla="*/ 766960 w 1605470"/>
              <a:gd name="connsiteY117-10622" fmla="*/ 3250522 h 6858000"/>
              <a:gd name="connsiteX118-10623" fmla="*/ 767385 w 1605470"/>
              <a:gd name="connsiteY118-10624" fmla="*/ 3229163 h 6858000"/>
              <a:gd name="connsiteX119-10625" fmla="*/ 769208 w 1605470"/>
              <a:gd name="connsiteY119-10626" fmla="*/ 3217217 h 6858000"/>
              <a:gd name="connsiteX120-10627" fmla="*/ 770350 w 1605470"/>
              <a:gd name="connsiteY120-10628" fmla="*/ 3216125 h 6858000"/>
              <a:gd name="connsiteX121-10629" fmla="*/ 756043 w 1605470"/>
              <a:gd name="connsiteY121-10630" fmla="*/ 3183755 h 6858000"/>
              <a:gd name="connsiteX122-10631" fmla="*/ 756544 w 1605470"/>
              <a:gd name="connsiteY122-10632" fmla="*/ 3178642 h 6858000"/>
              <a:gd name="connsiteX123-10633" fmla="*/ 744144 w 1605470"/>
              <a:gd name="connsiteY123-10634" fmla="*/ 3158586 h 6858000"/>
              <a:gd name="connsiteX124-10635" fmla="*/ 739378 w 1605470"/>
              <a:gd name="connsiteY124-10636" fmla="*/ 3147669 h 6858000"/>
              <a:gd name="connsiteX125-10637" fmla="*/ 734648 w 1605470"/>
              <a:gd name="connsiteY125-10638" fmla="*/ 3145733 h 6858000"/>
              <a:gd name="connsiteX126-10639" fmla="*/ 729329 w 1605470"/>
              <a:gd name="connsiteY126-10640" fmla="*/ 3129034 h 6858000"/>
              <a:gd name="connsiteX127-10641" fmla="*/ 729994 w 1605470"/>
              <a:gd name="connsiteY127-10642" fmla="*/ 3126682 h 6858000"/>
              <a:gd name="connsiteX128-10643" fmla="*/ 720862 w 1605470"/>
              <a:gd name="connsiteY128-10644" fmla="*/ 3114519 h 6858000"/>
              <a:gd name="connsiteX129-10645" fmla="*/ 707471 w 1605470"/>
              <a:gd name="connsiteY129-10646" fmla="*/ 3106272 h 6858000"/>
              <a:gd name="connsiteX130-10647" fmla="*/ 680201 w 1605470"/>
              <a:gd name="connsiteY130-10648" fmla="*/ 2958185 h 6858000"/>
              <a:gd name="connsiteX131-10649" fmla="*/ 596759 w 1605470"/>
              <a:gd name="connsiteY131-10650" fmla="*/ 2762989 h 6858000"/>
              <a:gd name="connsiteX132-10651" fmla="*/ 571733 w 1605470"/>
              <a:gd name="connsiteY132-10652" fmla="*/ 2554718 h 6858000"/>
              <a:gd name="connsiteX133-10653" fmla="*/ 551827 w 1605470"/>
              <a:gd name="connsiteY133-10654" fmla="*/ 2485734 h 6858000"/>
              <a:gd name="connsiteX134-10655" fmla="*/ 525179 w 1605470"/>
              <a:gd name="connsiteY134-10656" fmla="*/ 2447068 h 6858000"/>
              <a:gd name="connsiteX135-10657" fmla="*/ 529511 w 1605470"/>
              <a:gd name="connsiteY135-10658" fmla="*/ 2425819 h 6858000"/>
              <a:gd name="connsiteX136-10659" fmla="*/ 530521 w 1605470"/>
              <a:gd name="connsiteY136-10660" fmla="*/ 2422066 h 6858000"/>
              <a:gd name="connsiteX137-10661" fmla="*/ 528878 w 1605470"/>
              <a:gd name="connsiteY137-10662" fmla="*/ 2408971 h 6858000"/>
              <a:gd name="connsiteX138-10663" fmla="*/ 535510 w 1605470"/>
              <a:gd name="connsiteY138-10664" fmla="*/ 2402874 h 6858000"/>
              <a:gd name="connsiteX139-10665" fmla="*/ 538122 w 1605470"/>
              <a:gd name="connsiteY139-10666" fmla="*/ 2381443 h 6858000"/>
              <a:gd name="connsiteX140-10667" fmla="*/ 514451 w 1605470"/>
              <a:gd name="connsiteY140-10668" fmla="*/ 2261920 h 6858000"/>
              <a:gd name="connsiteX141-10669" fmla="*/ 486968 w 1605470"/>
              <a:gd name="connsiteY141-10670" fmla="*/ 2182937 h 6858000"/>
              <a:gd name="connsiteX142-10671" fmla="*/ 488555 w 1605470"/>
              <a:gd name="connsiteY142-10672" fmla="*/ 2155135 h 6858000"/>
              <a:gd name="connsiteX143-10673" fmla="*/ 486013 w 1605470"/>
              <a:gd name="connsiteY143-10674" fmla="*/ 2118008 h 6858000"/>
              <a:gd name="connsiteX144-10675" fmla="*/ 487006 w 1605470"/>
              <a:gd name="connsiteY144-10676" fmla="*/ 2050531 h 6858000"/>
              <a:gd name="connsiteX145-10677" fmla="*/ 478812 w 1605470"/>
              <a:gd name="connsiteY145-10678" fmla="*/ 1963269 h 6858000"/>
              <a:gd name="connsiteX146-10679" fmla="*/ 442619 w 1605470"/>
              <a:gd name="connsiteY146-10680" fmla="*/ 1910499 h 6858000"/>
              <a:gd name="connsiteX147-10681" fmla="*/ 446785 w 1605470"/>
              <a:gd name="connsiteY147-10682" fmla="*/ 1903212 h 6858000"/>
              <a:gd name="connsiteX148-10683" fmla="*/ 436547 w 1605470"/>
              <a:gd name="connsiteY148-10684" fmla="*/ 1861531 h 6858000"/>
              <a:gd name="connsiteX149-10685" fmla="*/ 390346 w 1605470"/>
              <a:gd name="connsiteY149-10686" fmla="*/ 1732919 h 6858000"/>
              <a:gd name="connsiteX150-10687" fmla="*/ 362657 w 1605470"/>
              <a:gd name="connsiteY150-10688" fmla="*/ 1663540 h 6858000"/>
              <a:gd name="connsiteX151-10689" fmla="*/ 344412 w 1605470"/>
              <a:gd name="connsiteY151-10690" fmla="*/ 1615777 h 6858000"/>
              <a:gd name="connsiteX152-10691" fmla="*/ 342578 w 1605470"/>
              <a:gd name="connsiteY152-10692" fmla="*/ 1563678 h 6858000"/>
              <a:gd name="connsiteX153-10693" fmla="*/ 355658 w 1605470"/>
              <a:gd name="connsiteY153-10694" fmla="*/ 1519474 h 6858000"/>
              <a:gd name="connsiteX154-10695" fmla="*/ 348400 w 1605470"/>
              <a:gd name="connsiteY154-10696" fmla="*/ 1477995 h 6858000"/>
              <a:gd name="connsiteX155-10697" fmla="*/ 334485 w 1605470"/>
              <a:gd name="connsiteY155-10698" fmla="*/ 1373769 h 6858000"/>
              <a:gd name="connsiteX156-10699" fmla="*/ 342792 w 1605470"/>
              <a:gd name="connsiteY156-10700" fmla="*/ 1307086 h 6858000"/>
              <a:gd name="connsiteX157-10701" fmla="*/ 343980 w 1605470"/>
              <a:gd name="connsiteY157-10702" fmla="*/ 1189033 h 6858000"/>
              <a:gd name="connsiteX158-10703" fmla="*/ 348665 w 1605470"/>
              <a:gd name="connsiteY158-10704" fmla="*/ 1168288 h 6858000"/>
              <a:gd name="connsiteX159-10705" fmla="*/ 340947 w 1605470"/>
              <a:gd name="connsiteY159-10706" fmla="*/ 1142577 h 6858000"/>
              <a:gd name="connsiteX160-10707" fmla="*/ 330253 w 1605470"/>
              <a:gd name="connsiteY160-10708" fmla="*/ 1088484 h 6858000"/>
              <a:gd name="connsiteX161-10709" fmla="*/ 336360 w 1605470"/>
              <a:gd name="connsiteY161-10710" fmla="*/ 1045131 h 6858000"/>
              <a:gd name="connsiteX162-10711" fmla="*/ 320445 w 1605470"/>
              <a:gd name="connsiteY162-10712" fmla="*/ 932283 h 6858000"/>
              <a:gd name="connsiteX163-10713" fmla="*/ 322681 w 1605470"/>
              <a:gd name="connsiteY163-10714" fmla="*/ 915925 h 6858000"/>
              <a:gd name="connsiteX164-10715" fmla="*/ 315310 w 1605470"/>
              <a:gd name="connsiteY164-10716" fmla="*/ 896999 h 6858000"/>
              <a:gd name="connsiteX165-10717" fmla="*/ 284718 w 1605470"/>
              <a:gd name="connsiteY165-10718" fmla="*/ 821517 h 6858000"/>
              <a:gd name="connsiteX166-10719" fmla="*/ 263668 w 1605470"/>
              <a:gd name="connsiteY166-10720" fmla="*/ 751353 h 6858000"/>
              <a:gd name="connsiteX167-10721" fmla="*/ 254540 w 1605470"/>
              <a:gd name="connsiteY167-10722" fmla="*/ 741965 h 6858000"/>
              <a:gd name="connsiteX168-10723" fmla="*/ 248897 w 1605470"/>
              <a:gd name="connsiteY168-10724" fmla="*/ 681659 h 6858000"/>
              <a:gd name="connsiteX169-10725" fmla="*/ 234316 w 1605470"/>
              <a:gd name="connsiteY169-10726" fmla="*/ 635218 h 6858000"/>
              <a:gd name="connsiteX170-10727" fmla="*/ 239327 w 1605470"/>
              <a:gd name="connsiteY170-10728" fmla="*/ 613763 h 6858000"/>
              <a:gd name="connsiteX171-10729" fmla="*/ 225269 w 1605470"/>
              <a:gd name="connsiteY171-10730" fmla="*/ 598582 h 6858000"/>
              <a:gd name="connsiteX172-10731" fmla="*/ 224950 w 1605470"/>
              <a:gd name="connsiteY172-10732" fmla="*/ 576846 h 6858000"/>
              <a:gd name="connsiteX173-10733" fmla="*/ 204576 w 1605470"/>
              <a:gd name="connsiteY173-10734" fmla="*/ 530055 h 6858000"/>
              <a:gd name="connsiteX174-10735" fmla="*/ 219064 w 1605470"/>
              <a:gd name="connsiteY174-10736" fmla="*/ 469651 h 6858000"/>
              <a:gd name="connsiteX175-10737" fmla="*/ 195012 w 1605470"/>
              <a:gd name="connsiteY175-10738" fmla="*/ 448559 h 6858000"/>
              <a:gd name="connsiteX176-10739" fmla="*/ 201434 w 1605470"/>
              <a:gd name="connsiteY176-10740" fmla="*/ 441529 h 6858000"/>
              <a:gd name="connsiteX177-10741" fmla="*/ 200655 w 1605470"/>
              <a:gd name="connsiteY177-10742" fmla="*/ 428927 h 6858000"/>
              <a:gd name="connsiteX178-10743" fmla="*/ 190059 w 1605470"/>
              <a:gd name="connsiteY178-10744" fmla="*/ 430161 h 6858000"/>
              <a:gd name="connsiteX179-10745" fmla="*/ 167079 w 1605470"/>
              <a:gd name="connsiteY179-10746" fmla="*/ 367211 h 6858000"/>
              <a:gd name="connsiteX180-10747" fmla="*/ 124571 w 1605470"/>
              <a:gd name="connsiteY180-10748" fmla="*/ 302178 h 6858000"/>
              <a:gd name="connsiteX181-10749" fmla="*/ 103243 w 1605470"/>
              <a:gd name="connsiteY181-10750" fmla="*/ 211375 h 6858000"/>
              <a:gd name="connsiteX182-10751" fmla="*/ 94571 w 1605470"/>
              <a:gd name="connsiteY182-10752" fmla="*/ 184179 h 6858000"/>
              <a:gd name="connsiteX183-10753" fmla="*/ 13437 w 1605470"/>
              <a:gd name="connsiteY183-10754" fmla="*/ 19287 h 6858000"/>
              <a:gd name="connsiteX184-10755" fmla="*/ 0 w 1605470"/>
              <a:gd name="connsiteY184-10756" fmla="*/ 0 h 6858000"/>
              <a:gd name="connsiteX0-10757" fmla="*/ 0 w 1605470"/>
              <a:gd name="connsiteY0-10758" fmla="*/ 0 h 6858000"/>
              <a:gd name="connsiteX1-10759" fmla="*/ 1605470 w 1605470"/>
              <a:gd name="connsiteY1-10760" fmla="*/ 0 h 6858000"/>
              <a:gd name="connsiteX2-10761" fmla="*/ 1605470 w 1605470"/>
              <a:gd name="connsiteY2-10762" fmla="*/ 6858000 h 6858000"/>
              <a:gd name="connsiteX3-10763" fmla="*/ 154105 w 1605470"/>
              <a:gd name="connsiteY3-10764" fmla="*/ 6858000 h 6858000"/>
              <a:gd name="connsiteX4-10765" fmla="*/ 154246 w 1605470"/>
              <a:gd name="connsiteY4-10766" fmla="*/ 6857735 h 6858000"/>
              <a:gd name="connsiteX5-10767" fmla="*/ 166295 w 1605470"/>
              <a:gd name="connsiteY5-10768" fmla="*/ 6809549 h 6858000"/>
              <a:gd name="connsiteX6-10769" fmla="*/ 198506 w 1605470"/>
              <a:gd name="connsiteY6-10770" fmla="*/ 6715115 h 6858000"/>
              <a:gd name="connsiteX7-10771" fmla="*/ 208357 w 1605470"/>
              <a:gd name="connsiteY7-10772" fmla="*/ 6680170 h 6858000"/>
              <a:gd name="connsiteX8-10773" fmla="*/ 233907 w 1605470"/>
              <a:gd name="connsiteY8-10774" fmla="*/ 6621207 h 6858000"/>
              <a:gd name="connsiteX9-10775" fmla="*/ 250564 w 1605470"/>
              <a:gd name="connsiteY9-10776" fmla="*/ 6596265 h 6858000"/>
              <a:gd name="connsiteX10-10777" fmla="*/ 250443 w 1605470"/>
              <a:gd name="connsiteY10-10778" fmla="*/ 6594818 h 6858000"/>
              <a:gd name="connsiteX11-10779" fmla="*/ 254688 w 1605470"/>
              <a:gd name="connsiteY11-10780" fmla="*/ 6593735 h 6858000"/>
              <a:gd name="connsiteX12-10781" fmla="*/ 257885 w 1605470"/>
              <a:gd name="connsiteY12-10782" fmla="*/ 6589172 h 6858000"/>
              <a:gd name="connsiteX13-10783" fmla="*/ 261179 w 1605470"/>
              <a:gd name="connsiteY13-10784" fmla="*/ 6574442 h 6858000"/>
              <a:gd name="connsiteX14-10785" fmla="*/ 261519 w 1605470"/>
              <a:gd name="connsiteY14-10786" fmla="*/ 6568530 h 6858000"/>
              <a:gd name="connsiteX15-10787" fmla="*/ 263928 w 1605470"/>
              <a:gd name="connsiteY15-10788" fmla="*/ 6560674 h 6858000"/>
              <a:gd name="connsiteX16-10789" fmla="*/ 264273 w 1605470"/>
              <a:gd name="connsiteY16-10790" fmla="*/ 6560598 h 6858000"/>
              <a:gd name="connsiteX17-10791" fmla="*/ 265970 w 1605470"/>
              <a:gd name="connsiteY17-10792" fmla="*/ 6553006 h 6858000"/>
              <a:gd name="connsiteX18-10793" fmla="*/ 270666 w 1605470"/>
              <a:gd name="connsiteY18-10794" fmla="*/ 6514360 h 6858000"/>
              <a:gd name="connsiteX19-10795" fmla="*/ 312320 w 1605470"/>
              <a:gd name="connsiteY19-10796" fmla="*/ 6478062 h 6858000"/>
              <a:gd name="connsiteX20-10797" fmla="*/ 323009 w 1605470"/>
              <a:gd name="connsiteY20-10798" fmla="*/ 6460325 h 6858000"/>
              <a:gd name="connsiteX21-10799" fmla="*/ 330242 w 1605470"/>
              <a:gd name="connsiteY21-10800" fmla="*/ 6451488 h 6858000"/>
              <a:gd name="connsiteX22-10801" fmla="*/ 331677 w 1605470"/>
              <a:gd name="connsiteY22-10802" fmla="*/ 6451348 h 6858000"/>
              <a:gd name="connsiteX23-10803" fmla="*/ 336035 w 1605470"/>
              <a:gd name="connsiteY23-10804" fmla="*/ 6414240 h 6858000"/>
              <a:gd name="connsiteX24-10805" fmla="*/ 338911 w 1605470"/>
              <a:gd name="connsiteY24-10806" fmla="*/ 6410269 h 6858000"/>
              <a:gd name="connsiteX25-10807" fmla="*/ 338811 w 1605470"/>
              <a:gd name="connsiteY25-10808" fmla="*/ 6384857 h 6858000"/>
              <a:gd name="connsiteX26-10809" fmla="*/ 340328 w 1605470"/>
              <a:gd name="connsiteY26-10810" fmla="*/ 6372381 h 6858000"/>
              <a:gd name="connsiteX27-10811" fmla="*/ 337522 w 1605470"/>
              <a:gd name="connsiteY27-10812" fmla="*/ 6367510 h 6858000"/>
              <a:gd name="connsiteX28-10813" fmla="*/ 341402 w 1605470"/>
              <a:gd name="connsiteY28-10814" fmla="*/ 6349778 h 6858000"/>
              <a:gd name="connsiteX29-10815" fmla="*/ 343067 w 1605470"/>
              <a:gd name="connsiteY29-10816" fmla="*/ 6348250 h 6858000"/>
              <a:gd name="connsiteX30-10817" fmla="*/ 341730 w 1605470"/>
              <a:gd name="connsiteY30-10818" fmla="*/ 6331735 h 6858000"/>
              <a:gd name="connsiteX31-10819" fmla="*/ 335123 w 1605470"/>
              <a:gd name="connsiteY31-10820" fmla="*/ 6315613 h 6858000"/>
              <a:gd name="connsiteX32-10821" fmla="*/ 385303 w 1605470"/>
              <a:gd name="connsiteY32-10822" fmla="*/ 6171970 h 6858000"/>
              <a:gd name="connsiteX33-10823" fmla="*/ 380910 w 1605470"/>
              <a:gd name="connsiteY33-10824" fmla="*/ 6028119 h 6858000"/>
              <a:gd name="connsiteX34-10825" fmla="*/ 409371 w 1605470"/>
              <a:gd name="connsiteY34-10826" fmla="*/ 5950668 h 6858000"/>
              <a:gd name="connsiteX35-10827" fmla="*/ 442432 w 1605470"/>
              <a:gd name="connsiteY35-10828" fmla="*/ 5934687 h 6858000"/>
              <a:gd name="connsiteX36-10829" fmla="*/ 489472 w 1605470"/>
              <a:gd name="connsiteY36-10830" fmla="*/ 5732419 h 6858000"/>
              <a:gd name="connsiteX37-10831" fmla="*/ 512623 w 1605470"/>
              <a:gd name="connsiteY37-10832" fmla="*/ 5685392 h 6858000"/>
              <a:gd name="connsiteX38-10833" fmla="*/ 510261 w 1605470"/>
              <a:gd name="connsiteY38-10834" fmla="*/ 5634527 h 6858000"/>
              <a:gd name="connsiteX39-10835" fmla="*/ 523992 w 1605470"/>
              <a:gd name="connsiteY39-10836" fmla="*/ 5619557 h 6858000"/>
              <a:gd name="connsiteX40-10837" fmla="*/ 526609 w 1605470"/>
              <a:gd name="connsiteY40-10838" fmla="*/ 5617081 h 6858000"/>
              <a:gd name="connsiteX41-10839" fmla="*/ 531653 w 1605470"/>
              <a:gd name="connsiteY41-10840" fmla="*/ 5604904 h 6858000"/>
              <a:gd name="connsiteX42-10841" fmla="*/ 539863 w 1605470"/>
              <a:gd name="connsiteY42-10842" fmla="*/ 5604298 h 6858000"/>
              <a:gd name="connsiteX43-10843" fmla="*/ 552319 w 1605470"/>
              <a:gd name="connsiteY43-10844" fmla="*/ 5587997 h 6858000"/>
              <a:gd name="connsiteX44-10845" fmla="*/ 559710 w 1605470"/>
              <a:gd name="connsiteY44-10846" fmla="*/ 5564796 h 6858000"/>
              <a:gd name="connsiteX45-10847" fmla="*/ 587214 w 1605470"/>
              <a:gd name="connsiteY45-10848" fmla="*/ 5451511 h 6858000"/>
              <a:gd name="connsiteX46-10849" fmla="*/ 608019 w 1605470"/>
              <a:gd name="connsiteY46-10850" fmla="*/ 5385461 h 6858000"/>
              <a:gd name="connsiteX47-10851" fmla="*/ 622750 w 1605470"/>
              <a:gd name="connsiteY47-10852" fmla="*/ 5363084 h 6858000"/>
              <a:gd name="connsiteX48-10853" fmla="*/ 638731 w 1605470"/>
              <a:gd name="connsiteY48-10854" fmla="*/ 5330009 h 6858000"/>
              <a:gd name="connsiteX49-10855" fmla="*/ 672224 w 1605470"/>
              <a:gd name="connsiteY49-10856" fmla="*/ 5273739 h 6858000"/>
              <a:gd name="connsiteX50-10857" fmla="*/ 681823 w 1605470"/>
              <a:gd name="connsiteY50-10858" fmla="*/ 5241779 h 6858000"/>
              <a:gd name="connsiteX51-10859" fmla="*/ 693049 w 1605470"/>
              <a:gd name="connsiteY51-10860" fmla="*/ 5225268 h 6858000"/>
              <a:gd name="connsiteX52-10861" fmla="*/ 694069 w 1605470"/>
              <a:gd name="connsiteY52-10862" fmla="*/ 5217684 h 6858000"/>
              <a:gd name="connsiteX53-10863" fmla="*/ 701410 w 1605470"/>
              <a:gd name="connsiteY53-10864" fmla="*/ 5193377 h 6858000"/>
              <a:gd name="connsiteX54-10865" fmla="*/ 704713 w 1605470"/>
              <a:gd name="connsiteY54-10866" fmla="*/ 5179288 h 6858000"/>
              <a:gd name="connsiteX55-10867" fmla="*/ 705697 w 1605470"/>
              <a:gd name="connsiteY55-10868" fmla="*/ 5173621 h 6858000"/>
              <a:gd name="connsiteX56-10869" fmla="*/ 701331 w 1605470"/>
              <a:gd name="connsiteY56-10870" fmla="*/ 5159961 h 6858000"/>
              <a:gd name="connsiteX57-10871" fmla="*/ 708008 w 1605470"/>
              <a:gd name="connsiteY57-10872" fmla="*/ 5144295 h 6858000"/>
              <a:gd name="connsiteX58-10873" fmla="*/ 704941 w 1605470"/>
              <a:gd name="connsiteY58-10874" fmla="*/ 5125185 h 6858000"/>
              <a:gd name="connsiteX59-10875" fmla="*/ 711771 w 1605470"/>
              <a:gd name="connsiteY59-10876" fmla="*/ 5121884 h 6858000"/>
              <a:gd name="connsiteX60-10877" fmla="*/ 721092 w 1605470"/>
              <a:gd name="connsiteY60-10878" fmla="*/ 5108383 h 6858000"/>
              <a:gd name="connsiteX61-10879" fmla="*/ 717045 w 1605470"/>
              <a:gd name="connsiteY61-10880" fmla="*/ 5094705 h 6858000"/>
              <a:gd name="connsiteX62-10881" fmla="*/ 718807 w 1605470"/>
              <a:gd name="connsiteY62-10882" fmla="*/ 5067850 h 6858000"/>
              <a:gd name="connsiteX63-10883" fmla="*/ 721538 w 1605470"/>
              <a:gd name="connsiteY63-10884" fmla="*/ 5060861 h 6858000"/>
              <a:gd name="connsiteX64-10885" fmla="*/ 718242 w 1605470"/>
              <a:gd name="connsiteY64-10886" fmla="*/ 5034192 h 6858000"/>
              <a:gd name="connsiteX65-10887" fmla="*/ 719796 w 1605470"/>
              <a:gd name="connsiteY65-10888" fmla="*/ 4993030 h 6858000"/>
              <a:gd name="connsiteX66-10889" fmla="*/ 726705 w 1605470"/>
              <a:gd name="connsiteY66-10890" fmla="*/ 4946844 h 6858000"/>
              <a:gd name="connsiteX67-10891" fmla="*/ 722561 w 1605470"/>
              <a:gd name="connsiteY67-10892" fmla="*/ 4932692 h 6858000"/>
              <a:gd name="connsiteX68-10893" fmla="*/ 724588 w 1605470"/>
              <a:gd name="connsiteY68-10894" fmla="*/ 4845927 h 6858000"/>
              <a:gd name="connsiteX69-10895" fmla="*/ 724935 w 1605470"/>
              <a:gd name="connsiteY69-10896" fmla="*/ 4821504 h 6858000"/>
              <a:gd name="connsiteX70-10897" fmla="*/ 732118 w 1605470"/>
              <a:gd name="connsiteY70-10898" fmla="*/ 4801535 h 6858000"/>
              <a:gd name="connsiteX71-10899" fmla="*/ 739787 w 1605470"/>
              <a:gd name="connsiteY71-10900" fmla="*/ 4797794 h 6858000"/>
              <a:gd name="connsiteX72-10901" fmla="*/ 741081 w 1605470"/>
              <a:gd name="connsiteY72-10902" fmla="*/ 4784526 h 6858000"/>
              <a:gd name="connsiteX73-10903" fmla="*/ 742865 w 1605470"/>
              <a:gd name="connsiteY73-10904" fmla="*/ 4781211 h 6858000"/>
              <a:gd name="connsiteX74-10905" fmla="*/ 751652 w 1605470"/>
              <a:gd name="connsiteY74-10906" fmla="*/ 4761984 h 6858000"/>
              <a:gd name="connsiteX75-10907" fmla="*/ 734671 w 1605470"/>
              <a:gd name="connsiteY75-10908" fmla="*/ 4715631 h 6858000"/>
              <a:gd name="connsiteX76-10909" fmla="*/ 743180 w 1605470"/>
              <a:gd name="connsiteY76-10910" fmla="*/ 4662965 h 6858000"/>
              <a:gd name="connsiteX77-10911" fmla="*/ 729578 w 1605470"/>
              <a:gd name="connsiteY77-10912" fmla="*/ 4456787 h 6858000"/>
              <a:gd name="connsiteX78-10913" fmla="*/ 756542 w 1605470"/>
              <a:gd name="connsiteY78-10914" fmla="*/ 4429138 h 6858000"/>
              <a:gd name="connsiteX79-10915" fmla="*/ 761317 w 1605470"/>
              <a:gd name="connsiteY79-10916" fmla="*/ 4346145 h 6858000"/>
              <a:gd name="connsiteX80-10917" fmla="*/ 715481 w 1605470"/>
              <a:gd name="connsiteY80-10918" fmla="*/ 4214165 h 6858000"/>
              <a:gd name="connsiteX81-10919" fmla="*/ 721848 w 1605470"/>
              <a:gd name="connsiteY81-10920" fmla="*/ 4061253 h 6858000"/>
              <a:gd name="connsiteX82-10921" fmla="*/ 710868 w 1605470"/>
              <a:gd name="connsiteY82-10922" fmla="*/ 4048827 h 6858000"/>
              <a:gd name="connsiteX83-10923" fmla="*/ 704810 w 1605470"/>
              <a:gd name="connsiteY83-10924" fmla="*/ 4033999 h 6858000"/>
              <a:gd name="connsiteX84-10925" fmla="*/ 705959 w 1605470"/>
              <a:gd name="connsiteY84-10926" fmla="*/ 4031933 h 6858000"/>
              <a:gd name="connsiteX85-10927" fmla="*/ 704535 w 1605470"/>
              <a:gd name="connsiteY85-10928" fmla="*/ 4013953 h 6858000"/>
              <a:gd name="connsiteX86-10929" fmla="*/ 700443 w 1605470"/>
              <a:gd name="connsiteY86-10930" fmla="*/ 4010511 h 6858000"/>
              <a:gd name="connsiteX87-10931" fmla="*/ 698282 w 1605470"/>
              <a:gd name="connsiteY87-10932" fmla="*/ 3998331 h 6858000"/>
              <a:gd name="connsiteX88-10933" fmla="*/ 690830 w 1605470"/>
              <a:gd name="connsiteY88-10934" fmla="*/ 3974753 h 6858000"/>
              <a:gd name="connsiteX89-10935" fmla="*/ 692428 w 1605470"/>
              <a:gd name="connsiteY89-10936" fmla="*/ 3969950 h 6858000"/>
              <a:gd name="connsiteX90-10937" fmla="*/ 685850 w 1605470"/>
              <a:gd name="connsiteY90-10938" fmla="*/ 3933779 h 6858000"/>
              <a:gd name="connsiteX91-10939" fmla="*/ 687181 w 1605470"/>
              <a:gd name="connsiteY91-10940" fmla="*/ 3933093 h 6858000"/>
              <a:gd name="connsiteX92-10941" fmla="*/ 691535 w 1605470"/>
              <a:gd name="connsiteY92-10942" fmla="*/ 3922082 h 6858000"/>
              <a:gd name="connsiteX93-10943" fmla="*/ 696613 w 1605470"/>
              <a:gd name="connsiteY93-10944" fmla="*/ 3901461 h 6858000"/>
              <a:gd name="connsiteX94-10945" fmla="*/ 725908 w 1605470"/>
              <a:gd name="connsiteY94-10946" fmla="*/ 3851605 h 6858000"/>
              <a:gd name="connsiteX95-10947" fmla="*/ 719207 w 1605470"/>
              <a:gd name="connsiteY95-10948" fmla="*/ 3813873 h 6858000"/>
              <a:gd name="connsiteX96-10949" fmla="*/ 718632 w 1605470"/>
              <a:gd name="connsiteY96-10950" fmla="*/ 3806161 h 6858000"/>
              <a:gd name="connsiteX97-10951" fmla="*/ 718939 w 1605470"/>
              <a:gd name="connsiteY97-10952" fmla="*/ 3805957 h 6858000"/>
              <a:gd name="connsiteX98-10953" fmla="*/ 718966 w 1605470"/>
              <a:gd name="connsiteY98-10954" fmla="*/ 3797724 h 6858000"/>
              <a:gd name="connsiteX99-10955" fmla="*/ 717581 w 1605470"/>
              <a:gd name="connsiteY99-10956" fmla="*/ 3792098 h 6858000"/>
              <a:gd name="connsiteX100-10957" fmla="*/ 716465 w 1605470"/>
              <a:gd name="connsiteY100-10958" fmla="*/ 3777135 h 6858000"/>
              <a:gd name="connsiteX101-10959" fmla="*/ 718198 w 1605470"/>
              <a:gd name="connsiteY101-10960" fmla="*/ 3771656 h 6858000"/>
              <a:gd name="connsiteX102-10961" fmla="*/ 721941 w 1605470"/>
              <a:gd name="connsiteY102-10962" fmla="*/ 3769007 h 6858000"/>
              <a:gd name="connsiteX103-10963" fmla="*/ 721407 w 1605470"/>
              <a:gd name="connsiteY103-10964" fmla="*/ 3767709 h 6858000"/>
              <a:gd name="connsiteX104-10965" fmla="*/ 730103 w 1605470"/>
              <a:gd name="connsiteY104-10966" fmla="*/ 3738082 h 6858000"/>
              <a:gd name="connsiteX105-10967" fmla="*/ 737449 w 1605470"/>
              <a:gd name="connsiteY105-10968" fmla="*/ 3673397 h 6858000"/>
              <a:gd name="connsiteX106-10969" fmla="*/ 736745 w 1605470"/>
              <a:gd name="connsiteY106-10970" fmla="*/ 3637109 h 6858000"/>
              <a:gd name="connsiteX107-10971" fmla="*/ 740188 w 1605470"/>
              <a:gd name="connsiteY107-10972" fmla="*/ 3536883 h 6858000"/>
              <a:gd name="connsiteX108-10973" fmla="*/ 747726 w 1605470"/>
              <a:gd name="connsiteY108-10974" fmla="*/ 3435652 h 6858000"/>
              <a:gd name="connsiteX109-10975" fmla="*/ 774383 w 1605470"/>
              <a:gd name="connsiteY109-10976" fmla="*/ 3381564 h 6858000"/>
              <a:gd name="connsiteX110-10977" fmla="*/ 774870 w 1605470"/>
              <a:gd name="connsiteY110-10978" fmla="*/ 3375761 h 6858000"/>
              <a:gd name="connsiteX111-10979" fmla="*/ 770510 w 1605470"/>
              <a:gd name="connsiteY111-10980" fmla="*/ 3361844 h 6858000"/>
              <a:gd name="connsiteX112-10981" fmla="*/ 767933 w 1605470"/>
              <a:gd name="connsiteY112-10982" fmla="*/ 3356929 h 6858000"/>
              <a:gd name="connsiteX113-10983" fmla="*/ 766158 w 1605470"/>
              <a:gd name="connsiteY113-10984" fmla="*/ 3349058 h 6858000"/>
              <a:gd name="connsiteX114-10985" fmla="*/ 766414 w 1605470"/>
              <a:gd name="connsiteY114-10986" fmla="*/ 3348763 h 6858000"/>
              <a:gd name="connsiteX115-10987" fmla="*/ 764166 w 1605470"/>
              <a:gd name="connsiteY115-10988" fmla="*/ 3341588 h 6858000"/>
              <a:gd name="connsiteX116-10989" fmla="*/ 749397 w 1605470"/>
              <a:gd name="connsiteY116-10990" fmla="*/ 3307769 h 6858000"/>
              <a:gd name="connsiteX117-10991" fmla="*/ 766960 w 1605470"/>
              <a:gd name="connsiteY117-10992" fmla="*/ 3250522 h 6858000"/>
              <a:gd name="connsiteX118-10993" fmla="*/ 767385 w 1605470"/>
              <a:gd name="connsiteY118-10994" fmla="*/ 3229163 h 6858000"/>
              <a:gd name="connsiteX119-10995" fmla="*/ 769208 w 1605470"/>
              <a:gd name="connsiteY119-10996" fmla="*/ 3217217 h 6858000"/>
              <a:gd name="connsiteX120-10997" fmla="*/ 770350 w 1605470"/>
              <a:gd name="connsiteY120-10998" fmla="*/ 3216125 h 6858000"/>
              <a:gd name="connsiteX121-10999" fmla="*/ 756043 w 1605470"/>
              <a:gd name="connsiteY121-11000" fmla="*/ 3183755 h 6858000"/>
              <a:gd name="connsiteX122-11001" fmla="*/ 756544 w 1605470"/>
              <a:gd name="connsiteY122-11002" fmla="*/ 3178642 h 6858000"/>
              <a:gd name="connsiteX123-11003" fmla="*/ 744144 w 1605470"/>
              <a:gd name="connsiteY123-11004" fmla="*/ 3158586 h 6858000"/>
              <a:gd name="connsiteX124-11005" fmla="*/ 739378 w 1605470"/>
              <a:gd name="connsiteY124-11006" fmla="*/ 3147669 h 6858000"/>
              <a:gd name="connsiteX125-11007" fmla="*/ 734648 w 1605470"/>
              <a:gd name="connsiteY125-11008" fmla="*/ 3145733 h 6858000"/>
              <a:gd name="connsiteX126-11009" fmla="*/ 729329 w 1605470"/>
              <a:gd name="connsiteY126-11010" fmla="*/ 3129034 h 6858000"/>
              <a:gd name="connsiteX127-11011" fmla="*/ 729994 w 1605470"/>
              <a:gd name="connsiteY127-11012" fmla="*/ 3126682 h 6858000"/>
              <a:gd name="connsiteX128-11013" fmla="*/ 720862 w 1605470"/>
              <a:gd name="connsiteY128-11014" fmla="*/ 3114519 h 6858000"/>
              <a:gd name="connsiteX129-11015" fmla="*/ 707471 w 1605470"/>
              <a:gd name="connsiteY129-11016" fmla="*/ 3106272 h 6858000"/>
              <a:gd name="connsiteX130-11017" fmla="*/ 680201 w 1605470"/>
              <a:gd name="connsiteY130-11018" fmla="*/ 2958185 h 6858000"/>
              <a:gd name="connsiteX131-11019" fmla="*/ 596759 w 1605470"/>
              <a:gd name="connsiteY131-11020" fmla="*/ 2762989 h 6858000"/>
              <a:gd name="connsiteX132-11021" fmla="*/ 571733 w 1605470"/>
              <a:gd name="connsiteY132-11022" fmla="*/ 2554718 h 6858000"/>
              <a:gd name="connsiteX133-11023" fmla="*/ 551827 w 1605470"/>
              <a:gd name="connsiteY133-11024" fmla="*/ 2485734 h 6858000"/>
              <a:gd name="connsiteX134-11025" fmla="*/ 525179 w 1605470"/>
              <a:gd name="connsiteY134-11026" fmla="*/ 2447068 h 6858000"/>
              <a:gd name="connsiteX135-11027" fmla="*/ 529511 w 1605470"/>
              <a:gd name="connsiteY135-11028" fmla="*/ 2425819 h 6858000"/>
              <a:gd name="connsiteX136-11029" fmla="*/ 530521 w 1605470"/>
              <a:gd name="connsiteY136-11030" fmla="*/ 2422066 h 6858000"/>
              <a:gd name="connsiteX137-11031" fmla="*/ 528878 w 1605470"/>
              <a:gd name="connsiteY137-11032" fmla="*/ 2408971 h 6858000"/>
              <a:gd name="connsiteX138-11033" fmla="*/ 535510 w 1605470"/>
              <a:gd name="connsiteY138-11034" fmla="*/ 2402874 h 6858000"/>
              <a:gd name="connsiteX139-11035" fmla="*/ 538122 w 1605470"/>
              <a:gd name="connsiteY139-11036" fmla="*/ 2381443 h 6858000"/>
              <a:gd name="connsiteX140-11037" fmla="*/ 514451 w 1605470"/>
              <a:gd name="connsiteY140-11038" fmla="*/ 2261920 h 6858000"/>
              <a:gd name="connsiteX141-11039" fmla="*/ 486968 w 1605470"/>
              <a:gd name="connsiteY141-11040" fmla="*/ 2182937 h 6858000"/>
              <a:gd name="connsiteX142-11041" fmla="*/ 488555 w 1605470"/>
              <a:gd name="connsiteY142-11042" fmla="*/ 2155135 h 6858000"/>
              <a:gd name="connsiteX143-11043" fmla="*/ 486013 w 1605470"/>
              <a:gd name="connsiteY143-11044" fmla="*/ 2118008 h 6858000"/>
              <a:gd name="connsiteX144-11045" fmla="*/ 487006 w 1605470"/>
              <a:gd name="connsiteY144-11046" fmla="*/ 2050531 h 6858000"/>
              <a:gd name="connsiteX145-11047" fmla="*/ 478812 w 1605470"/>
              <a:gd name="connsiteY145-11048" fmla="*/ 1963269 h 6858000"/>
              <a:gd name="connsiteX146-11049" fmla="*/ 442619 w 1605470"/>
              <a:gd name="connsiteY146-11050" fmla="*/ 1910499 h 6858000"/>
              <a:gd name="connsiteX147-11051" fmla="*/ 446785 w 1605470"/>
              <a:gd name="connsiteY147-11052" fmla="*/ 1903212 h 6858000"/>
              <a:gd name="connsiteX148-11053" fmla="*/ 436547 w 1605470"/>
              <a:gd name="connsiteY148-11054" fmla="*/ 1861531 h 6858000"/>
              <a:gd name="connsiteX149-11055" fmla="*/ 390346 w 1605470"/>
              <a:gd name="connsiteY149-11056" fmla="*/ 1732919 h 6858000"/>
              <a:gd name="connsiteX150-11057" fmla="*/ 362657 w 1605470"/>
              <a:gd name="connsiteY150-11058" fmla="*/ 1663540 h 6858000"/>
              <a:gd name="connsiteX151-11059" fmla="*/ 344412 w 1605470"/>
              <a:gd name="connsiteY151-11060" fmla="*/ 1615777 h 6858000"/>
              <a:gd name="connsiteX152-11061" fmla="*/ 342578 w 1605470"/>
              <a:gd name="connsiteY152-11062" fmla="*/ 1563678 h 6858000"/>
              <a:gd name="connsiteX153-11063" fmla="*/ 355658 w 1605470"/>
              <a:gd name="connsiteY153-11064" fmla="*/ 1519474 h 6858000"/>
              <a:gd name="connsiteX154-11065" fmla="*/ 348400 w 1605470"/>
              <a:gd name="connsiteY154-11066" fmla="*/ 1477995 h 6858000"/>
              <a:gd name="connsiteX155-11067" fmla="*/ 334485 w 1605470"/>
              <a:gd name="connsiteY155-11068" fmla="*/ 1373769 h 6858000"/>
              <a:gd name="connsiteX156-11069" fmla="*/ 342792 w 1605470"/>
              <a:gd name="connsiteY156-11070" fmla="*/ 1307086 h 6858000"/>
              <a:gd name="connsiteX157-11071" fmla="*/ 343980 w 1605470"/>
              <a:gd name="connsiteY157-11072" fmla="*/ 1189033 h 6858000"/>
              <a:gd name="connsiteX158-11073" fmla="*/ 348665 w 1605470"/>
              <a:gd name="connsiteY158-11074" fmla="*/ 1168288 h 6858000"/>
              <a:gd name="connsiteX159-11075" fmla="*/ 340947 w 1605470"/>
              <a:gd name="connsiteY159-11076" fmla="*/ 1142577 h 6858000"/>
              <a:gd name="connsiteX160-11077" fmla="*/ 330253 w 1605470"/>
              <a:gd name="connsiteY160-11078" fmla="*/ 1088484 h 6858000"/>
              <a:gd name="connsiteX161-11079" fmla="*/ 318989 w 1605470"/>
              <a:gd name="connsiteY161-11080" fmla="*/ 1016103 h 6858000"/>
              <a:gd name="connsiteX162-11081" fmla="*/ 320445 w 1605470"/>
              <a:gd name="connsiteY162-11082" fmla="*/ 932283 h 6858000"/>
              <a:gd name="connsiteX163-11083" fmla="*/ 322681 w 1605470"/>
              <a:gd name="connsiteY163-11084" fmla="*/ 915925 h 6858000"/>
              <a:gd name="connsiteX164-11085" fmla="*/ 315310 w 1605470"/>
              <a:gd name="connsiteY164-11086" fmla="*/ 896999 h 6858000"/>
              <a:gd name="connsiteX165-11087" fmla="*/ 284718 w 1605470"/>
              <a:gd name="connsiteY165-11088" fmla="*/ 821517 h 6858000"/>
              <a:gd name="connsiteX166-11089" fmla="*/ 263668 w 1605470"/>
              <a:gd name="connsiteY166-11090" fmla="*/ 751353 h 6858000"/>
              <a:gd name="connsiteX167-11091" fmla="*/ 254540 w 1605470"/>
              <a:gd name="connsiteY167-11092" fmla="*/ 741965 h 6858000"/>
              <a:gd name="connsiteX168-11093" fmla="*/ 248897 w 1605470"/>
              <a:gd name="connsiteY168-11094" fmla="*/ 681659 h 6858000"/>
              <a:gd name="connsiteX169-11095" fmla="*/ 234316 w 1605470"/>
              <a:gd name="connsiteY169-11096" fmla="*/ 635218 h 6858000"/>
              <a:gd name="connsiteX170-11097" fmla="*/ 239327 w 1605470"/>
              <a:gd name="connsiteY170-11098" fmla="*/ 613763 h 6858000"/>
              <a:gd name="connsiteX171-11099" fmla="*/ 225269 w 1605470"/>
              <a:gd name="connsiteY171-11100" fmla="*/ 598582 h 6858000"/>
              <a:gd name="connsiteX172-11101" fmla="*/ 224950 w 1605470"/>
              <a:gd name="connsiteY172-11102" fmla="*/ 576846 h 6858000"/>
              <a:gd name="connsiteX173-11103" fmla="*/ 204576 w 1605470"/>
              <a:gd name="connsiteY173-11104" fmla="*/ 530055 h 6858000"/>
              <a:gd name="connsiteX174-11105" fmla="*/ 219064 w 1605470"/>
              <a:gd name="connsiteY174-11106" fmla="*/ 469651 h 6858000"/>
              <a:gd name="connsiteX175-11107" fmla="*/ 195012 w 1605470"/>
              <a:gd name="connsiteY175-11108" fmla="*/ 448559 h 6858000"/>
              <a:gd name="connsiteX176-11109" fmla="*/ 201434 w 1605470"/>
              <a:gd name="connsiteY176-11110" fmla="*/ 441529 h 6858000"/>
              <a:gd name="connsiteX177-11111" fmla="*/ 200655 w 1605470"/>
              <a:gd name="connsiteY177-11112" fmla="*/ 428927 h 6858000"/>
              <a:gd name="connsiteX178-11113" fmla="*/ 190059 w 1605470"/>
              <a:gd name="connsiteY178-11114" fmla="*/ 430161 h 6858000"/>
              <a:gd name="connsiteX179-11115" fmla="*/ 167079 w 1605470"/>
              <a:gd name="connsiteY179-11116" fmla="*/ 367211 h 6858000"/>
              <a:gd name="connsiteX180-11117" fmla="*/ 124571 w 1605470"/>
              <a:gd name="connsiteY180-11118" fmla="*/ 302178 h 6858000"/>
              <a:gd name="connsiteX181-11119" fmla="*/ 103243 w 1605470"/>
              <a:gd name="connsiteY181-11120" fmla="*/ 211375 h 6858000"/>
              <a:gd name="connsiteX182-11121" fmla="*/ 94571 w 1605470"/>
              <a:gd name="connsiteY182-11122" fmla="*/ 184179 h 6858000"/>
              <a:gd name="connsiteX183-11123" fmla="*/ 13437 w 1605470"/>
              <a:gd name="connsiteY183-11124" fmla="*/ 19287 h 6858000"/>
              <a:gd name="connsiteX184-11125" fmla="*/ 0 w 1605470"/>
              <a:gd name="connsiteY184-11126" fmla="*/ 0 h 6858000"/>
              <a:gd name="connsiteX0-11127" fmla="*/ 0 w 1605470"/>
              <a:gd name="connsiteY0-11128" fmla="*/ 0 h 6858000"/>
              <a:gd name="connsiteX1-11129" fmla="*/ 1605470 w 1605470"/>
              <a:gd name="connsiteY1-11130" fmla="*/ 0 h 6858000"/>
              <a:gd name="connsiteX2-11131" fmla="*/ 1605470 w 1605470"/>
              <a:gd name="connsiteY2-11132" fmla="*/ 6858000 h 6858000"/>
              <a:gd name="connsiteX3-11133" fmla="*/ 154105 w 1605470"/>
              <a:gd name="connsiteY3-11134" fmla="*/ 6858000 h 6858000"/>
              <a:gd name="connsiteX4-11135" fmla="*/ 154246 w 1605470"/>
              <a:gd name="connsiteY4-11136" fmla="*/ 6857735 h 6858000"/>
              <a:gd name="connsiteX5-11137" fmla="*/ 166295 w 1605470"/>
              <a:gd name="connsiteY5-11138" fmla="*/ 6809549 h 6858000"/>
              <a:gd name="connsiteX6-11139" fmla="*/ 198506 w 1605470"/>
              <a:gd name="connsiteY6-11140" fmla="*/ 6715115 h 6858000"/>
              <a:gd name="connsiteX7-11141" fmla="*/ 208357 w 1605470"/>
              <a:gd name="connsiteY7-11142" fmla="*/ 6680170 h 6858000"/>
              <a:gd name="connsiteX8-11143" fmla="*/ 233907 w 1605470"/>
              <a:gd name="connsiteY8-11144" fmla="*/ 6621207 h 6858000"/>
              <a:gd name="connsiteX9-11145" fmla="*/ 250564 w 1605470"/>
              <a:gd name="connsiteY9-11146" fmla="*/ 6596265 h 6858000"/>
              <a:gd name="connsiteX10-11147" fmla="*/ 250443 w 1605470"/>
              <a:gd name="connsiteY10-11148" fmla="*/ 6594818 h 6858000"/>
              <a:gd name="connsiteX11-11149" fmla="*/ 254688 w 1605470"/>
              <a:gd name="connsiteY11-11150" fmla="*/ 6593735 h 6858000"/>
              <a:gd name="connsiteX12-11151" fmla="*/ 257885 w 1605470"/>
              <a:gd name="connsiteY12-11152" fmla="*/ 6589172 h 6858000"/>
              <a:gd name="connsiteX13-11153" fmla="*/ 261179 w 1605470"/>
              <a:gd name="connsiteY13-11154" fmla="*/ 6574442 h 6858000"/>
              <a:gd name="connsiteX14-11155" fmla="*/ 261519 w 1605470"/>
              <a:gd name="connsiteY14-11156" fmla="*/ 6568530 h 6858000"/>
              <a:gd name="connsiteX15-11157" fmla="*/ 263928 w 1605470"/>
              <a:gd name="connsiteY15-11158" fmla="*/ 6560674 h 6858000"/>
              <a:gd name="connsiteX16-11159" fmla="*/ 264273 w 1605470"/>
              <a:gd name="connsiteY16-11160" fmla="*/ 6560598 h 6858000"/>
              <a:gd name="connsiteX17-11161" fmla="*/ 265970 w 1605470"/>
              <a:gd name="connsiteY17-11162" fmla="*/ 6553006 h 6858000"/>
              <a:gd name="connsiteX18-11163" fmla="*/ 270666 w 1605470"/>
              <a:gd name="connsiteY18-11164" fmla="*/ 6514360 h 6858000"/>
              <a:gd name="connsiteX19-11165" fmla="*/ 312320 w 1605470"/>
              <a:gd name="connsiteY19-11166" fmla="*/ 6478062 h 6858000"/>
              <a:gd name="connsiteX20-11167" fmla="*/ 323009 w 1605470"/>
              <a:gd name="connsiteY20-11168" fmla="*/ 6460325 h 6858000"/>
              <a:gd name="connsiteX21-11169" fmla="*/ 330242 w 1605470"/>
              <a:gd name="connsiteY21-11170" fmla="*/ 6451488 h 6858000"/>
              <a:gd name="connsiteX22-11171" fmla="*/ 331677 w 1605470"/>
              <a:gd name="connsiteY22-11172" fmla="*/ 6451348 h 6858000"/>
              <a:gd name="connsiteX23-11173" fmla="*/ 336035 w 1605470"/>
              <a:gd name="connsiteY23-11174" fmla="*/ 6414240 h 6858000"/>
              <a:gd name="connsiteX24-11175" fmla="*/ 338911 w 1605470"/>
              <a:gd name="connsiteY24-11176" fmla="*/ 6410269 h 6858000"/>
              <a:gd name="connsiteX25-11177" fmla="*/ 338811 w 1605470"/>
              <a:gd name="connsiteY25-11178" fmla="*/ 6384857 h 6858000"/>
              <a:gd name="connsiteX26-11179" fmla="*/ 340328 w 1605470"/>
              <a:gd name="connsiteY26-11180" fmla="*/ 6372381 h 6858000"/>
              <a:gd name="connsiteX27-11181" fmla="*/ 337522 w 1605470"/>
              <a:gd name="connsiteY27-11182" fmla="*/ 6367510 h 6858000"/>
              <a:gd name="connsiteX28-11183" fmla="*/ 341402 w 1605470"/>
              <a:gd name="connsiteY28-11184" fmla="*/ 6349778 h 6858000"/>
              <a:gd name="connsiteX29-11185" fmla="*/ 343067 w 1605470"/>
              <a:gd name="connsiteY29-11186" fmla="*/ 6348250 h 6858000"/>
              <a:gd name="connsiteX30-11187" fmla="*/ 341730 w 1605470"/>
              <a:gd name="connsiteY30-11188" fmla="*/ 6331735 h 6858000"/>
              <a:gd name="connsiteX31-11189" fmla="*/ 335123 w 1605470"/>
              <a:gd name="connsiteY31-11190" fmla="*/ 6315613 h 6858000"/>
              <a:gd name="connsiteX32-11191" fmla="*/ 385303 w 1605470"/>
              <a:gd name="connsiteY32-11192" fmla="*/ 6171970 h 6858000"/>
              <a:gd name="connsiteX33-11193" fmla="*/ 380910 w 1605470"/>
              <a:gd name="connsiteY33-11194" fmla="*/ 6028119 h 6858000"/>
              <a:gd name="connsiteX34-11195" fmla="*/ 409371 w 1605470"/>
              <a:gd name="connsiteY34-11196" fmla="*/ 5950668 h 6858000"/>
              <a:gd name="connsiteX35-11197" fmla="*/ 442432 w 1605470"/>
              <a:gd name="connsiteY35-11198" fmla="*/ 5934687 h 6858000"/>
              <a:gd name="connsiteX36-11199" fmla="*/ 489472 w 1605470"/>
              <a:gd name="connsiteY36-11200" fmla="*/ 5732419 h 6858000"/>
              <a:gd name="connsiteX37-11201" fmla="*/ 512623 w 1605470"/>
              <a:gd name="connsiteY37-11202" fmla="*/ 5685392 h 6858000"/>
              <a:gd name="connsiteX38-11203" fmla="*/ 510261 w 1605470"/>
              <a:gd name="connsiteY38-11204" fmla="*/ 5634527 h 6858000"/>
              <a:gd name="connsiteX39-11205" fmla="*/ 523992 w 1605470"/>
              <a:gd name="connsiteY39-11206" fmla="*/ 5619557 h 6858000"/>
              <a:gd name="connsiteX40-11207" fmla="*/ 526609 w 1605470"/>
              <a:gd name="connsiteY40-11208" fmla="*/ 5617081 h 6858000"/>
              <a:gd name="connsiteX41-11209" fmla="*/ 531653 w 1605470"/>
              <a:gd name="connsiteY41-11210" fmla="*/ 5604904 h 6858000"/>
              <a:gd name="connsiteX42-11211" fmla="*/ 539863 w 1605470"/>
              <a:gd name="connsiteY42-11212" fmla="*/ 5604298 h 6858000"/>
              <a:gd name="connsiteX43-11213" fmla="*/ 552319 w 1605470"/>
              <a:gd name="connsiteY43-11214" fmla="*/ 5587997 h 6858000"/>
              <a:gd name="connsiteX44-11215" fmla="*/ 559710 w 1605470"/>
              <a:gd name="connsiteY44-11216" fmla="*/ 5564796 h 6858000"/>
              <a:gd name="connsiteX45-11217" fmla="*/ 587214 w 1605470"/>
              <a:gd name="connsiteY45-11218" fmla="*/ 5451511 h 6858000"/>
              <a:gd name="connsiteX46-11219" fmla="*/ 608019 w 1605470"/>
              <a:gd name="connsiteY46-11220" fmla="*/ 5385461 h 6858000"/>
              <a:gd name="connsiteX47-11221" fmla="*/ 622750 w 1605470"/>
              <a:gd name="connsiteY47-11222" fmla="*/ 5363084 h 6858000"/>
              <a:gd name="connsiteX48-11223" fmla="*/ 638731 w 1605470"/>
              <a:gd name="connsiteY48-11224" fmla="*/ 5330009 h 6858000"/>
              <a:gd name="connsiteX49-11225" fmla="*/ 672224 w 1605470"/>
              <a:gd name="connsiteY49-11226" fmla="*/ 5273739 h 6858000"/>
              <a:gd name="connsiteX50-11227" fmla="*/ 681823 w 1605470"/>
              <a:gd name="connsiteY50-11228" fmla="*/ 5241779 h 6858000"/>
              <a:gd name="connsiteX51-11229" fmla="*/ 693049 w 1605470"/>
              <a:gd name="connsiteY51-11230" fmla="*/ 5225268 h 6858000"/>
              <a:gd name="connsiteX52-11231" fmla="*/ 694069 w 1605470"/>
              <a:gd name="connsiteY52-11232" fmla="*/ 5217684 h 6858000"/>
              <a:gd name="connsiteX53-11233" fmla="*/ 701410 w 1605470"/>
              <a:gd name="connsiteY53-11234" fmla="*/ 5193377 h 6858000"/>
              <a:gd name="connsiteX54-11235" fmla="*/ 704713 w 1605470"/>
              <a:gd name="connsiteY54-11236" fmla="*/ 5179288 h 6858000"/>
              <a:gd name="connsiteX55-11237" fmla="*/ 705697 w 1605470"/>
              <a:gd name="connsiteY55-11238" fmla="*/ 5173621 h 6858000"/>
              <a:gd name="connsiteX56-11239" fmla="*/ 701331 w 1605470"/>
              <a:gd name="connsiteY56-11240" fmla="*/ 5159961 h 6858000"/>
              <a:gd name="connsiteX57-11241" fmla="*/ 708008 w 1605470"/>
              <a:gd name="connsiteY57-11242" fmla="*/ 5144295 h 6858000"/>
              <a:gd name="connsiteX58-11243" fmla="*/ 704941 w 1605470"/>
              <a:gd name="connsiteY58-11244" fmla="*/ 5125185 h 6858000"/>
              <a:gd name="connsiteX59-11245" fmla="*/ 711771 w 1605470"/>
              <a:gd name="connsiteY59-11246" fmla="*/ 5121884 h 6858000"/>
              <a:gd name="connsiteX60-11247" fmla="*/ 721092 w 1605470"/>
              <a:gd name="connsiteY60-11248" fmla="*/ 5108383 h 6858000"/>
              <a:gd name="connsiteX61-11249" fmla="*/ 717045 w 1605470"/>
              <a:gd name="connsiteY61-11250" fmla="*/ 5094705 h 6858000"/>
              <a:gd name="connsiteX62-11251" fmla="*/ 718807 w 1605470"/>
              <a:gd name="connsiteY62-11252" fmla="*/ 5067850 h 6858000"/>
              <a:gd name="connsiteX63-11253" fmla="*/ 721538 w 1605470"/>
              <a:gd name="connsiteY63-11254" fmla="*/ 5060861 h 6858000"/>
              <a:gd name="connsiteX64-11255" fmla="*/ 718242 w 1605470"/>
              <a:gd name="connsiteY64-11256" fmla="*/ 5034192 h 6858000"/>
              <a:gd name="connsiteX65-11257" fmla="*/ 719796 w 1605470"/>
              <a:gd name="connsiteY65-11258" fmla="*/ 4993030 h 6858000"/>
              <a:gd name="connsiteX66-11259" fmla="*/ 726705 w 1605470"/>
              <a:gd name="connsiteY66-11260" fmla="*/ 4946844 h 6858000"/>
              <a:gd name="connsiteX67-11261" fmla="*/ 722561 w 1605470"/>
              <a:gd name="connsiteY67-11262" fmla="*/ 4932692 h 6858000"/>
              <a:gd name="connsiteX68-11263" fmla="*/ 724588 w 1605470"/>
              <a:gd name="connsiteY68-11264" fmla="*/ 4845927 h 6858000"/>
              <a:gd name="connsiteX69-11265" fmla="*/ 724935 w 1605470"/>
              <a:gd name="connsiteY69-11266" fmla="*/ 4821504 h 6858000"/>
              <a:gd name="connsiteX70-11267" fmla="*/ 732118 w 1605470"/>
              <a:gd name="connsiteY70-11268" fmla="*/ 4801535 h 6858000"/>
              <a:gd name="connsiteX71-11269" fmla="*/ 739787 w 1605470"/>
              <a:gd name="connsiteY71-11270" fmla="*/ 4797794 h 6858000"/>
              <a:gd name="connsiteX72-11271" fmla="*/ 741081 w 1605470"/>
              <a:gd name="connsiteY72-11272" fmla="*/ 4784526 h 6858000"/>
              <a:gd name="connsiteX73-11273" fmla="*/ 742865 w 1605470"/>
              <a:gd name="connsiteY73-11274" fmla="*/ 4781211 h 6858000"/>
              <a:gd name="connsiteX74-11275" fmla="*/ 751652 w 1605470"/>
              <a:gd name="connsiteY74-11276" fmla="*/ 4761984 h 6858000"/>
              <a:gd name="connsiteX75-11277" fmla="*/ 734671 w 1605470"/>
              <a:gd name="connsiteY75-11278" fmla="*/ 4715631 h 6858000"/>
              <a:gd name="connsiteX76-11279" fmla="*/ 743180 w 1605470"/>
              <a:gd name="connsiteY76-11280" fmla="*/ 4662965 h 6858000"/>
              <a:gd name="connsiteX77-11281" fmla="*/ 729578 w 1605470"/>
              <a:gd name="connsiteY77-11282" fmla="*/ 4456787 h 6858000"/>
              <a:gd name="connsiteX78-11283" fmla="*/ 756542 w 1605470"/>
              <a:gd name="connsiteY78-11284" fmla="*/ 4429138 h 6858000"/>
              <a:gd name="connsiteX79-11285" fmla="*/ 761317 w 1605470"/>
              <a:gd name="connsiteY79-11286" fmla="*/ 4346145 h 6858000"/>
              <a:gd name="connsiteX80-11287" fmla="*/ 715481 w 1605470"/>
              <a:gd name="connsiteY80-11288" fmla="*/ 4214165 h 6858000"/>
              <a:gd name="connsiteX81-11289" fmla="*/ 721848 w 1605470"/>
              <a:gd name="connsiteY81-11290" fmla="*/ 4061253 h 6858000"/>
              <a:gd name="connsiteX82-11291" fmla="*/ 710868 w 1605470"/>
              <a:gd name="connsiteY82-11292" fmla="*/ 4048827 h 6858000"/>
              <a:gd name="connsiteX83-11293" fmla="*/ 704810 w 1605470"/>
              <a:gd name="connsiteY83-11294" fmla="*/ 4033999 h 6858000"/>
              <a:gd name="connsiteX84-11295" fmla="*/ 705959 w 1605470"/>
              <a:gd name="connsiteY84-11296" fmla="*/ 4031933 h 6858000"/>
              <a:gd name="connsiteX85-11297" fmla="*/ 704535 w 1605470"/>
              <a:gd name="connsiteY85-11298" fmla="*/ 4013953 h 6858000"/>
              <a:gd name="connsiteX86-11299" fmla="*/ 700443 w 1605470"/>
              <a:gd name="connsiteY86-11300" fmla="*/ 4010511 h 6858000"/>
              <a:gd name="connsiteX87-11301" fmla="*/ 698282 w 1605470"/>
              <a:gd name="connsiteY87-11302" fmla="*/ 3998331 h 6858000"/>
              <a:gd name="connsiteX88-11303" fmla="*/ 690830 w 1605470"/>
              <a:gd name="connsiteY88-11304" fmla="*/ 3974753 h 6858000"/>
              <a:gd name="connsiteX89-11305" fmla="*/ 692428 w 1605470"/>
              <a:gd name="connsiteY89-11306" fmla="*/ 3969950 h 6858000"/>
              <a:gd name="connsiteX90-11307" fmla="*/ 685850 w 1605470"/>
              <a:gd name="connsiteY90-11308" fmla="*/ 3933779 h 6858000"/>
              <a:gd name="connsiteX91-11309" fmla="*/ 687181 w 1605470"/>
              <a:gd name="connsiteY91-11310" fmla="*/ 3933093 h 6858000"/>
              <a:gd name="connsiteX92-11311" fmla="*/ 691535 w 1605470"/>
              <a:gd name="connsiteY92-11312" fmla="*/ 3922082 h 6858000"/>
              <a:gd name="connsiteX93-11313" fmla="*/ 696613 w 1605470"/>
              <a:gd name="connsiteY93-11314" fmla="*/ 3901461 h 6858000"/>
              <a:gd name="connsiteX94-11315" fmla="*/ 725908 w 1605470"/>
              <a:gd name="connsiteY94-11316" fmla="*/ 3851605 h 6858000"/>
              <a:gd name="connsiteX95-11317" fmla="*/ 719207 w 1605470"/>
              <a:gd name="connsiteY95-11318" fmla="*/ 3813873 h 6858000"/>
              <a:gd name="connsiteX96-11319" fmla="*/ 718632 w 1605470"/>
              <a:gd name="connsiteY96-11320" fmla="*/ 3806161 h 6858000"/>
              <a:gd name="connsiteX97-11321" fmla="*/ 718939 w 1605470"/>
              <a:gd name="connsiteY97-11322" fmla="*/ 3805957 h 6858000"/>
              <a:gd name="connsiteX98-11323" fmla="*/ 718966 w 1605470"/>
              <a:gd name="connsiteY98-11324" fmla="*/ 3797724 h 6858000"/>
              <a:gd name="connsiteX99-11325" fmla="*/ 717581 w 1605470"/>
              <a:gd name="connsiteY99-11326" fmla="*/ 3792098 h 6858000"/>
              <a:gd name="connsiteX100-11327" fmla="*/ 716465 w 1605470"/>
              <a:gd name="connsiteY100-11328" fmla="*/ 3777135 h 6858000"/>
              <a:gd name="connsiteX101-11329" fmla="*/ 718198 w 1605470"/>
              <a:gd name="connsiteY101-11330" fmla="*/ 3771656 h 6858000"/>
              <a:gd name="connsiteX102-11331" fmla="*/ 721941 w 1605470"/>
              <a:gd name="connsiteY102-11332" fmla="*/ 3769007 h 6858000"/>
              <a:gd name="connsiteX103-11333" fmla="*/ 721407 w 1605470"/>
              <a:gd name="connsiteY103-11334" fmla="*/ 3767709 h 6858000"/>
              <a:gd name="connsiteX104-11335" fmla="*/ 730103 w 1605470"/>
              <a:gd name="connsiteY104-11336" fmla="*/ 3738082 h 6858000"/>
              <a:gd name="connsiteX105-11337" fmla="*/ 737449 w 1605470"/>
              <a:gd name="connsiteY105-11338" fmla="*/ 3673397 h 6858000"/>
              <a:gd name="connsiteX106-11339" fmla="*/ 736745 w 1605470"/>
              <a:gd name="connsiteY106-11340" fmla="*/ 3637109 h 6858000"/>
              <a:gd name="connsiteX107-11341" fmla="*/ 740188 w 1605470"/>
              <a:gd name="connsiteY107-11342" fmla="*/ 3536883 h 6858000"/>
              <a:gd name="connsiteX108-11343" fmla="*/ 747726 w 1605470"/>
              <a:gd name="connsiteY108-11344" fmla="*/ 3435652 h 6858000"/>
              <a:gd name="connsiteX109-11345" fmla="*/ 774383 w 1605470"/>
              <a:gd name="connsiteY109-11346" fmla="*/ 3381564 h 6858000"/>
              <a:gd name="connsiteX110-11347" fmla="*/ 774870 w 1605470"/>
              <a:gd name="connsiteY110-11348" fmla="*/ 3375761 h 6858000"/>
              <a:gd name="connsiteX111-11349" fmla="*/ 770510 w 1605470"/>
              <a:gd name="connsiteY111-11350" fmla="*/ 3361844 h 6858000"/>
              <a:gd name="connsiteX112-11351" fmla="*/ 767933 w 1605470"/>
              <a:gd name="connsiteY112-11352" fmla="*/ 3356929 h 6858000"/>
              <a:gd name="connsiteX113-11353" fmla="*/ 766158 w 1605470"/>
              <a:gd name="connsiteY113-11354" fmla="*/ 3349058 h 6858000"/>
              <a:gd name="connsiteX114-11355" fmla="*/ 766414 w 1605470"/>
              <a:gd name="connsiteY114-11356" fmla="*/ 3348763 h 6858000"/>
              <a:gd name="connsiteX115-11357" fmla="*/ 764166 w 1605470"/>
              <a:gd name="connsiteY115-11358" fmla="*/ 3341588 h 6858000"/>
              <a:gd name="connsiteX116-11359" fmla="*/ 749397 w 1605470"/>
              <a:gd name="connsiteY116-11360" fmla="*/ 3307769 h 6858000"/>
              <a:gd name="connsiteX117-11361" fmla="*/ 766960 w 1605470"/>
              <a:gd name="connsiteY117-11362" fmla="*/ 3250522 h 6858000"/>
              <a:gd name="connsiteX118-11363" fmla="*/ 767385 w 1605470"/>
              <a:gd name="connsiteY118-11364" fmla="*/ 3229163 h 6858000"/>
              <a:gd name="connsiteX119-11365" fmla="*/ 769208 w 1605470"/>
              <a:gd name="connsiteY119-11366" fmla="*/ 3217217 h 6858000"/>
              <a:gd name="connsiteX120-11367" fmla="*/ 770350 w 1605470"/>
              <a:gd name="connsiteY120-11368" fmla="*/ 3216125 h 6858000"/>
              <a:gd name="connsiteX121-11369" fmla="*/ 756043 w 1605470"/>
              <a:gd name="connsiteY121-11370" fmla="*/ 3183755 h 6858000"/>
              <a:gd name="connsiteX122-11371" fmla="*/ 756544 w 1605470"/>
              <a:gd name="connsiteY122-11372" fmla="*/ 3178642 h 6858000"/>
              <a:gd name="connsiteX123-11373" fmla="*/ 744144 w 1605470"/>
              <a:gd name="connsiteY123-11374" fmla="*/ 3158586 h 6858000"/>
              <a:gd name="connsiteX124-11375" fmla="*/ 739378 w 1605470"/>
              <a:gd name="connsiteY124-11376" fmla="*/ 3147669 h 6858000"/>
              <a:gd name="connsiteX125-11377" fmla="*/ 734648 w 1605470"/>
              <a:gd name="connsiteY125-11378" fmla="*/ 3145733 h 6858000"/>
              <a:gd name="connsiteX126-11379" fmla="*/ 729329 w 1605470"/>
              <a:gd name="connsiteY126-11380" fmla="*/ 3129034 h 6858000"/>
              <a:gd name="connsiteX127-11381" fmla="*/ 729994 w 1605470"/>
              <a:gd name="connsiteY127-11382" fmla="*/ 3126682 h 6858000"/>
              <a:gd name="connsiteX128-11383" fmla="*/ 720862 w 1605470"/>
              <a:gd name="connsiteY128-11384" fmla="*/ 3114519 h 6858000"/>
              <a:gd name="connsiteX129-11385" fmla="*/ 707471 w 1605470"/>
              <a:gd name="connsiteY129-11386" fmla="*/ 3106272 h 6858000"/>
              <a:gd name="connsiteX130-11387" fmla="*/ 680201 w 1605470"/>
              <a:gd name="connsiteY130-11388" fmla="*/ 2958185 h 6858000"/>
              <a:gd name="connsiteX131-11389" fmla="*/ 596759 w 1605470"/>
              <a:gd name="connsiteY131-11390" fmla="*/ 2762989 h 6858000"/>
              <a:gd name="connsiteX132-11391" fmla="*/ 571733 w 1605470"/>
              <a:gd name="connsiteY132-11392" fmla="*/ 2554718 h 6858000"/>
              <a:gd name="connsiteX133-11393" fmla="*/ 551827 w 1605470"/>
              <a:gd name="connsiteY133-11394" fmla="*/ 2485734 h 6858000"/>
              <a:gd name="connsiteX134-11395" fmla="*/ 525179 w 1605470"/>
              <a:gd name="connsiteY134-11396" fmla="*/ 2447068 h 6858000"/>
              <a:gd name="connsiteX135-11397" fmla="*/ 529511 w 1605470"/>
              <a:gd name="connsiteY135-11398" fmla="*/ 2425819 h 6858000"/>
              <a:gd name="connsiteX136-11399" fmla="*/ 530521 w 1605470"/>
              <a:gd name="connsiteY136-11400" fmla="*/ 2422066 h 6858000"/>
              <a:gd name="connsiteX137-11401" fmla="*/ 528878 w 1605470"/>
              <a:gd name="connsiteY137-11402" fmla="*/ 2408971 h 6858000"/>
              <a:gd name="connsiteX138-11403" fmla="*/ 535510 w 1605470"/>
              <a:gd name="connsiteY138-11404" fmla="*/ 2402874 h 6858000"/>
              <a:gd name="connsiteX139-11405" fmla="*/ 538122 w 1605470"/>
              <a:gd name="connsiteY139-11406" fmla="*/ 2381443 h 6858000"/>
              <a:gd name="connsiteX140-11407" fmla="*/ 514451 w 1605470"/>
              <a:gd name="connsiteY140-11408" fmla="*/ 2261920 h 6858000"/>
              <a:gd name="connsiteX141-11409" fmla="*/ 486968 w 1605470"/>
              <a:gd name="connsiteY141-11410" fmla="*/ 2182937 h 6858000"/>
              <a:gd name="connsiteX142-11411" fmla="*/ 488555 w 1605470"/>
              <a:gd name="connsiteY142-11412" fmla="*/ 2155135 h 6858000"/>
              <a:gd name="connsiteX143-11413" fmla="*/ 486013 w 1605470"/>
              <a:gd name="connsiteY143-11414" fmla="*/ 2118008 h 6858000"/>
              <a:gd name="connsiteX144-11415" fmla="*/ 487006 w 1605470"/>
              <a:gd name="connsiteY144-11416" fmla="*/ 2050531 h 6858000"/>
              <a:gd name="connsiteX145-11417" fmla="*/ 478812 w 1605470"/>
              <a:gd name="connsiteY145-11418" fmla="*/ 1963269 h 6858000"/>
              <a:gd name="connsiteX146-11419" fmla="*/ 442619 w 1605470"/>
              <a:gd name="connsiteY146-11420" fmla="*/ 1910499 h 6858000"/>
              <a:gd name="connsiteX147-11421" fmla="*/ 446785 w 1605470"/>
              <a:gd name="connsiteY147-11422" fmla="*/ 1903212 h 6858000"/>
              <a:gd name="connsiteX148-11423" fmla="*/ 436547 w 1605470"/>
              <a:gd name="connsiteY148-11424" fmla="*/ 1861531 h 6858000"/>
              <a:gd name="connsiteX149-11425" fmla="*/ 390346 w 1605470"/>
              <a:gd name="connsiteY149-11426" fmla="*/ 1732919 h 6858000"/>
              <a:gd name="connsiteX150-11427" fmla="*/ 362657 w 1605470"/>
              <a:gd name="connsiteY150-11428" fmla="*/ 1663540 h 6858000"/>
              <a:gd name="connsiteX151-11429" fmla="*/ 344412 w 1605470"/>
              <a:gd name="connsiteY151-11430" fmla="*/ 1615777 h 6858000"/>
              <a:gd name="connsiteX152-11431" fmla="*/ 342578 w 1605470"/>
              <a:gd name="connsiteY152-11432" fmla="*/ 1563678 h 6858000"/>
              <a:gd name="connsiteX153-11433" fmla="*/ 355658 w 1605470"/>
              <a:gd name="connsiteY153-11434" fmla="*/ 1519474 h 6858000"/>
              <a:gd name="connsiteX154-11435" fmla="*/ 348400 w 1605470"/>
              <a:gd name="connsiteY154-11436" fmla="*/ 1477995 h 6858000"/>
              <a:gd name="connsiteX155-11437" fmla="*/ 334485 w 1605470"/>
              <a:gd name="connsiteY155-11438" fmla="*/ 1373769 h 6858000"/>
              <a:gd name="connsiteX156-11439" fmla="*/ 342792 w 1605470"/>
              <a:gd name="connsiteY156-11440" fmla="*/ 1307086 h 6858000"/>
              <a:gd name="connsiteX157-11441" fmla="*/ 343980 w 1605470"/>
              <a:gd name="connsiteY157-11442" fmla="*/ 1189033 h 6858000"/>
              <a:gd name="connsiteX158-11443" fmla="*/ 348665 w 1605470"/>
              <a:gd name="connsiteY158-11444" fmla="*/ 1168288 h 6858000"/>
              <a:gd name="connsiteX159-11445" fmla="*/ 340947 w 1605470"/>
              <a:gd name="connsiteY159-11446" fmla="*/ 1142577 h 6858000"/>
              <a:gd name="connsiteX160-11447" fmla="*/ 330253 w 1605470"/>
              <a:gd name="connsiteY160-11448" fmla="*/ 1088484 h 6858000"/>
              <a:gd name="connsiteX161-11449" fmla="*/ 318989 w 1605470"/>
              <a:gd name="connsiteY161-11450" fmla="*/ 1016103 h 6858000"/>
              <a:gd name="connsiteX162-11451" fmla="*/ 320445 w 1605470"/>
              <a:gd name="connsiteY162-11452" fmla="*/ 932283 h 6858000"/>
              <a:gd name="connsiteX163-11453" fmla="*/ 322681 w 1605470"/>
              <a:gd name="connsiteY163-11454" fmla="*/ 915925 h 6858000"/>
              <a:gd name="connsiteX164-11455" fmla="*/ 315310 w 1605470"/>
              <a:gd name="connsiteY164-11456" fmla="*/ 896999 h 6858000"/>
              <a:gd name="connsiteX165-11457" fmla="*/ 284718 w 1605470"/>
              <a:gd name="connsiteY165-11458" fmla="*/ 821517 h 6858000"/>
              <a:gd name="connsiteX166-11459" fmla="*/ 263668 w 1605470"/>
              <a:gd name="connsiteY166-11460" fmla="*/ 751353 h 6858000"/>
              <a:gd name="connsiteX167-11461" fmla="*/ 263226 w 1605470"/>
              <a:gd name="connsiteY167-11462" fmla="*/ 721230 h 6858000"/>
              <a:gd name="connsiteX168-11463" fmla="*/ 248897 w 1605470"/>
              <a:gd name="connsiteY168-11464" fmla="*/ 681659 h 6858000"/>
              <a:gd name="connsiteX169-11465" fmla="*/ 234316 w 1605470"/>
              <a:gd name="connsiteY169-11466" fmla="*/ 635218 h 6858000"/>
              <a:gd name="connsiteX170-11467" fmla="*/ 239327 w 1605470"/>
              <a:gd name="connsiteY170-11468" fmla="*/ 613763 h 6858000"/>
              <a:gd name="connsiteX171-11469" fmla="*/ 225269 w 1605470"/>
              <a:gd name="connsiteY171-11470" fmla="*/ 598582 h 6858000"/>
              <a:gd name="connsiteX172-11471" fmla="*/ 224950 w 1605470"/>
              <a:gd name="connsiteY172-11472" fmla="*/ 576846 h 6858000"/>
              <a:gd name="connsiteX173-11473" fmla="*/ 204576 w 1605470"/>
              <a:gd name="connsiteY173-11474" fmla="*/ 530055 h 6858000"/>
              <a:gd name="connsiteX174-11475" fmla="*/ 219064 w 1605470"/>
              <a:gd name="connsiteY174-11476" fmla="*/ 469651 h 6858000"/>
              <a:gd name="connsiteX175-11477" fmla="*/ 195012 w 1605470"/>
              <a:gd name="connsiteY175-11478" fmla="*/ 448559 h 6858000"/>
              <a:gd name="connsiteX176-11479" fmla="*/ 201434 w 1605470"/>
              <a:gd name="connsiteY176-11480" fmla="*/ 441529 h 6858000"/>
              <a:gd name="connsiteX177-11481" fmla="*/ 200655 w 1605470"/>
              <a:gd name="connsiteY177-11482" fmla="*/ 428927 h 6858000"/>
              <a:gd name="connsiteX178-11483" fmla="*/ 190059 w 1605470"/>
              <a:gd name="connsiteY178-11484" fmla="*/ 430161 h 6858000"/>
              <a:gd name="connsiteX179-11485" fmla="*/ 167079 w 1605470"/>
              <a:gd name="connsiteY179-11486" fmla="*/ 367211 h 6858000"/>
              <a:gd name="connsiteX180-11487" fmla="*/ 124571 w 1605470"/>
              <a:gd name="connsiteY180-11488" fmla="*/ 302178 h 6858000"/>
              <a:gd name="connsiteX181-11489" fmla="*/ 103243 w 1605470"/>
              <a:gd name="connsiteY181-11490" fmla="*/ 211375 h 6858000"/>
              <a:gd name="connsiteX182-11491" fmla="*/ 94571 w 1605470"/>
              <a:gd name="connsiteY182-11492" fmla="*/ 184179 h 6858000"/>
              <a:gd name="connsiteX183-11493" fmla="*/ 13437 w 1605470"/>
              <a:gd name="connsiteY183-11494" fmla="*/ 19287 h 6858000"/>
              <a:gd name="connsiteX184-11495" fmla="*/ 0 w 1605470"/>
              <a:gd name="connsiteY184-11496" fmla="*/ 0 h 6858000"/>
              <a:gd name="connsiteX0-11497" fmla="*/ 0 w 1605470"/>
              <a:gd name="connsiteY0-11498" fmla="*/ 0 h 6858000"/>
              <a:gd name="connsiteX1-11499" fmla="*/ 1605470 w 1605470"/>
              <a:gd name="connsiteY1-11500" fmla="*/ 0 h 6858000"/>
              <a:gd name="connsiteX2-11501" fmla="*/ 1605470 w 1605470"/>
              <a:gd name="connsiteY2-11502" fmla="*/ 6858000 h 6858000"/>
              <a:gd name="connsiteX3-11503" fmla="*/ 154105 w 1605470"/>
              <a:gd name="connsiteY3-11504" fmla="*/ 6858000 h 6858000"/>
              <a:gd name="connsiteX4-11505" fmla="*/ 154246 w 1605470"/>
              <a:gd name="connsiteY4-11506" fmla="*/ 6857735 h 6858000"/>
              <a:gd name="connsiteX5-11507" fmla="*/ 166295 w 1605470"/>
              <a:gd name="connsiteY5-11508" fmla="*/ 6809549 h 6858000"/>
              <a:gd name="connsiteX6-11509" fmla="*/ 198506 w 1605470"/>
              <a:gd name="connsiteY6-11510" fmla="*/ 6715115 h 6858000"/>
              <a:gd name="connsiteX7-11511" fmla="*/ 208357 w 1605470"/>
              <a:gd name="connsiteY7-11512" fmla="*/ 6680170 h 6858000"/>
              <a:gd name="connsiteX8-11513" fmla="*/ 233907 w 1605470"/>
              <a:gd name="connsiteY8-11514" fmla="*/ 6621207 h 6858000"/>
              <a:gd name="connsiteX9-11515" fmla="*/ 250564 w 1605470"/>
              <a:gd name="connsiteY9-11516" fmla="*/ 6596265 h 6858000"/>
              <a:gd name="connsiteX10-11517" fmla="*/ 250443 w 1605470"/>
              <a:gd name="connsiteY10-11518" fmla="*/ 6594818 h 6858000"/>
              <a:gd name="connsiteX11-11519" fmla="*/ 254688 w 1605470"/>
              <a:gd name="connsiteY11-11520" fmla="*/ 6593735 h 6858000"/>
              <a:gd name="connsiteX12-11521" fmla="*/ 257885 w 1605470"/>
              <a:gd name="connsiteY12-11522" fmla="*/ 6589172 h 6858000"/>
              <a:gd name="connsiteX13-11523" fmla="*/ 261179 w 1605470"/>
              <a:gd name="connsiteY13-11524" fmla="*/ 6574442 h 6858000"/>
              <a:gd name="connsiteX14-11525" fmla="*/ 261519 w 1605470"/>
              <a:gd name="connsiteY14-11526" fmla="*/ 6568530 h 6858000"/>
              <a:gd name="connsiteX15-11527" fmla="*/ 263928 w 1605470"/>
              <a:gd name="connsiteY15-11528" fmla="*/ 6560674 h 6858000"/>
              <a:gd name="connsiteX16-11529" fmla="*/ 264273 w 1605470"/>
              <a:gd name="connsiteY16-11530" fmla="*/ 6560598 h 6858000"/>
              <a:gd name="connsiteX17-11531" fmla="*/ 265970 w 1605470"/>
              <a:gd name="connsiteY17-11532" fmla="*/ 6553006 h 6858000"/>
              <a:gd name="connsiteX18-11533" fmla="*/ 270666 w 1605470"/>
              <a:gd name="connsiteY18-11534" fmla="*/ 6514360 h 6858000"/>
              <a:gd name="connsiteX19-11535" fmla="*/ 312320 w 1605470"/>
              <a:gd name="connsiteY19-11536" fmla="*/ 6478062 h 6858000"/>
              <a:gd name="connsiteX20-11537" fmla="*/ 323009 w 1605470"/>
              <a:gd name="connsiteY20-11538" fmla="*/ 6460325 h 6858000"/>
              <a:gd name="connsiteX21-11539" fmla="*/ 330242 w 1605470"/>
              <a:gd name="connsiteY21-11540" fmla="*/ 6451488 h 6858000"/>
              <a:gd name="connsiteX22-11541" fmla="*/ 331677 w 1605470"/>
              <a:gd name="connsiteY22-11542" fmla="*/ 6451348 h 6858000"/>
              <a:gd name="connsiteX23-11543" fmla="*/ 336035 w 1605470"/>
              <a:gd name="connsiteY23-11544" fmla="*/ 6414240 h 6858000"/>
              <a:gd name="connsiteX24-11545" fmla="*/ 338911 w 1605470"/>
              <a:gd name="connsiteY24-11546" fmla="*/ 6410269 h 6858000"/>
              <a:gd name="connsiteX25-11547" fmla="*/ 338811 w 1605470"/>
              <a:gd name="connsiteY25-11548" fmla="*/ 6384857 h 6858000"/>
              <a:gd name="connsiteX26-11549" fmla="*/ 340328 w 1605470"/>
              <a:gd name="connsiteY26-11550" fmla="*/ 6372381 h 6858000"/>
              <a:gd name="connsiteX27-11551" fmla="*/ 337522 w 1605470"/>
              <a:gd name="connsiteY27-11552" fmla="*/ 6367510 h 6858000"/>
              <a:gd name="connsiteX28-11553" fmla="*/ 341402 w 1605470"/>
              <a:gd name="connsiteY28-11554" fmla="*/ 6349778 h 6858000"/>
              <a:gd name="connsiteX29-11555" fmla="*/ 343067 w 1605470"/>
              <a:gd name="connsiteY29-11556" fmla="*/ 6348250 h 6858000"/>
              <a:gd name="connsiteX30-11557" fmla="*/ 341730 w 1605470"/>
              <a:gd name="connsiteY30-11558" fmla="*/ 6331735 h 6858000"/>
              <a:gd name="connsiteX31-11559" fmla="*/ 335123 w 1605470"/>
              <a:gd name="connsiteY31-11560" fmla="*/ 6315613 h 6858000"/>
              <a:gd name="connsiteX32-11561" fmla="*/ 385303 w 1605470"/>
              <a:gd name="connsiteY32-11562" fmla="*/ 6171970 h 6858000"/>
              <a:gd name="connsiteX33-11563" fmla="*/ 380910 w 1605470"/>
              <a:gd name="connsiteY33-11564" fmla="*/ 6028119 h 6858000"/>
              <a:gd name="connsiteX34-11565" fmla="*/ 409371 w 1605470"/>
              <a:gd name="connsiteY34-11566" fmla="*/ 5950668 h 6858000"/>
              <a:gd name="connsiteX35-11567" fmla="*/ 442432 w 1605470"/>
              <a:gd name="connsiteY35-11568" fmla="*/ 5934687 h 6858000"/>
              <a:gd name="connsiteX36-11569" fmla="*/ 489472 w 1605470"/>
              <a:gd name="connsiteY36-11570" fmla="*/ 5732419 h 6858000"/>
              <a:gd name="connsiteX37-11571" fmla="*/ 512623 w 1605470"/>
              <a:gd name="connsiteY37-11572" fmla="*/ 5685392 h 6858000"/>
              <a:gd name="connsiteX38-11573" fmla="*/ 510261 w 1605470"/>
              <a:gd name="connsiteY38-11574" fmla="*/ 5634527 h 6858000"/>
              <a:gd name="connsiteX39-11575" fmla="*/ 523992 w 1605470"/>
              <a:gd name="connsiteY39-11576" fmla="*/ 5619557 h 6858000"/>
              <a:gd name="connsiteX40-11577" fmla="*/ 526609 w 1605470"/>
              <a:gd name="connsiteY40-11578" fmla="*/ 5617081 h 6858000"/>
              <a:gd name="connsiteX41-11579" fmla="*/ 531653 w 1605470"/>
              <a:gd name="connsiteY41-11580" fmla="*/ 5604904 h 6858000"/>
              <a:gd name="connsiteX42-11581" fmla="*/ 539863 w 1605470"/>
              <a:gd name="connsiteY42-11582" fmla="*/ 5604298 h 6858000"/>
              <a:gd name="connsiteX43-11583" fmla="*/ 552319 w 1605470"/>
              <a:gd name="connsiteY43-11584" fmla="*/ 5587997 h 6858000"/>
              <a:gd name="connsiteX44-11585" fmla="*/ 559710 w 1605470"/>
              <a:gd name="connsiteY44-11586" fmla="*/ 5564796 h 6858000"/>
              <a:gd name="connsiteX45-11587" fmla="*/ 587214 w 1605470"/>
              <a:gd name="connsiteY45-11588" fmla="*/ 5451511 h 6858000"/>
              <a:gd name="connsiteX46-11589" fmla="*/ 608019 w 1605470"/>
              <a:gd name="connsiteY46-11590" fmla="*/ 5385461 h 6858000"/>
              <a:gd name="connsiteX47-11591" fmla="*/ 622750 w 1605470"/>
              <a:gd name="connsiteY47-11592" fmla="*/ 5363084 h 6858000"/>
              <a:gd name="connsiteX48-11593" fmla="*/ 638731 w 1605470"/>
              <a:gd name="connsiteY48-11594" fmla="*/ 5330009 h 6858000"/>
              <a:gd name="connsiteX49-11595" fmla="*/ 672224 w 1605470"/>
              <a:gd name="connsiteY49-11596" fmla="*/ 5273739 h 6858000"/>
              <a:gd name="connsiteX50-11597" fmla="*/ 681823 w 1605470"/>
              <a:gd name="connsiteY50-11598" fmla="*/ 5241779 h 6858000"/>
              <a:gd name="connsiteX51-11599" fmla="*/ 693049 w 1605470"/>
              <a:gd name="connsiteY51-11600" fmla="*/ 5225268 h 6858000"/>
              <a:gd name="connsiteX52-11601" fmla="*/ 694069 w 1605470"/>
              <a:gd name="connsiteY52-11602" fmla="*/ 5217684 h 6858000"/>
              <a:gd name="connsiteX53-11603" fmla="*/ 701410 w 1605470"/>
              <a:gd name="connsiteY53-11604" fmla="*/ 5193377 h 6858000"/>
              <a:gd name="connsiteX54-11605" fmla="*/ 704713 w 1605470"/>
              <a:gd name="connsiteY54-11606" fmla="*/ 5179288 h 6858000"/>
              <a:gd name="connsiteX55-11607" fmla="*/ 705697 w 1605470"/>
              <a:gd name="connsiteY55-11608" fmla="*/ 5173621 h 6858000"/>
              <a:gd name="connsiteX56-11609" fmla="*/ 701331 w 1605470"/>
              <a:gd name="connsiteY56-11610" fmla="*/ 5159961 h 6858000"/>
              <a:gd name="connsiteX57-11611" fmla="*/ 708008 w 1605470"/>
              <a:gd name="connsiteY57-11612" fmla="*/ 5144295 h 6858000"/>
              <a:gd name="connsiteX58-11613" fmla="*/ 704941 w 1605470"/>
              <a:gd name="connsiteY58-11614" fmla="*/ 5125185 h 6858000"/>
              <a:gd name="connsiteX59-11615" fmla="*/ 711771 w 1605470"/>
              <a:gd name="connsiteY59-11616" fmla="*/ 5121884 h 6858000"/>
              <a:gd name="connsiteX60-11617" fmla="*/ 721092 w 1605470"/>
              <a:gd name="connsiteY60-11618" fmla="*/ 5108383 h 6858000"/>
              <a:gd name="connsiteX61-11619" fmla="*/ 717045 w 1605470"/>
              <a:gd name="connsiteY61-11620" fmla="*/ 5094705 h 6858000"/>
              <a:gd name="connsiteX62-11621" fmla="*/ 718807 w 1605470"/>
              <a:gd name="connsiteY62-11622" fmla="*/ 5067850 h 6858000"/>
              <a:gd name="connsiteX63-11623" fmla="*/ 721538 w 1605470"/>
              <a:gd name="connsiteY63-11624" fmla="*/ 5060861 h 6858000"/>
              <a:gd name="connsiteX64-11625" fmla="*/ 718242 w 1605470"/>
              <a:gd name="connsiteY64-11626" fmla="*/ 5034192 h 6858000"/>
              <a:gd name="connsiteX65-11627" fmla="*/ 719796 w 1605470"/>
              <a:gd name="connsiteY65-11628" fmla="*/ 4993030 h 6858000"/>
              <a:gd name="connsiteX66-11629" fmla="*/ 726705 w 1605470"/>
              <a:gd name="connsiteY66-11630" fmla="*/ 4946844 h 6858000"/>
              <a:gd name="connsiteX67-11631" fmla="*/ 722561 w 1605470"/>
              <a:gd name="connsiteY67-11632" fmla="*/ 4932692 h 6858000"/>
              <a:gd name="connsiteX68-11633" fmla="*/ 724588 w 1605470"/>
              <a:gd name="connsiteY68-11634" fmla="*/ 4845927 h 6858000"/>
              <a:gd name="connsiteX69-11635" fmla="*/ 724935 w 1605470"/>
              <a:gd name="connsiteY69-11636" fmla="*/ 4821504 h 6858000"/>
              <a:gd name="connsiteX70-11637" fmla="*/ 732118 w 1605470"/>
              <a:gd name="connsiteY70-11638" fmla="*/ 4801535 h 6858000"/>
              <a:gd name="connsiteX71-11639" fmla="*/ 739787 w 1605470"/>
              <a:gd name="connsiteY71-11640" fmla="*/ 4797794 h 6858000"/>
              <a:gd name="connsiteX72-11641" fmla="*/ 741081 w 1605470"/>
              <a:gd name="connsiteY72-11642" fmla="*/ 4784526 h 6858000"/>
              <a:gd name="connsiteX73-11643" fmla="*/ 742865 w 1605470"/>
              <a:gd name="connsiteY73-11644" fmla="*/ 4781211 h 6858000"/>
              <a:gd name="connsiteX74-11645" fmla="*/ 751652 w 1605470"/>
              <a:gd name="connsiteY74-11646" fmla="*/ 4761984 h 6858000"/>
              <a:gd name="connsiteX75-11647" fmla="*/ 734671 w 1605470"/>
              <a:gd name="connsiteY75-11648" fmla="*/ 4715631 h 6858000"/>
              <a:gd name="connsiteX76-11649" fmla="*/ 743180 w 1605470"/>
              <a:gd name="connsiteY76-11650" fmla="*/ 4662965 h 6858000"/>
              <a:gd name="connsiteX77-11651" fmla="*/ 729578 w 1605470"/>
              <a:gd name="connsiteY77-11652" fmla="*/ 4456787 h 6858000"/>
              <a:gd name="connsiteX78-11653" fmla="*/ 756542 w 1605470"/>
              <a:gd name="connsiteY78-11654" fmla="*/ 4429138 h 6858000"/>
              <a:gd name="connsiteX79-11655" fmla="*/ 761317 w 1605470"/>
              <a:gd name="connsiteY79-11656" fmla="*/ 4346145 h 6858000"/>
              <a:gd name="connsiteX80-11657" fmla="*/ 715481 w 1605470"/>
              <a:gd name="connsiteY80-11658" fmla="*/ 4214165 h 6858000"/>
              <a:gd name="connsiteX81-11659" fmla="*/ 721848 w 1605470"/>
              <a:gd name="connsiteY81-11660" fmla="*/ 4061253 h 6858000"/>
              <a:gd name="connsiteX82-11661" fmla="*/ 710868 w 1605470"/>
              <a:gd name="connsiteY82-11662" fmla="*/ 4048827 h 6858000"/>
              <a:gd name="connsiteX83-11663" fmla="*/ 704810 w 1605470"/>
              <a:gd name="connsiteY83-11664" fmla="*/ 4033999 h 6858000"/>
              <a:gd name="connsiteX84-11665" fmla="*/ 705959 w 1605470"/>
              <a:gd name="connsiteY84-11666" fmla="*/ 4031933 h 6858000"/>
              <a:gd name="connsiteX85-11667" fmla="*/ 704535 w 1605470"/>
              <a:gd name="connsiteY85-11668" fmla="*/ 4013953 h 6858000"/>
              <a:gd name="connsiteX86-11669" fmla="*/ 700443 w 1605470"/>
              <a:gd name="connsiteY86-11670" fmla="*/ 4010511 h 6858000"/>
              <a:gd name="connsiteX87-11671" fmla="*/ 698282 w 1605470"/>
              <a:gd name="connsiteY87-11672" fmla="*/ 3998331 h 6858000"/>
              <a:gd name="connsiteX88-11673" fmla="*/ 690830 w 1605470"/>
              <a:gd name="connsiteY88-11674" fmla="*/ 3974753 h 6858000"/>
              <a:gd name="connsiteX89-11675" fmla="*/ 692428 w 1605470"/>
              <a:gd name="connsiteY89-11676" fmla="*/ 3969950 h 6858000"/>
              <a:gd name="connsiteX90-11677" fmla="*/ 685850 w 1605470"/>
              <a:gd name="connsiteY90-11678" fmla="*/ 3933779 h 6858000"/>
              <a:gd name="connsiteX91-11679" fmla="*/ 687181 w 1605470"/>
              <a:gd name="connsiteY91-11680" fmla="*/ 3933093 h 6858000"/>
              <a:gd name="connsiteX92-11681" fmla="*/ 691535 w 1605470"/>
              <a:gd name="connsiteY92-11682" fmla="*/ 3922082 h 6858000"/>
              <a:gd name="connsiteX93-11683" fmla="*/ 696613 w 1605470"/>
              <a:gd name="connsiteY93-11684" fmla="*/ 3901461 h 6858000"/>
              <a:gd name="connsiteX94-11685" fmla="*/ 725908 w 1605470"/>
              <a:gd name="connsiteY94-11686" fmla="*/ 3851605 h 6858000"/>
              <a:gd name="connsiteX95-11687" fmla="*/ 719207 w 1605470"/>
              <a:gd name="connsiteY95-11688" fmla="*/ 3813873 h 6858000"/>
              <a:gd name="connsiteX96-11689" fmla="*/ 718632 w 1605470"/>
              <a:gd name="connsiteY96-11690" fmla="*/ 3806161 h 6858000"/>
              <a:gd name="connsiteX97-11691" fmla="*/ 718939 w 1605470"/>
              <a:gd name="connsiteY97-11692" fmla="*/ 3805957 h 6858000"/>
              <a:gd name="connsiteX98-11693" fmla="*/ 718966 w 1605470"/>
              <a:gd name="connsiteY98-11694" fmla="*/ 3797724 h 6858000"/>
              <a:gd name="connsiteX99-11695" fmla="*/ 717581 w 1605470"/>
              <a:gd name="connsiteY99-11696" fmla="*/ 3792098 h 6858000"/>
              <a:gd name="connsiteX100-11697" fmla="*/ 716465 w 1605470"/>
              <a:gd name="connsiteY100-11698" fmla="*/ 3777135 h 6858000"/>
              <a:gd name="connsiteX101-11699" fmla="*/ 718198 w 1605470"/>
              <a:gd name="connsiteY101-11700" fmla="*/ 3771656 h 6858000"/>
              <a:gd name="connsiteX102-11701" fmla="*/ 721941 w 1605470"/>
              <a:gd name="connsiteY102-11702" fmla="*/ 3769007 h 6858000"/>
              <a:gd name="connsiteX103-11703" fmla="*/ 721407 w 1605470"/>
              <a:gd name="connsiteY103-11704" fmla="*/ 3767709 h 6858000"/>
              <a:gd name="connsiteX104-11705" fmla="*/ 730103 w 1605470"/>
              <a:gd name="connsiteY104-11706" fmla="*/ 3738082 h 6858000"/>
              <a:gd name="connsiteX105-11707" fmla="*/ 737449 w 1605470"/>
              <a:gd name="connsiteY105-11708" fmla="*/ 3673397 h 6858000"/>
              <a:gd name="connsiteX106-11709" fmla="*/ 736745 w 1605470"/>
              <a:gd name="connsiteY106-11710" fmla="*/ 3637109 h 6858000"/>
              <a:gd name="connsiteX107-11711" fmla="*/ 740188 w 1605470"/>
              <a:gd name="connsiteY107-11712" fmla="*/ 3536883 h 6858000"/>
              <a:gd name="connsiteX108-11713" fmla="*/ 747726 w 1605470"/>
              <a:gd name="connsiteY108-11714" fmla="*/ 3435652 h 6858000"/>
              <a:gd name="connsiteX109-11715" fmla="*/ 774383 w 1605470"/>
              <a:gd name="connsiteY109-11716" fmla="*/ 3381564 h 6858000"/>
              <a:gd name="connsiteX110-11717" fmla="*/ 774870 w 1605470"/>
              <a:gd name="connsiteY110-11718" fmla="*/ 3375761 h 6858000"/>
              <a:gd name="connsiteX111-11719" fmla="*/ 770510 w 1605470"/>
              <a:gd name="connsiteY111-11720" fmla="*/ 3361844 h 6858000"/>
              <a:gd name="connsiteX112-11721" fmla="*/ 767933 w 1605470"/>
              <a:gd name="connsiteY112-11722" fmla="*/ 3356929 h 6858000"/>
              <a:gd name="connsiteX113-11723" fmla="*/ 766158 w 1605470"/>
              <a:gd name="connsiteY113-11724" fmla="*/ 3349058 h 6858000"/>
              <a:gd name="connsiteX114-11725" fmla="*/ 766414 w 1605470"/>
              <a:gd name="connsiteY114-11726" fmla="*/ 3348763 h 6858000"/>
              <a:gd name="connsiteX115-11727" fmla="*/ 764166 w 1605470"/>
              <a:gd name="connsiteY115-11728" fmla="*/ 3341588 h 6858000"/>
              <a:gd name="connsiteX116-11729" fmla="*/ 749397 w 1605470"/>
              <a:gd name="connsiteY116-11730" fmla="*/ 3307769 h 6858000"/>
              <a:gd name="connsiteX117-11731" fmla="*/ 766960 w 1605470"/>
              <a:gd name="connsiteY117-11732" fmla="*/ 3250522 h 6858000"/>
              <a:gd name="connsiteX118-11733" fmla="*/ 767385 w 1605470"/>
              <a:gd name="connsiteY118-11734" fmla="*/ 3229163 h 6858000"/>
              <a:gd name="connsiteX119-11735" fmla="*/ 769208 w 1605470"/>
              <a:gd name="connsiteY119-11736" fmla="*/ 3217217 h 6858000"/>
              <a:gd name="connsiteX120-11737" fmla="*/ 770350 w 1605470"/>
              <a:gd name="connsiteY120-11738" fmla="*/ 3216125 h 6858000"/>
              <a:gd name="connsiteX121-11739" fmla="*/ 756043 w 1605470"/>
              <a:gd name="connsiteY121-11740" fmla="*/ 3183755 h 6858000"/>
              <a:gd name="connsiteX122-11741" fmla="*/ 756544 w 1605470"/>
              <a:gd name="connsiteY122-11742" fmla="*/ 3178642 h 6858000"/>
              <a:gd name="connsiteX123-11743" fmla="*/ 744144 w 1605470"/>
              <a:gd name="connsiteY123-11744" fmla="*/ 3158586 h 6858000"/>
              <a:gd name="connsiteX124-11745" fmla="*/ 739378 w 1605470"/>
              <a:gd name="connsiteY124-11746" fmla="*/ 3147669 h 6858000"/>
              <a:gd name="connsiteX125-11747" fmla="*/ 734648 w 1605470"/>
              <a:gd name="connsiteY125-11748" fmla="*/ 3145733 h 6858000"/>
              <a:gd name="connsiteX126-11749" fmla="*/ 729329 w 1605470"/>
              <a:gd name="connsiteY126-11750" fmla="*/ 3129034 h 6858000"/>
              <a:gd name="connsiteX127-11751" fmla="*/ 729994 w 1605470"/>
              <a:gd name="connsiteY127-11752" fmla="*/ 3126682 h 6858000"/>
              <a:gd name="connsiteX128-11753" fmla="*/ 720862 w 1605470"/>
              <a:gd name="connsiteY128-11754" fmla="*/ 3114519 h 6858000"/>
              <a:gd name="connsiteX129-11755" fmla="*/ 707471 w 1605470"/>
              <a:gd name="connsiteY129-11756" fmla="*/ 3106272 h 6858000"/>
              <a:gd name="connsiteX130-11757" fmla="*/ 680201 w 1605470"/>
              <a:gd name="connsiteY130-11758" fmla="*/ 2958185 h 6858000"/>
              <a:gd name="connsiteX131-11759" fmla="*/ 596759 w 1605470"/>
              <a:gd name="connsiteY131-11760" fmla="*/ 2762989 h 6858000"/>
              <a:gd name="connsiteX132-11761" fmla="*/ 571733 w 1605470"/>
              <a:gd name="connsiteY132-11762" fmla="*/ 2554718 h 6858000"/>
              <a:gd name="connsiteX133-11763" fmla="*/ 551827 w 1605470"/>
              <a:gd name="connsiteY133-11764" fmla="*/ 2485734 h 6858000"/>
              <a:gd name="connsiteX134-11765" fmla="*/ 525179 w 1605470"/>
              <a:gd name="connsiteY134-11766" fmla="*/ 2447068 h 6858000"/>
              <a:gd name="connsiteX135-11767" fmla="*/ 529511 w 1605470"/>
              <a:gd name="connsiteY135-11768" fmla="*/ 2425819 h 6858000"/>
              <a:gd name="connsiteX136-11769" fmla="*/ 530521 w 1605470"/>
              <a:gd name="connsiteY136-11770" fmla="*/ 2422066 h 6858000"/>
              <a:gd name="connsiteX137-11771" fmla="*/ 528878 w 1605470"/>
              <a:gd name="connsiteY137-11772" fmla="*/ 2408971 h 6858000"/>
              <a:gd name="connsiteX138-11773" fmla="*/ 535510 w 1605470"/>
              <a:gd name="connsiteY138-11774" fmla="*/ 2402874 h 6858000"/>
              <a:gd name="connsiteX139-11775" fmla="*/ 538122 w 1605470"/>
              <a:gd name="connsiteY139-11776" fmla="*/ 2381443 h 6858000"/>
              <a:gd name="connsiteX140-11777" fmla="*/ 514451 w 1605470"/>
              <a:gd name="connsiteY140-11778" fmla="*/ 2261920 h 6858000"/>
              <a:gd name="connsiteX141-11779" fmla="*/ 486968 w 1605470"/>
              <a:gd name="connsiteY141-11780" fmla="*/ 2182937 h 6858000"/>
              <a:gd name="connsiteX142-11781" fmla="*/ 488555 w 1605470"/>
              <a:gd name="connsiteY142-11782" fmla="*/ 2155135 h 6858000"/>
              <a:gd name="connsiteX143-11783" fmla="*/ 486013 w 1605470"/>
              <a:gd name="connsiteY143-11784" fmla="*/ 2118008 h 6858000"/>
              <a:gd name="connsiteX144-11785" fmla="*/ 487006 w 1605470"/>
              <a:gd name="connsiteY144-11786" fmla="*/ 2050531 h 6858000"/>
              <a:gd name="connsiteX145-11787" fmla="*/ 478812 w 1605470"/>
              <a:gd name="connsiteY145-11788" fmla="*/ 1963269 h 6858000"/>
              <a:gd name="connsiteX146-11789" fmla="*/ 442619 w 1605470"/>
              <a:gd name="connsiteY146-11790" fmla="*/ 1910499 h 6858000"/>
              <a:gd name="connsiteX147-11791" fmla="*/ 446785 w 1605470"/>
              <a:gd name="connsiteY147-11792" fmla="*/ 1903212 h 6858000"/>
              <a:gd name="connsiteX148-11793" fmla="*/ 436547 w 1605470"/>
              <a:gd name="connsiteY148-11794" fmla="*/ 1861531 h 6858000"/>
              <a:gd name="connsiteX149-11795" fmla="*/ 390346 w 1605470"/>
              <a:gd name="connsiteY149-11796" fmla="*/ 1732919 h 6858000"/>
              <a:gd name="connsiteX150-11797" fmla="*/ 362657 w 1605470"/>
              <a:gd name="connsiteY150-11798" fmla="*/ 1663540 h 6858000"/>
              <a:gd name="connsiteX151-11799" fmla="*/ 361783 w 1605470"/>
              <a:gd name="connsiteY151-11800" fmla="*/ 1615777 h 6858000"/>
              <a:gd name="connsiteX152-11801" fmla="*/ 342578 w 1605470"/>
              <a:gd name="connsiteY152-11802" fmla="*/ 1563678 h 6858000"/>
              <a:gd name="connsiteX153-11803" fmla="*/ 355658 w 1605470"/>
              <a:gd name="connsiteY153-11804" fmla="*/ 1519474 h 6858000"/>
              <a:gd name="connsiteX154-11805" fmla="*/ 348400 w 1605470"/>
              <a:gd name="connsiteY154-11806" fmla="*/ 1477995 h 6858000"/>
              <a:gd name="connsiteX155-11807" fmla="*/ 334485 w 1605470"/>
              <a:gd name="connsiteY155-11808" fmla="*/ 1373769 h 6858000"/>
              <a:gd name="connsiteX156-11809" fmla="*/ 342792 w 1605470"/>
              <a:gd name="connsiteY156-11810" fmla="*/ 1307086 h 6858000"/>
              <a:gd name="connsiteX157-11811" fmla="*/ 343980 w 1605470"/>
              <a:gd name="connsiteY157-11812" fmla="*/ 1189033 h 6858000"/>
              <a:gd name="connsiteX158-11813" fmla="*/ 348665 w 1605470"/>
              <a:gd name="connsiteY158-11814" fmla="*/ 1168288 h 6858000"/>
              <a:gd name="connsiteX159-11815" fmla="*/ 340947 w 1605470"/>
              <a:gd name="connsiteY159-11816" fmla="*/ 1142577 h 6858000"/>
              <a:gd name="connsiteX160-11817" fmla="*/ 330253 w 1605470"/>
              <a:gd name="connsiteY160-11818" fmla="*/ 1088484 h 6858000"/>
              <a:gd name="connsiteX161-11819" fmla="*/ 318989 w 1605470"/>
              <a:gd name="connsiteY161-11820" fmla="*/ 1016103 h 6858000"/>
              <a:gd name="connsiteX162-11821" fmla="*/ 320445 w 1605470"/>
              <a:gd name="connsiteY162-11822" fmla="*/ 932283 h 6858000"/>
              <a:gd name="connsiteX163-11823" fmla="*/ 322681 w 1605470"/>
              <a:gd name="connsiteY163-11824" fmla="*/ 915925 h 6858000"/>
              <a:gd name="connsiteX164-11825" fmla="*/ 315310 w 1605470"/>
              <a:gd name="connsiteY164-11826" fmla="*/ 896999 h 6858000"/>
              <a:gd name="connsiteX165-11827" fmla="*/ 284718 w 1605470"/>
              <a:gd name="connsiteY165-11828" fmla="*/ 821517 h 6858000"/>
              <a:gd name="connsiteX166-11829" fmla="*/ 263668 w 1605470"/>
              <a:gd name="connsiteY166-11830" fmla="*/ 751353 h 6858000"/>
              <a:gd name="connsiteX167-11831" fmla="*/ 263226 w 1605470"/>
              <a:gd name="connsiteY167-11832" fmla="*/ 721230 h 6858000"/>
              <a:gd name="connsiteX168-11833" fmla="*/ 248897 w 1605470"/>
              <a:gd name="connsiteY168-11834" fmla="*/ 681659 h 6858000"/>
              <a:gd name="connsiteX169-11835" fmla="*/ 234316 w 1605470"/>
              <a:gd name="connsiteY169-11836" fmla="*/ 635218 h 6858000"/>
              <a:gd name="connsiteX170-11837" fmla="*/ 239327 w 1605470"/>
              <a:gd name="connsiteY170-11838" fmla="*/ 613763 h 6858000"/>
              <a:gd name="connsiteX171-11839" fmla="*/ 225269 w 1605470"/>
              <a:gd name="connsiteY171-11840" fmla="*/ 598582 h 6858000"/>
              <a:gd name="connsiteX172-11841" fmla="*/ 224950 w 1605470"/>
              <a:gd name="connsiteY172-11842" fmla="*/ 576846 h 6858000"/>
              <a:gd name="connsiteX173-11843" fmla="*/ 204576 w 1605470"/>
              <a:gd name="connsiteY173-11844" fmla="*/ 530055 h 6858000"/>
              <a:gd name="connsiteX174-11845" fmla="*/ 219064 w 1605470"/>
              <a:gd name="connsiteY174-11846" fmla="*/ 469651 h 6858000"/>
              <a:gd name="connsiteX175-11847" fmla="*/ 195012 w 1605470"/>
              <a:gd name="connsiteY175-11848" fmla="*/ 448559 h 6858000"/>
              <a:gd name="connsiteX176-11849" fmla="*/ 201434 w 1605470"/>
              <a:gd name="connsiteY176-11850" fmla="*/ 441529 h 6858000"/>
              <a:gd name="connsiteX177-11851" fmla="*/ 200655 w 1605470"/>
              <a:gd name="connsiteY177-11852" fmla="*/ 428927 h 6858000"/>
              <a:gd name="connsiteX178-11853" fmla="*/ 190059 w 1605470"/>
              <a:gd name="connsiteY178-11854" fmla="*/ 430161 h 6858000"/>
              <a:gd name="connsiteX179-11855" fmla="*/ 167079 w 1605470"/>
              <a:gd name="connsiteY179-11856" fmla="*/ 367211 h 6858000"/>
              <a:gd name="connsiteX180-11857" fmla="*/ 124571 w 1605470"/>
              <a:gd name="connsiteY180-11858" fmla="*/ 302178 h 6858000"/>
              <a:gd name="connsiteX181-11859" fmla="*/ 103243 w 1605470"/>
              <a:gd name="connsiteY181-11860" fmla="*/ 211375 h 6858000"/>
              <a:gd name="connsiteX182-11861" fmla="*/ 94571 w 1605470"/>
              <a:gd name="connsiteY182-11862" fmla="*/ 184179 h 6858000"/>
              <a:gd name="connsiteX183-11863" fmla="*/ 13437 w 1605470"/>
              <a:gd name="connsiteY183-11864" fmla="*/ 19287 h 6858000"/>
              <a:gd name="connsiteX184-11865" fmla="*/ 0 w 1605470"/>
              <a:gd name="connsiteY184-11866" fmla="*/ 0 h 6858000"/>
              <a:gd name="connsiteX0-11867" fmla="*/ 0 w 1605470"/>
              <a:gd name="connsiteY0-11868" fmla="*/ 0 h 6858000"/>
              <a:gd name="connsiteX1-11869" fmla="*/ 1605470 w 1605470"/>
              <a:gd name="connsiteY1-11870" fmla="*/ 0 h 6858000"/>
              <a:gd name="connsiteX2-11871" fmla="*/ 1605470 w 1605470"/>
              <a:gd name="connsiteY2-11872" fmla="*/ 6858000 h 6858000"/>
              <a:gd name="connsiteX3-11873" fmla="*/ 154105 w 1605470"/>
              <a:gd name="connsiteY3-11874" fmla="*/ 6858000 h 6858000"/>
              <a:gd name="connsiteX4-11875" fmla="*/ 154246 w 1605470"/>
              <a:gd name="connsiteY4-11876" fmla="*/ 6857735 h 6858000"/>
              <a:gd name="connsiteX5-11877" fmla="*/ 166295 w 1605470"/>
              <a:gd name="connsiteY5-11878" fmla="*/ 6809549 h 6858000"/>
              <a:gd name="connsiteX6-11879" fmla="*/ 198506 w 1605470"/>
              <a:gd name="connsiteY6-11880" fmla="*/ 6715115 h 6858000"/>
              <a:gd name="connsiteX7-11881" fmla="*/ 208357 w 1605470"/>
              <a:gd name="connsiteY7-11882" fmla="*/ 6680170 h 6858000"/>
              <a:gd name="connsiteX8-11883" fmla="*/ 233907 w 1605470"/>
              <a:gd name="connsiteY8-11884" fmla="*/ 6621207 h 6858000"/>
              <a:gd name="connsiteX9-11885" fmla="*/ 250564 w 1605470"/>
              <a:gd name="connsiteY9-11886" fmla="*/ 6596265 h 6858000"/>
              <a:gd name="connsiteX10-11887" fmla="*/ 250443 w 1605470"/>
              <a:gd name="connsiteY10-11888" fmla="*/ 6594818 h 6858000"/>
              <a:gd name="connsiteX11-11889" fmla="*/ 254688 w 1605470"/>
              <a:gd name="connsiteY11-11890" fmla="*/ 6593735 h 6858000"/>
              <a:gd name="connsiteX12-11891" fmla="*/ 257885 w 1605470"/>
              <a:gd name="connsiteY12-11892" fmla="*/ 6589172 h 6858000"/>
              <a:gd name="connsiteX13-11893" fmla="*/ 261179 w 1605470"/>
              <a:gd name="connsiteY13-11894" fmla="*/ 6574442 h 6858000"/>
              <a:gd name="connsiteX14-11895" fmla="*/ 261519 w 1605470"/>
              <a:gd name="connsiteY14-11896" fmla="*/ 6568530 h 6858000"/>
              <a:gd name="connsiteX15-11897" fmla="*/ 263928 w 1605470"/>
              <a:gd name="connsiteY15-11898" fmla="*/ 6560674 h 6858000"/>
              <a:gd name="connsiteX16-11899" fmla="*/ 264273 w 1605470"/>
              <a:gd name="connsiteY16-11900" fmla="*/ 6560598 h 6858000"/>
              <a:gd name="connsiteX17-11901" fmla="*/ 265970 w 1605470"/>
              <a:gd name="connsiteY17-11902" fmla="*/ 6553006 h 6858000"/>
              <a:gd name="connsiteX18-11903" fmla="*/ 270666 w 1605470"/>
              <a:gd name="connsiteY18-11904" fmla="*/ 6514360 h 6858000"/>
              <a:gd name="connsiteX19-11905" fmla="*/ 312320 w 1605470"/>
              <a:gd name="connsiteY19-11906" fmla="*/ 6478062 h 6858000"/>
              <a:gd name="connsiteX20-11907" fmla="*/ 323009 w 1605470"/>
              <a:gd name="connsiteY20-11908" fmla="*/ 6460325 h 6858000"/>
              <a:gd name="connsiteX21-11909" fmla="*/ 330242 w 1605470"/>
              <a:gd name="connsiteY21-11910" fmla="*/ 6451488 h 6858000"/>
              <a:gd name="connsiteX22-11911" fmla="*/ 331677 w 1605470"/>
              <a:gd name="connsiteY22-11912" fmla="*/ 6451348 h 6858000"/>
              <a:gd name="connsiteX23-11913" fmla="*/ 336035 w 1605470"/>
              <a:gd name="connsiteY23-11914" fmla="*/ 6414240 h 6858000"/>
              <a:gd name="connsiteX24-11915" fmla="*/ 338911 w 1605470"/>
              <a:gd name="connsiteY24-11916" fmla="*/ 6410269 h 6858000"/>
              <a:gd name="connsiteX25-11917" fmla="*/ 338811 w 1605470"/>
              <a:gd name="connsiteY25-11918" fmla="*/ 6384857 h 6858000"/>
              <a:gd name="connsiteX26-11919" fmla="*/ 340328 w 1605470"/>
              <a:gd name="connsiteY26-11920" fmla="*/ 6372381 h 6858000"/>
              <a:gd name="connsiteX27-11921" fmla="*/ 337522 w 1605470"/>
              <a:gd name="connsiteY27-11922" fmla="*/ 6367510 h 6858000"/>
              <a:gd name="connsiteX28-11923" fmla="*/ 341402 w 1605470"/>
              <a:gd name="connsiteY28-11924" fmla="*/ 6349778 h 6858000"/>
              <a:gd name="connsiteX29-11925" fmla="*/ 343067 w 1605470"/>
              <a:gd name="connsiteY29-11926" fmla="*/ 6348250 h 6858000"/>
              <a:gd name="connsiteX30-11927" fmla="*/ 341730 w 1605470"/>
              <a:gd name="connsiteY30-11928" fmla="*/ 6331735 h 6858000"/>
              <a:gd name="connsiteX31-11929" fmla="*/ 335123 w 1605470"/>
              <a:gd name="connsiteY31-11930" fmla="*/ 6315613 h 6858000"/>
              <a:gd name="connsiteX32-11931" fmla="*/ 385303 w 1605470"/>
              <a:gd name="connsiteY32-11932" fmla="*/ 6171970 h 6858000"/>
              <a:gd name="connsiteX33-11933" fmla="*/ 380910 w 1605470"/>
              <a:gd name="connsiteY33-11934" fmla="*/ 6028119 h 6858000"/>
              <a:gd name="connsiteX34-11935" fmla="*/ 409371 w 1605470"/>
              <a:gd name="connsiteY34-11936" fmla="*/ 5950668 h 6858000"/>
              <a:gd name="connsiteX35-11937" fmla="*/ 442432 w 1605470"/>
              <a:gd name="connsiteY35-11938" fmla="*/ 5934687 h 6858000"/>
              <a:gd name="connsiteX36-11939" fmla="*/ 489472 w 1605470"/>
              <a:gd name="connsiteY36-11940" fmla="*/ 5732419 h 6858000"/>
              <a:gd name="connsiteX37-11941" fmla="*/ 512623 w 1605470"/>
              <a:gd name="connsiteY37-11942" fmla="*/ 5685392 h 6858000"/>
              <a:gd name="connsiteX38-11943" fmla="*/ 510261 w 1605470"/>
              <a:gd name="connsiteY38-11944" fmla="*/ 5634527 h 6858000"/>
              <a:gd name="connsiteX39-11945" fmla="*/ 523992 w 1605470"/>
              <a:gd name="connsiteY39-11946" fmla="*/ 5619557 h 6858000"/>
              <a:gd name="connsiteX40-11947" fmla="*/ 526609 w 1605470"/>
              <a:gd name="connsiteY40-11948" fmla="*/ 5617081 h 6858000"/>
              <a:gd name="connsiteX41-11949" fmla="*/ 531653 w 1605470"/>
              <a:gd name="connsiteY41-11950" fmla="*/ 5604904 h 6858000"/>
              <a:gd name="connsiteX42-11951" fmla="*/ 539863 w 1605470"/>
              <a:gd name="connsiteY42-11952" fmla="*/ 5604298 h 6858000"/>
              <a:gd name="connsiteX43-11953" fmla="*/ 552319 w 1605470"/>
              <a:gd name="connsiteY43-11954" fmla="*/ 5587997 h 6858000"/>
              <a:gd name="connsiteX44-11955" fmla="*/ 559710 w 1605470"/>
              <a:gd name="connsiteY44-11956" fmla="*/ 5564796 h 6858000"/>
              <a:gd name="connsiteX45-11957" fmla="*/ 587214 w 1605470"/>
              <a:gd name="connsiteY45-11958" fmla="*/ 5451511 h 6858000"/>
              <a:gd name="connsiteX46-11959" fmla="*/ 608019 w 1605470"/>
              <a:gd name="connsiteY46-11960" fmla="*/ 5385461 h 6858000"/>
              <a:gd name="connsiteX47-11961" fmla="*/ 622750 w 1605470"/>
              <a:gd name="connsiteY47-11962" fmla="*/ 5363084 h 6858000"/>
              <a:gd name="connsiteX48-11963" fmla="*/ 638731 w 1605470"/>
              <a:gd name="connsiteY48-11964" fmla="*/ 5330009 h 6858000"/>
              <a:gd name="connsiteX49-11965" fmla="*/ 672224 w 1605470"/>
              <a:gd name="connsiteY49-11966" fmla="*/ 5273739 h 6858000"/>
              <a:gd name="connsiteX50-11967" fmla="*/ 681823 w 1605470"/>
              <a:gd name="connsiteY50-11968" fmla="*/ 5241779 h 6858000"/>
              <a:gd name="connsiteX51-11969" fmla="*/ 693049 w 1605470"/>
              <a:gd name="connsiteY51-11970" fmla="*/ 5225268 h 6858000"/>
              <a:gd name="connsiteX52-11971" fmla="*/ 694069 w 1605470"/>
              <a:gd name="connsiteY52-11972" fmla="*/ 5217684 h 6858000"/>
              <a:gd name="connsiteX53-11973" fmla="*/ 701410 w 1605470"/>
              <a:gd name="connsiteY53-11974" fmla="*/ 5193377 h 6858000"/>
              <a:gd name="connsiteX54-11975" fmla="*/ 704713 w 1605470"/>
              <a:gd name="connsiteY54-11976" fmla="*/ 5179288 h 6858000"/>
              <a:gd name="connsiteX55-11977" fmla="*/ 705697 w 1605470"/>
              <a:gd name="connsiteY55-11978" fmla="*/ 5173621 h 6858000"/>
              <a:gd name="connsiteX56-11979" fmla="*/ 701331 w 1605470"/>
              <a:gd name="connsiteY56-11980" fmla="*/ 5159961 h 6858000"/>
              <a:gd name="connsiteX57-11981" fmla="*/ 708008 w 1605470"/>
              <a:gd name="connsiteY57-11982" fmla="*/ 5144295 h 6858000"/>
              <a:gd name="connsiteX58-11983" fmla="*/ 704941 w 1605470"/>
              <a:gd name="connsiteY58-11984" fmla="*/ 5125185 h 6858000"/>
              <a:gd name="connsiteX59-11985" fmla="*/ 711771 w 1605470"/>
              <a:gd name="connsiteY59-11986" fmla="*/ 5121884 h 6858000"/>
              <a:gd name="connsiteX60-11987" fmla="*/ 721092 w 1605470"/>
              <a:gd name="connsiteY60-11988" fmla="*/ 5108383 h 6858000"/>
              <a:gd name="connsiteX61-11989" fmla="*/ 717045 w 1605470"/>
              <a:gd name="connsiteY61-11990" fmla="*/ 5094705 h 6858000"/>
              <a:gd name="connsiteX62-11991" fmla="*/ 718807 w 1605470"/>
              <a:gd name="connsiteY62-11992" fmla="*/ 5067850 h 6858000"/>
              <a:gd name="connsiteX63-11993" fmla="*/ 721538 w 1605470"/>
              <a:gd name="connsiteY63-11994" fmla="*/ 5060861 h 6858000"/>
              <a:gd name="connsiteX64-11995" fmla="*/ 718242 w 1605470"/>
              <a:gd name="connsiteY64-11996" fmla="*/ 5034192 h 6858000"/>
              <a:gd name="connsiteX65-11997" fmla="*/ 719796 w 1605470"/>
              <a:gd name="connsiteY65-11998" fmla="*/ 4993030 h 6858000"/>
              <a:gd name="connsiteX66-11999" fmla="*/ 726705 w 1605470"/>
              <a:gd name="connsiteY66-12000" fmla="*/ 4946844 h 6858000"/>
              <a:gd name="connsiteX67-12001" fmla="*/ 722561 w 1605470"/>
              <a:gd name="connsiteY67-12002" fmla="*/ 4932692 h 6858000"/>
              <a:gd name="connsiteX68-12003" fmla="*/ 724588 w 1605470"/>
              <a:gd name="connsiteY68-12004" fmla="*/ 4845927 h 6858000"/>
              <a:gd name="connsiteX69-12005" fmla="*/ 724935 w 1605470"/>
              <a:gd name="connsiteY69-12006" fmla="*/ 4821504 h 6858000"/>
              <a:gd name="connsiteX70-12007" fmla="*/ 732118 w 1605470"/>
              <a:gd name="connsiteY70-12008" fmla="*/ 4801535 h 6858000"/>
              <a:gd name="connsiteX71-12009" fmla="*/ 739787 w 1605470"/>
              <a:gd name="connsiteY71-12010" fmla="*/ 4797794 h 6858000"/>
              <a:gd name="connsiteX72-12011" fmla="*/ 741081 w 1605470"/>
              <a:gd name="connsiteY72-12012" fmla="*/ 4784526 h 6858000"/>
              <a:gd name="connsiteX73-12013" fmla="*/ 742865 w 1605470"/>
              <a:gd name="connsiteY73-12014" fmla="*/ 4781211 h 6858000"/>
              <a:gd name="connsiteX74-12015" fmla="*/ 751652 w 1605470"/>
              <a:gd name="connsiteY74-12016" fmla="*/ 4761984 h 6858000"/>
              <a:gd name="connsiteX75-12017" fmla="*/ 734671 w 1605470"/>
              <a:gd name="connsiteY75-12018" fmla="*/ 4715631 h 6858000"/>
              <a:gd name="connsiteX76-12019" fmla="*/ 743180 w 1605470"/>
              <a:gd name="connsiteY76-12020" fmla="*/ 4662965 h 6858000"/>
              <a:gd name="connsiteX77-12021" fmla="*/ 729578 w 1605470"/>
              <a:gd name="connsiteY77-12022" fmla="*/ 4456787 h 6858000"/>
              <a:gd name="connsiteX78-12023" fmla="*/ 756542 w 1605470"/>
              <a:gd name="connsiteY78-12024" fmla="*/ 4429138 h 6858000"/>
              <a:gd name="connsiteX79-12025" fmla="*/ 761317 w 1605470"/>
              <a:gd name="connsiteY79-12026" fmla="*/ 4346145 h 6858000"/>
              <a:gd name="connsiteX80-12027" fmla="*/ 715481 w 1605470"/>
              <a:gd name="connsiteY80-12028" fmla="*/ 4214165 h 6858000"/>
              <a:gd name="connsiteX81-12029" fmla="*/ 721848 w 1605470"/>
              <a:gd name="connsiteY81-12030" fmla="*/ 4061253 h 6858000"/>
              <a:gd name="connsiteX82-12031" fmla="*/ 710868 w 1605470"/>
              <a:gd name="connsiteY82-12032" fmla="*/ 4048827 h 6858000"/>
              <a:gd name="connsiteX83-12033" fmla="*/ 704810 w 1605470"/>
              <a:gd name="connsiteY83-12034" fmla="*/ 4033999 h 6858000"/>
              <a:gd name="connsiteX84-12035" fmla="*/ 705959 w 1605470"/>
              <a:gd name="connsiteY84-12036" fmla="*/ 4031933 h 6858000"/>
              <a:gd name="connsiteX85-12037" fmla="*/ 704535 w 1605470"/>
              <a:gd name="connsiteY85-12038" fmla="*/ 4013953 h 6858000"/>
              <a:gd name="connsiteX86-12039" fmla="*/ 700443 w 1605470"/>
              <a:gd name="connsiteY86-12040" fmla="*/ 4010511 h 6858000"/>
              <a:gd name="connsiteX87-12041" fmla="*/ 698282 w 1605470"/>
              <a:gd name="connsiteY87-12042" fmla="*/ 3998331 h 6858000"/>
              <a:gd name="connsiteX88-12043" fmla="*/ 690830 w 1605470"/>
              <a:gd name="connsiteY88-12044" fmla="*/ 3974753 h 6858000"/>
              <a:gd name="connsiteX89-12045" fmla="*/ 692428 w 1605470"/>
              <a:gd name="connsiteY89-12046" fmla="*/ 3969950 h 6858000"/>
              <a:gd name="connsiteX90-12047" fmla="*/ 685850 w 1605470"/>
              <a:gd name="connsiteY90-12048" fmla="*/ 3933779 h 6858000"/>
              <a:gd name="connsiteX91-12049" fmla="*/ 687181 w 1605470"/>
              <a:gd name="connsiteY91-12050" fmla="*/ 3933093 h 6858000"/>
              <a:gd name="connsiteX92-12051" fmla="*/ 691535 w 1605470"/>
              <a:gd name="connsiteY92-12052" fmla="*/ 3922082 h 6858000"/>
              <a:gd name="connsiteX93-12053" fmla="*/ 696613 w 1605470"/>
              <a:gd name="connsiteY93-12054" fmla="*/ 3901461 h 6858000"/>
              <a:gd name="connsiteX94-12055" fmla="*/ 725908 w 1605470"/>
              <a:gd name="connsiteY94-12056" fmla="*/ 3851605 h 6858000"/>
              <a:gd name="connsiteX95-12057" fmla="*/ 719207 w 1605470"/>
              <a:gd name="connsiteY95-12058" fmla="*/ 3813873 h 6858000"/>
              <a:gd name="connsiteX96-12059" fmla="*/ 718632 w 1605470"/>
              <a:gd name="connsiteY96-12060" fmla="*/ 3806161 h 6858000"/>
              <a:gd name="connsiteX97-12061" fmla="*/ 718939 w 1605470"/>
              <a:gd name="connsiteY97-12062" fmla="*/ 3805957 h 6858000"/>
              <a:gd name="connsiteX98-12063" fmla="*/ 718966 w 1605470"/>
              <a:gd name="connsiteY98-12064" fmla="*/ 3797724 h 6858000"/>
              <a:gd name="connsiteX99-12065" fmla="*/ 717581 w 1605470"/>
              <a:gd name="connsiteY99-12066" fmla="*/ 3792098 h 6858000"/>
              <a:gd name="connsiteX100-12067" fmla="*/ 716465 w 1605470"/>
              <a:gd name="connsiteY100-12068" fmla="*/ 3777135 h 6858000"/>
              <a:gd name="connsiteX101-12069" fmla="*/ 718198 w 1605470"/>
              <a:gd name="connsiteY101-12070" fmla="*/ 3771656 h 6858000"/>
              <a:gd name="connsiteX102-12071" fmla="*/ 721941 w 1605470"/>
              <a:gd name="connsiteY102-12072" fmla="*/ 3769007 h 6858000"/>
              <a:gd name="connsiteX103-12073" fmla="*/ 721407 w 1605470"/>
              <a:gd name="connsiteY103-12074" fmla="*/ 3767709 h 6858000"/>
              <a:gd name="connsiteX104-12075" fmla="*/ 730103 w 1605470"/>
              <a:gd name="connsiteY104-12076" fmla="*/ 3738082 h 6858000"/>
              <a:gd name="connsiteX105-12077" fmla="*/ 737449 w 1605470"/>
              <a:gd name="connsiteY105-12078" fmla="*/ 3673397 h 6858000"/>
              <a:gd name="connsiteX106-12079" fmla="*/ 736745 w 1605470"/>
              <a:gd name="connsiteY106-12080" fmla="*/ 3637109 h 6858000"/>
              <a:gd name="connsiteX107-12081" fmla="*/ 740188 w 1605470"/>
              <a:gd name="connsiteY107-12082" fmla="*/ 3536883 h 6858000"/>
              <a:gd name="connsiteX108-12083" fmla="*/ 747726 w 1605470"/>
              <a:gd name="connsiteY108-12084" fmla="*/ 3435652 h 6858000"/>
              <a:gd name="connsiteX109-12085" fmla="*/ 774383 w 1605470"/>
              <a:gd name="connsiteY109-12086" fmla="*/ 3381564 h 6858000"/>
              <a:gd name="connsiteX110-12087" fmla="*/ 774870 w 1605470"/>
              <a:gd name="connsiteY110-12088" fmla="*/ 3375761 h 6858000"/>
              <a:gd name="connsiteX111-12089" fmla="*/ 770510 w 1605470"/>
              <a:gd name="connsiteY111-12090" fmla="*/ 3361844 h 6858000"/>
              <a:gd name="connsiteX112-12091" fmla="*/ 767933 w 1605470"/>
              <a:gd name="connsiteY112-12092" fmla="*/ 3356929 h 6858000"/>
              <a:gd name="connsiteX113-12093" fmla="*/ 766158 w 1605470"/>
              <a:gd name="connsiteY113-12094" fmla="*/ 3349058 h 6858000"/>
              <a:gd name="connsiteX114-12095" fmla="*/ 766414 w 1605470"/>
              <a:gd name="connsiteY114-12096" fmla="*/ 3348763 h 6858000"/>
              <a:gd name="connsiteX115-12097" fmla="*/ 764166 w 1605470"/>
              <a:gd name="connsiteY115-12098" fmla="*/ 3341588 h 6858000"/>
              <a:gd name="connsiteX116-12099" fmla="*/ 749397 w 1605470"/>
              <a:gd name="connsiteY116-12100" fmla="*/ 3307769 h 6858000"/>
              <a:gd name="connsiteX117-12101" fmla="*/ 766960 w 1605470"/>
              <a:gd name="connsiteY117-12102" fmla="*/ 3250522 h 6858000"/>
              <a:gd name="connsiteX118-12103" fmla="*/ 767385 w 1605470"/>
              <a:gd name="connsiteY118-12104" fmla="*/ 3229163 h 6858000"/>
              <a:gd name="connsiteX119-12105" fmla="*/ 769208 w 1605470"/>
              <a:gd name="connsiteY119-12106" fmla="*/ 3217217 h 6858000"/>
              <a:gd name="connsiteX120-12107" fmla="*/ 770350 w 1605470"/>
              <a:gd name="connsiteY120-12108" fmla="*/ 3216125 h 6858000"/>
              <a:gd name="connsiteX121-12109" fmla="*/ 756043 w 1605470"/>
              <a:gd name="connsiteY121-12110" fmla="*/ 3183755 h 6858000"/>
              <a:gd name="connsiteX122-12111" fmla="*/ 756544 w 1605470"/>
              <a:gd name="connsiteY122-12112" fmla="*/ 3178642 h 6858000"/>
              <a:gd name="connsiteX123-12113" fmla="*/ 744144 w 1605470"/>
              <a:gd name="connsiteY123-12114" fmla="*/ 3158586 h 6858000"/>
              <a:gd name="connsiteX124-12115" fmla="*/ 739378 w 1605470"/>
              <a:gd name="connsiteY124-12116" fmla="*/ 3147669 h 6858000"/>
              <a:gd name="connsiteX125-12117" fmla="*/ 734648 w 1605470"/>
              <a:gd name="connsiteY125-12118" fmla="*/ 3145733 h 6858000"/>
              <a:gd name="connsiteX126-12119" fmla="*/ 729329 w 1605470"/>
              <a:gd name="connsiteY126-12120" fmla="*/ 3129034 h 6858000"/>
              <a:gd name="connsiteX127-12121" fmla="*/ 729994 w 1605470"/>
              <a:gd name="connsiteY127-12122" fmla="*/ 3126682 h 6858000"/>
              <a:gd name="connsiteX128-12123" fmla="*/ 720862 w 1605470"/>
              <a:gd name="connsiteY128-12124" fmla="*/ 3114519 h 6858000"/>
              <a:gd name="connsiteX129-12125" fmla="*/ 707471 w 1605470"/>
              <a:gd name="connsiteY129-12126" fmla="*/ 3106272 h 6858000"/>
              <a:gd name="connsiteX130-12127" fmla="*/ 680201 w 1605470"/>
              <a:gd name="connsiteY130-12128" fmla="*/ 2958185 h 6858000"/>
              <a:gd name="connsiteX131-12129" fmla="*/ 622815 w 1605470"/>
              <a:gd name="connsiteY131-12130" fmla="*/ 2762989 h 6858000"/>
              <a:gd name="connsiteX132-12131" fmla="*/ 571733 w 1605470"/>
              <a:gd name="connsiteY132-12132" fmla="*/ 2554718 h 6858000"/>
              <a:gd name="connsiteX133-12133" fmla="*/ 551827 w 1605470"/>
              <a:gd name="connsiteY133-12134" fmla="*/ 2485734 h 6858000"/>
              <a:gd name="connsiteX134-12135" fmla="*/ 525179 w 1605470"/>
              <a:gd name="connsiteY134-12136" fmla="*/ 2447068 h 6858000"/>
              <a:gd name="connsiteX135-12137" fmla="*/ 529511 w 1605470"/>
              <a:gd name="connsiteY135-12138" fmla="*/ 2425819 h 6858000"/>
              <a:gd name="connsiteX136-12139" fmla="*/ 530521 w 1605470"/>
              <a:gd name="connsiteY136-12140" fmla="*/ 2422066 h 6858000"/>
              <a:gd name="connsiteX137-12141" fmla="*/ 528878 w 1605470"/>
              <a:gd name="connsiteY137-12142" fmla="*/ 2408971 h 6858000"/>
              <a:gd name="connsiteX138-12143" fmla="*/ 535510 w 1605470"/>
              <a:gd name="connsiteY138-12144" fmla="*/ 2402874 h 6858000"/>
              <a:gd name="connsiteX139-12145" fmla="*/ 538122 w 1605470"/>
              <a:gd name="connsiteY139-12146" fmla="*/ 2381443 h 6858000"/>
              <a:gd name="connsiteX140-12147" fmla="*/ 514451 w 1605470"/>
              <a:gd name="connsiteY140-12148" fmla="*/ 2261920 h 6858000"/>
              <a:gd name="connsiteX141-12149" fmla="*/ 486968 w 1605470"/>
              <a:gd name="connsiteY141-12150" fmla="*/ 2182937 h 6858000"/>
              <a:gd name="connsiteX142-12151" fmla="*/ 488555 w 1605470"/>
              <a:gd name="connsiteY142-12152" fmla="*/ 2155135 h 6858000"/>
              <a:gd name="connsiteX143-12153" fmla="*/ 486013 w 1605470"/>
              <a:gd name="connsiteY143-12154" fmla="*/ 2118008 h 6858000"/>
              <a:gd name="connsiteX144-12155" fmla="*/ 487006 w 1605470"/>
              <a:gd name="connsiteY144-12156" fmla="*/ 2050531 h 6858000"/>
              <a:gd name="connsiteX145-12157" fmla="*/ 478812 w 1605470"/>
              <a:gd name="connsiteY145-12158" fmla="*/ 1963269 h 6858000"/>
              <a:gd name="connsiteX146-12159" fmla="*/ 442619 w 1605470"/>
              <a:gd name="connsiteY146-12160" fmla="*/ 1910499 h 6858000"/>
              <a:gd name="connsiteX147-12161" fmla="*/ 446785 w 1605470"/>
              <a:gd name="connsiteY147-12162" fmla="*/ 1903212 h 6858000"/>
              <a:gd name="connsiteX148-12163" fmla="*/ 436547 w 1605470"/>
              <a:gd name="connsiteY148-12164" fmla="*/ 1861531 h 6858000"/>
              <a:gd name="connsiteX149-12165" fmla="*/ 390346 w 1605470"/>
              <a:gd name="connsiteY149-12166" fmla="*/ 1732919 h 6858000"/>
              <a:gd name="connsiteX150-12167" fmla="*/ 362657 w 1605470"/>
              <a:gd name="connsiteY150-12168" fmla="*/ 1663540 h 6858000"/>
              <a:gd name="connsiteX151-12169" fmla="*/ 361783 w 1605470"/>
              <a:gd name="connsiteY151-12170" fmla="*/ 1615777 h 6858000"/>
              <a:gd name="connsiteX152-12171" fmla="*/ 342578 w 1605470"/>
              <a:gd name="connsiteY152-12172" fmla="*/ 1563678 h 6858000"/>
              <a:gd name="connsiteX153-12173" fmla="*/ 355658 w 1605470"/>
              <a:gd name="connsiteY153-12174" fmla="*/ 1519474 h 6858000"/>
              <a:gd name="connsiteX154-12175" fmla="*/ 348400 w 1605470"/>
              <a:gd name="connsiteY154-12176" fmla="*/ 1477995 h 6858000"/>
              <a:gd name="connsiteX155-12177" fmla="*/ 334485 w 1605470"/>
              <a:gd name="connsiteY155-12178" fmla="*/ 1373769 h 6858000"/>
              <a:gd name="connsiteX156-12179" fmla="*/ 342792 w 1605470"/>
              <a:gd name="connsiteY156-12180" fmla="*/ 1307086 h 6858000"/>
              <a:gd name="connsiteX157-12181" fmla="*/ 343980 w 1605470"/>
              <a:gd name="connsiteY157-12182" fmla="*/ 1189033 h 6858000"/>
              <a:gd name="connsiteX158-12183" fmla="*/ 348665 w 1605470"/>
              <a:gd name="connsiteY158-12184" fmla="*/ 1168288 h 6858000"/>
              <a:gd name="connsiteX159-12185" fmla="*/ 340947 w 1605470"/>
              <a:gd name="connsiteY159-12186" fmla="*/ 1142577 h 6858000"/>
              <a:gd name="connsiteX160-12187" fmla="*/ 330253 w 1605470"/>
              <a:gd name="connsiteY160-12188" fmla="*/ 1088484 h 6858000"/>
              <a:gd name="connsiteX161-12189" fmla="*/ 318989 w 1605470"/>
              <a:gd name="connsiteY161-12190" fmla="*/ 1016103 h 6858000"/>
              <a:gd name="connsiteX162-12191" fmla="*/ 320445 w 1605470"/>
              <a:gd name="connsiteY162-12192" fmla="*/ 932283 h 6858000"/>
              <a:gd name="connsiteX163-12193" fmla="*/ 322681 w 1605470"/>
              <a:gd name="connsiteY163-12194" fmla="*/ 915925 h 6858000"/>
              <a:gd name="connsiteX164-12195" fmla="*/ 315310 w 1605470"/>
              <a:gd name="connsiteY164-12196" fmla="*/ 896999 h 6858000"/>
              <a:gd name="connsiteX165-12197" fmla="*/ 284718 w 1605470"/>
              <a:gd name="connsiteY165-12198" fmla="*/ 821517 h 6858000"/>
              <a:gd name="connsiteX166-12199" fmla="*/ 263668 w 1605470"/>
              <a:gd name="connsiteY166-12200" fmla="*/ 751353 h 6858000"/>
              <a:gd name="connsiteX167-12201" fmla="*/ 263226 w 1605470"/>
              <a:gd name="connsiteY167-12202" fmla="*/ 721230 h 6858000"/>
              <a:gd name="connsiteX168-12203" fmla="*/ 248897 w 1605470"/>
              <a:gd name="connsiteY168-12204" fmla="*/ 681659 h 6858000"/>
              <a:gd name="connsiteX169-12205" fmla="*/ 234316 w 1605470"/>
              <a:gd name="connsiteY169-12206" fmla="*/ 635218 h 6858000"/>
              <a:gd name="connsiteX170-12207" fmla="*/ 239327 w 1605470"/>
              <a:gd name="connsiteY170-12208" fmla="*/ 613763 h 6858000"/>
              <a:gd name="connsiteX171-12209" fmla="*/ 225269 w 1605470"/>
              <a:gd name="connsiteY171-12210" fmla="*/ 598582 h 6858000"/>
              <a:gd name="connsiteX172-12211" fmla="*/ 224950 w 1605470"/>
              <a:gd name="connsiteY172-12212" fmla="*/ 576846 h 6858000"/>
              <a:gd name="connsiteX173-12213" fmla="*/ 204576 w 1605470"/>
              <a:gd name="connsiteY173-12214" fmla="*/ 530055 h 6858000"/>
              <a:gd name="connsiteX174-12215" fmla="*/ 219064 w 1605470"/>
              <a:gd name="connsiteY174-12216" fmla="*/ 469651 h 6858000"/>
              <a:gd name="connsiteX175-12217" fmla="*/ 195012 w 1605470"/>
              <a:gd name="connsiteY175-12218" fmla="*/ 448559 h 6858000"/>
              <a:gd name="connsiteX176-12219" fmla="*/ 201434 w 1605470"/>
              <a:gd name="connsiteY176-12220" fmla="*/ 441529 h 6858000"/>
              <a:gd name="connsiteX177-12221" fmla="*/ 200655 w 1605470"/>
              <a:gd name="connsiteY177-12222" fmla="*/ 428927 h 6858000"/>
              <a:gd name="connsiteX178-12223" fmla="*/ 190059 w 1605470"/>
              <a:gd name="connsiteY178-12224" fmla="*/ 430161 h 6858000"/>
              <a:gd name="connsiteX179-12225" fmla="*/ 167079 w 1605470"/>
              <a:gd name="connsiteY179-12226" fmla="*/ 367211 h 6858000"/>
              <a:gd name="connsiteX180-12227" fmla="*/ 124571 w 1605470"/>
              <a:gd name="connsiteY180-12228" fmla="*/ 302178 h 6858000"/>
              <a:gd name="connsiteX181-12229" fmla="*/ 103243 w 1605470"/>
              <a:gd name="connsiteY181-12230" fmla="*/ 211375 h 6858000"/>
              <a:gd name="connsiteX182-12231" fmla="*/ 94571 w 1605470"/>
              <a:gd name="connsiteY182-12232" fmla="*/ 184179 h 6858000"/>
              <a:gd name="connsiteX183-12233" fmla="*/ 13437 w 1605470"/>
              <a:gd name="connsiteY183-12234" fmla="*/ 19287 h 6858000"/>
              <a:gd name="connsiteX184-12235" fmla="*/ 0 w 1605470"/>
              <a:gd name="connsiteY184-12236" fmla="*/ 0 h 6858000"/>
              <a:gd name="connsiteX0-12237" fmla="*/ 0 w 1605470"/>
              <a:gd name="connsiteY0-12238" fmla="*/ 0 h 6858000"/>
              <a:gd name="connsiteX1-12239" fmla="*/ 1605470 w 1605470"/>
              <a:gd name="connsiteY1-12240" fmla="*/ 0 h 6858000"/>
              <a:gd name="connsiteX2-12241" fmla="*/ 1605470 w 1605470"/>
              <a:gd name="connsiteY2-12242" fmla="*/ 6858000 h 6858000"/>
              <a:gd name="connsiteX3-12243" fmla="*/ 154105 w 1605470"/>
              <a:gd name="connsiteY3-12244" fmla="*/ 6858000 h 6858000"/>
              <a:gd name="connsiteX4-12245" fmla="*/ 154246 w 1605470"/>
              <a:gd name="connsiteY4-12246" fmla="*/ 6857735 h 6858000"/>
              <a:gd name="connsiteX5-12247" fmla="*/ 166295 w 1605470"/>
              <a:gd name="connsiteY5-12248" fmla="*/ 6809549 h 6858000"/>
              <a:gd name="connsiteX6-12249" fmla="*/ 198506 w 1605470"/>
              <a:gd name="connsiteY6-12250" fmla="*/ 6715115 h 6858000"/>
              <a:gd name="connsiteX7-12251" fmla="*/ 208357 w 1605470"/>
              <a:gd name="connsiteY7-12252" fmla="*/ 6680170 h 6858000"/>
              <a:gd name="connsiteX8-12253" fmla="*/ 233907 w 1605470"/>
              <a:gd name="connsiteY8-12254" fmla="*/ 6621207 h 6858000"/>
              <a:gd name="connsiteX9-12255" fmla="*/ 250564 w 1605470"/>
              <a:gd name="connsiteY9-12256" fmla="*/ 6596265 h 6858000"/>
              <a:gd name="connsiteX10-12257" fmla="*/ 250443 w 1605470"/>
              <a:gd name="connsiteY10-12258" fmla="*/ 6594818 h 6858000"/>
              <a:gd name="connsiteX11-12259" fmla="*/ 254688 w 1605470"/>
              <a:gd name="connsiteY11-12260" fmla="*/ 6593735 h 6858000"/>
              <a:gd name="connsiteX12-12261" fmla="*/ 257885 w 1605470"/>
              <a:gd name="connsiteY12-12262" fmla="*/ 6589172 h 6858000"/>
              <a:gd name="connsiteX13-12263" fmla="*/ 261179 w 1605470"/>
              <a:gd name="connsiteY13-12264" fmla="*/ 6574442 h 6858000"/>
              <a:gd name="connsiteX14-12265" fmla="*/ 261519 w 1605470"/>
              <a:gd name="connsiteY14-12266" fmla="*/ 6568530 h 6858000"/>
              <a:gd name="connsiteX15-12267" fmla="*/ 263928 w 1605470"/>
              <a:gd name="connsiteY15-12268" fmla="*/ 6560674 h 6858000"/>
              <a:gd name="connsiteX16-12269" fmla="*/ 264273 w 1605470"/>
              <a:gd name="connsiteY16-12270" fmla="*/ 6560598 h 6858000"/>
              <a:gd name="connsiteX17-12271" fmla="*/ 265970 w 1605470"/>
              <a:gd name="connsiteY17-12272" fmla="*/ 6553006 h 6858000"/>
              <a:gd name="connsiteX18-12273" fmla="*/ 270666 w 1605470"/>
              <a:gd name="connsiteY18-12274" fmla="*/ 6514360 h 6858000"/>
              <a:gd name="connsiteX19-12275" fmla="*/ 312320 w 1605470"/>
              <a:gd name="connsiteY19-12276" fmla="*/ 6478062 h 6858000"/>
              <a:gd name="connsiteX20-12277" fmla="*/ 323009 w 1605470"/>
              <a:gd name="connsiteY20-12278" fmla="*/ 6460325 h 6858000"/>
              <a:gd name="connsiteX21-12279" fmla="*/ 330242 w 1605470"/>
              <a:gd name="connsiteY21-12280" fmla="*/ 6451488 h 6858000"/>
              <a:gd name="connsiteX22-12281" fmla="*/ 331677 w 1605470"/>
              <a:gd name="connsiteY22-12282" fmla="*/ 6451348 h 6858000"/>
              <a:gd name="connsiteX23-12283" fmla="*/ 336035 w 1605470"/>
              <a:gd name="connsiteY23-12284" fmla="*/ 6414240 h 6858000"/>
              <a:gd name="connsiteX24-12285" fmla="*/ 338911 w 1605470"/>
              <a:gd name="connsiteY24-12286" fmla="*/ 6410269 h 6858000"/>
              <a:gd name="connsiteX25-12287" fmla="*/ 338811 w 1605470"/>
              <a:gd name="connsiteY25-12288" fmla="*/ 6384857 h 6858000"/>
              <a:gd name="connsiteX26-12289" fmla="*/ 340328 w 1605470"/>
              <a:gd name="connsiteY26-12290" fmla="*/ 6372381 h 6858000"/>
              <a:gd name="connsiteX27-12291" fmla="*/ 337522 w 1605470"/>
              <a:gd name="connsiteY27-12292" fmla="*/ 6367510 h 6858000"/>
              <a:gd name="connsiteX28-12293" fmla="*/ 341402 w 1605470"/>
              <a:gd name="connsiteY28-12294" fmla="*/ 6349778 h 6858000"/>
              <a:gd name="connsiteX29-12295" fmla="*/ 343067 w 1605470"/>
              <a:gd name="connsiteY29-12296" fmla="*/ 6348250 h 6858000"/>
              <a:gd name="connsiteX30-12297" fmla="*/ 341730 w 1605470"/>
              <a:gd name="connsiteY30-12298" fmla="*/ 6331735 h 6858000"/>
              <a:gd name="connsiteX31-12299" fmla="*/ 335123 w 1605470"/>
              <a:gd name="connsiteY31-12300" fmla="*/ 6315613 h 6858000"/>
              <a:gd name="connsiteX32-12301" fmla="*/ 385303 w 1605470"/>
              <a:gd name="connsiteY32-12302" fmla="*/ 6171970 h 6858000"/>
              <a:gd name="connsiteX33-12303" fmla="*/ 380910 w 1605470"/>
              <a:gd name="connsiteY33-12304" fmla="*/ 6028119 h 6858000"/>
              <a:gd name="connsiteX34-12305" fmla="*/ 409371 w 1605470"/>
              <a:gd name="connsiteY34-12306" fmla="*/ 5950668 h 6858000"/>
              <a:gd name="connsiteX35-12307" fmla="*/ 442432 w 1605470"/>
              <a:gd name="connsiteY35-12308" fmla="*/ 5934687 h 6858000"/>
              <a:gd name="connsiteX36-12309" fmla="*/ 489472 w 1605470"/>
              <a:gd name="connsiteY36-12310" fmla="*/ 5732419 h 6858000"/>
              <a:gd name="connsiteX37-12311" fmla="*/ 512623 w 1605470"/>
              <a:gd name="connsiteY37-12312" fmla="*/ 5685392 h 6858000"/>
              <a:gd name="connsiteX38-12313" fmla="*/ 510261 w 1605470"/>
              <a:gd name="connsiteY38-12314" fmla="*/ 5634527 h 6858000"/>
              <a:gd name="connsiteX39-12315" fmla="*/ 523992 w 1605470"/>
              <a:gd name="connsiteY39-12316" fmla="*/ 5619557 h 6858000"/>
              <a:gd name="connsiteX40-12317" fmla="*/ 526609 w 1605470"/>
              <a:gd name="connsiteY40-12318" fmla="*/ 5617081 h 6858000"/>
              <a:gd name="connsiteX41-12319" fmla="*/ 531653 w 1605470"/>
              <a:gd name="connsiteY41-12320" fmla="*/ 5604904 h 6858000"/>
              <a:gd name="connsiteX42-12321" fmla="*/ 539863 w 1605470"/>
              <a:gd name="connsiteY42-12322" fmla="*/ 5604298 h 6858000"/>
              <a:gd name="connsiteX43-12323" fmla="*/ 552319 w 1605470"/>
              <a:gd name="connsiteY43-12324" fmla="*/ 5587997 h 6858000"/>
              <a:gd name="connsiteX44-12325" fmla="*/ 559710 w 1605470"/>
              <a:gd name="connsiteY44-12326" fmla="*/ 5564796 h 6858000"/>
              <a:gd name="connsiteX45-12327" fmla="*/ 587214 w 1605470"/>
              <a:gd name="connsiteY45-12328" fmla="*/ 5451511 h 6858000"/>
              <a:gd name="connsiteX46-12329" fmla="*/ 608019 w 1605470"/>
              <a:gd name="connsiteY46-12330" fmla="*/ 5385461 h 6858000"/>
              <a:gd name="connsiteX47-12331" fmla="*/ 622750 w 1605470"/>
              <a:gd name="connsiteY47-12332" fmla="*/ 5363084 h 6858000"/>
              <a:gd name="connsiteX48-12333" fmla="*/ 638731 w 1605470"/>
              <a:gd name="connsiteY48-12334" fmla="*/ 5330009 h 6858000"/>
              <a:gd name="connsiteX49-12335" fmla="*/ 672224 w 1605470"/>
              <a:gd name="connsiteY49-12336" fmla="*/ 5273739 h 6858000"/>
              <a:gd name="connsiteX50-12337" fmla="*/ 681823 w 1605470"/>
              <a:gd name="connsiteY50-12338" fmla="*/ 5241779 h 6858000"/>
              <a:gd name="connsiteX51-12339" fmla="*/ 693049 w 1605470"/>
              <a:gd name="connsiteY51-12340" fmla="*/ 5225268 h 6858000"/>
              <a:gd name="connsiteX52-12341" fmla="*/ 694069 w 1605470"/>
              <a:gd name="connsiteY52-12342" fmla="*/ 5217684 h 6858000"/>
              <a:gd name="connsiteX53-12343" fmla="*/ 701410 w 1605470"/>
              <a:gd name="connsiteY53-12344" fmla="*/ 5193377 h 6858000"/>
              <a:gd name="connsiteX54-12345" fmla="*/ 704713 w 1605470"/>
              <a:gd name="connsiteY54-12346" fmla="*/ 5179288 h 6858000"/>
              <a:gd name="connsiteX55-12347" fmla="*/ 705697 w 1605470"/>
              <a:gd name="connsiteY55-12348" fmla="*/ 5173621 h 6858000"/>
              <a:gd name="connsiteX56-12349" fmla="*/ 701331 w 1605470"/>
              <a:gd name="connsiteY56-12350" fmla="*/ 5159961 h 6858000"/>
              <a:gd name="connsiteX57-12351" fmla="*/ 708008 w 1605470"/>
              <a:gd name="connsiteY57-12352" fmla="*/ 5144295 h 6858000"/>
              <a:gd name="connsiteX58-12353" fmla="*/ 704941 w 1605470"/>
              <a:gd name="connsiteY58-12354" fmla="*/ 5125185 h 6858000"/>
              <a:gd name="connsiteX59-12355" fmla="*/ 711771 w 1605470"/>
              <a:gd name="connsiteY59-12356" fmla="*/ 5121884 h 6858000"/>
              <a:gd name="connsiteX60-12357" fmla="*/ 721092 w 1605470"/>
              <a:gd name="connsiteY60-12358" fmla="*/ 5108383 h 6858000"/>
              <a:gd name="connsiteX61-12359" fmla="*/ 717045 w 1605470"/>
              <a:gd name="connsiteY61-12360" fmla="*/ 5094705 h 6858000"/>
              <a:gd name="connsiteX62-12361" fmla="*/ 718807 w 1605470"/>
              <a:gd name="connsiteY62-12362" fmla="*/ 5067850 h 6858000"/>
              <a:gd name="connsiteX63-12363" fmla="*/ 721538 w 1605470"/>
              <a:gd name="connsiteY63-12364" fmla="*/ 5060861 h 6858000"/>
              <a:gd name="connsiteX64-12365" fmla="*/ 718242 w 1605470"/>
              <a:gd name="connsiteY64-12366" fmla="*/ 5034192 h 6858000"/>
              <a:gd name="connsiteX65-12367" fmla="*/ 719796 w 1605470"/>
              <a:gd name="connsiteY65-12368" fmla="*/ 4993030 h 6858000"/>
              <a:gd name="connsiteX66-12369" fmla="*/ 726705 w 1605470"/>
              <a:gd name="connsiteY66-12370" fmla="*/ 4946844 h 6858000"/>
              <a:gd name="connsiteX67-12371" fmla="*/ 722561 w 1605470"/>
              <a:gd name="connsiteY67-12372" fmla="*/ 4932692 h 6858000"/>
              <a:gd name="connsiteX68-12373" fmla="*/ 724588 w 1605470"/>
              <a:gd name="connsiteY68-12374" fmla="*/ 4845927 h 6858000"/>
              <a:gd name="connsiteX69-12375" fmla="*/ 724935 w 1605470"/>
              <a:gd name="connsiteY69-12376" fmla="*/ 4821504 h 6858000"/>
              <a:gd name="connsiteX70-12377" fmla="*/ 732118 w 1605470"/>
              <a:gd name="connsiteY70-12378" fmla="*/ 4801535 h 6858000"/>
              <a:gd name="connsiteX71-12379" fmla="*/ 739787 w 1605470"/>
              <a:gd name="connsiteY71-12380" fmla="*/ 4797794 h 6858000"/>
              <a:gd name="connsiteX72-12381" fmla="*/ 741081 w 1605470"/>
              <a:gd name="connsiteY72-12382" fmla="*/ 4784526 h 6858000"/>
              <a:gd name="connsiteX73-12383" fmla="*/ 742865 w 1605470"/>
              <a:gd name="connsiteY73-12384" fmla="*/ 4781211 h 6858000"/>
              <a:gd name="connsiteX74-12385" fmla="*/ 751652 w 1605470"/>
              <a:gd name="connsiteY74-12386" fmla="*/ 4761984 h 6858000"/>
              <a:gd name="connsiteX75-12387" fmla="*/ 734671 w 1605470"/>
              <a:gd name="connsiteY75-12388" fmla="*/ 4715631 h 6858000"/>
              <a:gd name="connsiteX76-12389" fmla="*/ 743180 w 1605470"/>
              <a:gd name="connsiteY76-12390" fmla="*/ 4662965 h 6858000"/>
              <a:gd name="connsiteX77-12391" fmla="*/ 729578 w 1605470"/>
              <a:gd name="connsiteY77-12392" fmla="*/ 4456787 h 6858000"/>
              <a:gd name="connsiteX78-12393" fmla="*/ 756542 w 1605470"/>
              <a:gd name="connsiteY78-12394" fmla="*/ 4429138 h 6858000"/>
              <a:gd name="connsiteX79-12395" fmla="*/ 761317 w 1605470"/>
              <a:gd name="connsiteY79-12396" fmla="*/ 4346145 h 6858000"/>
              <a:gd name="connsiteX80-12397" fmla="*/ 715481 w 1605470"/>
              <a:gd name="connsiteY80-12398" fmla="*/ 4214165 h 6858000"/>
              <a:gd name="connsiteX81-12399" fmla="*/ 721848 w 1605470"/>
              <a:gd name="connsiteY81-12400" fmla="*/ 4061253 h 6858000"/>
              <a:gd name="connsiteX82-12401" fmla="*/ 710868 w 1605470"/>
              <a:gd name="connsiteY82-12402" fmla="*/ 4048827 h 6858000"/>
              <a:gd name="connsiteX83-12403" fmla="*/ 704810 w 1605470"/>
              <a:gd name="connsiteY83-12404" fmla="*/ 4033999 h 6858000"/>
              <a:gd name="connsiteX84-12405" fmla="*/ 705959 w 1605470"/>
              <a:gd name="connsiteY84-12406" fmla="*/ 4031933 h 6858000"/>
              <a:gd name="connsiteX85-12407" fmla="*/ 704535 w 1605470"/>
              <a:gd name="connsiteY85-12408" fmla="*/ 4013953 h 6858000"/>
              <a:gd name="connsiteX86-12409" fmla="*/ 700443 w 1605470"/>
              <a:gd name="connsiteY86-12410" fmla="*/ 4010511 h 6858000"/>
              <a:gd name="connsiteX87-12411" fmla="*/ 698282 w 1605470"/>
              <a:gd name="connsiteY87-12412" fmla="*/ 3998331 h 6858000"/>
              <a:gd name="connsiteX88-12413" fmla="*/ 690830 w 1605470"/>
              <a:gd name="connsiteY88-12414" fmla="*/ 3974753 h 6858000"/>
              <a:gd name="connsiteX89-12415" fmla="*/ 692428 w 1605470"/>
              <a:gd name="connsiteY89-12416" fmla="*/ 3969950 h 6858000"/>
              <a:gd name="connsiteX90-12417" fmla="*/ 685850 w 1605470"/>
              <a:gd name="connsiteY90-12418" fmla="*/ 3933779 h 6858000"/>
              <a:gd name="connsiteX91-12419" fmla="*/ 687181 w 1605470"/>
              <a:gd name="connsiteY91-12420" fmla="*/ 3933093 h 6858000"/>
              <a:gd name="connsiteX92-12421" fmla="*/ 691535 w 1605470"/>
              <a:gd name="connsiteY92-12422" fmla="*/ 3922082 h 6858000"/>
              <a:gd name="connsiteX93-12423" fmla="*/ 696613 w 1605470"/>
              <a:gd name="connsiteY93-12424" fmla="*/ 3901461 h 6858000"/>
              <a:gd name="connsiteX94-12425" fmla="*/ 725908 w 1605470"/>
              <a:gd name="connsiteY94-12426" fmla="*/ 3851605 h 6858000"/>
              <a:gd name="connsiteX95-12427" fmla="*/ 719207 w 1605470"/>
              <a:gd name="connsiteY95-12428" fmla="*/ 3813873 h 6858000"/>
              <a:gd name="connsiteX96-12429" fmla="*/ 718632 w 1605470"/>
              <a:gd name="connsiteY96-12430" fmla="*/ 3806161 h 6858000"/>
              <a:gd name="connsiteX97-12431" fmla="*/ 718939 w 1605470"/>
              <a:gd name="connsiteY97-12432" fmla="*/ 3805957 h 6858000"/>
              <a:gd name="connsiteX98-12433" fmla="*/ 718966 w 1605470"/>
              <a:gd name="connsiteY98-12434" fmla="*/ 3797724 h 6858000"/>
              <a:gd name="connsiteX99-12435" fmla="*/ 717581 w 1605470"/>
              <a:gd name="connsiteY99-12436" fmla="*/ 3792098 h 6858000"/>
              <a:gd name="connsiteX100-12437" fmla="*/ 716465 w 1605470"/>
              <a:gd name="connsiteY100-12438" fmla="*/ 3777135 h 6858000"/>
              <a:gd name="connsiteX101-12439" fmla="*/ 718198 w 1605470"/>
              <a:gd name="connsiteY101-12440" fmla="*/ 3771656 h 6858000"/>
              <a:gd name="connsiteX102-12441" fmla="*/ 721941 w 1605470"/>
              <a:gd name="connsiteY102-12442" fmla="*/ 3769007 h 6858000"/>
              <a:gd name="connsiteX103-12443" fmla="*/ 721407 w 1605470"/>
              <a:gd name="connsiteY103-12444" fmla="*/ 3767709 h 6858000"/>
              <a:gd name="connsiteX104-12445" fmla="*/ 730103 w 1605470"/>
              <a:gd name="connsiteY104-12446" fmla="*/ 3738082 h 6858000"/>
              <a:gd name="connsiteX105-12447" fmla="*/ 737449 w 1605470"/>
              <a:gd name="connsiteY105-12448" fmla="*/ 3673397 h 6858000"/>
              <a:gd name="connsiteX106-12449" fmla="*/ 736745 w 1605470"/>
              <a:gd name="connsiteY106-12450" fmla="*/ 3637109 h 6858000"/>
              <a:gd name="connsiteX107-12451" fmla="*/ 740188 w 1605470"/>
              <a:gd name="connsiteY107-12452" fmla="*/ 3536883 h 6858000"/>
              <a:gd name="connsiteX108-12453" fmla="*/ 747726 w 1605470"/>
              <a:gd name="connsiteY108-12454" fmla="*/ 3435652 h 6858000"/>
              <a:gd name="connsiteX109-12455" fmla="*/ 774383 w 1605470"/>
              <a:gd name="connsiteY109-12456" fmla="*/ 3381564 h 6858000"/>
              <a:gd name="connsiteX110-12457" fmla="*/ 774870 w 1605470"/>
              <a:gd name="connsiteY110-12458" fmla="*/ 3375761 h 6858000"/>
              <a:gd name="connsiteX111-12459" fmla="*/ 770510 w 1605470"/>
              <a:gd name="connsiteY111-12460" fmla="*/ 3361844 h 6858000"/>
              <a:gd name="connsiteX112-12461" fmla="*/ 767933 w 1605470"/>
              <a:gd name="connsiteY112-12462" fmla="*/ 3356929 h 6858000"/>
              <a:gd name="connsiteX113-12463" fmla="*/ 766158 w 1605470"/>
              <a:gd name="connsiteY113-12464" fmla="*/ 3349058 h 6858000"/>
              <a:gd name="connsiteX114-12465" fmla="*/ 766414 w 1605470"/>
              <a:gd name="connsiteY114-12466" fmla="*/ 3348763 h 6858000"/>
              <a:gd name="connsiteX115-12467" fmla="*/ 764166 w 1605470"/>
              <a:gd name="connsiteY115-12468" fmla="*/ 3341588 h 6858000"/>
              <a:gd name="connsiteX116-12469" fmla="*/ 749397 w 1605470"/>
              <a:gd name="connsiteY116-12470" fmla="*/ 3307769 h 6858000"/>
              <a:gd name="connsiteX117-12471" fmla="*/ 766960 w 1605470"/>
              <a:gd name="connsiteY117-12472" fmla="*/ 3250522 h 6858000"/>
              <a:gd name="connsiteX118-12473" fmla="*/ 767385 w 1605470"/>
              <a:gd name="connsiteY118-12474" fmla="*/ 3229163 h 6858000"/>
              <a:gd name="connsiteX119-12475" fmla="*/ 769208 w 1605470"/>
              <a:gd name="connsiteY119-12476" fmla="*/ 3217217 h 6858000"/>
              <a:gd name="connsiteX120-12477" fmla="*/ 770350 w 1605470"/>
              <a:gd name="connsiteY120-12478" fmla="*/ 3216125 h 6858000"/>
              <a:gd name="connsiteX121-12479" fmla="*/ 756043 w 1605470"/>
              <a:gd name="connsiteY121-12480" fmla="*/ 3183755 h 6858000"/>
              <a:gd name="connsiteX122-12481" fmla="*/ 756544 w 1605470"/>
              <a:gd name="connsiteY122-12482" fmla="*/ 3178642 h 6858000"/>
              <a:gd name="connsiteX123-12483" fmla="*/ 744144 w 1605470"/>
              <a:gd name="connsiteY123-12484" fmla="*/ 3158586 h 6858000"/>
              <a:gd name="connsiteX124-12485" fmla="*/ 739378 w 1605470"/>
              <a:gd name="connsiteY124-12486" fmla="*/ 3147669 h 6858000"/>
              <a:gd name="connsiteX125-12487" fmla="*/ 734648 w 1605470"/>
              <a:gd name="connsiteY125-12488" fmla="*/ 3145733 h 6858000"/>
              <a:gd name="connsiteX126-12489" fmla="*/ 729329 w 1605470"/>
              <a:gd name="connsiteY126-12490" fmla="*/ 3129034 h 6858000"/>
              <a:gd name="connsiteX127-12491" fmla="*/ 729994 w 1605470"/>
              <a:gd name="connsiteY127-12492" fmla="*/ 3126682 h 6858000"/>
              <a:gd name="connsiteX128-12493" fmla="*/ 720862 w 1605470"/>
              <a:gd name="connsiteY128-12494" fmla="*/ 3114519 h 6858000"/>
              <a:gd name="connsiteX129-12495" fmla="*/ 707471 w 1605470"/>
              <a:gd name="connsiteY129-12496" fmla="*/ 3106272 h 6858000"/>
              <a:gd name="connsiteX130-12497" fmla="*/ 680201 w 1605470"/>
              <a:gd name="connsiteY130-12498" fmla="*/ 2958185 h 6858000"/>
              <a:gd name="connsiteX131-12499" fmla="*/ 622815 w 1605470"/>
              <a:gd name="connsiteY131-12500" fmla="*/ 2762989 h 6858000"/>
              <a:gd name="connsiteX132-12501" fmla="*/ 571733 w 1605470"/>
              <a:gd name="connsiteY132-12502" fmla="*/ 2554718 h 6858000"/>
              <a:gd name="connsiteX133-12503" fmla="*/ 551827 w 1605470"/>
              <a:gd name="connsiteY133-12504" fmla="*/ 2485734 h 6858000"/>
              <a:gd name="connsiteX134-12505" fmla="*/ 542550 w 1605470"/>
              <a:gd name="connsiteY134-12506" fmla="*/ 2447068 h 6858000"/>
              <a:gd name="connsiteX135-12507" fmla="*/ 529511 w 1605470"/>
              <a:gd name="connsiteY135-12508" fmla="*/ 2425819 h 6858000"/>
              <a:gd name="connsiteX136-12509" fmla="*/ 530521 w 1605470"/>
              <a:gd name="connsiteY136-12510" fmla="*/ 2422066 h 6858000"/>
              <a:gd name="connsiteX137-12511" fmla="*/ 528878 w 1605470"/>
              <a:gd name="connsiteY137-12512" fmla="*/ 2408971 h 6858000"/>
              <a:gd name="connsiteX138-12513" fmla="*/ 535510 w 1605470"/>
              <a:gd name="connsiteY138-12514" fmla="*/ 2402874 h 6858000"/>
              <a:gd name="connsiteX139-12515" fmla="*/ 538122 w 1605470"/>
              <a:gd name="connsiteY139-12516" fmla="*/ 2381443 h 6858000"/>
              <a:gd name="connsiteX140-12517" fmla="*/ 514451 w 1605470"/>
              <a:gd name="connsiteY140-12518" fmla="*/ 2261920 h 6858000"/>
              <a:gd name="connsiteX141-12519" fmla="*/ 486968 w 1605470"/>
              <a:gd name="connsiteY141-12520" fmla="*/ 2182937 h 6858000"/>
              <a:gd name="connsiteX142-12521" fmla="*/ 488555 w 1605470"/>
              <a:gd name="connsiteY142-12522" fmla="*/ 2155135 h 6858000"/>
              <a:gd name="connsiteX143-12523" fmla="*/ 486013 w 1605470"/>
              <a:gd name="connsiteY143-12524" fmla="*/ 2118008 h 6858000"/>
              <a:gd name="connsiteX144-12525" fmla="*/ 487006 w 1605470"/>
              <a:gd name="connsiteY144-12526" fmla="*/ 2050531 h 6858000"/>
              <a:gd name="connsiteX145-12527" fmla="*/ 478812 w 1605470"/>
              <a:gd name="connsiteY145-12528" fmla="*/ 1963269 h 6858000"/>
              <a:gd name="connsiteX146-12529" fmla="*/ 442619 w 1605470"/>
              <a:gd name="connsiteY146-12530" fmla="*/ 1910499 h 6858000"/>
              <a:gd name="connsiteX147-12531" fmla="*/ 446785 w 1605470"/>
              <a:gd name="connsiteY147-12532" fmla="*/ 1903212 h 6858000"/>
              <a:gd name="connsiteX148-12533" fmla="*/ 436547 w 1605470"/>
              <a:gd name="connsiteY148-12534" fmla="*/ 1861531 h 6858000"/>
              <a:gd name="connsiteX149-12535" fmla="*/ 390346 w 1605470"/>
              <a:gd name="connsiteY149-12536" fmla="*/ 1732919 h 6858000"/>
              <a:gd name="connsiteX150-12537" fmla="*/ 362657 w 1605470"/>
              <a:gd name="connsiteY150-12538" fmla="*/ 1663540 h 6858000"/>
              <a:gd name="connsiteX151-12539" fmla="*/ 361783 w 1605470"/>
              <a:gd name="connsiteY151-12540" fmla="*/ 1615777 h 6858000"/>
              <a:gd name="connsiteX152-12541" fmla="*/ 342578 w 1605470"/>
              <a:gd name="connsiteY152-12542" fmla="*/ 1563678 h 6858000"/>
              <a:gd name="connsiteX153-12543" fmla="*/ 355658 w 1605470"/>
              <a:gd name="connsiteY153-12544" fmla="*/ 1519474 h 6858000"/>
              <a:gd name="connsiteX154-12545" fmla="*/ 348400 w 1605470"/>
              <a:gd name="connsiteY154-12546" fmla="*/ 1477995 h 6858000"/>
              <a:gd name="connsiteX155-12547" fmla="*/ 334485 w 1605470"/>
              <a:gd name="connsiteY155-12548" fmla="*/ 1373769 h 6858000"/>
              <a:gd name="connsiteX156-12549" fmla="*/ 342792 w 1605470"/>
              <a:gd name="connsiteY156-12550" fmla="*/ 1307086 h 6858000"/>
              <a:gd name="connsiteX157-12551" fmla="*/ 343980 w 1605470"/>
              <a:gd name="connsiteY157-12552" fmla="*/ 1189033 h 6858000"/>
              <a:gd name="connsiteX158-12553" fmla="*/ 348665 w 1605470"/>
              <a:gd name="connsiteY158-12554" fmla="*/ 1168288 h 6858000"/>
              <a:gd name="connsiteX159-12555" fmla="*/ 340947 w 1605470"/>
              <a:gd name="connsiteY159-12556" fmla="*/ 1142577 h 6858000"/>
              <a:gd name="connsiteX160-12557" fmla="*/ 330253 w 1605470"/>
              <a:gd name="connsiteY160-12558" fmla="*/ 1088484 h 6858000"/>
              <a:gd name="connsiteX161-12559" fmla="*/ 318989 w 1605470"/>
              <a:gd name="connsiteY161-12560" fmla="*/ 1016103 h 6858000"/>
              <a:gd name="connsiteX162-12561" fmla="*/ 320445 w 1605470"/>
              <a:gd name="connsiteY162-12562" fmla="*/ 932283 h 6858000"/>
              <a:gd name="connsiteX163-12563" fmla="*/ 322681 w 1605470"/>
              <a:gd name="connsiteY163-12564" fmla="*/ 915925 h 6858000"/>
              <a:gd name="connsiteX164-12565" fmla="*/ 315310 w 1605470"/>
              <a:gd name="connsiteY164-12566" fmla="*/ 896999 h 6858000"/>
              <a:gd name="connsiteX165-12567" fmla="*/ 284718 w 1605470"/>
              <a:gd name="connsiteY165-12568" fmla="*/ 821517 h 6858000"/>
              <a:gd name="connsiteX166-12569" fmla="*/ 263668 w 1605470"/>
              <a:gd name="connsiteY166-12570" fmla="*/ 751353 h 6858000"/>
              <a:gd name="connsiteX167-12571" fmla="*/ 263226 w 1605470"/>
              <a:gd name="connsiteY167-12572" fmla="*/ 721230 h 6858000"/>
              <a:gd name="connsiteX168-12573" fmla="*/ 248897 w 1605470"/>
              <a:gd name="connsiteY168-12574" fmla="*/ 681659 h 6858000"/>
              <a:gd name="connsiteX169-12575" fmla="*/ 234316 w 1605470"/>
              <a:gd name="connsiteY169-12576" fmla="*/ 635218 h 6858000"/>
              <a:gd name="connsiteX170-12577" fmla="*/ 239327 w 1605470"/>
              <a:gd name="connsiteY170-12578" fmla="*/ 613763 h 6858000"/>
              <a:gd name="connsiteX171-12579" fmla="*/ 225269 w 1605470"/>
              <a:gd name="connsiteY171-12580" fmla="*/ 598582 h 6858000"/>
              <a:gd name="connsiteX172-12581" fmla="*/ 224950 w 1605470"/>
              <a:gd name="connsiteY172-12582" fmla="*/ 576846 h 6858000"/>
              <a:gd name="connsiteX173-12583" fmla="*/ 204576 w 1605470"/>
              <a:gd name="connsiteY173-12584" fmla="*/ 530055 h 6858000"/>
              <a:gd name="connsiteX174-12585" fmla="*/ 219064 w 1605470"/>
              <a:gd name="connsiteY174-12586" fmla="*/ 469651 h 6858000"/>
              <a:gd name="connsiteX175-12587" fmla="*/ 195012 w 1605470"/>
              <a:gd name="connsiteY175-12588" fmla="*/ 448559 h 6858000"/>
              <a:gd name="connsiteX176-12589" fmla="*/ 201434 w 1605470"/>
              <a:gd name="connsiteY176-12590" fmla="*/ 441529 h 6858000"/>
              <a:gd name="connsiteX177-12591" fmla="*/ 200655 w 1605470"/>
              <a:gd name="connsiteY177-12592" fmla="*/ 428927 h 6858000"/>
              <a:gd name="connsiteX178-12593" fmla="*/ 190059 w 1605470"/>
              <a:gd name="connsiteY178-12594" fmla="*/ 430161 h 6858000"/>
              <a:gd name="connsiteX179-12595" fmla="*/ 167079 w 1605470"/>
              <a:gd name="connsiteY179-12596" fmla="*/ 367211 h 6858000"/>
              <a:gd name="connsiteX180-12597" fmla="*/ 124571 w 1605470"/>
              <a:gd name="connsiteY180-12598" fmla="*/ 302178 h 6858000"/>
              <a:gd name="connsiteX181-12599" fmla="*/ 103243 w 1605470"/>
              <a:gd name="connsiteY181-12600" fmla="*/ 211375 h 6858000"/>
              <a:gd name="connsiteX182-12601" fmla="*/ 94571 w 1605470"/>
              <a:gd name="connsiteY182-12602" fmla="*/ 184179 h 6858000"/>
              <a:gd name="connsiteX183-12603" fmla="*/ 13437 w 1605470"/>
              <a:gd name="connsiteY183-12604" fmla="*/ 19287 h 6858000"/>
              <a:gd name="connsiteX184-12605" fmla="*/ 0 w 1605470"/>
              <a:gd name="connsiteY184-12606" fmla="*/ 0 h 6858000"/>
              <a:gd name="connsiteX0-12607" fmla="*/ 0 w 1605470"/>
              <a:gd name="connsiteY0-12608" fmla="*/ 0 h 6858000"/>
              <a:gd name="connsiteX1-12609" fmla="*/ 1605470 w 1605470"/>
              <a:gd name="connsiteY1-12610" fmla="*/ 0 h 6858000"/>
              <a:gd name="connsiteX2-12611" fmla="*/ 1605470 w 1605470"/>
              <a:gd name="connsiteY2-12612" fmla="*/ 6858000 h 6858000"/>
              <a:gd name="connsiteX3-12613" fmla="*/ 154105 w 1605470"/>
              <a:gd name="connsiteY3-12614" fmla="*/ 6858000 h 6858000"/>
              <a:gd name="connsiteX4-12615" fmla="*/ 154246 w 1605470"/>
              <a:gd name="connsiteY4-12616" fmla="*/ 6857735 h 6858000"/>
              <a:gd name="connsiteX5-12617" fmla="*/ 166295 w 1605470"/>
              <a:gd name="connsiteY5-12618" fmla="*/ 6809549 h 6858000"/>
              <a:gd name="connsiteX6-12619" fmla="*/ 198506 w 1605470"/>
              <a:gd name="connsiteY6-12620" fmla="*/ 6715115 h 6858000"/>
              <a:gd name="connsiteX7-12621" fmla="*/ 208357 w 1605470"/>
              <a:gd name="connsiteY7-12622" fmla="*/ 6680170 h 6858000"/>
              <a:gd name="connsiteX8-12623" fmla="*/ 233907 w 1605470"/>
              <a:gd name="connsiteY8-12624" fmla="*/ 6621207 h 6858000"/>
              <a:gd name="connsiteX9-12625" fmla="*/ 250564 w 1605470"/>
              <a:gd name="connsiteY9-12626" fmla="*/ 6596265 h 6858000"/>
              <a:gd name="connsiteX10-12627" fmla="*/ 250443 w 1605470"/>
              <a:gd name="connsiteY10-12628" fmla="*/ 6594818 h 6858000"/>
              <a:gd name="connsiteX11-12629" fmla="*/ 254688 w 1605470"/>
              <a:gd name="connsiteY11-12630" fmla="*/ 6593735 h 6858000"/>
              <a:gd name="connsiteX12-12631" fmla="*/ 257885 w 1605470"/>
              <a:gd name="connsiteY12-12632" fmla="*/ 6589172 h 6858000"/>
              <a:gd name="connsiteX13-12633" fmla="*/ 261179 w 1605470"/>
              <a:gd name="connsiteY13-12634" fmla="*/ 6574442 h 6858000"/>
              <a:gd name="connsiteX14-12635" fmla="*/ 261519 w 1605470"/>
              <a:gd name="connsiteY14-12636" fmla="*/ 6568530 h 6858000"/>
              <a:gd name="connsiteX15-12637" fmla="*/ 263928 w 1605470"/>
              <a:gd name="connsiteY15-12638" fmla="*/ 6560674 h 6858000"/>
              <a:gd name="connsiteX16-12639" fmla="*/ 264273 w 1605470"/>
              <a:gd name="connsiteY16-12640" fmla="*/ 6560598 h 6858000"/>
              <a:gd name="connsiteX17-12641" fmla="*/ 265970 w 1605470"/>
              <a:gd name="connsiteY17-12642" fmla="*/ 6553006 h 6858000"/>
              <a:gd name="connsiteX18-12643" fmla="*/ 270666 w 1605470"/>
              <a:gd name="connsiteY18-12644" fmla="*/ 6514360 h 6858000"/>
              <a:gd name="connsiteX19-12645" fmla="*/ 312320 w 1605470"/>
              <a:gd name="connsiteY19-12646" fmla="*/ 6478062 h 6858000"/>
              <a:gd name="connsiteX20-12647" fmla="*/ 323009 w 1605470"/>
              <a:gd name="connsiteY20-12648" fmla="*/ 6460325 h 6858000"/>
              <a:gd name="connsiteX21-12649" fmla="*/ 330242 w 1605470"/>
              <a:gd name="connsiteY21-12650" fmla="*/ 6451488 h 6858000"/>
              <a:gd name="connsiteX22-12651" fmla="*/ 331677 w 1605470"/>
              <a:gd name="connsiteY22-12652" fmla="*/ 6451348 h 6858000"/>
              <a:gd name="connsiteX23-12653" fmla="*/ 336035 w 1605470"/>
              <a:gd name="connsiteY23-12654" fmla="*/ 6414240 h 6858000"/>
              <a:gd name="connsiteX24-12655" fmla="*/ 338911 w 1605470"/>
              <a:gd name="connsiteY24-12656" fmla="*/ 6410269 h 6858000"/>
              <a:gd name="connsiteX25-12657" fmla="*/ 338811 w 1605470"/>
              <a:gd name="connsiteY25-12658" fmla="*/ 6384857 h 6858000"/>
              <a:gd name="connsiteX26-12659" fmla="*/ 340328 w 1605470"/>
              <a:gd name="connsiteY26-12660" fmla="*/ 6372381 h 6858000"/>
              <a:gd name="connsiteX27-12661" fmla="*/ 337522 w 1605470"/>
              <a:gd name="connsiteY27-12662" fmla="*/ 6367510 h 6858000"/>
              <a:gd name="connsiteX28-12663" fmla="*/ 341402 w 1605470"/>
              <a:gd name="connsiteY28-12664" fmla="*/ 6349778 h 6858000"/>
              <a:gd name="connsiteX29-12665" fmla="*/ 343067 w 1605470"/>
              <a:gd name="connsiteY29-12666" fmla="*/ 6348250 h 6858000"/>
              <a:gd name="connsiteX30-12667" fmla="*/ 341730 w 1605470"/>
              <a:gd name="connsiteY30-12668" fmla="*/ 6331735 h 6858000"/>
              <a:gd name="connsiteX31-12669" fmla="*/ 335123 w 1605470"/>
              <a:gd name="connsiteY31-12670" fmla="*/ 6315613 h 6858000"/>
              <a:gd name="connsiteX32-12671" fmla="*/ 385303 w 1605470"/>
              <a:gd name="connsiteY32-12672" fmla="*/ 6171970 h 6858000"/>
              <a:gd name="connsiteX33-12673" fmla="*/ 380910 w 1605470"/>
              <a:gd name="connsiteY33-12674" fmla="*/ 6028119 h 6858000"/>
              <a:gd name="connsiteX34-12675" fmla="*/ 409371 w 1605470"/>
              <a:gd name="connsiteY34-12676" fmla="*/ 5950668 h 6858000"/>
              <a:gd name="connsiteX35-12677" fmla="*/ 442432 w 1605470"/>
              <a:gd name="connsiteY35-12678" fmla="*/ 5934687 h 6858000"/>
              <a:gd name="connsiteX36-12679" fmla="*/ 489472 w 1605470"/>
              <a:gd name="connsiteY36-12680" fmla="*/ 5732419 h 6858000"/>
              <a:gd name="connsiteX37-12681" fmla="*/ 512623 w 1605470"/>
              <a:gd name="connsiteY37-12682" fmla="*/ 5685392 h 6858000"/>
              <a:gd name="connsiteX38-12683" fmla="*/ 510261 w 1605470"/>
              <a:gd name="connsiteY38-12684" fmla="*/ 5634527 h 6858000"/>
              <a:gd name="connsiteX39-12685" fmla="*/ 523992 w 1605470"/>
              <a:gd name="connsiteY39-12686" fmla="*/ 5619557 h 6858000"/>
              <a:gd name="connsiteX40-12687" fmla="*/ 526609 w 1605470"/>
              <a:gd name="connsiteY40-12688" fmla="*/ 5617081 h 6858000"/>
              <a:gd name="connsiteX41-12689" fmla="*/ 531653 w 1605470"/>
              <a:gd name="connsiteY41-12690" fmla="*/ 5604904 h 6858000"/>
              <a:gd name="connsiteX42-12691" fmla="*/ 539863 w 1605470"/>
              <a:gd name="connsiteY42-12692" fmla="*/ 5604298 h 6858000"/>
              <a:gd name="connsiteX43-12693" fmla="*/ 552319 w 1605470"/>
              <a:gd name="connsiteY43-12694" fmla="*/ 5587997 h 6858000"/>
              <a:gd name="connsiteX44-12695" fmla="*/ 559710 w 1605470"/>
              <a:gd name="connsiteY44-12696" fmla="*/ 5564796 h 6858000"/>
              <a:gd name="connsiteX45-12697" fmla="*/ 587214 w 1605470"/>
              <a:gd name="connsiteY45-12698" fmla="*/ 5451511 h 6858000"/>
              <a:gd name="connsiteX46-12699" fmla="*/ 608019 w 1605470"/>
              <a:gd name="connsiteY46-12700" fmla="*/ 5385461 h 6858000"/>
              <a:gd name="connsiteX47-12701" fmla="*/ 622750 w 1605470"/>
              <a:gd name="connsiteY47-12702" fmla="*/ 5363084 h 6858000"/>
              <a:gd name="connsiteX48-12703" fmla="*/ 638731 w 1605470"/>
              <a:gd name="connsiteY48-12704" fmla="*/ 5330009 h 6858000"/>
              <a:gd name="connsiteX49-12705" fmla="*/ 672224 w 1605470"/>
              <a:gd name="connsiteY49-12706" fmla="*/ 5273739 h 6858000"/>
              <a:gd name="connsiteX50-12707" fmla="*/ 681823 w 1605470"/>
              <a:gd name="connsiteY50-12708" fmla="*/ 5241779 h 6858000"/>
              <a:gd name="connsiteX51-12709" fmla="*/ 693049 w 1605470"/>
              <a:gd name="connsiteY51-12710" fmla="*/ 5225268 h 6858000"/>
              <a:gd name="connsiteX52-12711" fmla="*/ 694069 w 1605470"/>
              <a:gd name="connsiteY52-12712" fmla="*/ 5217684 h 6858000"/>
              <a:gd name="connsiteX53-12713" fmla="*/ 701410 w 1605470"/>
              <a:gd name="connsiteY53-12714" fmla="*/ 5193377 h 6858000"/>
              <a:gd name="connsiteX54-12715" fmla="*/ 704713 w 1605470"/>
              <a:gd name="connsiteY54-12716" fmla="*/ 5179288 h 6858000"/>
              <a:gd name="connsiteX55-12717" fmla="*/ 705697 w 1605470"/>
              <a:gd name="connsiteY55-12718" fmla="*/ 5173621 h 6858000"/>
              <a:gd name="connsiteX56-12719" fmla="*/ 701331 w 1605470"/>
              <a:gd name="connsiteY56-12720" fmla="*/ 5159961 h 6858000"/>
              <a:gd name="connsiteX57-12721" fmla="*/ 708008 w 1605470"/>
              <a:gd name="connsiteY57-12722" fmla="*/ 5144295 h 6858000"/>
              <a:gd name="connsiteX58-12723" fmla="*/ 704941 w 1605470"/>
              <a:gd name="connsiteY58-12724" fmla="*/ 5125185 h 6858000"/>
              <a:gd name="connsiteX59-12725" fmla="*/ 711771 w 1605470"/>
              <a:gd name="connsiteY59-12726" fmla="*/ 5121884 h 6858000"/>
              <a:gd name="connsiteX60-12727" fmla="*/ 721092 w 1605470"/>
              <a:gd name="connsiteY60-12728" fmla="*/ 5108383 h 6858000"/>
              <a:gd name="connsiteX61-12729" fmla="*/ 717045 w 1605470"/>
              <a:gd name="connsiteY61-12730" fmla="*/ 5094705 h 6858000"/>
              <a:gd name="connsiteX62-12731" fmla="*/ 718807 w 1605470"/>
              <a:gd name="connsiteY62-12732" fmla="*/ 5067850 h 6858000"/>
              <a:gd name="connsiteX63-12733" fmla="*/ 721538 w 1605470"/>
              <a:gd name="connsiteY63-12734" fmla="*/ 5060861 h 6858000"/>
              <a:gd name="connsiteX64-12735" fmla="*/ 718242 w 1605470"/>
              <a:gd name="connsiteY64-12736" fmla="*/ 5034192 h 6858000"/>
              <a:gd name="connsiteX65-12737" fmla="*/ 719796 w 1605470"/>
              <a:gd name="connsiteY65-12738" fmla="*/ 4993030 h 6858000"/>
              <a:gd name="connsiteX66-12739" fmla="*/ 726705 w 1605470"/>
              <a:gd name="connsiteY66-12740" fmla="*/ 4946844 h 6858000"/>
              <a:gd name="connsiteX67-12741" fmla="*/ 722561 w 1605470"/>
              <a:gd name="connsiteY67-12742" fmla="*/ 4932692 h 6858000"/>
              <a:gd name="connsiteX68-12743" fmla="*/ 724588 w 1605470"/>
              <a:gd name="connsiteY68-12744" fmla="*/ 4845927 h 6858000"/>
              <a:gd name="connsiteX69-12745" fmla="*/ 724935 w 1605470"/>
              <a:gd name="connsiteY69-12746" fmla="*/ 4821504 h 6858000"/>
              <a:gd name="connsiteX70-12747" fmla="*/ 732118 w 1605470"/>
              <a:gd name="connsiteY70-12748" fmla="*/ 4801535 h 6858000"/>
              <a:gd name="connsiteX71-12749" fmla="*/ 739787 w 1605470"/>
              <a:gd name="connsiteY71-12750" fmla="*/ 4797794 h 6858000"/>
              <a:gd name="connsiteX72-12751" fmla="*/ 741081 w 1605470"/>
              <a:gd name="connsiteY72-12752" fmla="*/ 4784526 h 6858000"/>
              <a:gd name="connsiteX73-12753" fmla="*/ 742865 w 1605470"/>
              <a:gd name="connsiteY73-12754" fmla="*/ 4781211 h 6858000"/>
              <a:gd name="connsiteX74-12755" fmla="*/ 751652 w 1605470"/>
              <a:gd name="connsiteY74-12756" fmla="*/ 4761984 h 6858000"/>
              <a:gd name="connsiteX75-12757" fmla="*/ 734671 w 1605470"/>
              <a:gd name="connsiteY75-12758" fmla="*/ 4715631 h 6858000"/>
              <a:gd name="connsiteX76-12759" fmla="*/ 743180 w 1605470"/>
              <a:gd name="connsiteY76-12760" fmla="*/ 4662965 h 6858000"/>
              <a:gd name="connsiteX77-12761" fmla="*/ 729578 w 1605470"/>
              <a:gd name="connsiteY77-12762" fmla="*/ 4456787 h 6858000"/>
              <a:gd name="connsiteX78-12763" fmla="*/ 756542 w 1605470"/>
              <a:gd name="connsiteY78-12764" fmla="*/ 4429138 h 6858000"/>
              <a:gd name="connsiteX79-12765" fmla="*/ 761317 w 1605470"/>
              <a:gd name="connsiteY79-12766" fmla="*/ 4346145 h 6858000"/>
              <a:gd name="connsiteX80-12767" fmla="*/ 715481 w 1605470"/>
              <a:gd name="connsiteY80-12768" fmla="*/ 4214165 h 6858000"/>
              <a:gd name="connsiteX81-12769" fmla="*/ 721848 w 1605470"/>
              <a:gd name="connsiteY81-12770" fmla="*/ 4061253 h 6858000"/>
              <a:gd name="connsiteX82-12771" fmla="*/ 710868 w 1605470"/>
              <a:gd name="connsiteY82-12772" fmla="*/ 4048827 h 6858000"/>
              <a:gd name="connsiteX83-12773" fmla="*/ 704810 w 1605470"/>
              <a:gd name="connsiteY83-12774" fmla="*/ 4033999 h 6858000"/>
              <a:gd name="connsiteX84-12775" fmla="*/ 705959 w 1605470"/>
              <a:gd name="connsiteY84-12776" fmla="*/ 4031933 h 6858000"/>
              <a:gd name="connsiteX85-12777" fmla="*/ 704535 w 1605470"/>
              <a:gd name="connsiteY85-12778" fmla="*/ 4013953 h 6858000"/>
              <a:gd name="connsiteX86-12779" fmla="*/ 700443 w 1605470"/>
              <a:gd name="connsiteY86-12780" fmla="*/ 4010511 h 6858000"/>
              <a:gd name="connsiteX87-12781" fmla="*/ 698282 w 1605470"/>
              <a:gd name="connsiteY87-12782" fmla="*/ 3998331 h 6858000"/>
              <a:gd name="connsiteX88-12783" fmla="*/ 690830 w 1605470"/>
              <a:gd name="connsiteY88-12784" fmla="*/ 3974753 h 6858000"/>
              <a:gd name="connsiteX89-12785" fmla="*/ 692428 w 1605470"/>
              <a:gd name="connsiteY89-12786" fmla="*/ 3969950 h 6858000"/>
              <a:gd name="connsiteX90-12787" fmla="*/ 685850 w 1605470"/>
              <a:gd name="connsiteY90-12788" fmla="*/ 3933779 h 6858000"/>
              <a:gd name="connsiteX91-12789" fmla="*/ 687181 w 1605470"/>
              <a:gd name="connsiteY91-12790" fmla="*/ 3933093 h 6858000"/>
              <a:gd name="connsiteX92-12791" fmla="*/ 691535 w 1605470"/>
              <a:gd name="connsiteY92-12792" fmla="*/ 3922082 h 6858000"/>
              <a:gd name="connsiteX93-12793" fmla="*/ 696613 w 1605470"/>
              <a:gd name="connsiteY93-12794" fmla="*/ 3901461 h 6858000"/>
              <a:gd name="connsiteX94-12795" fmla="*/ 725908 w 1605470"/>
              <a:gd name="connsiteY94-12796" fmla="*/ 3851605 h 6858000"/>
              <a:gd name="connsiteX95-12797" fmla="*/ 719207 w 1605470"/>
              <a:gd name="connsiteY95-12798" fmla="*/ 3813873 h 6858000"/>
              <a:gd name="connsiteX96-12799" fmla="*/ 718632 w 1605470"/>
              <a:gd name="connsiteY96-12800" fmla="*/ 3806161 h 6858000"/>
              <a:gd name="connsiteX97-12801" fmla="*/ 718939 w 1605470"/>
              <a:gd name="connsiteY97-12802" fmla="*/ 3805957 h 6858000"/>
              <a:gd name="connsiteX98-12803" fmla="*/ 718966 w 1605470"/>
              <a:gd name="connsiteY98-12804" fmla="*/ 3797724 h 6858000"/>
              <a:gd name="connsiteX99-12805" fmla="*/ 717581 w 1605470"/>
              <a:gd name="connsiteY99-12806" fmla="*/ 3792098 h 6858000"/>
              <a:gd name="connsiteX100-12807" fmla="*/ 716465 w 1605470"/>
              <a:gd name="connsiteY100-12808" fmla="*/ 3777135 h 6858000"/>
              <a:gd name="connsiteX101-12809" fmla="*/ 718198 w 1605470"/>
              <a:gd name="connsiteY101-12810" fmla="*/ 3771656 h 6858000"/>
              <a:gd name="connsiteX102-12811" fmla="*/ 721941 w 1605470"/>
              <a:gd name="connsiteY102-12812" fmla="*/ 3769007 h 6858000"/>
              <a:gd name="connsiteX103-12813" fmla="*/ 721407 w 1605470"/>
              <a:gd name="connsiteY103-12814" fmla="*/ 3767709 h 6858000"/>
              <a:gd name="connsiteX104-12815" fmla="*/ 730103 w 1605470"/>
              <a:gd name="connsiteY104-12816" fmla="*/ 3738082 h 6858000"/>
              <a:gd name="connsiteX105-12817" fmla="*/ 737449 w 1605470"/>
              <a:gd name="connsiteY105-12818" fmla="*/ 3673397 h 6858000"/>
              <a:gd name="connsiteX106-12819" fmla="*/ 736745 w 1605470"/>
              <a:gd name="connsiteY106-12820" fmla="*/ 3637109 h 6858000"/>
              <a:gd name="connsiteX107-12821" fmla="*/ 740188 w 1605470"/>
              <a:gd name="connsiteY107-12822" fmla="*/ 3536883 h 6858000"/>
              <a:gd name="connsiteX108-12823" fmla="*/ 747726 w 1605470"/>
              <a:gd name="connsiteY108-12824" fmla="*/ 3435652 h 6858000"/>
              <a:gd name="connsiteX109-12825" fmla="*/ 774383 w 1605470"/>
              <a:gd name="connsiteY109-12826" fmla="*/ 3381564 h 6858000"/>
              <a:gd name="connsiteX110-12827" fmla="*/ 774870 w 1605470"/>
              <a:gd name="connsiteY110-12828" fmla="*/ 3375761 h 6858000"/>
              <a:gd name="connsiteX111-12829" fmla="*/ 770510 w 1605470"/>
              <a:gd name="connsiteY111-12830" fmla="*/ 3361844 h 6858000"/>
              <a:gd name="connsiteX112-12831" fmla="*/ 767933 w 1605470"/>
              <a:gd name="connsiteY112-12832" fmla="*/ 3356929 h 6858000"/>
              <a:gd name="connsiteX113-12833" fmla="*/ 766158 w 1605470"/>
              <a:gd name="connsiteY113-12834" fmla="*/ 3349058 h 6858000"/>
              <a:gd name="connsiteX114-12835" fmla="*/ 766414 w 1605470"/>
              <a:gd name="connsiteY114-12836" fmla="*/ 3348763 h 6858000"/>
              <a:gd name="connsiteX115-12837" fmla="*/ 764166 w 1605470"/>
              <a:gd name="connsiteY115-12838" fmla="*/ 3341588 h 6858000"/>
              <a:gd name="connsiteX116-12839" fmla="*/ 749397 w 1605470"/>
              <a:gd name="connsiteY116-12840" fmla="*/ 3307769 h 6858000"/>
              <a:gd name="connsiteX117-12841" fmla="*/ 766960 w 1605470"/>
              <a:gd name="connsiteY117-12842" fmla="*/ 3250522 h 6858000"/>
              <a:gd name="connsiteX118-12843" fmla="*/ 767385 w 1605470"/>
              <a:gd name="connsiteY118-12844" fmla="*/ 3229163 h 6858000"/>
              <a:gd name="connsiteX119-12845" fmla="*/ 769208 w 1605470"/>
              <a:gd name="connsiteY119-12846" fmla="*/ 3217217 h 6858000"/>
              <a:gd name="connsiteX120-12847" fmla="*/ 770350 w 1605470"/>
              <a:gd name="connsiteY120-12848" fmla="*/ 3216125 h 6858000"/>
              <a:gd name="connsiteX121-12849" fmla="*/ 756043 w 1605470"/>
              <a:gd name="connsiteY121-12850" fmla="*/ 3183755 h 6858000"/>
              <a:gd name="connsiteX122-12851" fmla="*/ 756544 w 1605470"/>
              <a:gd name="connsiteY122-12852" fmla="*/ 3178642 h 6858000"/>
              <a:gd name="connsiteX123-12853" fmla="*/ 744144 w 1605470"/>
              <a:gd name="connsiteY123-12854" fmla="*/ 3158586 h 6858000"/>
              <a:gd name="connsiteX124-12855" fmla="*/ 739378 w 1605470"/>
              <a:gd name="connsiteY124-12856" fmla="*/ 3147669 h 6858000"/>
              <a:gd name="connsiteX125-12857" fmla="*/ 734648 w 1605470"/>
              <a:gd name="connsiteY125-12858" fmla="*/ 3145733 h 6858000"/>
              <a:gd name="connsiteX126-12859" fmla="*/ 729329 w 1605470"/>
              <a:gd name="connsiteY126-12860" fmla="*/ 3129034 h 6858000"/>
              <a:gd name="connsiteX127-12861" fmla="*/ 729994 w 1605470"/>
              <a:gd name="connsiteY127-12862" fmla="*/ 3126682 h 6858000"/>
              <a:gd name="connsiteX128-12863" fmla="*/ 720862 w 1605470"/>
              <a:gd name="connsiteY128-12864" fmla="*/ 3114519 h 6858000"/>
              <a:gd name="connsiteX129-12865" fmla="*/ 707471 w 1605470"/>
              <a:gd name="connsiteY129-12866" fmla="*/ 3106272 h 6858000"/>
              <a:gd name="connsiteX130-12867" fmla="*/ 680201 w 1605470"/>
              <a:gd name="connsiteY130-12868" fmla="*/ 2958185 h 6858000"/>
              <a:gd name="connsiteX131-12869" fmla="*/ 622815 w 1605470"/>
              <a:gd name="connsiteY131-12870" fmla="*/ 2762989 h 6858000"/>
              <a:gd name="connsiteX132-12871" fmla="*/ 571733 w 1605470"/>
              <a:gd name="connsiteY132-12872" fmla="*/ 2554718 h 6858000"/>
              <a:gd name="connsiteX133-12873" fmla="*/ 551827 w 1605470"/>
              <a:gd name="connsiteY133-12874" fmla="*/ 2485734 h 6858000"/>
              <a:gd name="connsiteX134-12875" fmla="*/ 542550 w 1605470"/>
              <a:gd name="connsiteY134-12876" fmla="*/ 2447068 h 6858000"/>
              <a:gd name="connsiteX135-12877" fmla="*/ 529511 w 1605470"/>
              <a:gd name="connsiteY135-12878" fmla="*/ 2425819 h 6858000"/>
              <a:gd name="connsiteX136-12879" fmla="*/ 528878 w 1605470"/>
              <a:gd name="connsiteY136-12880" fmla="*/ 2408971 h 6858000"/>
              <a:gd name="connsiteX137-12881" fmla="*/ 535510 w 1605470"/>
              <a:gd name="connsiteY137-12882" fmla="*/ 2402874 h 6858000"/>
              <a:gd name="connsiteX138-12883" fmla="*/ 538122 w 1605470"/>
              <a:gd name="connsiteY138-12884" fmla="*/ 2381443 h 6858000"/>
              <a:gd name="connsiteX139-12885" fmla="*/ 514451 w 1605470"/>
              <a:gd name="connsiteY139-12886" fmla="*/ 2261920 h 6858000"/>
              <a:gd name="connsiteX140-12887" fmla="*/ 486968 w 1605470"/>
              <a:gd name="connsiteY140-12888" fmla="*/ 2182937 h 6858000"/>
              <a:gd name="connsiteX141-12889" fmla="*/ 488555 w 1605470"/>
              <a:gd name="connsiteY141-12890" fmla="*/ 2155135 h 6858000"/>
              <a:gd name="connsiteX142-12891" fmla="*/ 486013 w 1605470"/>
              <a:gd name="connsiteY142-12892" fmla="*/ 2118008 h 6858000"/>
              <a:gd name="connsiteX143-12893" fmla="*/ 487006 w 1605470"/>
              <a:gd name="connsiteY143-12894" fmla="*/ 2050531 h 6858000"/>
              <a:gd name="connsiteX144-12895" fmla="*/ 478812 w 1605470"/>
              <a:gd name="connsiteY144-12896" fmla="*/ 1963269 h 6858000"/>
              <a:gd name="connsiteX145-12897" fmla="*/ 442619 w 1605470"/>
              <a:gd name="connsiteY145-12898" fmla="*/ 1910499 h 6858000"/>
              <a:gd name="connsiteX146-12899" fmla="*/ 446785 w 1605470"/>
              <a:gd name="connsiteY146-12900" fmla="*/ 1903212 h 6858000"/>
              <a:gd name="connsiteX147-12901" fmla="*/ 436547 w 1605470"/>
              <a:gd name="connsiteY147-12902" fmla="*/ 1861531 h 6858000"/>
              <a:gd name="connsiteX148-12903" fmla="*/ 390346 w 1605470"/>
              <a:gd name="connsiteY148-12904" fmla="*/ 1732919 h 6858000"/>
              <a:gd name="connsiteX149-12905" fmla="*/ 362657 w 1605470"/>
              <a:gd name="connsiteY149-12906" fmla="*/ 1663540 h 6858000"/>
              <a:gd name="connsiteX150-12907" fmla="*/ 361783 w 1605470"/>
              <a:gd name="connsiteY150-12908" fmla="*/ 1615777 h 6858000"/>
              <a:gd name="connsiteX151-12909" fmla="*/ 342578 w 1605470"/>
              <a:gd name="connsiteY151-12910" fmla="*/ 1563678 h 6858000"/>
              <a:gd name="connsiteX152-12911" fmla="*/ 355658 w 1605470"/>
              <a:gd name="connsiteY152-12912" fmla="*/ 1519474 h 6858000"/>
              <a:gd name="connsiteX153-12913" fmla="*/ 348400 w 1605470"/>
              <a:gd name="connsiteY153-12914" fmla="*/ 1477995 h 6858000"/>
              <a:gd name="connsiteX154-12915" fmla="*/ 334485 w 1605470"/>
              <a:gd name="connsiteY154-12916" fmla="*/ 1373769 h 6858000"/>
              <a:gd name="connsiteX155-12917" fmla="*/ 342792 w 1605470"/>
              <a:gd name="connsiteY155-12918" fmla="*/ 1307086 h 6858000"/>
              <a:gd name="connsiteX156-12919" fmla="*/ 343980 w 1605470"/>
              <a:gd name="connsiteY156-12920" fmla="*/ 1189033 h 6858000"/>
              <a:gd name="connsiteX157-12921" fmla="*/ 348665 w 1605470"/>
              <a:gd name="connsiteY157-12922" fmla="*/ 1168288 h 6858000"/>
              <a:gd name="connsiteX158-12923" fmla="*/ 340947 w 1605470"/>
              <a:gd name="connsiteY158-12924" fmla="*/ 1142577 h 6858000"/>
              <a:gd name="connsiteX159-12925" fmla="*/ 330253 w 1605470"/>
              <a:gd name="connsiteY159-12926" fmla="*/ 1088484 h 6858000"/>
              <a:gd name="connsiteX160-12927" fmla="*/ 318989 w 1605470"/>
              <a:gd name="connsiteY160-12928" fmla="*/ 1016103 h 6858000"/>
              <a:gd name="connsiteX161-12929" fmla="*/ 320445 w 1605470"/>
              <a:gd name="connsiteY161-12930" fmla="*/ 932283 h 6858000"/>
              <a:gd name="connsiteX162-12931" fmla="*/ 322681 w 1605470"/>
              <a:gd name="connsiteY162-12932" fmla="*/ 915925 h 6858000"/>
              <a:gd name="connsiteX163-12933" fmla="*/ 315310 w 1605470"/>
              <a:gd name="connsiteY163-12934" fmla="*/ 896999 h 6858000"/>
              <a:gd name="connsiteX164-12935" fmla="*/ 284718 w 1605470"/>
              <a:gd name="connsiteY164-12936" fmla="*/ 821517 h 6858000"/>
              <a:gd name="connsiteX165-12937" fmla="*/ 263668 w 1605470"/>
              <a:gd name="connsiteY165-12938" fmla="*/ 751353 h 6858000"/>
              <a:gd name="connsiteX166-12939" fmla="*/ 263226 w 1605470"/>
              <a:gd name="connsiteY166-12940" fmla="*/ 721230 h 6858000"/>
              <a:gd name="connsiteX167-12941" fmla="*/ 248897 w 1605470"/>
              <a:gd name="connsiteY167-12942" fmla="*/ 681659 h 6858000"/>
              <a:gd name="connsiteX168-12943" fmla="*/ 234316 w 1605470"/>
              <a:gd name="connsiteY168-12944" fmla="*/ 635218 h 6858000"/>
              <a:gd name="connsiteX169-12945" fmla="*/ 239327 w 1605470"/>
              <a:gd name="connsiteY169-12946" fmla="*/ 613763 h 6858000"/>
              <a:gd name="connsiteX170-12947" fmla="*/ 225269 w 1605470"/>
              <a:gd name="connsiteY170-12948" fmla="*/ 598582 h 6858000"/>
              <a:gd name="connsiteX171-12949" fmla="*/ 224950 w 1605470"/>
              <a:gd name="connsiteY171-12950" fmla="*/ 576846 h 6858000"/>
              <a:gd name="connsiteX172-12951" fmla="*/ 204576 w 1605470"/>
              <a:gd name="connsiteY172-12952" fmla="*/ 530055 h 6858000"/>
              <a:gd name="connsiteX173-12953" fmla="*/ 219064 w 1605470"/>
              <a:gd name="connsiteY173-12954" fmla="*/ 469651 h 6858000"/>
              <a:gd name="connsiteX174-12955" fmla="*/ 195012 w 1605470"/>
              <a:gd name="connsiteY174-12956" fmla="*/ 448559 h 6858000"/>
              <a:gd name="connsiteX175-12957" fmla="*/ 201434 w 1605470"/>
              <a:gd name="connsiteY175-12958" fmla="*/ 441529 h 6858000"/>
              <a:gd name="connsiteX176-12959" fmla="*/ 200655 w 1605470"/>
              <a:gd name="connsiteY176-12960" fmla="*/ 428927 h 6858000"/>
              <a:gd name="connsiteX177-12961" fmla="*/ 190059 w 1605470"/>
              <a:gd name="connsiteY177-12962" fmla="*/ 430161 h 6858000"/>
              <a:gd name="connsiteX178-12963" fmla="*/ 167079 w 1605470"/>
              <a:gd name="connsiteY178-12964" fmla="*/ 367211 h 6858000"/>
              <a:gd name="connsiteX179-12965" fmla="*/ 124571 w 1605470"/>
              <a:gd name="connsiteY179-12966" fmla="*/ 302178 h 6858000"/>
              <a:gd name="connsiteX180-12967" fmla="*/ 103243 w 1605470"/>
              <a:gd name="connsiteY180-12968" fmla="*/ 211375 h 6858000"/>
              <a:gd name="connsiteX181-12969" fmla="*/ 94571 w 1605470"/>
              <a:gd name="connsiteY181-12970" fmla="*/ 184179 h 6858000"/>
              <a:gd name="connsiteX182-12971" fmla="*/ 13437 w 1605470"/>
              <a:gd name="connsiteY182-12972" fmla="*/ 19287 h 6858000"/>
              <a:gd name="connsiteX183-12973" fmla="*/ 0 w 1605470"/>
              <a:gd name="connsiteY183-12974" fmla="*/ 0 h 6858000"/>
              <a:gd name="connsiteX0-12975" fmla="*/ 0 w 1605470"/>
              <a:gd name="connsiteY0-12976" fmla="*/ 0 h 6858000"/>
              <a:gd name="connsiteX1-12977" fmla="*/ 1605470 w 1605470"/>
              <a:gd name="connsiteY1-12978" fmla="*/ 0 h 6858000"/>
              <a:gd name="connsiteX2-12979" fmla="*/ 1605470 w 1605470"/>
              <a:gd name="connsiteY2-12980" fmla="*/ 6858000 h 6858000"/>
              <a:gd name="connsiteX3-12981" fmla="*/ 154105 w 1605470"/>
              <a:gd name="connsiteY3-12982" fmla="*/ 6858000 h 6858000"/>
              <a:gd name="connsiteX4-12983" fmla="*/ 154246 w 1605470"/>
              <a:gd name="connsiteY4-12984" fmla="*/ 6857735 h 6858000"/>
              <a:gd name="connsiteX5-12985" fmla="*/ 166295 w 1605470"/>
              <a:gd name="connsiteY5-12986" fmla="*/ 6809549 h 6858000"/>
              <a:gd name="connsiteX6-12987" fmla="*/ 198506 w 1605470"/>
              <a:gd name="connsiteY6-12988" fmla="*/ 6715115 h 6858000"/>
              <a:gd name="connsiteX7-12989" fmla="*/ 208357 w 1605470"/>
              <a:gd name="connsiteY7-12990" fmla="*/ 6680170 h 6858000"/>
              <a:gd name="connsiteX8-12991" fmla="*/ 233907 w 1605470"/>
              <a:gd name="connsiteY8-12992" fmla="*/ 6621207 h 6858000"/>
              <a:gd name="connsiteX9-12993" fmla="*/ 250564 w 1605470"/>
              <a:gd name="connsiteY9-12994" fmla="*/ 6596265 h 6858000"/>
              <a:gd name="connsiteX10-12995" fmla="*/ 250443 w 1605470"/>
              <a:gd name="connsiteY10-12996" fmla="*/ 6594818 h 6858000"/>
              <a:gd name="connsiteX11-12997" fmla="*/ 254688 w 1605470"/>
              <a:gd name="connsiteY11-12998" fmla="*/ 6593735 h 6858000"/>
              <a:gd name="connsiteX12-12999" fmla="*/ 257885 w 1605470"/>
              <a:gd name="connsiteY12-13000" fmla="*/ 6589172 h 6858000"/>
              <a:gd name="connsiteX13-13001" fmla="*/ 261179 w 1605470"/>
              <a:gd name="connsiteY13-13002" fmla="*/ 6574442 h 6858000"/>
              <a:gd name="connsiteX14-13003" fmla="*/ 261519 w 1605470"/>
              <a:gd name="connsiteY14-13004" fmla="*/ 6568530 h 6858000"/>
              <a:gd name="connsiteX15-13005" fmla="*/ 263928 w 1605470"/>
              <a:gd name="connsiteY15-13006" fmla="*/ 6560674 h 6858000"/>
              <a:gd name="connsiteX16-13007" fmla="*/ 264273 w 1605470"/>
              <a:gd name="connsiteY16-13008" fmla="*/ 6560598 h 6858000"/>
              <a:gd name="connsiteX17-13009" fmla="*/ 265970 w 1605470"/>
              <a:gd name="connsiteY17-13010" fmla="*/ 6553006 h 6858000"/>
              <a:gd name="connsiteX18-13011" fmla="*/ 270666 w 1605470"/>
              <a:gd name="connsiteY18-13012" fmla="*/ 6514360 h 6858000"/>
              <a:gd name="connsiteX19-13013" fmla="*/ 312320 w 1605470"/>
              <a:gd name="connsiteY19-13014" fmla="*/ 6478062 h 6858000"/>
              <a:gd name="connsiteX20-13015" fmla="*/ 323009 w 1605470"/>
              <a:gd name="connsiteY20-13016" fmla="*/ 6460325 h 6858000"/>
              <a:gd name="connsiteX21-13017" fmla="*/ 330242 w 1605470"/>
              <a:gd name="connsiteY21-13018" fmla="*/ 6451488 h 6858000"/>
              <a:gd name="connsiteX22-13019" fmla="*/ 331677 w 1605470"/>
              <a:gd name="connsiteY22-13020" fmla="*/ 6451348 h 6858000"/>
              <a:gd name="connsiteX23-13021" fmla="*/ 336035 w 1605470"/>
              <a:gd name="connsiteY23-13022" fmla="*/ 6414240 h 6858000"/>
              <a:gd name="connsiteX24-13023" fmla="*/ 338911 w 1605470"/>
              <a:gd name="connsiteY24-13024" fmla="*/ 6410269 h 6858000"/>
              <a:gd name="connsiteX25-13025" fmla="*/ 338811 w 1605470"/>
              <a:gd name="connsiteY25-13026" fmla="*/ 6384857 h 6858000"/>
              <a:gd name="connsiteX26-13027" fmla="*/ 340328 w 1605470"/>
              <a:gd name="connsiteY26-13028" fmla="*/ 6372381 h 6858000"/>
              <a:gd name="connsiteX27-13029" fmla="*/ 337522 w 1605470"/>
              <a:gd name="connsiteY27-13030" fmla="*/ 6367510 h 6858000"/>
              <a:gd name="connsiteX28-13031" fmla="*/ 341402 w 1605470"/>
              <a:gd name="connsiteY28-13032" fmla="*/ 6349778 h 6858000"/>
              <a:gd name="connsiteX29-13033" fmla="*/ 343067 w 1605470"/>
              <a:gd name="connsiteY29-13034" fmla="*/ 6348250 h 6858000"/>
              <a:gd name="connsiteX30-13035" fmla="*/ 341730 w 1605470"/>
              <a:gd name="connsiteY30-13036" fmla="*/ 6331735 h 6858000"/>
              <a:gd name="connsiteX31-13037" fmla="*/ 335123 w 1605470"/>
              <a:gd name="connsiteY31-13038" fmla="*/ 6315613 h 6858000"/>
              <a:gd name="connsiteX32-13039" fmla="*/ 385303 w 1605470"/>
              <a:gd name="connsiteY32-13040" fmla="*/ 6171970 h 6858000"/>
              <a:gd name="connsiteX33-13041" fmla="*/ 380910 w 1605470"/>
              <a:gd name="connsiteY33-13042" fmla="*/ 6028119 h 6858000"/>
              <a:gd name="connsiteX34-13043" fmla="*/ 409371 w 1605470"/>
              <a:gd name="connsiteY34-13044" fmla="*/ 5950668 h 6858000"/>
              <a:gd name="connsiteX35-13045" fmla="*/ 442432 w 1605470"/>
              <a:gd name="connsiteY35-13046" fmla="*/ 5934687 h 6858000"/>
              <a:gd name="connsiteX36-13047" fmla="*/ 489472 w 1605470"/>
              <a:gd name="connsiteY36-13048" fmla="*/ 5732419 h 6858000"/>
              <a:gd name="connsiteX37-13049" fmla="*/ 512623 w 1605470"/>
              <a:gd name="connsiteY37-13050" fmla="*/ 5685392 h 6858000"/>
              <a:gd name="connsiteX38-13051" fmla="*/ 510261 w 1605470"/>
              <a:gd name="connsiteY38-13052" fmla="*/ 5634527 h 6858000"/>
              <a:gd name="connsiteX39-13053" fmla="*/ 523992 w 1605470"/>
              <a:gd name="connsiteY39-13054" fmla="*/ 5619557 h 6858000"/>
              <a:gd name="connsiteX40-13055" fmla="*/ 526609 w 1605470"/>
              <a:gd name="connsiteY40-13056" fmla="*/ 5617081 h 6858000"/>
              <a:gd name="connsiteX41-13057" fmla="*/ 531653 w 1605470"/>
              <a:gd name="connsiteY41-13058" fmla="*/ 5604904 h 6858000"/>
              <a:gd name="connsiteX42-13059" fmla="*/ 539863 w 1605470"/>
              <a:gd name="connsiteY42-13060" fmla="*/ 5604298 h 6858000"/>
              <a:gd name="connsiteX43-13061" fmla="*/ 552319 w 1605470"/>
              <a:gd name="connsiteY43-13062" fmla="*/ 5587997 h 6858000"/>
              <a:gd name="connsiteX44-13063" fmla="*/ 559710 w 1605470"/>
              <a:gd name="connsiteY44-13064" fmla="*/ 5564796 h 6858000"/>
              <a:gd name="connsiteX45-13065" fmla="*/ 587214 w 1605470"/>
              <a:gd name="connsiteY45-13066" fmla="*/ 5451511 h 6858000"/>
              <a:gd name="connsiteX46-13067" fmla="*/ 608019 w 1605470"/>
              <a:gd name="connsiteY46-13068" fmla="*/ 5385461 h 6858000"/>
              <a:gd name="connsiteX47-13069" fmla="*/ 622750 w 1605470"/>
              <a:gd name="connsiteY47-13070" fmla="*/ 5363084 h 6858000"/>
              <a:gd name="connsiteX48-13071" fmla="*/ 638731 w 1605470"/>
              <a:gd name="connsiteY48-13072" fmla="*/ 5330009 h 6858000"/>
              <a:gd name="connsiteX49-13073" fmla="*/ 672224 w 1605470"/>
              <a:gd name="connsiteY49-13074" fmla="*/ 5273739 h 6858000"/>
              <a:gd name="connsiteX50-13075" fmla="*/ 681823 w 1605470"/>
              <a:gd name="connsiteY50-13076" fmla="*/ 5241779 h 6858000"/>
              <a:gd name="connsiteX51-13077" fmla="*/ 693049 w 1605470"/>
              <a:gd name="connsiteY51-13078" fmla="*/ 5225268 h 6858000"/>
              <a:gd name="connsiteX52-13079" fmla="*/ 694069 w 1605470"/>
              <a:gd name="connsiteY52-13080" fmla="*/ 5217684 h 6858000"/>
              <a:gd name="connsiteX53-13081" fmla="*/ 701410 w 1605470"/>
              <a:gd name="connsiteY53-13082" fmla="*/ 5193377 h 6858000"/>
              <a:gd name="connsiteX54-13083" fmla="*/ 704713 w 1605470"/>
              <a:gd name="connsiteY54-13084" fmla="*/ 5179288 h 6858000"/>
              <a:gd name="connsiteX55-13085" fmla="*/ 705697 w 1605470"/>
              <a:gd name="connsiteY55-13086" fmla="*/ 5173621 h 6858000"/>
              <a:gd name="connsiteX56-13087" fmla="*/ 701331 w 1605470"/>
              <a:gd name="connsiteY56-13088" fmla="*/ 5159961 h 6858000"/>
              <a:gd name="connsiteX57-13089" fmla="*/ 708008 w 1605470"/>
              <a:gd name="connsiteY57-13090" fmla="*/ 5144295 h 6858000"/>
              <a:gd name="connsiteX58-13091" fmla="*/ 704941 w 1605470"/>
              <a:gd name="connsiteY58-13092" fmla="*/ 5125185 h 6858000"/>
              <a:gd name="connsiteX59-13093" fmla="*/ 711771 w 1605470"/>
              <a:gd name="connsiteY59-13094" fmla="*/ 5121884 h 6858000"/>
              <a:gd name="connsiteX60-13095" fmla="*/ 721092 w 1605470"/>
              <a:gd name="connsiteY60-13096" fmla="*/ 5108383 h 6858000"/>
              <a:gd name="connsiteX61-13097" fmla="*/ 717045 w 1605470"/>
              <a:gd name="connsiteY61-13098" fmla="*/ 5094705 h 6858000"/>
              <a:gd name="connsiteX62-13099" fmla="*/ 718807 w 1605470"/>
              <a:gd name="connsiteY62-13100" fmla="*/ 5067850 h 6858000"/>
              <a:gd name="connsiteX63-13101" fmla="*/ 721538 w 1605470"/>
              <a:gd name="connsiteY63-13102" fmla="*/ 5060861 h 6858000"/>
              <a:gd name="connsiteX64-13103" fmla="*/ 718242 w 1605470"/>
              <a:gd name="connsiteY64-13104" fmla="*/ 5034192 h 6858000"/>
              <a:gd name="connsiteX65-13105" fmla="*/ 719796 w 1605470"/>
              <a:gd name="connsiteY65-13106" fmla="*/ 4993030 h 6858000"/>
              <a:gd name="connsiteX66-13107" fmla="*/ 726705 w 1605470"/>
              <a:gd name="connsiteY66-13108" fmla="*/ 4946844 h 6858000"/>
              <a:gd name="connsiteX67-13109" fmla="*/ 722561 w 1605470"/>
              <a:gd name="connsiteY67-13110" fmla="*/ 4932692 h 6858000"/>
              <a:gd name="connsiteX68-13111" fmla="*/ 724588 w 1605470"/>
              <a:gd name="connsiteY68-13112" fmla="*/ 4845927 h 6858000"/>
              <a:gd name="connsiteX69-13113" fmla="*/ 724935 w 1605470"/>
              <a:gd name="connsiteY69-13114" fmla="*/ 4821504 h 6858000"/>
              <a:gd name="connsiteX70-13115" fmla="*/ 732118 w 1605470"/>
              <a:gd name="connsiteY70-13116" fmla="*/ 4801535 h 6858000"/>
              <a:gd name="connsiteX71-13117" fmla="*/ 739787 w 1605470"/>
              <a:gd name="connsiteY71-13118" fmla="*/ 4797794 h 6858000"/>
              <a:gd name="connsiteX72-13119" fmla="*/ 741081 w 1605470"/>
              <a:gd name="connsiteY72-13120" fmla="*/ 4784526 h 6858000"/>
              <a:gd name="connsiteX73-13121" fmla="*/ 742865 w 1605470"/>
              <a:gd name="connsiteY73-13122" fmla="*/ 4781211 h 6858000"/>
              <a:gd name="connsiteX74-13123" fmla="*/ 751652 w 1605470"/>
              <a:gd name="connsiteY74-13124" fmla="*/ 4761984 h 6858000"/>
              <a:gd name="connsiteX75-13125" fmla="*/ 734671 w 1605470"/>
              <a:gd name="connsiteY75-13126" fmla="*/ 4715631 h 6858000"/>
              <a:gd name="connsiteX76-13127" fmla="*/ 743180 w 1605470"/>
              <a:gd name="connsiteY76-13128" fmla="*/ 4662965 h 6858000"/>
              <a:gd name="connsiteX77-13129" fmla="*/ 729578 w 1605470"/>
              <a:gd name="connsiteY77-13130" fmla="*/ 4456787 h 6858000"/>
              <a:gd name="connsiteX78-13131" fmla="*/ 756542 w 1605470"/>
              <a:gd name="connsiteY78-13132" fmla="*/ 4429138 h 6858000"/>
              <a:gd name="connsiteX79-13133" fmla="*/ 761317 w 1605470"/>
              <a:gd name="connsiteY79-13134" fmla="*/ 4346145 h 6858000"/>
              <a:gd name="connsiteX80-13135" fmla="*/ 715481 w 1605470"/>
              <a:gd name="connsiteY80-13136" fmla="*/ 4214165 h 6858000"/>
              <a:gd name="connsiteX81-13137" fmla="*/ 721848 w 1605470"/>
              <a:gd name="connsiteY81-13138" fmla="*/ 4061253 h 6858000"/>
              <a:gd name="connsiteX82-13139" fmla="*/ 710868 w 1605470"/>
              <a:gd name="connsiteY82-13140" fmla="*/ 4048827 h 6858000"/>
              <a:gd name="connsiteX83-13141" fmla="*/ 704810 w 1605470"/>
              <a:gd name="connsiteY83-13142" fmla="*/ 4033999 h 6858000"/>
              <a:gd name="connsiteX84-13143" fmla="*/ 705959 w 1605470"/>
              <a:gd name="connsiteY84-13144" fmla="*/ 4031933 h 6858000"/>
              <a:gd name="connsiteX85-13145" fmla="*/ 704535 w 1605470"/>
              <a:gd name="connsiteY85-13146" fmla="*/ 4013953 h 6858000"/>
              <a:gd name="connsiteX86-13147" fmla="*/ 700443 w 1605470"/>
              <a:gd name="connsiteY86-13148" fmla="*/ 4010511 h 6858000"/>
              <a:gd name="connsiteX87-13149" fmla="*/ 698282 w 1605470"/>
              <a:gd name="connsiteY87-13150" fmla="*/ 3998331 h 6858000"/>
              <a:gd name="connsiteX88-13151" fmla="*/ 690830 w 1605470"/>
              <a:gd name="connsiteY88-13152" fmla="*/ 3974753 h 6858000"/>
              <a:gd name="connsiteX89-13153" fmla="*/ 692428 w 1605470"/>
              <a:gd name="connsiteY89-13154" fmla="*/ 3969950 h 6858000"/>
              <a:gd name="connsiteX90-13155" fmla="*/ 685850 w 1605470"/>
              <a:gd name="connsiteY90-13156" fmla="*/ 3933779 h 6858000"/>
              <a:gd name="connsiteX91-13157" fmla="*/ 687181 w 1605470"/>
              <a:gd name="connsiteY91-13158" fmla="*/ 3933093 h 6858000"/>
              <a:gd name="connsiteX92-13159" fmla="*/ 691535 w 1605470"/>
              <a:gd name="connsiteY92-13160" fmla="*/ 3922082 h 6858000"/>
              <a:gd name="connsiteX93-13161" fmla="*/ 696613 w 1605470"/>
              <a:gd name="connsiteY93-13162" fmla="*/ 3901461 h 6858000"/>
              <a:gd name="connsiteX94-13163" fmla="*/ 725908 w 1605470"/>
              <a:gd name="connsiteY94-13164" fmla="*/ 3851605 h 6858000"/>
              <a:gd name="connsiteX95-13165" fmla="*/ 719207 w 1605470"/>
              <a:gd name="connsiteY95-13166" fmla="*/ 3813873 h 6858000"/>
              <a:gd name="connsiteX96-13167" fmla="*/ 718632 w 1605470"/>
              <a:gd name="connsiteY96-13168" fmla="*/ 3806161 h 6858000"/>
              <a:gd name="connsiteX97-13169" fmla="*/ 718939 w 1605470"/>
              <a:gd name="connsiteY97-13170" fmla="*/ 3805957 h 6858000"/>
              <a:gd name="connsiteX98-13171" fmla="*/ 718966 w 1605470"/>
              <a:gd name="connsiteY98-13172" fmla="*/ 3797724 h 6858000"/>
              <a:gd name="connsiteX99-13173" fmla="*/ 717581 w 1605470"/>
              <a:gd name="connsiteY99-13174" fmla="*/ 3792098 h 6858000"/>
              <a:gd name="connsiteX100-13175" fmla="*/ 716465 w 1605470"/>
              <a:gd name="connsiteY100-13176" fmla="*/ 3777135 h 6858000"/>
              <a:gd name="connsiteX101-13177" fmla="*/ 718198 w 1605470"/>
              <a:gd name="connsiteY101-13178" fmla="*/ 3771656 h 6858000"/>
              <a:gd name="connsiteX102-13179" fmla="*/ 721941 w 1605470"/>
              <a:gd name="connsiteY102-13180" fmla="*/ 3769007 h 6858000"/>
              <a:gd name="connsiteX103-13181" fmla="*/ 721407 w 1605470"/>
              <a:gd name="connsiteY103-13182" fmla="*/ 3767709 h 6858000"/>
              <a:gd name="connsiteX104-13183" fmla="*/ 730103 w 1605470"/>
              <a:gd name="connsiteY104-13184" fmla="*/ 3738082 h 6858000"/>
              <a:gd name="connsiteX105-13185" fmla="*/ 737449 w 1605470"/>
              <a:gd name="connsiteY105-13186" fmla="*/ 3673397 h 6858000"/>
              <a:gd name="connsiteX106-13187" fmla="*/ 736745 w 1605470"/>
              <a:gd name="connsiteY106-13188" fmla="*/ 3637109 h 6858000"/>
              <a:gd name="connsiteX107-13189" fmla="*/ 740188 w 1605470"/>
              <a:gd name="connsiteY107-13190" fmla="*/ 3536883 h 6858000"/>
              <a:gd name="connsiteX108-13191" fmla="*/ 747726 w 1605470"/>
              <a:gd name="connsiteY108-13192" fmla="*/ 3435652 h 6858000"/>
              <a:gd name="connsiteX109-13193" fmla="*/ 774383 w 1605470"/>
              <a:gd name="connsiteY109-13194" fmla="*/ 3381564 h 6858000"/>
              <a:gd name="connsiteX110-13195" fmla="*/ 774870 w 1605470"/>
              <a:gd name="connsiteY110-13196" fmla="*/ 3375761 h 6858000"/>
              <a:gd name="connsiteX111-13197" fmla="*/ 770510 w 1605470"/>
              <a:gd name="connsiteY111-13198" fmla="*/ 3361844 h 6858000"/>
              <a:gd name="connsiteX112-13199" fmla="*/ 767933 w 1605470"/>
              <a:gd name="connsiteY112-13200" fmla="*/ 3356929 h 6858000"/>
              <a:gd name="connsiteX113-13201" fmla="*/ 766158 w 1605470"/>
              <a:gd name="connsiteY113-13202" fmla="*/ 3349058 h 6858000"/>
              <a:gd name="connsiteX114-13203" fmla="*/ 766414 w 1605470"/>
              <a:gd name="connsiteY114-13204" fmla="*/ 3348763 h 6858000"/>
              <a:gd name="connsiteX115-13205" fmla="*/ 764166 w 1605470"/>
              <a:gd name="connsiteY115-13206" fmla="*/ 3341588 h 6858000"/>
              <a:gd name="connsiteX116-13207" fmla="*/ 749397 w 1605470"/>
              <a:gd name="connsiteY116-13208" fmla="*/ 3307769 h 6858000"/>
              <a:gd name="connsiteX117-13209" fmla="*/ 766960 w 1605470"/>
              <a:gd name="connsiteY117-13210" fmla="*/ 3250522 h 6858000"/>
              <a:gd name="connsiteX118-13211" fmla="*/ 767385 w 1605470"/>
              <a:gd name="connsiteY118-13212" fmla="*/ 3229163 h 6858000"/>
              <a:gd name="connsiteX119-13213" fmla="*/ 769208 w 1605470"/>
              <a:gd name="connsiteY119-13214" fmla="*/ 3217217 h 6858000"/>
              <a:gd name="connsiteX120-13215" fmla="*/ 770350 w 1605470"/>
              <a:gd name="connsiteY120-13216" fmla="*/ 3216125 h 6858000"/>
              <a:gd name="connsiteX121-13217" fmla="*/ 756043 w 1605470"/>
              <a:gd name="connsiteY121-13218" fmla="*/ 3183755 h 6858000"/>
              <a:gd name="connsiteX122-13219" fmla="*/ 756544 w 1605470"/>
              <a:gd name="connsiteY122-13220" fmla="*/ 3178642 h 6858000"/>
              <a:gd name="connsiteX123-13221" fmla="*/ 744144 w 1605470"/>
              <a:gd name="connsiteY123-13222" fmla="*/ 3158586 h 6858000"/>
              <a:gd name="connsiteX124-13223" fmla="*/ 739378 w 1605470"/>
              <a:gd name="connsiteY124-13224" fmla="*/ 3147669 h 6858000"/>
              <a:gd name="connsiteX125-13225" fmla="*/ 734648 w 1605470"/>
              <a:gd name="connsiteY125-13226" fmla="*/ 3145733 h 6858000"/>
              <a:gd name="connsiteX126-13227" fmla="*/ 729329 w 1605470"/>
              <a:gd name="connsiteY126-13228" fmla="*/ 3129034 h 6858000"/>
              <a:gd name="connsiteX127-13229" fmla="*/ 729994 w 1605470"/>
              <a:gd name="connsiteY127-13230" fmla="*/ 3126682 h 6858000"/>
              <a:gd name="connsiteX128-13231" fmla="*/ 720862 w 1605470"/>
              <a:gd name="connsiteY128-13232" fmla="*/ 3114519 h 6858000"/>
              <a:gd name="connsiteX129-13233" fmla="*/ 707471 w 1605470"/>
              <a:gd name="connsiteY129-13234" fmla="*/ 3106272 h 6858000"/>
              <a:gd name="connsiteX130-13235" fmla="*/ 680201 w 1605470"/>
              <a:gd name="connsiteY130-13236" fmla="*/ 2958185 h 6858000"/>
              <a:gd name="connsiteX131-13237" fmla="*/ 622815 w 1605470"/>
              <a:gd name="connsiteY131-13238" fmla="*/ 2762989 h 6858000"/>
              <a:gd name="connsiteX132-13239" fmla="*/ 571733 w 1605470"/>
              <a:gd name="connsiteY132-13240" fmla="*/ 2554718 h 6858000"/>
              <a:gd name="connsiteX133-13241" fmla="*/ 551827 w 1605470"/>
              <a:gd name="connsiteY133-13242" fmla="*/ 2485734 h 6858000"/>
              <a:gd name="connsiteX134-13243" fmla="*/ 542550 w 1605470"/>
              <a:gd name="connsiteY134-13244" fmla="*/ 2447068 h 6858000"/>
              <a:gd name="connsiteX135-13245" fmla="*/ 529511 w 1605470"/>
              <a:gd name="connsiteY135-13246" fmla="*/ 2425819 h 6858000"/>
              <a:gd name="connsiteX136-13247" fmla="*/ 528878 w 1605470"/>
              <a:gd name="connsiteY136-13248" fmla="*/ 2408971 h 6858000"/>
              <a:gd name="connsiteX137-13249" fmla="*/ 535510 w 1605470"/>
              <a:gd name="connsiteY137-13250" fmla="*/ 2402874 h 6858000"/>
              <a:gd name="connsiteX138-13251" fmla="*/ 538122 w 1605470"/>
              <a:gd name="connsiteY138-13252" fmla="*/ 2381443 h 6858000"/>
              <a:gd name="connsiteX139-13253" fmla="*/ 514451 w 1605470"/>
              <a:gd name="connsiteY139-13254" fmla="*/ 2261920 h 6858000"/>
              <a:gd name="connsiteX140-13255" fmla="*/ 486968 w 1605470"/>
              <a:gd name="connsiteY140-13256" fmla="*/ 2182937 h 6858000"/>
              <a:gd name="connsiteX141-13257" fmla="*/ 488555 w 1605470"/>
              <a:gd name="connsiteY141-13258" fmla="*/ 2155135 h 6858000"/>
              <a:gd name="connsiteX142-13259" fmla="*/ 486013 w 1605470"/>
              <a:gd name="connsiteY142-13260" fmla="*/ 2118008 h 6858000"/>
              <a:gd name="connsiteX143-13261" fmla="*/ 487006 w 1605470"/>
              <a:gd name="connsiteY143-13262" fmla="*/ 2050531 h 6858000"/>
              <a:gd name="connsiteX144-13263" fmla="*/ 478812 w 1605470"/>
              <a:gd name="connsiteY144-13264" fmla="*/ 1963269 h 6858000"/>
              <a:gd name="connsiteX145-13265" fmla="*/ 442619 w 1605470"/>
              <a:gd name="connsiteY145-13266" fmla="*/ 1910499 h 6858000"/>
              <a:gd name="connsiteX146-13267" fmla="*/ 446785 w 1605470"/>
              <a:gd name="connsiteY146-13268" fmla="*/ 1903212 h 6858000"/>
              <a:gd name="connsiteX147-13269" fmla="*/ 436547 w 1605470"/>
              <a:gd name="connsiteY147-13270" fmla="*/ 1861531 h 6858000"/>
              <a:gd name="connsiteX148-13271" fmla="*/ 390346 w 1605470"/>
              <a:gd name="connsiteY148-13272" fmla="*/ 1732919 h 6858000"/>
              <a:gd name="connsiteX149-13273" fmla="*/ 362657 w 1605470"/>
              <a:gd name="connsiteY149-13274" fmla="*/ 1663540 h 6858000"/>
              <a:gd name="connsiteX150-13275" fmla="*/ 361783 w 1605470"/>
              <a:gd name="connsiteY150-13276" fmla="*/ 1615777 h 6858000"/>
              <a:gd name="connsiteX151-13277" fmla="*/ 342578 w 1605470"/>
              <a:gd name="connsiteY151-13278" fmla="*/ 1563678 h 6858000"/>
              <a:gd name="connsiteX152-13279" fmla="*/ 355658 w 1605470"/>
              <a:gd name="connsiteY152-13280" fmla="*/ 1519474 h 6858000"/>
              <a:gd name="connsiteX153-13281" fmla="*/ 348400 w 1605470"/>
              <a:gd name="connsiteY153-13282" fmla="*/ 1477995 h 6858000"/>
              <a:gd name="connsiteX154-13283" fmla="*/ 334485 w 1605470"/>
              <a:gd name="connsiteY154-13284" fmla="*/ 1373769 h 6858000"/>
              <a:gd name="connsiteX155-13285" fmla="*/ 342792 w 1605470"/>
              <a:gd name="connsiteY155-13286" fmla="*/ 1307086 h 6858000"/>
              <a:gd name="connsiteX156-13287" fmla="*/ 343980 w 1605470"/>
              <a:gd name="connsiteY156-13288" fmla="*/ 1189033 h 6858000"/>
              <a:gd name="connsiteX157-13289" fmla="*/ 348665 w 1605470"/>
              <a:gd name="connsiteY157-13290" fmla="*/ 1168288 h 6858000"/>
              <a:gd name="connsiteX158-13291" fmla="*/ 340947 w 1605470"/>
              <a:gd name="connsiteY158-13292" fmla="*/ 1142577 h 6858000"/>
              <a:gd name="connsiteX159-13293" fmla="*/ 330253 w 1605470"/>
              <a:gd name="connsiteY159-13294" fmla="*/ 1088484 h 6858000"/>
              <a:gd name="connsiteX160-13295" fmla="*/ 318989 w 1605470"/>
              <a:gd name="connsiteY160-13296" fmla="*/ 1016103 h 6858000"/>
              <a:gd name="connsiteX161-13297" fmla="*/ 320445 w 1605470"/>
              <a:gd name="connsiteY161-13298" fmla="*/ 932283 h 6858000"/>
              <a:gd name="connsiteX162-13299" fmla="*/ 322681 w 1605470"/>
              <a:gd name="connsiteY162-13300" fmla="*/ 915925 h 6858000"/>
              <a:gd name="connsiteX163-13301" fmla="*/ 315310 w 1605470"/>
              <a:gd name="connsiteY163-13302" fmla="*/ 896999 h 6858000"/>
              <a:gd name="connsiteX164-13303" fmla="*/ 284718 w 1605470"/>
              <a:gd name="connsiteY164-13304" fmla="*/ 821517 h 6858000"/>
              <a:gd name="connsiteX165-13305" fmla="*/ 263668 w 1605470"/>
              <a:gd name="connsiteY165-13306" fmla="*/ 751353 h 6858000"/>
              <a:gd name="connsiteX166-13307" fmla="*/ 263226 w 1605470"/>
              <a:gd name="connsiteY166-13308" fmla="*/ 721230 h 6858000"/>
              <a:gd name="connsiteX167-13309" fmla="*/ 248897 w 1605470"/>
              <a:gd name="connsiteY167-13310" fmla="*/ 681659 h 6858000"/>
              <a:gd name="connsiteX168-13311" fmla="*/ 234316 w 1605470"/>
              <a:gd name="connsiteY168-13312" fmla="*/ 635218 h 6858000"/>
              <a:gd name="connsiteX169-13313" fmla="*/ 239327 w 1605470"/>
              <a:gd name="connsiteY169-13314" fmla="*/ 613763 h 6858000"/>
              <a:gd name="connsiteX170-13315" fmla="*/ 225269 w 1605470"/>
              <a:gd name="connsiteY170-13316" fmla="*/ 598582 h 6858000"/>
              <a:gd name="connsiteX171-13317" fmla="*/ 224950 w 1605470"/>
              <a:gd name="connsiteY171-13318" fmla="*/ 576846 h 6858000"/>
              <a:gd name="connsiteX172-13319" fmla="*/ 204576 w 1605470"/>
              <a:gd name="connsiteY172-13320" fmla="*/ 530055 h 6858000"/>
              <a:gd name="connsiteX173-13321" fmla="*/ 219064 w 1605470"/>
              <a:gd name="connsiteY173-13322" fmla="*/ 469651 h 6858000"/>
              <a:gd name="connsiteX174-13323" fmla="*/ 195012 w 1605470"/>
              <a:gd name="connsiteY174-13324" fmla="*/ 448559 h 6858000"/>
              <a:gd name="connsiteX175-13325" fmla="*/ 201434 w 1605470"/>
              <a:gd name="connsiteY175-13326" fmla="*/ 441529 h 6858000"/>
              <a:gd name="connsiteX176-13327" fmla="*/ 200655 w 1605470"/>
              <a:gd name="connsiteY176-13328" fmla="*/ 428927 h 6858000"/>
              <a:gd name="connsiteX177-13329" fmla="*/ 190059 w 1605470"/>
              <a:gd name="connsiteY177-13330" fmla="*/ 430161 h 6858000"/>
              <a:gd name="connsiteX178-13331" fmla="*/ 167079 w 1605470"/>
              <a:gd name="connsiteY178-13332" fmla="*/ 367211 h 6858000"/>
              <a:gd name="connsiteX179-13333" fmla="*/ 124571 w 1605470"/>
              <a:gd name="connsiteY179-13334" fmla="*/ 302178 h 6858000"/>
              <a:gd name="connsiteX180-13335" fmla="*/ 103243 w 1605470"/>
              <a:gd name="connsiteY180-13336" fmla="*/ 211375 h 6858000"/>
              <a:gd name="connsiteX181-13337" fmla="*/ 94571 w 1605470"/>
              <a:gd name="connsiteY181-13338" fmla="*/ 184179 h 6858000"/>
              <a:gd name="connsiteX182-13339" fmla="*/ 13437 w 1605470"/>
              <a:gd name="connsiteY182-13340" fmla="*/ 19287 h 6858000"/>
              <a:gd name="connsiteX183-13341" fmla="*/ 0 w 1605470"/>
              <a:gd name="connsiteY183-13342" fmla="*/ 0 h 6858000"/>
              <a:gd name="connsiteX0-13343" fmla="*/ 0 w 1605470"/>
              <a:gd name="connsiteY0-13344" fmla="*/ 0 h 6858000"/>
              <a:gd name="connsiteX1-13345" fmla="*/ 1605470 w 1605470"/>
              <a:gd name="connsiteY1-13346" fmla="*/ 0 h 6858000"/>
              <a:gd name="connsiteX2-13347" fmla="*/ 1605470 w 1605470"/>
              <a:gd name="connsiteY2-13348" fmla="*/ 6858000 h 6858000"/>
              <a:gd name="connsiteX3-13349" fmla="*/ 154105 w 1605470"/>
              <a:gd name="connsiteY3-13350" fmla="*/ 6858000 h 6858000"/>
              <a:gd name="connsiteX4-13351" fmla="*/ 154246 w 1605470"/>
              <a:gd name="connsiteY4-13352" fmla="*/ 6857735 h 6858000"/>
              <a:gd name="connsiteX5-13353" fmla="*/ 166295 w 1605470"/>
              <a:gd name="connsiteY5-13354" fmla="*/ 6809549 h 6858000"/>
              <a:gd name="connsiteX6-13355" fmla="*/ 198506 w 1605470"/>
              <a:gd name="connsiteY6-13356" fmla="*/ 6715115 h 6858000"/>
              <a:gd name="connsiteX7-13357" fmla="*/ 208357 w 1605470"/>
              <a:gd name="connsiteY7-13358" fmla="*/ 6680170 h 6858000"/>
              <a:gd name="connsiteX8-13359" fmla="*/ 233907 w 1605470"/>
              <a:gd name="connsiteY8-13360" fmla="*/ 6621207 h 6858000"/>
              <a:gd name="connsiteX9-13361" fmla="*/ 250564 w 1605470"/>
              <a:gd name="connsiteY9-13362" fmla="*/ 6596265 h 6858000"/>
              <a:gd name="connsiteX10-13363" fmla="*/ 250443 w 1605470"/>
              <a:gd name="connsiteY10-13364" fmla="*/ 6594818 h 6858000"/>
              <a:gd name="connsiteX11-13365" fmla="*/ 254688 w 1605470"/>
              <a:gd name="connsiteY11-13366" fmla="*/ 6593735 h 6858000"/>
              <a:gd name="connsiteX12-13367" fmla="*/ 257885 w 1605470"/>
              <a:gd name="connsiteY12-13368" fmla="*/ 6589172 h 6858000"/>
              <a:gd name="connsiteX13-13369" fmla="*/ 261179 w 1605470"/>
              <a:gd name="connsiteY13-13370" fmla="*/ 6574442 h 6858000"/>
              <a:gd name="connsiteX14-13371" fmla="*/ 261519 w 1605470"/>
              <a:gd name="connsiteY14-13372" fmla="*/ 6568530 h 6858000"/>
              <a:gd name="connsiteX15-13373" fmla="*/ 263928 w 1605470"/>
              <a:gd name="connsiteY15-13374" fmla="*/ 6560674 h 6858000"/>
              <a:gd name="connsiteX16-13375" fmla="*/ 264273 w 1605470"/>
              <a:gd name="connsiteY16-13376" fmla="*/ 6560598 h 6858000"/>
              <a:gd name="connsiteX17-13377" fmla="*/ 265970 w 1605470"/>
              <a:gd name="connsiteY17-13378" fmla="*/ 6553006 h 6858000"/>
              <a:gd name="connsiteX18-13379" fmla="*/ 270666 w 1605470"/>
              <a:gd name="connsiteY18-13380" fmla="*/ 6514360 h 6858000"/>
              <a:gd name="connsiteX19-13381" fmla="*/ 312320 w 1605470"/>
              <a:gd name="connsiteY19-13382" fmla="*/ 6478062 h 6858000"/>
              <a:gd name="connsiteX20-13383" fmla="*/ 323009 w 1605470"/>
              <a:gd name="connsiteY20-13384" fmla="*/ 6460325 h 6858000"/>
              <a:gd name="connsiteX21-13385" fmla="*/ 330242 w 1605470"/>
              <a:gd name="connsiteY21-13386" fmla="*/ 6451488 h 6858000"/>
              <a:gd name="connsiteX22-13387" fmla="*/ 331677 w 1605470"/>
              <a:gd name="connsiteY22-13388" fmla="*/ 6451348 h 6858000"/>
              <a:gd name="connsiteX23-13389" fmla="*/ 336035 w 1605470"/>
              <a:gd name="connsiteY23-13390" fmla="*/ 6414240 h 6858000"/>
              <a:gd name="connsiteX24-13391" fmla="*/ 338911 w 1605470"/>
              <a:gd name="connsiteY24-13392" fmla="*/ 6410269 h 6858000"/>
              <a:gd name="connsiteX25-13393" fmla="*/ 338811 w 1605470"/>
              <a:gd name="connsiteY25-13394" fmla="*/ 6384857 h 6858000"/>
              <a:gd name="connsiteX26-13395" fmla="*/ 340328 w 1605470"/>
              <a:gd name="connsiteY26-13396" fmla="*/ 6372381 h 6858000"/>
              <a:gd name="connsiteX27-13397" fmla="*/ 337522 w 1605470"/>
              <a:gd name="connsiteY27-13398" fmla="*/ 6367510 h 6858000"/>
              <a:gd name="connsiteX28-13399" fmla="*/ 341402 w 1605470"/>
              <a:gd name="connsiteY28-13400" fmla="*/ 6349778 h 6858000"/>
              <a:gd name="connsiteX29-13401" fmla="*/ 343067 w 1605470"/>
              <a:gd name="connsiteY29-13402" fmla="*/ 6348250 h 6858000"/>
              <a:gd name="connsiteX30-13403" fmla="*/ 341730 w 1605470"/>
              <a:gd name="connsiteY30-13404" fmla="*/ 6331735 h 6858000"/>
              <a:gd name="connsiteX31-13405" fmla="*/ 335123 w 1605470"/>
              <a:gd name="connsiteY31-13406" fmla="*/ 6315613 h 6858000"/>
              <a:gd name="connsiteX32-13407" fmla="*/ 385303 w 1605470"/>
              <a:gd name="connsiteY32-13408" fmla="*/ 6171970 h 6858000"/>
              <a:gd name="connsiteX33-13409" fmla="*/ 380910 w 1605470"/>
              <a:gd name="connsiteY33-13410" fmla="*/ 6028119 h 6858000"/>
              <a:gd name="connsiteX34-13411" fmla="*/ 409371 w 1605470"/>
              <a:gd name="connsiteY34-13412" fmla="*/ 5950668 h 6858000"/>
              <a:gd name="connsiteX35-13413" fmla="*/ 442432 w 1605470"/>
              <a:gd name="connsiteY35-13414" fmla="*/ 5934687 h 6858000"/>
              <a:gd name="connsiteX36-13415" fmla="*/ 489472 w 1605470"/>
              <a:gd name="connsiteY36-13416" fmla="*/ 5732419 h 6858000"/>
              <a:gd name="connsiteX37-13417" fmla="*/ 512623 w 1605470"/>
              <a:gd name="connsiteY37-13418" fmla="*/ 5685392 h 6858000"/>
              <a:gd name="connsiteX38-13419" fmla="*/ 510261 w 1605470"/>
              <a:gd name="connsiteY38-13420" fmla="*/ 5634527 h 6858000"/>
              <a:gd name="connsiteX39-13421" fmla="*/ 523992 w 1605470"/>
              <a:gd name="connsiteY39-13422" fmla="*/ 5619557 h 6858000"/>
              <a:gd name="connsiteX40-13423" fmla="*/ 526609 w 1605470"/>
              <a:gd name="connsiteY40-13424" fmla="*/ 5617081 h 6858000"/>
              <a:gd name="connsiteX41-13425" fmla="*/ 531653 w 1605470"/>
              <a:gd name="connsiteY41-13426" fmla="*/ 5604904 h 6858000"/>
              <a:gd name="connsiteX42-13427" fmla="*/ 539863 w 1605470"/>
              <a:gd name="connsiteY42-13428" fmla="*/ 5604298 h 6858000"/>
              <a:gd name="connsiteX43-13429" fmla="*/ 552319 w 1605470"/>
              <a:gd name="connsiteY43-13430" fmla="*/ 5587997 h 6858000"/>
              <a:gd name="connsiteX44-13431" fmla="*/ 559710 w 1605470"/>
              <a:gd name="connsiteY44-13432" fmla="*/ 5564796 h 6858000"/>
              <a:gd name="connsiteX45-13433" fmla="*/ 587214 w 1605470"/>
              <a:gd name="connsiteY45-13434" fmla="*/ 5451511 h 6858000"/>
              <a:gd name="connsiteX46-13435" fmla="*/ 608019 w 1605470"/>
              <a:gd name="connsiteY46-13436" fmla="*/ 5385461 h 6858000"/>
              <a:gd name="connsiteX47-13437" fmla="*/ 622750 w 1605470"/>
              <a:gd name="connsiteY47-13438" fmla="*/ 5363084 h 6858000"/>
              <a:gd name="connsiteX48-13439" fmla="*/ 638731 w 1605470"/>
              <a:gd name="connsiteY48-13440" fmla="*/ 5330009 h 6858000"/>
              <a:gd name="connsiteX49-13441" fmla="*/ 672224 w 1605470"/>
              <a:gd name="connsiteY49-13442" fmla="*/ 5273739 h 6858000"/>
              <a:gd name="connsiteX50-13443" fmla="*/ 681823 w 1605470"/>
              <a:gd name="connsiteY50-13444" fmla="*/ 5241779 h 6858000"/>
              <a:gd name="connsiteX51-13445" fmla="*/ 693049 w 1605470"/>
              <a:gd name="connsiteY51-13446" fmla="*/ 5225268 h 6858000"/>
              <a:gd name="connsiteX52-13447" fmla="*/ 694069 w 1605470"/>
              <a:gd name="connsiteY52-13448" fmla="*/ 5217684 h 6858000"/>
              <a:gd name="connsiteX53-13449" fmla="*/ 701410 w 1605470"/>
              <a:gd name="connsiteY53-13450" fmla="*/ 5193377 h 6858000"/>
              <a:gd name="connsiteX54-13451" fmla="*/ 704713 w 1605470"/>
              <a:gd name="connsiteY54-13452" fmla="*/ 5179288 h 6858000"/>
              <a:gd name="connsiteX55-13453" fmla="*/ 705697 w 1605470"/>
              <a:gd name="connsiteY55-13454" fmla="*/ 5173621 h 6858000"/>
              <a:gd name="connsiteX56-13455" fmla="*/ 701331 w 1605470"/>
              <a:gd name="connsiteY56-13456" fmla="*/ 5159961 h 6858000"/>
              <a:gd name="connsiteX57-13457" fmla="*/ 708008 w 1605470"/>
              <a:gd name="connsiteY57-13458" fmla="*/ 5144295 h 6858000"/>
              <a:gd name="connsiteX58-13459" fmla="*/ 704941 w 1605470"/>
              <a:gd name="connsiteY58-13460" fmla="*/ 5125185 h 6858000"/>
              <a:gd name="connsiteX59-13461" fmla="*/ 711771 w 1605470"/>
              <a:gd name="connsiteY59-13462" fmla="*/ 5121884 h 6858000"/>
              <a:gd name="connsiteX60-13463" fmla="*/ 721092 w 1605470"/>
              <a:gd name="connsiteY60-13464" fmla="*/ 5108383 h 6858000"/>
              <a:gd name="connsiteX61-13465" fmla="*/ 717045 w 1605470"/>
              <a:gd name="connsiteY61-13466" fmla="*/ 5094705 h 6858000"/>
              <a:gd name="connsiteX62-13467" fmla="*/ 718807 w 1605470"/>
              <a:gd name="connsiteY62-13468" fmla="*/ 5067850 h 6858000"/>
              <a:gd name="connsiteX63-13469" fmla="*/ 721538 w 1605470"/>
              <a:gd name="connsiteY63-13470" fmla="*/ 5060861 h 6858000"/>
              <a:gd name="connsiteX64-13471" fmla="*/ 718242 w 1605470"/>
              <a:gd name="connsiteY64-13472" fmla="*/ 5034192 h 6858000"/>
              <a:gd name="connsiteX65-13473" fmla="*/ 719796 w 1605470"/>
              <a:gd name="connsiteY65-13474" fmla="*/ 4993030 h 6858000"/>
              <a:gd name="connsiteX66-13475" fmla="*/ 726705 w 1605470"/>
              <a:gd name="connsiteY66-13476" fmla="*/ 4946844 h 6858000"/>
              <a:gd name="connsiteX67-13477" fmla="*/ 722561 w 1605470"/>
              <a:gd name="connsiteY67-13478" fmla="*/ 4932692 h 6858000"/>
              <a:gd name="connsiteX68-13479" fmla="*/ 724588 w 1605470"/>
              <a:gd name="connsiteY68-13480" fmla="*/ 4845927 h 6858000"/>
              <a:gd name="connsiteX69-13481" fmla="*/ 724935 w 1605470"/>
              <a:gd name="connsiteY69-13482" fmla="*/ 4821504 h 6858000"/>
              <a:gd name="connsiteX70-13483" fmla="*/ 732118 w 1605470"/>
              <a:gd name="connsiteY70-13484" fmla="*/ 4801535 h 6858000"/>
              <a:gd name="connsiteX71-13485" fmla="*/ 739787 w 1605470"/>
              <a:gd name="connsiteY71-13486" fmla="*/ 4797794 h 6858000"/>
              <a:gd name="connsiteX72-13487" fmla="*/ 741081 w 1605470"/>
              <a:gd name="connsiteY72-13488" fmla="*/ 4784526 h 6858000"/>
              <a:gd name="connsiteX73-13489" fmla="*/ 742865 w 1605470"/>
              <a:gd name="connsiteY73-13490" fmla="*/ 4781211 h 6858000"/>
              <a:gd name="connsiteX74-13491" fmla="*/ 751652 w 1605470"/>
              <a:gd name="connsiteY74-13492" fmla="*/ 4761984 h 6858000"/>
              <a:gd name="connsiteX75-13493" fmla="*/ 734671 w 1605470"/>
              <a:gd name="connsiteY75-13494" fmla="*/ 4715631 h 6858000"/>
              <a:gd name="connsiteX76-13495" fmla="*/ 743180 w 1605470"/>
              <a:gd name="connsiteY76-13496" fmla="*/ 4662965 h 6858000"/>
              <a:gd name="connsiteX77-13497" fmla="*/ 729578 w 1605470"/>
              <a:gd name="connsiteY77-13498" fmla="*/ 4456787 h 6858000"/>
              <a:gd name="connsiteX78-13499" fmla="*/ 756542 w 1605470"/>
              <a:gd name="connsiteY78-13500" fmla="*/ 4429138 h 6858000"/>
              <a:gd name="connsiteX79-13501" fmla="*/ 765660 w 1605470"/>
              <a:gd name="connsiteY79-13502" fmla="*/ 4308823 h 6858000"/>
              <a:gd name="connsiteX80-13503" fmla="*/ 715481 w 1605470"/>
              <a:gd name="connsiteY80-13504" fmla="*/ 4214165 h 6858000"/>
              <a:gd name="connsiteX81-13505" fmla="*/ 721848 w 1605470"/>
              <a:gd name="connsiteY81-13506" fmla="*/ 4061253 h 6858000"/>
              <a:gd name="connsiteX82-13507" fmla="*/ 710868 w 1605470"/>
              <a:gd name="connsiteY82-13508" fmla="*/ 4048827 h 6858000"/>
              <a:gd name="connsiteX83-13509" fmla="*/ 704810 w 1605470"/>
              <a:gd name="connsiteY83-13510" fmla="*/ 4033999 h 6858000"/>
              <a:gd name="connsiteX84-13511" fmla="*/ 705959 w 1605470"/>
              <a:gd name="connsiteY84-13512" fmla="*/ 4031933 h 6858000"/>
              <a:gd name="connsiteX85-13513" fmla="*/ 704535 w 1605470"/>
              <a:gd name="connsiteY85-13514" fmla="*/ 4013953 h 6858000"/>
              <a:gd name="connsiteX86-13515" fmla="*/ 700443 w 1605470"/>
              <a:gd name="connsiteY86-13516" fmla="*/ 4010511 h 6858000"/>
              <a:gd name="connsiteX87-13517" fmla="*/ 698282 w 1605470"/>
              <a:gd name="connsiteY87-13518" fmla="*/ 3998331 h 6858000"/>
              <a:gd name="connsiteX88-13519" fmla="*/ 690830 w 1605470"/>
              <a:gd name="connsiteY88-13520" fmla="*/ 3974753 h 6858000"/>
              <a:gd name="connsiteX89-13521" fmla="*/ 692428 w 1605470"/>
              <a:gd name="connsiteY89-13522" fmla="*/ 3969950 h 6858000"/>
              <a:gd name="connsiteX90-13523" fmla="*/ 685850 w 1605470"/>
              <a:gd name="connsiteY90-13524" fmla="*/ 3933779 h 6858000"/>
              <a:gd name="connsiteX91-13525" fmla="*/ 687181 w 1605470"/>
              <a:gd name="connsiteY91-13526" fmla="*/ 3933093 h 6858000"/>
              <a:gd name="connsiteX92-13527" fmla="*/ 691535 w 1605470"/>
              <a:gd name="connsiteY92-13528" fmla="*/ 3922082 h 6858000"/>
              <a:gd name="connsiteX93-13529" fmla="*/ 696613 w 1605470"/>
              <a:gd name="connsiteY93-13530" fmla="*/ 3901461 h 6858000"/>
              <a:gd name="connsiteX94-13531" fmla="*/ 725908 w 1605470"/>
              <a:gd name="connsiteY94-13532" fmla="*/ 3851605 h 6858000"/>
              <a:gd name="connsiteX95-13533" fmla="*/ 719207 w 1605470"/>
              <a:gd name="connsiteY95-13534" fmla="*/ 3813873 h 6858000"/>
              <a:gd name="connsiteX96-13535" fmla="*/ 718632 w 1605470"/>
              <a:gd name="connsiteY96-13536" fmla="*/ 3806161 h 6858000"/>
              <a:gd name="connsiteX97-13537" fmla="*/ 718939 w 1605470"/>
              <a:gd name="connsiteY97-13538" fmla="*/ 3805957 h 6858000"/>
              <a:gd name="connsiteX98-13539" fmla="*/ 718966 w 1605470"/>
              <a:gd name="connsiteY98-13540" fmla="*/ 3797724 h 6858000"/>
              <a:gd name="connsiteX99-13541" fmla="*/ 717581 w 1605470"/>
              <a:gd name="connsiteY99-13542" fmla="*/ 3792098 h 6858000"/>
              <a:gd name="connsiteX100-13543" fmla="*/ 716465 w 1605470"/>
              <a:gd name="connsiteY100-13544" fmla="*/ 3777135 h 6858000"/>
              <a:gd name="connsiteX101-13545" fmla="*/ 718198 w 1605470"/>
              <a:gd name="connsiteY101-13546" fmla="*/ 3771656 h 6858000"/>
              <a:gd name="connsiteX102-13547" fmla="*/ 721941 w 1605470"/>
              <a:gd name="connsiteY102-13548" fmla="*/ 3769007 h 6858000"/>
              <a:gd name="connsiteX103-13549" fmla="*/ 721407 w 1605470"/>
              <a:gd name="connsiteY103-13550" fmla="*/ 3767709 h 6858000"/>
              <a:gd name="connsiteX104-13551" fmla="*/ 730103 w 1605470"/>
              <a:gd name="connsiteY104-13552" fmla="*/ 3738082 h 6858000"/>
              <a:gd name="connsiteX105-13553" fmla="*/ 737449 w 1605470"/>
              <a:gd name="connsiteY105-13554" fmla="*/ 3673397 h 6858000"/>
              <a:gd name="connsiteX106-13555" fmla="*/ 736745 w 1605470"/>
              <a:gd name="connsiteY106-13556" fmla="*/ 3637109 h 6858000"/>
              <a:gd name="connsiteX107-13557" fmla="*/ 740188 w 1605470"/>
              <a:gd name="connsiteY107-13558" fmla="*/ 3536883 h 6858000"/>
              <a:gd name="connsiteX108-13559" fmla="*/ 747726 w 1605470"/>
              <a:gd name="connsiteY108-13560" fmla="*/ 3435652 h 6858000"/>
              <a:gd name="connsiteX109-13561" fmla="*/ 774383 w 1605470"/>
              <a:gd name="connsiteY109-13562" fmla="*/ 3381564 h 6858000"/>
              <a:gd name="connsiteX110-13563" fmla="*/ 774870 w 1605470"/>
              <a:gd name="connsiteY110-13564" fmla="*/ 3375761 h 6858000"/>
              <a:gd name="connsiteX111-13565" fmla="*/ 770510 w 1605470"/>
              <a:gd name="connsiteY111-13566" fmla="*/ 3361844 h 6858000"/>
              <a:gd name="connsiteX112-13567" fmla="*/ 767933 w 1605470"/>
              <a:gd name="connsiteY112-13568" fmla="*/ 3356929 h 6858000"/>
              <a:gd name="connsiteX113-13569" fmla="*/ 766158 w 1605470"/>
              <a:gd name="connsiteY113-13570" fmla="*/ 3349058 h 6858000"/>
              <a:gd name="connsiteX114-13571" fmla="*/ 766414 w 1605470"/>
              <a:gd name="connsiteY114-13572" fmla="*/ 3348763 h 6858000"/>
              <a:gd name="connsiteX115-13573" fmla="*/ 764166 w 1605470"/>
              <a:gd name="connsiteY115-13574" fmla="*/ 3341588 h 6858000"/>
              <a:gd name="connsiteX116-13575" fmla="*/ 749397 w 1605470"/>
              <a:gd name="connsiteY116-13576" fmla="*/ 3307769 h 6858000"/>
              <a:gd name="connsiteX117-13577" fmla="*/ 766960 w 1605470"/>
              <a:gd name="connsiteY117-13578" fmla="*/ 3250522 h 6858000"/>
              <a:gd name="connsiteX118-13579" fmla="*/ 767385 w 1605470"/>
              <a:gd name="connsiteY118-13580" fmla="*/ 3229163 h 6858000"/>
              <a:gd name="connsiteX119-13581" fmla="*/ 769208 w 1605470"/>
              <a:gd name="connsiteY119-13582" fmla="*/ 3217217 h 6858000"/>
              <a:gd name="connsiteX120-13583" fmla="*/ 770350 w 1605470"/>
              <a:gd name="connsiteY120-13584" fmla="*/ 3216125 h 6858000"/>
              <a:gd name="connsiteX121-13585" fmla="*/ 756043 w 1605470"/>
              <a:gd name="connsiteY121-13586" fmla="*/ 3183755 h 6858000"/>
              <a:gd name="connsiteX122-13587" fmla="*/ 756544 w 1605470"/>
              <a:gd name="connsiteY122-13588" fmla="*/ 3178642 h 6858000"/>
              <a:gd name="connsiteX123-13589" fmla="*/ 744144 w 1605470"/>
              <a:gd name="connsiteY123-13590" fmla="*/ 3158586 h 6858000"/>
              <a:gd name="connsiteX124-13591" fmla="*/ 739378 w 1605470"/>
              <a:gd name="connsiteY124-13592" fmla="*/ 3147669 h 6858000"/>
              <a:gd name="connsiteX125-13593" fmla="*/ 734648 w 1605470"/>
              <a:gd name="connsiteY125-13594" fmla="*/ 3145733 h 6858000"/>
              <a:gd name="connsiteX126-13595" fmla="*/ 729329 w 1605470"/>
              <a:gd name="connsiteY126-13596" fmla="*/ 3129034 h 6858000"/>
              <a:gd name="connsiteX127-13597" fmla="*/ 729994 w 1605470"/>
              <a:gd name="connsiteY127-13598" fmla="*/ 3126682 h 6858000"/>
              <a:gd name="connsiteX128-13599" fmla="*/ 720862 w 1605470"/>
              <a:gd name="connsiteY128-13600" fmla="*/ 3114519 h 6858000"/>
              <a:gd name="connsiteX129-13601" fmla="*/ 707471 w 1605470"/>
              <a:gd name="connsiteY129-13602" fmla="*/ 3106272 h 6858000"/>
              <a:gd name="connsiteX130-13603" fmla="*/ 680201 w 1605470"/>
              <a:gd name="connsiteY130-13604" fmla="*/ 2958185 h 6858000"/>
              <a:gd name="connsiteX131-13605" fmla="*/ 622815 w 1605470"/>
              <a:gd name="connsiteY131-13606" fmla="*/ 2762989 h 6858000"/>
              <a:gd name="connsiteX132-13607" fmla="*/ 571733 w 1605470"/>
              <a:gd name="connsiteY132-13608" fmla="*/ 2554718 h 6858000"/>
              <a:gd name="connsiteX133-13609" fmla="*/ 551827 w 1605470"/>
              <a:gd name="connsiteY133-13610" fmla="*/ 2485734 h 6858000"/>
              <a:gd name="connsiteX134-13611" fmla="*/ 542550 w 1605470"/>
              <a:gd name="connsiteY134-13612" fmla="*/ 2447068 h 6858000"/>
              <a:gd name="connsiteX135-13613" fmla="*/ 529511 w 1605470"/>
              <a:gd name="connsiteY135-13614" fmla="*/ 2425819 h 6858000"/>
              <a:gd name="connsiteX136-13615" fmla="*/ 528878 w 1605470"/>
              <a:gd name="connsiteY136-13616" fmla="*/ 2408971 h 6858000"/>
              <a:gd name="connsiteX137-13617" fmla="*/ 535510 w 1605470"/>
              <a:gd name="connsiteY137-13618" fmla="*/ 2402874 h 6858000"/>
              <a:gd name="connsiteX138-13619" fmla="*/ 538122 w 1605470"/>
              <a:gd name="connsiteY138-13620" fmla="*/ 2381443 h 6858000"/>
              <a:gd name="connsiteX139-13621" fmla="*/ 514451 w 1605470"/>
              <a:gd name="connsiteY139-13622" fmla="*/ 2261920 h 6858000"/>
              <a:gd name="connsiteX140-13623" fmla="*/ 486968 w 1605470"/>
              <a:gd name="connsiteY140-13624" fmla="*/ 2182937 h 6858000"/>
              <a:gd name="connsiteX141-13625" fmla="*/ 488555 w 1605470"/>
              <a:gd name="connsiteY141-13626" fmla="*/ 2155135 h 6858000"/>
              <a:gd name="connsiteX142-13627" fmla="*/ 486013 w 1605470"/>
              <a:gd name="connsiteY142-13628" fmla="*/ 2118008 h 6858000"/>
              <a:gd name="connsiteX143-13629" fmla="*/ 487006 w 1605470"/>
              <a:gd name="connsiteY143-13630" fmla="*/ 2050531 h 6858000"/>
              <a:gd name="connsiteX144-13631" fmla="*/ 478812 w 1605470"/>
              <a:gd name="connsiteY144-13632" fmla="*/ 1963269 h 6858000"/>
              <a:gd name="connsiteX145-13633" fmla="*/ 442619 w 1605470"/>
              <a:gd name="connsiteY145-13634" fmla="*/ 1910499 h 6858000"/>
              <a:gd name="connsiteX146-13635" fmla="*/ 446785 w 1605470"/>
              <a:gd name="connsiteY146-13636" fmla="*/ 1903212 h 6858000"/>
              <a:gd name="connsiteX147-13637" fmla="*/ 436547 w 1605470"/>
              <a:gd name="connsiteY147-13638" fmla="*/ 1861531 h 6858000"/>
              <a:gd name="connsiteX148-13639" fmla="*/ 390346 w 1605470"/>
              <a:gd name="connsiteY148-13640" fmla="*/ 1732919 h 6858000"/>
              <a:gd name="connsiteX149-13641" fmla="*/ 362657 w 1605470"/>
              <a:gd name="connsiteY149-13642" fmla="*/ 1663540 h 6858000"/>
              <a:gd name="connsiteX150-13643" fmla="*/ 361783 w 1605470"/>
              <a:gd name="connsiteY150-13644" fmla="*/ 1615777 h 6858000"/>
              <a:gd name="connsiteX151-13645" fmla="*/ 342578 w 1605470"/>
              <a:gd name="connsiteY151-13646" fmla="*/ 1563678 h 6858000"/>
              <a:gd name="connsiteX152-13647" fmla="*/ 355658 w 1605470"/>
              <a:gd name="connsiteY152-13648" fmla="*/ 1519474 h 6858000"/>
              <a:gd name="connsiteX153-13649" fmla="*/ 348400 w 1605470"/>
              <a:gd name="connsiteY153-13650" fmla="*/ 1477995 h 6858000"/>
              <a:gd name="connsiteX154-13651" fmla="*/ 334485 w 1605470"/>
              <a:gd name="connsiteY154-13652" fmla="*/ 1373769 h 6858000"/>
              <a:gd name="connsiteX155-13653" fmla="*/ 342792 w 1605470"/>
              <a:gd name="connsiteY155-13654" fmla="*/ 1307086 h 6858000"/>
              <a:gd name="connsiteX156-13655" fmla="*/ 343980 w 1605470"/>
              <a:gd name="connsiteY156-13656" fmla="*/ 1189033 h 6858000"/>
              <a:gd name="connsiteX157-13657" fmla="*/ 348665 w 1605470"/>
              <a:gd name="connsiteY157-13658" fmla="*/ 1168288 h 6858000"/>
              <a:gd name="connsiteX158-13659" fmla="*/ 340947 w 1605470"/>
              <a:gd name="connsiteY158-13660" fmla="*/ 1142577 h 6858000"/>
              <a:gd name="connsiteX159-13661" fmla="*/ 330253 w 1605470"/>
              <a:gd name="connsiteY159-13662" fmla="*/ 1088484 h 6858000"/>
              <a:gd name="connsiteX160-13663" fmla="*/ 318989 w 1605470"/>
              <a:gd name="connsiteY160-13664" fmla="*/ 1016103 h 6858000"/>
              <a:gd name="connsiteX161-13665" fmla="*/ 320445 w 1605470"/>
              <a:gd name="connsiteY161-13666" fmla="*/ 932283 h 6858000"/>
              <a:gd name="connsiteX162-13667" fmla="*/ 322681 w 1605470"/>
              <a:gd name="connsiteY162-13668" fmla="*/ 915925 h 6858000"/>
              <a:gd name="connsiteX163-13669" fmla="*/ 315310 w 1605470"/>
              <a:gd name="connsiteY163-13670" fmla="*/ 896999 h 6858000"/>
              <a:gd name="connsiteX164-13671" fmla="*/ 284718 w 1605470"/>
              <a:gd name="connsiteY164-13672" fmla="*/ 821517 h 6858000"/>
              <a:gd name="connsiteX165-13673" fmla="*/ 263668 w 1605470"/>
              <a:gd name="connsiteY165-13674" fmla="*/ 751353 h 6858000"/>
              <a:gd name="connsiteX166-13675" fmla="*/ 263226 w 1605470"/>
              <a:gd name="connsiteY166-13676" fmla="*/ 721230 h 6858000"/>
              <a:gd name="connsiteX167-13677" fmla="*/ 248897 w 1605470"/>
              <a:gd name="connsiteY167-13678" fmla="*/ 681659 h 6858000"/>
              <a:gd name="connsiteX168-13679" fmla="*/ 234316 w 1605470"/>
              <a:gd name="connsiteY168-13680" fmla="*/ 635218 h 6858000"/>
              <a:gd name="connsiteX169-13681" fmla="*/ 239327 w 1605470"/>
              <a:gd name="connsiteY169-13682" fmla="*/ 613763 h 6858000"/>
              <a:gd name="connsiteX170-13683" fmla="*/ 225269 w 1605470"/>
              <a:gd name="connsiteY170-13684" fmla="*/ 598582 h 6858000"/>
              <a:gd name="connsiteX171-13685" fmla="*/ 224950 w 1605470"/>
              <a:gd name="connsiteY171-13686" fmla="*/ 576846 h 6858000"/>
              <a:gd name="connsiteX172-13687" fmla="*/ 204576 w 1605470"/>
              <a:gd name="connsiteY172-13688" fmla="*/ 530055 h 6858000"/>
              <a:gd name="connsiteX173-13689" fmla="*/ 219064 w 1605470"/>
              <a:gd name="connsiteY173-13690" fmla="*/ 469651 h 6858000"/>
              <a:gd name="connsiteX174-13691" fmla="*/ 195012 w 1605470"/>
              <a:gd name="connsiteY174-13692" fmla="*/ 448559 h 6858000"/>
              <a:gd name="connsiteX175-13693" fmla="*/ 201434 w 1605470"/>
              <a:gd name="connsiteY175-13694" fmla="*/ 441529 h 6858000"/>
              <a:gd name="connsiteX176-13695" fmla="*/ 200655 w 1605470"/>
              <a:gd name="connsiteY176-13696" fmla="*/ 428927 h 6858000"/>
              <a:gd name="connsiteX177-13697" fmla="*/ 190059 w 1605470"/>
              <a:gd name="connsiteY177-13698" fmla="*/ 430161 h 6858000"/>
              <a:gd name="connsiteX178-13699" fmla="*/ 167079 w 1605470"/>
              <a:gd name="connsiteY178-13700" fmla="*/ 367211 h 6858000"/>
              <a:gd name="connsiteX179-13701" fmla="*/ 124571 w 1605470"/>
              <a:gd name="connsiteY179-13702" fmla="*/ 302178 h 6858000"/>
              <a:gd name="connsiteX180-13703" fmla="*/ 103243 w 1605470"/>
              <a:gd name="connsiteY180-13704" fmla="*/ 211375 h 6858000"/>
              <a:gd name="connsiteX181-13705" fmla="*/ 94571 w 1605470"/>
              <a:gd name="connsiteY181-13706" fmla="*/ 184179 h 6858000"/>
              <a:gd name="connsiteX182-13707" fmla="*/ 13437 w 1605470"/>
              <a:gd name="connsiteY182-13708" fmla="*/ 19287 h 6858000"/>
              <a:gd name="connsiteX183-13709" fmla="*/ 0 w 1605470"/>
              <a:gd name="connsiteY183-13710" fmla="*/ 0 h 6858000"/>
              <a:gd name="connsiteX0-13711" fmla="*/ 0 w 1605470"/>
              <a:gd name="connsiteY0-13712" fmla="*/ 0 h 6858000"/>
              <a:gd name="connsiteX1-13713" fmla="*/ 1605470 w 1605470"/>
              <a:gd name="connsiteY1-13714" fmla="*/ 0 h 6858000"/>
              <a:gd name="connsiteX2-13715" fmla="*/ 1605470 w 1605470"/>
              <a:gd name="connsiteY2-13716" fmla="*/ 6858000 h 6858000"/>
              <a:gd name="connsiteX3-13717" fmla="*/ 154105 w 1605470"/>
              <a:gd name="connsiteY3-13718" fmla="*/ 6858000 h 6858000"/>
              <a:gd name="connsiteX4-13719" fmla="*/ 154246 w 1605470"/>
              <a:gd name="connsiteY4-13720" fmla="*/ 6857735 h 6858000"/>
              <a:gd name="connsiteX5-13721" fmla="*/ 166295 w 1605470"/>
              <a:gd name="connsiteY5-13722" fmla="*/ 6809549 h 6858000"/>
              <a:gd name="connsiteX6-13723" fmla="*/ 198506 w 1605470"/>
              <a:gd name="connsiteY6-13724" fmla="*/ 6715115 h 6858000"/>
              <a:gd name="connsiteX7-13725" fmla="*/ 208357 w 1605470"/>
              <a:gd name="connsiteY7-13726" fmla="*/ 6680170 h 6858000"/>
              <a:gd name="connsiteX8-13727" fmla="*/ 233907 w 1605470"/>
              <a:gd name="connsiteY8-13728" fmla="*/ 6621207 h 6858000"/>
              <a:gd name="connsiteX9-13729" fmla="*/ 250564 w 1605470"/>
              <a:gd name="connsiteY9-13730" fmla="*/ 6596265 h 6858000"/>
              <a:gd name="connsiteX10-13731" fmla="*/ 250443 w 1605470"/>
              <a:gd name="connsiteY10-13732" fmla="*/ 6594818 h 6858000"/>
              <a:gd name="connsiteX11-13733" fmla="*/ 254688 w 1605470"/>
              <a:gd name="connsiteY11-13734" fmla="*/ 6593735 h 6858000"/>
              <a:gd name="connsiteX12-13735" fmla="*/ 257885 w 1605470"/>
              <a:gd name="connsiteY12-13736" fmla="*/ 6589172 h 6858000"/>
              <a:gd name="connsiteX13-13737" fmla="*/ 261179 w 1605470"/>
              <a:gd name="connsiteY13-13738" fmla="*/ 6574442 h 6858000"/>
              <a:gd name="connsiteX14-13739" fmla="*/ 261519 w 1605470"/>
              <a:gd name="connsiteY14-13740" fmla="*/ 6568530 h 6858000"/>
              <a:gd name="connsiteX15-13741" fmla="*/ 263928 w 1605470"/>
              <a:gd name="connsiteY15-13742" fmla="*/ 6560674 h 6858000"/>
              <a:gd name="connsiteX16-13743" fmla="*/ 264273 w 1605470"/>
              <a:gd name="connsiteY16-13744" fmla="*/ 6560598 h 6858000"/>
              <a:gd name="connsiteX17-13745" fmla="*/ 265970 w 1605470"/>
              <a:gd name="connsiteY17-13746" fmla="*/ 6553006 h 6858000"/>
              <a:gd name="connsiteX18-13747" fmla="*/ 270666 w 1605470"/>
              <a:gd name="connsiteY18-13748" fmla="*/ 6514360 h 6858000"/>
              <a:gd name="connsiteX19-13749" fmla="*/ 312320 w 1605470"/>
              <a:gd name="connsiteY19-13750" fmla="*/ 6478062 h 6858000"/>
              <a:gd name="connsiteX20-13751" fmla="*/ 323009 w 1605470"/>
              <a:gd name="connsiteY20-13752" fmla="*/ 6460325 h 6858000"/>
              <a:gd name="connsiteX21-13753" fmla="*/ 330242 w 1605470"/>
              <a:gd name="connsiteY21-13754" fmla="*/ 6451488 h 6858000"/>
              <a:gd name="connsiteX22-13755" fmla="*/ 331677 w 1605470"/>
              <a:gd name="connsiteY22-13756" fmla="*/ 6451348 h 6858000"/>
              <a:gd name="connsiteX23-13757" fmla="*/ 336035 w 1605470"/>
              <a:gd name="connsiteY23-13758" fmla="*/ 6414240 h 6858000"/>
              <a:gd name="connsiteX24-13759" fmla="*/ 338911 w 1605470"/>
              <a:gd name="connsiteY24-13760" fmla="*/ 6410269 h 6858000"/>
              <a:gd name="connsiteX25-13761" fmla="*/ 338811 w 1605470"/>
              <a:gd name="connsiteY25-13762" fmla="*/ 6384857 h 6858000"/>
              <a:gd name="connsiteX26-13763" fmla="*/ 340328 w 1605470"/>
              <a:gd name="connsiteY26-13764" fmla="*/ 6372381 h 6858000"/>
              <a:gd name="connsiteX27-13765" fmla="*/ 337522 w 1605470"/>
              <a:gd name="connsiteY27-13766" fmla="*/ 6367510 h 6858000"/>
              <a:gd name="connsiteX28-13767" fmla="*/ 341402 w 1605470"/>
              <a:gd name="connsiteY28-13768" fmla="*/ 6349778 h 6858000"/>
              <a:gd name="connsiteX29-13769" fmla="*/ 343067 w 1605470"/>
              <a:gd name="connsiteY29-13770" fmla="*/ 6348250 h 6858000"/>
              <a:gd name="connsiteX30-13771" fmla="*/ 341730 w 1605470"/>
              <a:gd name="connsiteY30-13772" fmla="*/ 6331735 h 6858000"/>
              <a:gd name="connsiteX31-13773" fmla="*/ 335123 w 1605470"/>
              <a:gd name="connsiteY31-13774" fmla="*/ 6315613 h 6858000"/>
              <a:gd name="connsiteX32-13775" fmla="*/ 385303 w 1605470"/>
              <a:gd name="connsiteY32-13776" fmla="*/ 6171970 h 6858000"/>
              <a:gd name="connsiteX33-13777" fmla="*/ 380910 w 1605470"/>
              <a:gd name="connsiteY33-13778" fmla="*/ 6028119 h 6858000"/>
              <a:gd name="connsiteX34-13779" fmla="*/ 409371 w 1605470"/>
              <a:gd name="connsiteY34-13780" fmla="*/ 5950668 h 6858000"/>
              <a:gd name="connsiteX35-13781" fmla="*/ 442432 w 1605470"/>
              <a:gd name="connsiteY35-13782" fmla="*/ 5934687 h 6858000"/>
              <a:gd name="connsiteX36-13783" fmla="*/ 489472 w 1605470"/>
              <a:gd name="connsiteY36-13784" fmla="*/ 5732419 h 6858000"/>
              <a:gd name="connsiteX37-13785" fmla="*/ 512623 w 1605470"/>
              <a:gd name="connsiteY37-13786" fmla="*/ 5685392 h 6858000"/>
              <a:gd name="connsiteX38-13787" fmla="*/ 510261 w 1605470"/>
              <a:gd name="connsiteY38-13788" fmla="*/ 5634527 h 6858000"/>
              <a:gd name="connsiteX39-13789" fmla="*/ 523992 w 1605470"/>
              <a:gd name="connsiteY39-13790" fmla="*/ 5619557 h 6858000"/>
              <a:gd name="connsiteX40-13791" fmla="*/ 526609 w 1605470"/>
              <a:gd name="connsiteY40-13792" fmla="*/ 5617081 h 6858000"/>
              <a:gd name="connsiteX41-13793" fmla="*/ 531653 w 1605470"/>
              <a:gd name="connsiteY41-13794" fmla="*/ 5604904 h 6858000"/>
              <a:gd name="connsiteX42-13795" fmla="*/ 539863 w 1605470"/>
              <a:gd name="connsiteY42-13796" fmla="*/ 5604298 h 6858000"/>
              <a:gd name="connsiteX43-13797" fmla="*/ 552319 w 1605470"/>
              <a:gd name="connsiteY43-13798" fmla="*/ 5587997 h 6858000"/>
              <a:gd name="connsiteX44-13799" fmla="*/ 559710 w 1605470"/>
              <a:gd name="connsiteY44-13800" fmla="*/ 5564796 h 6858000"/>
              <a:gd name="connsiteX45-13801" fmla="*/ 587214 w 1605470"/>
              <a:gd name="connsiteY45-13802" fmla="*/ 5451511 h 6858000"/>
              <a:gd name="connsiteX46-13803" fmla="*/ 608019 w 1605470"/>
              <a:gd name="connsiteY46-13804" fmla="*/ 5385461 h 6858000"/>
              <a:gd name="connsiteX47-13805" fmla="*/ 622750 w 1605470"/>
              <a:gd name="connsiteY47-13806" fmla="*/ 5363084 h 6858000"/>
              <a:gd name="connsiteX48-13807" fmla="*/ 638731 w 1605470"/>
              <a:gd name="connsiteY48-13808" fmla="*/ 5330009 h 6858000"/>
              <a:gd name="connsiteX49-13809" fmla="*/ 672224 w 1605470"/>
              <a:gd name="connsiteY49-13810" fmla="*/ 5273739 h 6858000"/>
              <a:gd name="connsiteX50-13811" fmla="*/ 681823 w 1605470"/>
              <a:gd name="connsiteY50-13812" fmla="*/ 5241779 h 6858000"/>
              <a:gd name="connsiteX51-13813" fmla="*/ 693049 w 1605470"/>
              <a:gd name="connsiteY51-13814" fmla="*/ 5225268 h 6858000"/>
              <a:gd name="connsiteX52-13815" fmla="*/ 694069 w 1605470"/>
              <a:gd name="connsiteY52-13816" fmla="*/ 5217684 h 6858000"/>
              <a:gd name="connsiteX53-13817" fmla="*/ 701410 w 1605470"/>
              <a:gd name="connsiteY53-13818" fmla="*/ 5193377 h 6858000"/>
              <a:gd name="connsiteX54-13819" fmla="*/ 704713 w 1605470"/>
              <a:gd name="connsiteY54-13820" fmla="*/ 5179288 h 6858000"/>
              <a:gd name="connsiteX55-13821" fmla="*/ 705697 w 1605470"/>
              <a:gd name="connsiteY55-13822" fmla="*/ 5173621 h 6858000"/>
              <a:gd name="connsiteX56-13823" fmla="*/ 701331 w 1605470"/>
              <a:gd name="connsiteY56-13824" fmla="*/ 5159961 h 6858000"/>
              <a:gd name="connsiteX57-13825" fmla="*/ 708008 w 1605470"/>
              <a:gd name="connsiteY57-13826" fmla="*/ 5144295 h 6858000"/>
              <a:gd name="connsiteX58-13827" fmla="*/ 704941 w 1605470"/>
              <a:gd name="connsiteY58-13828" fmla="*/ 5125185 h 6858000"/>
              <a:gd name="connsiteX59-13829" fmla="*/ 711771 w 1605470"/>
              <a:gd name="connsiteY59-13830" fmla="*/ 5121884 h 6858000"/>
              <a:gd name="connsiteX60-13831" fmla="*/ 721092 w 1605470"/>
              <a:gd name="connsiteY60-13832" fmla="*/ 5108383 h 6858000"/>
              <a:gd name="connsiteX61-13833" fmla="*/ 717045 w 1605470"/>
              <a:gd name="connsiteY61-13834" fmla="*/ 5094705 h 6858000"/>
              <a:gd name="connsiteX62-13835" fmla="*/ 718807 w 1605470"/>
              <a:gd name="connsiteY62-13836" fmla="*/ 5067850 h 6858000"/>
              <a:gd name="connsiteX63-13837" fmla="*/ 721538 w 1605470"/>
              <a:gd name="connsiteY63-13838" fmla="*/ 5060861 h 6858000"/>
              <a:gd name="connsiteX64-13839" fmla="*/ 718242 w 1605470"/>
              <a:gd name="connsiteY64-13840" fmla="*/ 5034192 h 6858000"/>
              <a:gd name="connsiteX65-13841" fmla="*/ 719796 w 1605470"/>
              <a:gd name="connsiteY65-13842" fmla="*/ 4993030 h 6858000"/>
              <a:gd name="connsiteX66-13843" fmla="*/ 726705 w 1605470"/>
              <a:gd name="connsiteY66-13844" fmla="*/ 4946844 h 6858000"/>
              <a:gd name="connsiteX67-13845" fmla="*/ 722561 w 1605470"/>
              <a:gd name="connsiteY67-13846" fmla="*/ 4932692 h 6858000"/>
              <a:gd name="connsiteX68-13847" fmla="*/ 724588 w 1605470"/>
              <a:gd name="connsiteY68-13848" fmla="*/ 4845927 h 6858000"/>
              <a:gd name="connsiteX69-13849" fmla="*/ 724935 w 1605470"/>
              <a:gd name="connsiteY69-13850" fmla="*/ 4821504 h 6858000"/>
              <a:gd name="connsiteX70-13851" fmla="*/ 732118 w 1605470"/>
              <a:gd name="connsiteY70-13852" fmla="*/ 4801535 h 6858000"/>
              <a:gd name="connsiteX71-13853" fmla="*/ 739787 w 1605470"/>
              <a:gd name="connsiteY71-13854" fmla="*/ 4797794 h 6858000"/>
              <a:gd name="connsiteX72-13855" fmla="*/ 741081 w 1605470"/>
              <a:gd name="connsiteY72-13856" fmla="*/ 4784526 h 6858000"/>
              <a:gd name="connsiteX73-13857" fmla="*/ 742865 w 1605470"/>
              <a:gd name="connsiteY73-13858" fmla="*/ 4781211 h 6858000"/>
              <a:gd name="connsiteX74-13859" fmla="*/ 751652 w 1605470"/>
              <a:gd name="connsiteY74-13860" fmla="*/ 4761984 h 6858000"/>
              <a:gd name="connsiteX75-13861" fmla="*/ 734671 w 1605470"/>
              <a:gd name="connsiteY75-13862" fmla="*/ 4715631 h 6858000"/>
              <a:gd name="connsiteX76-13863" fmla="*/ 743180 w 1605470"/>
              <a:gd name="connsiteY76-13864" fmla="*/ 4662965 h 6858000"/>
              <a:gd name="connsiteX77-13865" fmla="*/ 729578 w 1605470"/>
              <a:gd name="connsiteY77-13866" fmla="*/ 4456787 h 6858000"/>
              <a:gd name="connsiteX78-13867" fmla="*/ 756542 w 1605470"/>
              <a:gd name="connsiteY78-13868" fmla="*/ 4429138 h 6858000"/>
              <a:gd name="connsiteX79-13869" fmla="*/ 765660 w 1605470"/>
              <a:gd name="connsiteY79-13870" fmla="*/ 4308823 h 6858000"/>
              <a:gd name="connsiteX80-13871" fmla="*/ 715481 w 1605470"/>
              <a:gd name="connsiteY80-13872" fmla="*/ 4214165 h 6858000"/>
              <a:gd name="connsiteX81-13873" fmla="*/ 721848 w 1605470"/>
              <a:gd name="connsiteY81-13874" fmla="*/ 4061253 h 6858000"/>
              <a:gd name="connsiteX82-13875" fmla="*/ 710868 w 1605470"/>
              <a:gd name="connsiteY82-13876" fmla="*/ 4048827 h 6858000"/>
              <a:gd name="connsiteX83-13877" fmla="*/ 704810 w 1605470"/>
              <a:gd name="connsiteY83-13878" fmla="*/ 4033999 h 6858000"/>
              <a:gd name="connsiteX84-13879" fmla="*/ 705959 w 1605470"/>
              <a:gd name="connsiteY84-13880" fmla="*/ 4031933 h 6858000"/>
              <a:gd name="connsiteX85-13881" fmla="*/ 704535 w 1605470"/>
              <a:gd name="connsiteY85-13882" fmla="*/ 4013953 h 6858000"/>
              <a:gd name="connsiteX86-13883" fmla="*/ 700443 w 1605470"/>
              <a:gd name="connsiteY86-13884" fmla="*/ 4010511 h 6858000"/>
              <a:gd name="connsiteX87-13885" fmla="*/ 698282 w 1605470"/>
              <a:gd name="connsiteY87-13886" fmla="*/ 3998331 h 6858000"/>
              <a:gd name="connsiteX88-13887" fmla="*/ 690830 w 1605470"/>
              <a:gd name="connsiteY88-13888" fmla="*/ 3974753 h 6858000"/>
              <a:gd name="connsiteX89-13889" fmla="*/ 692428 w 1605470"/>
              <a:gd name="connsiteY89-13890" fmla="*/ 3969950 h 6858000"/>
              <a:gd name="connsiteX90-13891" fmla="*/ 685850 w 1605470"/>
              <a:gd name="connsiteY90-13892" fmla="*/ 3933779 h 6858000"/>
              <a:gd name="connsiteX91-13893" fmla="*/ 687181 w 1605470"/>
              <a:gd name="connsiteY91-13894" fmla="*/ 3933093 h 6858000"/>
              <a:gd name="connsiteX92-13895" fmla="*/ 691535 w 1605470"/>
              <a:gd name="connsiteY92-13896" fmla="*/ 3922082 h 6858000"/>
              <a:gd name="connsiteX93-13897" fmla="*/ 696613 w 1605470"/>
              <a:gd name="connsiteY93-13898" fmla="*/ 3901461 h 6858000"/>
              <a:gd name="connsiteX94-13899" fmla="*/ 725908 w 1605470"/>
              <a:gd name="connsiteY94-13900" fmla="*/ 3851605 h 6858000"/>
              <a:gd name="connsiteX95-13901" fmla="*/ 719207 w 1605470"/>
              <a:gd name="connsiteY95-13902" fmla="*/ 3813873 h 6858000"/>
              <a:gd name="connsiteX96-13903" fmla="*/ 718632 w 1605470"/>
              <a:gd name="connsiteY96-13904" fmla="*/ 3806161 h 6858000"/>
              <a:gd name="connsiteX97-13905" fmla="*/ 718939 w 1605470"/>
              <a:gd name="connsiteY97-13906" fmla="*/ 3805957 h 6858000"/>
              <a:gd name="connsiteX98-13907" fmla="*/ 718966 w 1605470"/>
              <a:gd name="connsiteY98-13908" fmla="*/ 3797724 h 6858000"/>
              <a:gd name="connsiteX99-13909" fmla="*/ 717581 w 1605470"/>
              <a:gd name="connsiteY99-13910" fmla="*/ 3792098 h 6858000"/>
              <a:gd name="connsiteX100-13911" fmla="*/ 716465 w 1605470"/>
              <a:gd name="connsiteY100-13912" fmla="*/ 3777135 h 6858000"/>
              <a:gd name="connsiteX101-13913" fmla="*/ 718198 w 1605470"/>
              <a:gd name="connsiteY101-13914" fmla="*/ 3771656 h 6858000"/>
              <a:gd name="connsiteX102-13915" fmla="*/ 721941 w 1605470"/>
              <a:gd name="connsiteY102-13916" fmla="*/ 3769007 h 6858000"/>
              <a:gd name="connsiteX103-13917" fmla="*/ 721407 w 1605470"/>
              <a:gd name="connsiteY103-13918" fmla="*/ 3767709 h 6858000"/>
              <a:gd name="connsiteX104-13919" fmla="*/ 730103 w 1605470"/>
              <a:gd name="connsiteY104-13920" fmla="*/ 3738082 h 6858000"/>
              <a:gd name="connsiteX105-13921" fmla="*/ 737449 w 1605470"/>
              <a:gd name="connsiteY105-13922" fmla="*/ 3673397 h 6858000"/>
              <a:gd name="connsiteX106-13923" fmla="*/ 736745 w 1605470"/>
              <a:gd name="connsiteY106-13924" fmla="*/ 3637109 h 6858000"/>
              <a:gd name="connsiteX107-13925" fmla="*/ 740188 w 1605470"/>
              <a:gd name="connsiteY107-13926" fmla="*/ 3536883 h 6858000"/>
              <a:gd name="connsiteX108-13927" fmla="*/ 747726 w 1605470"/>
              <a:gd name="connsiteY108-13928" fmla="*/ 3435652 h 6858000"/>
              <a:gd name="connsiteX109-13929" fmla="*/ 774383 w 1605470"/>
              <a:gd name="connsiteY109-13930" fmla="*/ 3381564 h 6858000"/>
              <a:gd name="connsiteX110-13931" fmla="*/ 774870 w 1605470"/>
              <a:gd name="connsiteY110-13932" fmla="*/ 3375761 h 6858000"/>
              <a:gd name="connsiteX111-13933" fmla="*/ 770510 w 1605470"/>
              <a:gd name="connsiteY111-13934" fmla="*/ 3361844 h 6858000"/>
              <a:gd name="connsiteX112-13935" fmla="*/ 767933 w 1605470"/>
              <a:gd name="connsiteY112-13936" fmla="*/ 3356929 h 6858000"/>
              <a:gd name="connsiteX113-13937" fmla="*/ 766158 w 1605470"/>
              <a:gd name="connsiteY113-13938" fmla="*/ 3349058 h 6858000"/>
              <a:gd name="connsiteX114-13939" fmla="*/ 766414 w 1605470"/>
              <a:gd name="connsiteY114-13940" fmla="*/ 3348763 h 6858000"/>
              <a:gd name="connsiteX115-13941" fmla="*/ 764166 w 1605470"/>
              <a:gd name="connsiteY115-13942" fmla="*/ 3341588 h 6858000"/>
              <a:gd name="connsiteX116-13943" fmla="*/ 749397 w 1605470"/>
              <a:gd name="connsiteY116-13944" fmla="*/ 3307769 h 6858000"/>
              <a:gd name="connsiteX117-13945" fmla="*/ 766960 w 1605470"/>
              <a:gd name="connsiteY117-13946" fmla="*/ 3250522 h 6858000"/>
              <a:gd name="connsiteX118-13947" fmla="*/ 767385 w 1605470"/>
              <a:gd name="connsiteY118-13948" fmla="*/ 3229163 h 6858000"/>
              <a:gd name="connsiteX119-13949" fmla="*/ 769208 w 1605470"/>
              <a:gd name="connsiteY119-13950" fmla="*/ 3217217 h 6858000"/>
              <a:gd name="connsiteX120-13951" fmla="*/ 770350 w 1605470"/>
              <a:gd name="connsiteY120-13952" fmla="*/ 3216125 h 6858000"/>
              <a:gd name="connsiteX121-13953" fmla="*/ 756043 w 1605470"/>
              <a:gd name="connsiteY121-13954" fmla="*/ 3183755 h 6858000"/>
              <a:gd name="connsiteX122-13955" fmla="*/ 756544 w 1605470"/>
              <a:gd name="connsiteY122-13956" fmla="*/ 3178642 h 6858000"/>
              <a:gd name="connsiteX123-13957" fmla="*/ 744144 w 1605470"/>
              <a:gd name="connsiteY123-13958" fmla="*/ 3158586 h 6858000"/>
              <a:gd name="connsiteX124-13959" fmla="*/ 739378 w 1605470"/>
              <a:gd name="connsiteY124-13960" fmla="*/ 3147669 h 6858000"/>
              <a:gd name="connsiteX125-13961" fmla="*/ 734648 w 1605470"/>
              <a:gd name="connsiteY125-13962" fmla="*/ 3145733 h 6858000"/>
              <a:gd name="connsiteX126-13963" fmla="*/ 729329 w 1605470"/>
              <a:gd name="connsiteY126-13964" fmla="*/ 3129034 h 6858000"/>
              <a:gd name="connsiteX127-13965" fmla="*/ 729994 w 1605470"/>
              <a:gd name="connsiteY127-13966" fmla="*/ 3126682 h 6858000"/>
              <a:gd name="connsiteX128-13967" fmla="*/ 720862 w 1605470"/>
              <a:gd name="connsiteY128-13968" fmla="*/ 3114519 h 6858000"/>
              <a:gd name="connsiteX129-13969" fmla="*/ 707471 w 1605470"/>
              <a:gd name="connsiteY129-13970" fmla="*/ 3106272 h 6858000"/>
              <a:gd name="connsiteX130-13971" fmla="*/ 680201 w 1605470"/>
              <a:gd name="connsiteY130-13972" fmla="*/ 2958185 h 6858000"/>
              <a:gd name="connsiteX131-13973" fmla="*/ 622815 w 1605470"/>
              <a:gd name="connsiteY131-13974" fmla="*/ 2762989 h 6858000"/>
              <a:gd name="connsiteX132-13975" fmla="*/ 571733 w 1605470"/>
              <a:gd name="connsiteY132-13976" fmla="*/ 2554718 h 6858000"/>
              <a:gd name="connsiteX133-13977" fmla="*/ 551827 w 1605470"/>
              <a:gd name="connsiteY133-13978" fmla="*/ 2485734 h 6858000"/>
              <a:gd name="connsiteX134-13979" fmla="*/ 542550 w 1605470"/>
              <a:gd name="connsiteY134-13980" fmla="*/ 2447068 h 6858000"/>
              <a:gd name="connsiteX135-13981" fmla="*/ 529511 w 1605470"/>
              <a:gd name="connsiteY135-13982" fmla="*/ 2425819 h 6858000"/>
              <a:gd name="connsiteX136-13983" fmla="*/ 528878 w 1605470"/>
              <a:gd name="connsiteY136-13984" fmla="*/ 2408971 h 6858000"/>
              <a:gd name="connsiteX137-13985" fmla="*/ 535510 w 1605470"/>
              <a:gd name="connsiteY137-13986" fmla="*/ 2402874 h 6858000"/>
              <a:gd name="connsiteX138-13987" fmla="*/ 538122 w 1605470"/>
              <a:gd name="connsiteY138-13988" fmla="*/ 2381443 h 6858000"/>
              <a:gd name="connsiteX139-13989" fmla="*/ 514451 w 1605470"/>
              <a:gd name="connsiteY139-13990" fmla="*/ 2261920 h 6858000"/>
              <a:gd name="connsiteX140-13991" fmla="*/ 486968 w 1605470"/>
              <a:gd name="connsiteY140-13992" fmla="*/ 2182937 h 6858000"/>
              <a:gd name="connsiteX141-13993" fmla="*/ 488555 w 1605470"/>
              <a:gd name="connsiteY141-13994" fmla="*/ 2155135 h 6858000"/>
              <a:gd name="connsiteX142-13995" fmla="*/ 486013 w 1605470"/>
              <a:gd name="connsiteY142-13996" fmla="*/ 2118008 h 6858000"/>
              <a:gd name="connsiteX143-13997" fmla="*/ 487006 w 1605470"/>
              <a:gd name="connsiteY143-13998" fmla="*/ 2050531 h 6858000"/>
              <a:gd name="connsiteX144-13999" fmla="*/ 478812 w 1605470"/>
              <a:gd name="connsiteY144-14000" fmla="*/ 1963269 h 6858000"/>
              <a:gd name="connsiteX145-14001" fmla="*/ 442619 w 1605470"/>
              <a:gd name="connsiteY145-14002" fmla="*/ 1910499 h 6858000"/>
              <a:gd name="connsiteX146-14003" fmla="*/ 446785 w 1605470"/>
              <a:gd name="connsiteY146-14004" fmla="*/ 1903212 h 6858000"/>
              <a:gd name="connsiteX147-14005" fmla="*/ 436547 w 1605470"/>
              <a:gd name="connsiteY147-14006" fmla="*/ 1861531 h 6858000"/>
              <a:gd name="connsiteX148-14007" fmla="*/ 390346 w 1605470"/>
              <a:gd name="connsiteY148-14008" fmla="*/ 1732919 h 6858000"/>
              <a:gd name="connsiteX149-14009" fmla="*/ 362657 w 1605470"/>
              <a:gd name="connsiteY149-14010" fmla="*/ 1663540 h 6858000"/>
              <a:gd name="connsiteX150-14011" fmla="*/ 361783 w 1605470"/>
              <a:gd name="connsiteY150-14012" fmla="*/ 1615777 h 6858000"/>
              <a:gd name="connsiteX151-14013" fmla="*/ 342578 w 1605470"/>
              <a:gd name="connsiteY151-14014" fmla="*/ 1563678 h 6858000"/>
              <a:gd name="connsiteX152-14015" fmla="*/ 355658 w 1605470"/>
              <a:gd name="connsiteY152-14016" fmla="*/ 1519474 h 6858000"/>
              <a:gd name="connsiteX153-14017" fmla="*/ 348400 w 1605470"/>
              <a:gd name="connsiteY153-14018" fmla="*/ 1477995 h 6858000"/>
              <a:gd name="connsiteX154-14019" fmla="*/ 334485 w 1605470"/>
              <a:gd name="connsiteY154-14020" fmla="*/ 1373769 h 6858000"/>
              <a:gd name="connsiteX155-14021" fmla="*/ 342792 w 1605470"/>
              <a:gd name="connsiteY155-14022" fmla="*/ 1307086 h 6858000"/>
              <a:gd name="connsiteX156-14023" fmla="*/ 343980 w 1605470"/>
              <a:gd name="connsiteY156-14024" fmla="*/ 1189033 h 6858000"/>
              <a:gd name="connsiteX157-14025" fmla="*/ 348665 w 1605470"/>
              <a:gd name="connsiteY157-14026" fmla="*/ 1168288 h 6858000"/>
              <a:gd name="connsiteX158-14027" fmla="*/ 340947 w 1605470"/>
              <a:gd name="connsiteY158-14028" fmla="*/ 1142577 h 6858000"/>
              <a:gd name="connsiteX159-14029" fmla="*/ 330253 w 1605470"/>
              <a:gd name="connsiteY159-14030" fmla="*/ 1088484 h 6858000"/>
              <a:gd name="connsiteX160-14031" fmla="*/ 318989 w 1605470"/>
              <a:gd name="connsiteY160-14032" fmla="*/ 1016103 h 6858000"/>
              <a:gd name="connsiteX161-14033" fmla="*/ 320445 w 1605470"/>
              <a:gd name="connsiteY161-14034" fmla="*/ 932283 h 6858000"/>
              <a:gd name="connsiteX162-14035" fmla="*/ 322681 w 1605470"/>
              <a:gd name="connsiteY162-14036" fmla="*/ 915925 h 6858000"/>
              <a:gd name="connsiteX163-14037" fmla="*/ 315310 w 1605470"/>
              <a:gd name="connsiteY163-14038" fmla="*/ 896999 h 6858000"/>
              <a:gd name="connsiteX164-14039" fmla="*/ 284718 w 1605470"/>
              <a:gd name="connsiteY164-14040" fmla="*/ 821517 h 6858000"/>
              <a:gd name="connsiteX165-14041" fmla="*/ 263668 w 1605470"/>
              <a:gd name="connsiteY165-14042" fmla="*/ 751353 h 6858000"/>
              <a:gd name="connsiteX166-14043" fmla="*/ 263226 w 1605470"/>
              <a:gd name="connsiteY166-14044" fmla="*/ 721230 h 6858000"/>
              <a:gd name="connsiteX167-14045" fmla="*/ 248897 w 1605470"/>
              <a:gd name="connsiteY167-14046" fmla="*/ 681659 h 6858000"/>
              <a:gd name="connsiteX168-14047" fmla="*/ 234316 w 1605470"/>
              <a:gd name="connsiteY168-14048" fmla="*/ 635218 h 6858000"/>
              <a:gd name="connsiteX169-14049" fmla="*/ 239327 w 1605470"/>
              <a:gd name="connsiteY169-14050" fmla="*/ 613763 h 6858000"/>
              <a:gd name="connsiteX170-14051" fmla="*/ 225269 w 1605470"/>
              <a:gd name="connsiteY170-14052" fmla="*/ 598582 h 6858000"/>
              <a:gd name="connsiteX171-14053" fmla="*/ 224950 w 1605470"/>
              <a:gd name="connsiteY171-14054" fmla="*/ 576846 h 6858000"/>
              <a:gd name="connsiteX172-14055" fmla="*/ 204576 w 1605470"/>
              <a:gd name="connsiteY172-14056" fmla="*/ 530055 h 6858000"/>
              <a:gd name="connsiteX173-14057" fmla="*/ 219064 w 1605470"/>
              <a:gd name="connsiteY173-14058" fmla="*/ 469651 h 6858000"/>
              <a:gd name="connsiteX174-14059" fmla="*/ 195012 w 1605470"/>
              <a:gd name="connsiteY174-14060" fmla="*/ 448559 h 6858000"/>
              <a:gd name="connsiteX175-14061" fmla="*/ 201434 w 1605470"/>
              <a:gd name="connsiteY175-14062" fmla="*/ 441529 h 6858000"/>
              <a:gd name="connsiteX176-14063" fmla="*/ 200655 w 1605470"/>
              <a:gd name="connsiteY176-14064" fmla="*/ 428927 h 6858000"/>
              <a:gd name="connsiteX177-14065" fmla="*/ 190059 w 1605470"/>
              <a:gd name="connsiteY177-14066" fmla="*/ 430161 h 6858000"/>
              <a:gd name="connsiteX178-14067" fmla="*/ 167079 w 1605470"/>
              <a:gd name="connsiteY178-14068" fmla="*/ 367211 h 6858000"/>
              <a:gd name="connsiteX179-14069" fmla="*/ 124571 w 1605470"/>
              <a:gd name="connsiteY179-14070" fmla="*/ 302178 h 6858000"/>
              <a:gd name="connsiteX180-14071" fmla="*/ 103243 w 1605470"/>
              <a:gd name="connsiteY180-14072" fmla="*/ 211375 h 6858000"/>
              <a:gd name="connsiteX181-14073" fmla="*/ 94571 w 1605470"/>
              <a:gd name="connsiteY181-14074" fmla="*/ 184179 h 6858000"/>
              <a:gd name="connsiteX182-14075" fmla="*/ 13437 w 1605470"/>
              <a:gd name="connsiteY182-14076" fmla="*/ 19287 h 6858000"/>
              <a:gd name="connsiteX183-14077" fmla="*/ 0 w 1605470"/>
              <a:gd name="connsiteY183-14078" fmla="*/ 0 h 6858000"/>
              <a:gd name="connsiteX0-14079" fmla="*/ 0 w 1605470"/>
              <a:gd name="connsiteY0-14080" fmla="*/ 0 h 6858000"/>
              <a:gd name="connsiteX1-14081" fmla="*/ 1605470 w 1605470"/>
              <a:gd name="connsiteY1-14082" fmla="*/ 0 h 6858000"/>
              <a:gd name="connsiteX2-14083" fmla="*/ 1605470 w 1605470"/>
              <a:gd name="connsiteY2-14084" fmla="*/ 6858000 h 6858000"/>
              <a:gd name="connsiteX3-14085" fmla="*/ 154105 w 1605470"/>
              <a:gd name="connsiteY3-14086" fmla="*/ 6858000 h 6858000"/>
              <a:gd name="connsiteX4-14087" fmla="*/ 154246 w 1605470"/>
              <a:gd name="connsiteY4-14088" fmla="*/ 6857735 h 6858000"/>
              <a:gd name="connsiteX5-14089" fmla="*/ 166295 w 1605470"/>
              <a:gd name="connsiteY5-14090" fmla="*/ 6809549 h 6858000"/>
              <a:gd name="connsiteX6-14091" fmla="*/ 198506 w 1605470"/>
              <a:gd name="connsiteY6-14092" fmla="*/ 6715115 h 6858000"/>
              <a:gd name="connsiteX7-14093" fmla="*/ 208357 w 1605470"/>
              <a:gd name="connsiteY7-14094" fmla="*/ 6680170 h 6858000"/>
              <a:gd name="connsiteX8-14095" fmla="*/ 233907 w 1605470"/>
              <a:gd name="connsiteY8-14096" fmla="*/ 6621207 h 6858000"/>
              <a:gd name="connsiteX9-14097" fmla="*/ 250564 w 1605470"/>
              <a:gd name="connsiteY9-14098" fmla="*/ 6596265 h 6858000"/>
              <a:gd name="connsiteX10-14099" fmla="*/ 250443 w 1605470"/>
              <a:gd name="connsiteY10-14100" fmla="*/ 6594818 h 6858000"/>
              <a:gd name="connsiteX11-14101" fmla="*/ 254688 w 1605470"/>
              <a:gd name="connsiteY11-14102" fmla="*/ 6593735 h 6858000"/>
              <a:gd name="connsiteX12-14103" fmla="*/ 257885 w 1605470"/>
              <a:gd name="connsiteY12-14104" fmla="*/ 6589172 h 6858000"/>
              <a:gd name="connsiteX13-14105" fmla="*/ 261179 w 1605470"/>
              <a:gd name="connsiteY13-14106" fmla="*/ 6574442 h 6858000"/>
              <a:gd name="connsiteX14-14107" fmla="*/ 261519 w 1605470"/>
              <a:gd name="connsiteY14-14108" fmla="*/ 6568530 h 6858000"/>
              <a:gd name="connsiteX15-14109" fmla="*/ 263928 w 1605470"/>
              <a:gd name="connsiteY15-14110" fmla="*/ 6560674 h 6858000"/>
              <a:gd name="connsiteX16-14111" fmla="*/ 264273 w 1605470"/>
              <a:gd name="connsiteY16-14112" fmla="*/ 6560598 h 6858000"/>
              <a:gd name="connsiteX17-14113" fmla="*/ 265970 w 1605470"/>
              <a:gd name="connsiteY17-14114" fmla="*/ 6553006 h 6858000"/>
              <a:gd name="connsiteX18-14115" fmla="*/ 270666 w 1605470"/>
              <a:gd name="connsiteY18-14116" fmla="*/ 6514360 h 6858000"/>
              <a:gd name="connsiteX19-14117" fmla="*/ 312320 w 1605470"/>
              <a:gd name="connsiteY19-14118" fmla="*/ 6478062 h 6858000"/>
              <a:gd name="connsiteX20-14119" fmla="*/ 323009 w 1605470"/>
              <a:gd name="connsiteY20-14120" fmla="*/ 6460325 h 6858000"/>
              <a:gd name="connsiteX21-14121" fmla="*/ 330242 w 1605470"/>
              <a:gd name="connsiteY21-14122" fmla="*/ 6451488 h 6858000"/>
              <a:gd name="connsiteX22-14123" fmla="*/ 331677 w 1605470"/>
              <a:gd name="connsiteY22-14124" fmla="*/ 6451348 h 6858000"/>
              <a:gd name="connsiteX23-14125" fmla="*/ 336035 w 1605470"/>
              <a:gd name="connsiteY23-14126" fmla="*/ 6414240 h 6858000"/>
              <a:gd name="connsiteX24-14127" fmla="*/ 338911 w 1605470"/>
              <a:gd name="connsiteY24-14128" fmla="*/ 6410269 h 6858000"/>
              <a:gd name="connsiteX25-14129" fmla="*/ 338811 w 1605470"/>
              <a:gd name="connsiteY25-14130" fmla="*/ 6384857 h 6858000"/>
              <a:gd name="connsiteX26-14131" fmla="*/ 340328 w 1605470"/>
              <a:gd name="connsiteY26-14132" fmla="*/ 6372381 h 6858000"/>
              <a:gd name="connsiteX27-14133" fmla="*/ 337522 w 1605470"/>
              <a:gd name="connsiteY27-14134" fmla="*/ 6367510 h 6858000"/>
              <a:gd name="connsiteX28-14135" fmla="*/ 341402 w 1605470"/>
              <a:gd name="connsiteY28-14136" fmla="*/ 6349778 h 6858000"/>
              <a:gd name="connsiteX29-14137" fmla="*/ 343067 w 1605470"/>
              <a:gd name="connsiteY29-14138" fmla="*/ 6348250 h 6858000"/>
              <a:gd name="connsiteX30-14139" fmla="*/ 341730 w 1605470"/>
              <a:gd name="connsiteY30-14140" fmla="*/ 6331735 h 6858000"/>
              <a:gd name="connsiteX31-14141" fmla="*/ 335123 w 1605470"/>
              <a:gd name="connsiteY31-14142" fmla="*/ 6315613 h 6858000"/>
              <a:gd name="connsiteX32-14143" fmla="*/ 385303 w 1605470"/>
              <a:gd name="connsiteY32-14144" fmla="*/ 6171970 h 6858000"/>
              <a:gd name="connsiteX33-14145" fmla="*/ 380910 w 1605470"/>
              <a:gd name="connsiteY33-14146" fmla="*/ 6028119 h 6858000"/>
              <a:gd name="connsiteX34-14147" fmla="*/ 409371 w 1605470"/>
              <a:gd name="connsiteY34-14148" fmla="*/ 5950668 h 6858000"/>
              <a:gd name="connsiteX35-14149" fmla="*/ 442432 w 1605470"/>
              <a:gd name="connsiteY35-14150" fmla="*/ 5934687 h 6858000"/>
              <a:gd name="connsiteX36-14151" fmla="*/ 489472 w 1605470"/>
              <a:gd name="connsiteY36-14152" fmla="*/ 5732419 h 6858000"/>
              <a:gd name="connsiteX37-14153" fmla="*/ 512623 w 1605470"/>
              <a:gd name="connsiteY37-14154" fmla="*/ 5685392 h 6858000"/>
              <a:gd name="connsiteX38-14155" fmla="*/ 510261 w 1605470"/>
              <a:gd name="connsiteY38-14156" fmla="*/ 5634527 h 6858000"/>
              <a:gd name="connsiteX39-14157" fmla="*/ 523992 w 1605470"/>
              <a:gd name="connsiteY39-14158" fmla="*/ 5619557 h 6858000"/>
              <a:gd name="connsiteX40-14159" fmla="*/ 526609 w 1605470"/>
              <a:gd name="connsiteY40-14160" fmla="*/ 5617081 h 6858000"/>
              <a:gd name="connsiteX41-14161" fmla="*/ 531653 w 1605470"/>
              <a:gd name="connsiteY41-14162" fmla="*/ 5604904 h 6858000"/>
              <a:gd name="connsiteX42-14163" fmla="*/ 539863 w 1605470"/>
              <a:gd name="connsiteY42-14164" fmla="*/ 5604298 h 6858000"/>
              <a:gd name="connsiteX43-14165" fmla="*/ 552319 w 1605470"/>
              <a:gd name="connsiteY43-14166" fmla="*/ 5587997 h 6858000"/>
              <a:gd name="connsiteX44-14167" fmla="*/ 559710 w 1605470"/>
              <a:gd name="connsiteY44-14168" fmla="*/ 5564796 h 6858000"/>
              <a:gd name="connsiteX45-14169" fmla="*/ 587214 w 1605470"/>
              <a:gd name="connsiteY45-14170" fmla="*/ 5451511 h 6858000"/>
              <a:gd name="connsiteX46-14171" fmla="*/ 608019 w 1605470"/>
              <a:gd name="connsiteY46-14172" fmla="*/ 5385461 h 6858000"/>
              <a:gd name="connsiteX47-14173" fmla="*/ 622750 w 1605470"/>
              <a:gd name="connsiteY47-14174" fmla="*/ 5363084 h 6858000"/>
              <a:gd name="connsiteX48-14175" fmla="*/ 638731 w 1605470"/>
              <a:gd name="connsiteY48-14176" fmla="*/ 5330009 h 6858000"/>
              <a:gd name="connsiteX49-14177" fmla="*/ 672224 w 1605470"/>
              <a:gd name="connsiteY49-14178" fmla="*/ 5273739 h 6858000"/>
              <a:gd name="connsiteX50-14179" fmla="*/ 681823 w 1605470"/>
              <a:gd name="connsiteY50-14180" fmla="*/ 5241779 h 6858000"/>
              <a:gd name="connsiteX51-14181" fmla="*/ 693049 w 1605470"/>
              <a:gd name="connsiteY51-14182" fmla="*/ 5225268 h 6858000"/>
              <a:gd name="connsiteX52-14183" fmla="*/ 694069 w 1605470"/>
              <a:gd name="connsiteY52-14184" fmla="*/ 5217684 h 6858000"/>
              <a:gd name="connsiteX53-14185" fmla="*/ 701410 w 1605470"/>
              <a:gd name="connsiteY53-14186" fmla="*/ 5193377 h 6858000"/>
              <a:gd name="connsiteX54-14187" fmla="*/ 704713 w 1605470"/>
              <a:gd name="connsiteY54-14188" fmla="*/ 5179288 h 6858000"/>
              <a:gd name="connsiteX55-14189" fmla="*/ 705697 w 1605470"/>
              <a:gd name="connsiteY55-14190" fmla="*/ 5173621 h 6858000"/>
              <a:gd name="connsiteX56-14191" fmla="*/ 701331 w 1605470"/>
              <a:gd name="connsiteY56-14192" fmla="*/ 5159961 h 6858000"/>
              <a:gd name="connsiteX57-14193" fmla="*/ 708008 w 1605470"/>
              <a:gd name="connsiteY57-14194" fmla="*/ 5144295 h 6858000"/>
              <a:gd name="connsiteX58-14195" fmla="*/ 704941 w 1605470"/>
              <a:gd name="connsiteY58-14196" fmla="*/ 5125185 h 6858000"/>
              <a:gd name="connsiteX59-14197" fmla="*/ 711771 w 1605470"/>
              <a:gd name="connsiteY59-14198" fmla="*/ 5121884 h 6858000"/>
              <a:gd name="connsiteX60-14199" fmla="*/ 721092 w 1605470"/>
              <a:gd name="connsiteY60-14200" fmla="*/ 5108383 h 6858000"/>
              <a:gd name="connsiteX61-14201" fmla="*/ 717045 w 1605470"/>
              <a:gd name="connsiteY61-14202" fmla="*/ 5094705 h 6858000"/>
              <a:gd name="connsiteX62-14203" fmla="*/ 718807 w 1605470"/>
              <a:gd name="connsiteY62-14204" fmla="*/ 5067850 h 6858000"/>
              <a:gd name="connsiteX63-14205" fmla="*/ 721538 w 1605470"/>
              <a:gd name="connsiteY63-14206" fmla="*/ 5060861 h 6858000"/>
              <a:gd name="connsiteX64-14207" fmla="*/ 718242 w 1605470"/>
              <a:gd name="connsiteY64-14208" fmla="*/ 5034192 h 6858000"/>
              <a:gd name="connsiteX65-14209" fmla="*/ 719796 w 1605470"/>
              <a:gd name="connsiteY65-14210" fmla="*/ 4993030 h 6858000"/>
              <a:gd name="connsiteX66-14211" fmla="*/ 726705 w 1605470"/>
              <a:gd name="connsiteY66-14212" fmla="*/ 4946844 h 6858000"/>
              <a:gd name="connsiteX67-14213" fmla="*/ 722561 w 1605470"/>
              <a:gd name="connsiteY67-14214" fmla="*/ 4932692 h 6858000"/>
              <a:gd name="connsiteX68-14215" fmla="*/ 724588 w 1605470"/>
              <a:gd name="connsiteY68-14216" fmla="*/ 4845927 h 6858000"/>
              <a:gd name="connsiteX69-14217" fmla="*/ 724935 w 1605470"/>
              <a:gd name="connsiteY69-14218" fmla="*/ 4821504 h 6858000"/>
              <a:gd name="connsiteX70-14219" fmla="*/ 732118 w 1605470"/>
              <a:gd name="connsiteY70-14220" fmla="*/ 4801535 h 6858000"/>
              <a:gd name="connsiteX71-14221" fmla="*/ 739787 w 1605470"/>
              <a:gd name="connsiteY71-14222" fmla="*/ 4797794 h 6858000"/>
              <a:gd name="connsiteX72-14223" fmla="*/ 741081 w 1605470"/>
              <a:gd name="connsiteY72-14224" fmla="*/ 4784526 h 6858000"/>
              <a:gd name="connsiteX73-14225" fmla="*/ 742865 w 1605470"/>
              <a:gd name="connsiteY73-14226" fmla="*/ 4781211 h 6858000"/>
              <a:gd name="connsiteX74-14227" fmla="*/ 751652 w 1605470"/>
              <a:gd name="connsiteY74-14228" fmla="*/ 4761984 h 6858000"/>
              <a:gd name="connsiteX75-14229" fmla="*/ 734671 w 1605470"/>
              <a:gd name="connsiteY75-14230" fmla="*/ 4715631 h 6858000"/>
              <a:gd name="connsiteX76-14231" fmla="*/ 743180 w 1605470"/>
              <a:gd name="connsiteY76-14232" fmla="*/ 4662965 h 6858000"/>
              <a:gd name="connsiteX77-14233" fmla="*/ 729578 w 1605470"/>
              <a:gd name="connsiteY77-14234" fmla="*/ 4456787 h 6858000"/>
              <a:gd name="connsiteX78-14235" fmla="*/ 756542 w 1605470"/>
              <a:gd name="connsiteY78-14236" fmla="*/ 4429138 h 6858000"/>
              <a:gd name="connsiteX79-14237" fmla="*/ 765660 w 1605470"/>
              <a:gd name="connsiteY79-14238" fmla="*/ 4308823 h 6858000"/>
              <a:gd name="connsiteX80-14239" fmla="*/ 715481 w 1605470"/>
              <a:gd name="connsiteY80-14240" fmla="*/ 4214165 h 6858000"/>
              <a:gd name="connsiteX81-14241" fmla="*/ 710868 w 1605470"/>
              <a:gd name="connsiteY81-14242" fmla="*/ 4048827 h 6858000"/>
              <a:gd name="connsiteX82-14243" fmla="*/ 704810 w 1605470"/>
              <a:gd name="connsiteY82-14244" fmla="*/ 4033999 h 6858000"/>
              <a:gd name="connsiteX83-14245" fmla="*/ 705959 w 1605470"/>
              <a:gd name="connsiteY83-14246" fmla="*/ 4031933 h 6858000"/>
              <a:gd name="connsiteX84-14247" fmla="*/ 704535 w 1605470"/>
              <a:gd name="connsiteY84-14248" fmla="*/ 4013953 h 6858000"/>
              <a:gd name="connsiteX85-14249" fmla="*/ 700443 w 1605470"/>
              <a:gd name="connsiteY85-14250" fmla="*/ 4010511 h 6858000"/>
              <a:gd name="connsiteX86-14251" fmla="*/ 698282 w 1605470"/>
              <a:gd name="connsiteY86-14252" fmla="*/ 3998331 h 6858000"/>
              <a:gd name="connsiteX87-14253" fmla="*/ 690830 w 1605470"/>
              <a:gd name="connsiteY87-14254" fmla="*/ 3974753 h 6858000"/>
              <a:gd name="connsiteX88-14255" fmla="*/ 692428 w 1605470"/>
              <a:gd name="connsiteY88-14256" fmla="*/ 3969950 h 6858000"/>
              <a:gd name="connsiteX89-14257" fmla="*/ 685850 w 1605470"/>
              <a:gd name="connsiteY89-14258" fmla="*/ 3933779 h 6858000"/>
              <a:gd name="connsiteX90-14259" fmla="*/ 687181 w 1605470"/>
              <a:gd name="connsiteY90-14260" fmla="*/ 3933093 h 6858000"/>
              <a:gd name="connsiteX91-14261" fmla="*/ 691535 w 1605470"/>
              <a:gd name="connsiteY91-14262" fmla="*/ 3922082 h 6858000"/>
              <a:gd name="connsiteX92-14263" fmla="*/ 696613 w 1605470"/>
              <a:gd name="connsiteY92-14264" fmla="*/ 3901461 h 6858000"/>
              <a:gd name="connsiteX93-14265" fmla="*/ 725908 w 1605470"/>
              <a:gd name="connsiteY93-14266" fmla="*/ 3851605 h 6858000"/>
              <a:gd name="connsiteX94-14267" fmla="*/ 719207 w 1605470"/>
              <a:gd name="connsiteY94-14268" fmla="*/ 3813873 h 6858000"/>
              <a:gd name="connsiteX95-14269" fmla="*/ 718632 w 1605470"/>
              <a:gd name="connsiteY95-14270" fmla="*/ 3806161 h 6858000"/>
              <a:gd name="connsiteX96-14271" fmla="*/ 718939 w 1605470"/>
              <a:gd name="connsiteY96-14272" fmla="*/ 3805957 h 6858000"/>
              <a:gd name="connsiteX97-14273" fmla="*/ 718966 w 1605470"/>
              <a:gd name="connsiteY97-14274" fmla="*/ 3797724 h 6858000"/>
              <a:gd name="connsiteX98-14275" fmla="*/ 717581 w 1605470"/>
              <a:gd name="connsiteY98-14276" fmla="*/ 3792098 h 6858000"/>
              <a:gd name="connsiteX99-14277" fmla="*/ 716465 w 1605470"/>
              <a:gd name="connsiteY99-14278" fmla="*/ 3777135 h 6858000"/>
              <a:gd name="connsiteX100-14279" fmla="*/ 718198 w 1605470"/>
              <a:gd name="connsiteY100-14280" fmla="*/ 3771656 h 6858000"/>
              <a:gd name="connsiteX101-14281" fmla="*/ 721941 w 1605470"/>
              <a:gd name="connsiteY101-14282" fmla="*/ 3769007 h 6858000"/>
              <a:gd name="connsiteX102-14283" fmla="*/ 721407 w 1605470"/>
              <a:gd name="connsiteY102-14284" fmla="*/ 3767709 h 6858000"/>
              <a:gd name="connsiteX103-14285" fmla="*/ 730103 w 1605470"/>
              <a:gd name="connsiteY103-14286" fmla="*/ 3738082 h 6858000"/>
              <a:gd name="connsiteX104-14287" fmla="*/ 737449 w 1605470"/>
              <a:gd name="connsiteY104-14288" fmla="*/ 3673397 h 6858000"/>
              <a:gd name="connsiteX105-14289" fmla="*/ 736745 w 1605470"/>
              <a:gd name="connsiteY105-14290" fmla="*/ 3637109 h 6858000"/>
              <a:gd name="connsiteX106-14291" fmla="*/ 740188 w 1605470"/>
              <a:gd name="connsiteY106-14292" fmla="*/ 3536883 h 6858000"/>
              <a:gd name="connsiteX107-14293" fmla="*/ 747726 w 1605470"/>
              <a:gd name="connsiteY107-14294" fmla="*/ 3435652 h 6858000"/>
              <a:gd name="connsiteX108-14295" fmla="*/ 774383 w 1605470"/>
              <a:gd name="connsiteY108-14296" fmla="*/ 3381564 h 6858000"/>
              <a:gd name="connsiteX109-14297" fmla="*/ 774870 w 1605470"/>
              <a:gd name="connsiteY109-14298" fmla="*/ 3375761 h 6858000"/>
              <a:gd name="connsiteX110-14299" fmla="*/ 770510 w 1605470"/>
              <a:gd name="connsiteY110-14300" fmla="*/ 3361844 h 6858000"/>
              <a:gd name="connsiteX111-14301" fmla="*/ 767933 w 1605470"/>
              <a:gd name="connsiteY111-14302" fmla="*/ 3356929 h 6858000"/>
              <a:gd name="connsiteX112-14303" fmla="*/ 766158 w 1605470"/>
              <a:gd name="connsiteY112-14304" fmla="*/ 3349058 h 6858000"/>
              <a:gd name="connsiteX113-14305" fmla="*/ 766414 w 1605470"/>
              <a:gd name="connsiteY113-14306" fmla="*/ 3348763 h 6858000"/>
              <a:gd name="connsiteX114-14307" fmla="*/ 764166 w 1605470"/>
              <a:gd name="connsiteY114-14308" fmla="*/ 3341588 h 6858000"/>
              <a:gd name="connsiteX115-14309" fmla="*/ 749397 w 1605470"/>
              <a:gd name="connsiteY115-14310" fmla="*/ 3307769 h 6858000"/>
              <a:gd name="connsiteX116-14311" fmla="*/ 766960 w 1605470"/>
              <a:gd name="connsiteY116-14312" fmla="*/ 3250522 h 6858000"/>
              <a:gd name="connsiteX117-14313" fmla="*/ 767385 w 1605470"/>
              <a:gd name="connsiteY117-14314" fmla="*/ 3229163 h 6858000"/>
              <a:gd name="connsiteX118-14315" fmla="*/ 769208 w 1605470"/>
              <a:gd name="connsiteY118-14316" fmla="*/ 3217217 h 6858000"/>
              <a:gd name="connsiteX119-14317" fmla="*/ 770350 w 1605470"/>
              <a:gd name="connsiteY119-14318" fmla="*/ 3216125 h 6858000"/>
              <a:gd name="connsiteX120-14319" fmla="*/ 756043 w 1605470"/>
              <a:gd name="connsiteY120-14320" fmla="*/ 3183755 h 6858000"/>
              <a:gd name="connsiteX121-14321" fmla="*/ 756544 w 1605470"/>
              <a:gd name="connsiteY121-14322" fmla="*/ 3178642 h 6858000"/>
              <a:gd name="connsiteX122-14323" fmla="*/ 744144 w 1605470"/>
              <a:gd name="connsiteY122-14324" fmla="*/ 3158586 h 6858000"/>
              <a:gd name="connsiteX123-14325" fmla="*/ 739378 w 1605470"/>
              <a:gd name="connsiteY123-14326" fmla="*/ 3147669 h 6858000"/>
              <a:gd name="connsiteX124-14327" fmla="*/ 734648 w 1605470"/>
              <a:gd name="connsiteY124-14328" fmla="*/ 3145733 h 6858000"/>
              <a:gd name="connsiteX125-14329" fmla="*/ 729329 w 1605470"/>
              <a:gd name="connsiteY125-14330" fmla="*/ 3129034 h 6858000"/>
              <a:gd name="connsiteX126-14331" fmla="*/ 729994 w 1605470"/>
              <a:gd name="connsiteY126-14332" fmla="*/ 3126682 h 6858000"/>
              <a:gd name="connsiteX127-14333" fmla="*/ 720862 w 1605470"/>
              <a:gd name="connsiteY127-14334" fmla="*/ 3114519 h 6858000"/>
              <a:gd name="connsiteX128-14335" fmla="*/ 707471 w 1605470"/>
              <a:gd name="connsiteY128-14336" fmla="*/ 3106272 h 6858000"/>
              <a:gd name="connsiteX129-14337" fmla="*/ 680201 w 1605470"/>
              <a:gd name="connsiteY129-14338" fmla="*/ 2958185 h 6858000"/>
              <a:gd name="connsiteX130-14339" fmla="*/ 622815 w 1605470"/>
              <a:gd name="connsiteY130-14340" fmla="*/ 2762989 h 6858000"/>
              <a:gd name="connsiteX131-14341" fmla="*/ 571733 w 1605470"/>
              <a:gd name="connsiteY131-14342" fmla="*/ 2554718 h 6858000"/>
              <a:gd name="connsiteX132-14343" fmla="*/ 551827 w 1605470"/>
              <a:gd name="connsiteY132-14344" fmla="*/ 2485734 h 6858000"/>
              <a:gd name="connsiteX133-14345" fmla="*/ 542550 w 1605470"/>
              <a:gd name="connsiteY133-14346" fmla="*/ 2447068 h 6858000"/>
              <a:gd name="connsiteX134-14347" fmla="*/ 529511 w 1605470"/>
              <a:gd name="connsiteY134-14348" fmla="*/ 2425819 h 6858000"/>
              <a:gd name="connsiteX135-14349" fmla="*/ 528878 w 1605470"/>
              <a:gd name="connsiteY135-14350" fmla="*/ 2408971 h 6858000"/>
              <a:gd name="connsiteX136-14351" fmla="*/ 535510 w 1605470"/>
              <a:gd name="connsiteY136-14352" fmla="*/ 2402874 h 6858000"/>
              <a:gd name="connsiteX137-14353" fmla="*/ 538122 w 1605470"/>
              <a:gd name="connsiteY137-14354" fmla="*/ 2381443 h 6858000"/>
              <a:gd name="connsiteX138-14355" fmla="*/ 514451 w 1605470"/>
              <a:gd name="connsiteY138-14356" fmla="*/ 2261920 h 6858000"/>
              <a:gd name="connsiteX139-14357" fmla="*/ 486968 w 1605470"/>
              <a:gd name="connsiteY139-14358" fmla="*/ 2182937 h 6858000"/>
              <a:gd name="connsiteX140-14359" fmla="*/ 488555 w 1605470"/>
              <a:gd name="connsiteY140-14360" fmla="*/ 2155135 h 6858000"/>
              <a:gd name="connsiteX141-14361" fmla="*/ 486013 w 1605470"/>
              <a:gd name="connsiteY141-14362" fmla="*/ 2118008 h 6858000"/>
              <a:gd name="connsiteX142-14363" fmla="*/ 487006 w 1605470"/>
              <a:gd name="connsiteY142-14364" fmla="*/ 2050531 h 6858000"/>
              <a:gd name="connsiteX143-14365" fmla="*/ 478812 w 1605470"/>
              <a:gd name="connsiteY143-14366" fmla="*/ 1963269 h 6858000"/>
              <a:gd name="connsiteX144-14367" fmla="*/ 442619 w 1605470"/>
              <a:gd name="connsiteY144-14368" fmla="*/ 1910499 h 6858000"/>
              <a:gd name="connsiteX145-14369" fmla="*/ 446785 w 1605470"/>
              <a:gd name="connsiteY145-14370" fmla="*/ 1903212 h 6858000"/>
              <a:gd name="connsiteX146-14371" fmla="*/ 436547 w 1605470"/>
              <a:gd name="connsiteY146-14372" fmla="*/ 1861531 h 6858000"/>
              <a:gd name="connsiteX147-14373" fmla="*/ 390346 w 1605470"/>
              <a:gd name="connsiteY147-14374" fmla="*/ 1732919 h 6858000"/>
              <a:gd name="connsiteX148-14375" fmla="*/ 362657 w 1605470"/>
              <a:gd name="connsiteY148-14376" fmla="*/ 1663540 h 6858000"/>
              <a:gd name="connsiteX149-14377" fmla="*/ 361783 w 1605470"/>
              <a:gd name="connsiteY149-14378" fmla="*/ 1615777 h 6858000"/>
              <a:gd name="connsiteX150-14379" fmla="*/ 342578 w 1605470"/>
              <a:gd name="connsiteY150-14380" fmla="*/ 1563678 h 6858000"/>
              <a:gd name="connsiteX151-14381" fmla="*/ 355658 w 1605470"/>
              <a:gd name="connsiteY151-14382" fmla="*/ 1519474 h 6858000"/>
              <a:gd name="connsiteX152-14383" fmla="*/ 348400 w 1605470"/>
              <a:gd name="connsiteY152-14384" fmla="*/ 1477995 h 6858000"/>
              <a:gd name="connsiteX153-14385" fmla="*/ 334485 w 1605470"/>
              <a:gd name="connsiteY153-14386" fmla="*/ 1373769 h 6858000"/>
              <a:gd name="connsiteX154-14387" fmla="*/ 342792 w 1605470"/>
              <a:gd name="connsiteY154-14388" fmla="*/ 1307086 h 6858000"/>
              <a:gd name="connsiteX155-14389" fmla="*/ 343980 w 1605470"/>
              <a:gd name="connsiteY155-14390" fmla="*/ 1189033 h 6858000"/>
              <a:gd name="connsiteX156-14391" fmla="*/ 348665 w 1605470"/>
              <a:gd name="connsiteY156-14392" fmla="*/ 1168288 h 6858000"/>
              <a:gd name="connsiteX157-14393" fmla="*/ 340947 w 1605470"/>
              <a:gd name="connsiteY157-14394" fmla="*/ 1142577 h 6858000"/>
              <a:gd name="connsiteX158-14395" fmla="*/ 330253 w 1605470"/>
              <a:gd name="connsiteY158-14396" fmla="*/ 1088484 h 6858000"/>
              <a:gd name="connsiteX159-14397" fmla="*/ 318989 w 1605470"/>
              <a:gd name="connsiteY159-14398" fmla="*/ 1016103 h 6858000"/>
              <a:gd name="connsiteX160-14399" fmla="*/ 320445 w 1605470"/>
              <a:gd name="connsiteY160-14400" fmla="*/ 932283 h 6858000"/>
              <a:gd name="connsiteX161-14401" fmla="*/ 322681 w 1605470"/>
              <a:gd name="connsiteY161-14402" fmla="*/ 915925 h 6858000"/>
              <a:gd name="connsiteX162-14403" fmla="*/ 315310 w 1605470"/>
              <a:gd name="connsiteY162-14404" fmla="*/ 896999 h 6858000"/>
              <a:gd name="connsiteX163-14405" fmla="*/ 284718 w 1605470"/>
              <a:gd name="connsiteY163-14406" fmla="*/ 821517 h 6858000"/>
              <a:gd name="connsiteX164-14407" fmla="*/ 263668 w 1605470"/>
              <a:gd name="connsiteY164-14408" fmla="*/ 751353 h 6858000"/>
              <a:gd name="connsiteX165-14409" fmla="*/ 263226 w 1605470"/>
              <a:gd name="connsiteY165-14410" fmla="*/ 721230 h 6858000"/>
              <a:gd name="connsiteX166-14411" fmla="*/ 248897 w 1605470"/>
              <a:gd name="connsiteY166-14412" fmla="*/ 681659 h 6858000"/>
              <a:gd name="connsiteX167-14413" fmla="*/ 234316 w 1605470"/>
              <a:gd name="connsiteY167-14414" fmla="*/ 635218 h 6858000"/>
              <a:gd name="connsiteX168-14415" fmla="*/ 239327 w 1605470"/>
              <a:gd name="connsiteY168-14416" fmla="*/ 613763 h 6858000"/>
              <a:gd name="connsiteX169-14417" fmla="*/ 225269 w 1605470"/>
              <a:gd name="connsiteY169-14418" fmla="*/ 598582 h 6858000"/>
              <a:gd name="connsiteX170-14419" fmla="*/ 224950 w 1605470"/>
              <a:gd name="connsiteY170-14420" fmla="*/ 576846 h 6858000"/>
              <a:gd name="connsiteX171-14421" fmla="*/ 204576 w 1605470"/>
              <a:gd name="connsiteY171-14422" fmla="*/ 530055 h 6858000"/>
              <a:gd name="connsiteX172-14423" fmla="*/ 219064 w 1605470"/>
              <a:gd name="connsiteY172-14424" fmla="*/ 469651 h 6858000"/>
              <a:gd name="connsiteX173-14425" fmla="*/ 195012 w 1605470"/>
              <a:gd name="connsiteY173-14426" fmla="*/ 448559 h 6858000"/>
              <a:gd name="connsiteX174-14427" fmla="*/ 201434 w 1605470"/>
              <a:gd name="connsiteY174-14428" fmla="*/ 441529 h 6858000"/>
              <a:gd name="connsiteX175-14429" fmla="*/ 200655 w 1605470"/>
              <a:gd name="connsiteY175-14430" fmla="*/ 428927 h 6858000"/>
              <a:gd name="connsiteX176-14431" fmla="*/ 190059 w 1605470"/>
              <a:gd name="connsiteY176-14432" fmla="*/ 430161 h 6858000"/>
              <a:gd name="connsiteX177-14433" fmla="*/ 167079 w 1605470"/>
              <a:gd name="connsiteY177-14434" fmla="*/ 367211 h 6858000"/>
              <a:gd name="connsiteX178-14435" fmla="*/ 124571 w 1605470"/>
              <a:gd name="connsiteY178-14436" fmla="*/ 302178 h 6858000"/>
              <a:gd name="connsiteX179-14437" fmla="*/ 103243 w 1605470"/>
              <a:gd name="connsiteY179-14438" fmla="*/ 211375 h 6858000"/>
              <a:gd name="connsiteX180-14439" fmla="*/ 94571 w 1605470"/>
              <a:gd name="connsiteY180-14440" fmla="*/ 184179 h 6858000"/>
              <a:gd name="connsiteX181-14441" fmla="*/ 13437 w 1605470"/>
              <a:gd name="connsiteY181-14442" fmla="*/ 19287 h 6858000"/>
              <a:gd name="connsiteX182-14443" fmla="*/ 0 w 1605470"/>
              <a:gd name="connsiteY182-14444" fmla="*/ 0 h 6858000"/>
              <a:gd name="connsiteX0-14445" fmla="*/ 0 w 1605470"/>
              <a:gd name="connsiteY0-14446" fmla="*/ 0 h 6858000"/>
              <a:gd name="connsiteX1-14447" fmla="*/ 1605470 w 1605470"/>
              <a:gd name="connsiteY1-14448" fmla="*/ 0 h 6858000"/>
              <a:gd name="connsiteX2-14449" fmla="*/ 1605470 w 1605470"/>
              <a:gd name="connsiteY2-14450" fmla="*/ 6858000 h 6858000"/>
              <a:gd name="connsiteX3-14451" fmla="*/ 154105 w 1605470"/>
              <a:gd name="connsiteY3-14452" fmla="*/ 6858000 h 6858000"/>
              <a:gd name="connsiteX4-14453" fmla="*/ 154246 w 1605470"/>
              <a:gd name="connsiteY4-14454" fmla="*/ 6857735 h 6858000"/>
              <a:gd name="connsiteX5-14455" fmla="*/ 166295 w 1605470"/>
              <a:gd name="connsiteY5-14456" fmla="*/ 6809549 h 6858000"/>
              <a:gd name="connsiteX6-14457" fmla="*/ 198506 w 1605470"/>
              <a:gd name="connsiteY6-14458" fmla="*/ 6715115 h 6858000"/>
              <a:gd name="connsiteX7-14459" fmla="*/ 208357 w 1605470"/>
              <a:gd name="connsiteY7-14460" fmla="*/ 6680170 h 6858000"/>
              <a:gd name="connsiteX8-14461" fmla="*/ 233907 w 1605470"/>
              <a:gd name="connsiteY8-14462" fmla="*/ 6621207 h 6858000"/>
              <a:gd name="connsiteX9-14463" fmla="*/ 250564 w 1605470"/>
              <a:gd name="connsiteY9-14464" fmla="*/ 6596265 h 6858000"/>
              <a:gd name="connsiteX10-14465" fmla="*/ 250443 w 1605470"/>
              <a:gd name="connsiteY10-14466" fmla="*/ 6594818 h 6858000"/>
              <a:gd name="connsiteX11-14467" fmla="*/ 254688 w 1605470"/>
              <a:gd name="connsiteY11-14468" fmla="*/ 6593735 h 6858000"/>
              <a:gd name="connsiteX12-14469" fmla="*/ 257885 w 1605470"/>
              <a:gd name="connsiteY12-14470" fmla="*/ 6589172 h 6858000"/>
              <a:gd name="connsiteX13-14471" fmla="*/ 261179 w 1605470"/>
              <a:gd name="connsiteY13-14472" fmla="*/ 6574442 h 6858000"/>
              <a:gd name="connsiteX14-14473" fmla="*/ 261519 w 1605470"/>
              <a:gd name="connsiteY14-14474" fmla="*/ 6568530 h 6858000"/>
              <a:gd name="connsiteX15-14475" fmla="*/ 263928 w 1605470"/>
              <a:gd name="connsiteY15-14476" fmla="*/ 6560674 h 6858000"/>
              <a:gd name="connsiteX16-14477" fmla="*/ 264273 w 1605470"/>
              <a:gd name="connsiteY16-14478" fmla="*/ 6560598 h 6858000"/>
              <a:gd name="connsiteX17-14479" fmla="*/ 265970 w 1605470"/>
              <a:gd name="connsiteY17-14480" fmla="*/ 6553006 h 6858000"/>
              <a:gd name="connsiteX18-14481" fmla="*/ 270666 w 1605470"/>
              <a:gd name="connsiteY18-14482" fmla="*/ 6514360 h 6858000"/>
              <a:gd name="connsiteX19-14483" fmla="*/ 312320 w 1605470"/>
              <a:gd name="connsiteY19-14484" fmla="*/ 6478062 h 6858000"/>
              <a:gd name="connsiteX20-14485" fmla="*/ 323009 w 1605470"/>
              <a:gd name="connsiteY20-14486" fmla="*/ 6460325 h 6858000"/>
              <a:gd name="connsiteX21-14487" fmla="*/ 330242 w 1605470"/>
              <a:gd name="connsiteY21-14488" fmla="*/ 6451488 h 6858000"/>
              <a:gd name="connsiteX22-14489" fmla="*/ 331677 w 1605470"/>
              <a:gd name="connsiteY22-14490" fmla="*/ 6451348 h 6858000"/>
              <a:gd name="connsiteX23-14491" fmla="*/ 336035 w 1605470"/>
              <a:gd name="connsiteY23-14492" fmla="*/ 6414240 h 6858000"/>
              <a:gd name="connsiteX24-14493" fmla="*/ 338911 w 1605470"/>
              <a:gd name="connsiteY24-14494" fmla="*/ 6410269 h 6858000"/>
              <a:gd name="connsiteX25-14495" fmla="*/ 338811 w 1605470"/>
              <a:gd name="connsiteY25-14496" fmla="*/ 6384857 h 6858000"/>
              <a:gd name="connsiteX26-14497" fmla="*/ 340328 w 1605470"/>
              <a:gd name="connsiteY26-14498" fmla="*/ 6372381 h 6858000"/>
              <a:gd name="connsiteX27-14499" fmla="*/ 337522 w 1605470"/>
              <a:gd name="connsiteY27-14500" fmla="*/ 6367510 h 6858000"/>
              <a:gd name="connsiteX28-14501" fmla="*/ 341402 w 1605470"/>
              <a:gd name="connsiteY28-14502" fmla="*/ 6349778 h 6858000"/>
              <a:gd name="connsiteX29-14503" fmla="*/ 343067 w 1605470"/>
              <a:gd name="connsiteY29-14504" fmla="*/ 6348250 h 6858000"/>
              <a:gd name="connsiteX30-14505" fmla="*/ 341730 w 1605470"/>
              <a:gd name="connsiteY30-14506" fmla="*/ 6331735 h 6858000"/>
              <a:gd name="connsiteX31-14507" fmla="*/ 335123 w 1605470"/>
              <a:gd name="connsiteY31-14508" fmla="*/ 6315613 h 6858000"/>
              <a:gd name="connsiteX32-14509" fmla="*/ 385303 w 1605470"/>
              <a:gd name="connsiteY32-14510" fmla="*/ 6171970 h 6858000"/>
              <a:gd name="connsiteX33-14511" fmla="*/ 380910 w 1605470"/>
              <a:gd name="connsiteY33-14512" fmla="*/ 6028119 h 6858000"/>
              <a:gd name="connsiteX34-14513" fmla="*/ 409371 w 1605470"/>
              <a:gd name="connsiteY34-14514" fmla="*/ 5950668 h 6858000"/>
              <a:gd name="connsiteX35-14515" fmla="*/ 442432 w 1605470"/>
              <a:gd name="connsiteY35-14516" fmla="*/ 5934687 h 6858000"/>
              <a:gd name="connsiteX36-14517" fmla="*/ 489472 w 1605470"/>
              <a:gd name="connsiteY36-14518" fmla="*/ 5732419 h 6858000"/>
              <a:gd name="connsiteX37-14519" fmla="*/ 512623 w 1605470"/>
              <a:gd name="connsiteY37-14520" fmla="*/ 5685392 h 6858000"/>
              <a:gd name="connsiteX38-14521" fmla="*/ 510261 w 1605470"/>
              <a:gd name="connsiteY38-14522" fmla="*/ 5634527 h 6858000"/>
              <a:gd name="connsiteX39-14523" fmla="*/ 523992 w 1605470"/>
              <a:gd name="connsiteY39-14524" fmla="*/ 5619557 h 6858000"/>
              <a:gd name="connsiteX40-14525" fmla="*/ 526609 w 1605470"/>
              <a:gd name="connsiteY40-14526" fmla="*/ 5617081 h 6858000"/>
              <a:gd name="connsiteX41-14527" fmla="*/ 531653 w 1605470"/>
              <a:gd name="connsiteY41-14528" fmla="*/ 5604904 h 6858000"/>
              <a:gd name="connsiteX42-14529" fmla="*/ 539863 w 1605470"/>
              <a:gd name="connsiteY42-14530" fmla="*/ 5604298 h 6858000"/>
              <a:gd name="connsiteX43-14531" fmla="*/ 552319 w 1605470"/>
              <a:gd name="connsiteY43-14532" fmla="*/ 5587997 h 6858000"/>
              <a:gd name="connsiteX44-14533" fmla="*/ 559710 w 1605470"/>
              <a:gd name="connsiteY44-14534" fmla="*/ 5564796 h 6858000"/>
              <a:gd name="connsiteX45-14535" fmla="*/ 587214 w 1605470"/>
              <a:gd name="connsiteY45-14536" fmla="*/ 5451511 h 6858000"/>
              <a:gd name="connsiteX46-14537" fmla="*/ 608019 w 1605470"/>
              <a:gd name="connsiteY46-14538" fmla="*/ 5385461 h 6858000"/>
              <a:gd name="connsiteX47-14539" fmla="*/ 622750 w 1605470"/>
              <a:gd name="connsiteY47-14540" fmla="*/ 5363084 h 6858000"/>
              <a:gd name="connsiteX48-14541" fmla="*/ 638731 w 1605470"/>
              <a:gd name="connsiteY48-14542" fmla="*/ 5330009 h 6858000"/>
              <a:gd name="connsiteX49-14543" fmla="*/ 672224 w 1605470"/>
              <a:gd name="connsiteY49-14544" fmla="*/ 5273739 h 6858000"/>
              <a:gd name="connsiteX50-14545" fmla="*/ 681823 w 1605470"/>
              <a:gd name="connsiteY50-14546" fmla="*/ 5241779 h 6858000"/>
              <a:gd name="connsiteX51-14547" fmla="*/ 693049 w 1605470"/>
              <a:gd name="connsiteY51-14548" fmla="*/ 5225268 h 6858000"/>
              <a:gd name="connsiteX52-14549" fmla="*/ 694069 w 1605470"/>
              <a:gd name="connsiteY52-14550" fmla="*/ 5217684 h 6858000"/>
              <a:gd name="connsiteX53-14551" fmla="*/ 701410 w 1605470"/>
              <a:gd name="connsiteY53-14552" fmla="*/ 5193377 h 6858000"/>
              <a:gd name="connsiteX54-14553" fmla="*/ 704713 w 1605470"/>
              <a:gd name="connsiteY54-14554" fmla="*/ 5179288 h 6858000"/>
              <a:gd name="connsiteX55-14555" fmla="*/ 705697 w 1605470"/>
              <a:gd name="connsiteY55-14556" fmla="*/ 5173621 h 6858000"/>
              <a:gd name="connsiteX56-14557" fmla="*/ 701331 w 1605470"/>
              <a:gd name="connsiteY56-14558" fmla="*/ 5159961 h 6858000"/>
              <a:gd name="connsiteX57-14559" fmla="*/ 708008 w 1605470"/>
              <a:gd name="connsiteY57-14560" fmla="*/ 5144295 h 6858000"/>
              <a:gd name="connsiteX58-14561" fmla="*/ 704941 w 1605470"/>
              <a:gd name="connsiteY58-14562" fmla="*/ 5125185 h 6858000"/>
              <a:gd name="connsiteX59-14563" fmla="*/ 711771 w 1605470"/>
              <a:gd name="connsiteY59-14564" fmla="*/ 5121884 h 6858000"/>
              <a:gd name="connsiteX60-14565" fmla="*/ 721092 w 1605470"/>
              <a:gd name="connsiteY60-14566" fmla="*/ 5108383 h 6858000"/>
              <a:gd name="connsiteX61-14567" fmla="*/ 717045 w 1605470"/>
              <a:gd name="connsiteY61-14568" fmla="*/ 5094705 h 6858000"/>
              <a:gd name="connsiteX62-14569" fmla="*/ 718807 w 1605470"/>
              <a:gd name="connsiteY62-14570" fmla="*/ 5067850 h 6858000"/>
              <a:gd name="connsiteX63-14571" fmla="*/ 721538 w 1605470"/>
              <a:gd name="connsiteY63-14572" fmla="*/ 5060861 h 6858000"/>
              <a:gd name="connsiteX64-14573" fmla="*/ 718242 w 1605470"/>
              <a:gd name="connsiteY64-14574" fmla="*/ 5034192 h 6858000"/>
              <a:gd name="connsiteX65-14575" fmla="*/ 719796 w 1605470"/>
              <a:gd name="connsiteY65-14576" fmla="*/ 4993030 h 6858000"/>
              <a:gd name="connsiteX66-14577" fmla="*/ 726705 w 1605470"/>
              <a:gd name="connsiteY66-14578" fmla="*/ 4946844 h 6858000"/>
              <a:gd name="connsiteX67-14579" fmla="*/ 722561 w 1605470"/>
              <a:gd name="connsiteY67-14580" fmla="*/ 4932692 h 6858000"/>
              <a:gd name="connsiteX68-14581" fmla="*/ 724588 w 1605470"/>
              <a:gd name="connsiteY68-14582" fmla="*/ 4845927 h 6858000"/>
              <a:gd name="connsiteX69-14583" fmla="*/ 724935 w 1605470"/>
              <a:gd name="connsiteY69-14584" fmla="*/ 4821504 h 6858000"/>
              <a:gd name="connsiteX70-14585" fmla="*/ 732118 w 1605470"/>
              <a:gd name="connsiteY70-14586" fmla="*/ 4801535 h 6858000"/>
              <a:gd name="connsiteX71-14587" fmla="*/ 739787 w 1605470"/>
              <a:gd name="connsiteY71-14588" fmla="*/ 4797794 h 6858000"/>
              <a:gd name="connsiteX72-14589" fmla="*/ 741081 w 1605470"/>
              <a:gd name="connsiteY72-14590" fmla="*/ 4784526 h 6858000"/>
              <a:gd name="connsiteX73-14591" fmla="*/ 742865 w 1605470"/>
              <a:gd name="connsiteY73-14592" fmla="*/ 4781211 h 6858000"/>
              <a:gd name="connsiteX74-14593" fmla="*/ 751652 w 1605470"/>
              <a:gd name="connsiteY74-14594" fmla="*/ 4761984 h 6858000"/>
              <a:gd name="connsiteX75-14595" fmla="*/ 734671 w 1605470"/>
              <a:gd name="connsiteY75-14596" fmla="*/ 4715631 h 6858000"/>
              <a:gd name="connsiteX76-14597" fmla="*/ 743180 w 1605470"/>
              <a:gd name="connsiteY76-14598" fmla="*/ 4662965 h 6858000"/>
              <a:gd name="connsiteX77-14599" fmla="*/ 729578 w 1605470"/>
              <a:gd name="connsiteY77-14600" fmla="*/ 4456787 h 6858000"/>
              <a:gd name="connsiteX78-14601" fmla="*/ 756542 w 1605470"/>
              <a:gd name="connsiteY78-14602" fmla="*/ 4429138 h 6858000"/>
              <a:gd name="connsiteX79-14603" fmla="*/ 765660 w 1605470"/>
              <a:gd name="connsiteY79-14604" fmla="*/ 4308823 h 6858000"/>
              <a:gd name="connsiteX80-14605" fmla="*/ 715481 w 1605470"/>
              <a:gd name="connsiteY80-14606" fmla="*/ 4214165 h 6858000"/>
              <a:gd name="connsiteX81-14607" fmla="*/ 719554 w 1605470"/>
              <a:gd name="connsiteY81-14608" fmla="*/ 4090296 h 6858000"/>
              <a:gd name="connsiteX82-14609" fmla="*/ 704810 w 1605470"/>
              <a:gd name="connsiteY82-14610" fmla="*/ 4033999 h 6858000"/>
              <a:gd name="connsiteX83-14611" fmla="*/ 705959 w 1605470"/>
              <a:gd name="connsiteY83-14612" fmla="*/ 4031933 h 6858000"/>
              <a:gd name="connsiteX84-14613" fmla="*/ 704535 w 1605470"/>
              <a:gd name="connsiteY84-14614" fmla="*/ 4013953 h 6858000"/>
              <a:gd name="connsiteX85-14615" fmla="*/ 700443 w 1605470"/>
              <a:gd name="connsiteY85-14616" fmla="*/ 4010511 h 6858000"/>
              <a:gd name="connsiteX86-14617" fmla="*/ 698282 w 1605470"/>
              <a:gd name="connsiteY86-14618" fmla="*/ 3998331 h 6858000"/>
              <a:gd name="connsiteX87-14619" fmla="*/ 690830 w 1605470"/>
              <a:gd name="connsiteY87-14620" fmla="*/ 3974753 h 6858000"/>
              <a:gd name="connsiteX88-14621" fmla="*/ 692428 w 1605470"/>
              <a:gd name="connsiteY88-14622" fmla="*/ 3969950 h 6858000"/>
              <a:gd name="connsiteX89-14623" fmla="*/ 685850 w 1605470"/>
              <a:gd name="connsiteY89-14624" fmla="*/ 3933779 h 6858000"/>
              <a:gd name="connsiteX90-14625" fmla="*/ 687181 w 1605470"/>
              <a:gd name="connsiteY90-14626" fmla="*/ 3933093 h 6858000"/>
              <a:gd name="connsiteX91-14627" fmla="*/ 691535 w 1605470"/>
              <a:gd name="connsiteY91-14628" fmla="*/ 3922082 h 6858000"/>
              <a:gd name="connsiteX92-14629" fmla="*/ 696613 w 1605470"/>
              <a:gd name="connsiteY92-14630" fmla="*/ 3901461 h 6858000"/>
              <a:gd name="connsiteX93-14631" fmla="*/ 725908 w 1605470"/>
              <a:gd name="connsiteY93-14632" fmla="*/ 3851605 h 6858000"/>
              <a:gd name="connsiteX94-14633" fmla="*/ 719207 w 1605470"/>
              <a:gd name="connsiteY94-14634" fmla="*/ 3813873 h 6858000"/>
              <a:gd name="connsiteX95-14635" fmla="*/ 718632 w 1605470"/>
              <a:gd name="connsiteY95-14636" fmla="*/ 3806161 h 6858000"/>
              <a:gd name="connsiteX96-14637" fmla="*/ 718939 w 1605470"/>
              <a:gd name="connsiteY96-14638" fmla="*/ 3805957 h 6858000"/>
              <a:gd name="connsiteX97-14639" fmla="*/ 718966 w 1605470"/>
              <a:gd name="connsiteY97-14640" fmla="*/ 3797724 h 6858000"/>
              <a:gd name="connsiteX98-14641" fmla="*/ 717581 w 1605470"/>
              <a:gd name="connsiteY98-14642" fmla="*/ 3792098 h 6858000"/>
              <a:gd name="connsiteX99-14643" fmla="*/ 716465 w 1605470"/>
              <a:gd name="connsiteY99-14644" fmla="*/ 3777135 h 6858000"/>
              <a:gd name="connsiteX100-14645" fmla="*/ 718198 w 1605470"/>
              <a:gd name="connsiteY100-14646" fmla="*/ 3771656 h 6858000"/>
              <a:gd name="connsiteX101-14647" fmla="*/ 721941 w 1605470"/>
              <a:gd name="connsiteY101-14648" fmla="*/ 3769007 h 6858000"/>
              <a:gd name="connsiteX102-14649" fmla="*/ 721407 w 1605470"/>
              <a:gd name="connsiteY102-14650" fmla="*/ 3767709 h 6858000"/>
              <a:gd name="connsiteX103-14651" fmla="*/ 730103 w 1605470"/>
              <a:gd name="connsiteY103-14652" fmla="*/ 3738082 h 6858000"/>
              <a:gd name="connsiteX104-14653" fmla="*/ 737449 w 1605470"/>
              <a:gd name="connsiteY104-14654" fmla="*/ 3673397 h 6858000"/>
              <a:gd name="connsiteX105-14655" fmla="*/ 736745 w 1605470"/>
              <a:gd name="connsiteY105-14656" fmla="*/ 3637109 h 6858000"/>
              <a:gd name="connsiteX106-14657" fmla="*/ 740188 w 1605470"/>
              <a:gd name="connsiteY106-14658" fmla="*/ 3536883 h 6858000"/>
              <a:gd name="connsiteX107-14659" fmla="*/ 747726 w 1605470"/>
              <a:gd name="connsiteY107-14660" fmla="*/ 3435652 h 6858000"/>
              <a:gd name="connsiteX108-14661" fmla="*/ 774383 w 1605470"/>
              <a:gd name="connsiteY108-14662" fmla="*/ 3381564 h 6858000"/>
              <a:gd name="connsiteX109-14663" fmla="*/ 774870 w 1605470"/>
              <a:gd name="connsiteY109-14664" fmla="*/ 3375761 h 6858000"/>
              <a:gd name="connsiteX110-14665" fmla="*/ 770510 w 1605470"/>
              <a:gd name="connsiteY110-14666" fmla="*/ 3361844 h 6858000"/>
              <a:gd name="connsiteX111-14667" fmla="*/ 767933 w 1605470"/>
              <a:gd name="connsiteY111-14668" fmla="*/ 3356929 h 6858000"/>
              <a:gd name="connsiteX112-14669" fmla="*/ 766158 w 1605470"/>
              <a:gd name="connsiteY112-14670" fmla="*/ 3349058 h 6858000"/>
              <a:gd name="connsiteX113-14671" fmla="*/ 766414 w 1605470"/>
              <a:gd name="connsiteY113-14672" fmla="*/ 3348763 h 6858000"/>
              <a:gd name="connsiteX114-14673" fmla="*/ 764166 w 1605470"/>
              <a:gd name="connsiteY114-14674" fmla="*/ 3341588 h 6858000"/>
              <a:gd name="connsiteX115-14675" fmla="*/ 749397 w 1605470"/>
              <a:gd name="connsiteY115-14676" fmla="*/ 3307769 h 6858000"/>
              <a:gd name="connsiteX116-14677" fmla="*/ 766960 w 1605470"/>
              <a:gd name="connsiteY116-14678" fmla="*/ 3250522 h 6858000"/>
              <a:gd name="connsiteX117-14679" fmla="*/ 767385 w 1605470"/>
              <a:gd name="connsiteY117-14680" fmla="*/ 3229163 h 6858000"/>
              <a:gd name="connsiteX118-14681" fmla="*/ 769208 w 1605470"/>
              <a:gd name="connsiteY118-14682" fmla="*/ 3217217 h 6858000"/>
              <a:gd name="connsiteX119-14683" fmla="*/ 770350 w 1605470"/>
              <a:gd name="connsiteY119-14684" fmla="*/ 3216125 h 6858000"/>
              <a:gd name="connsiteX120-14685" fmla="*/ 756043 w 1605470"/>
              <a:gd name="connsiteY120-14686" fmla="*/ 3183755 h 6858000"/>
              <a:gd name="connsiteX121-14687" fmla="*/ 756544 w 1605470"/>
              <a:gd name="connsiteY121-14688" fmla="*/ 3178642 h 6858000"/>
              <a:gd name="connsiteX122-14689" fmla="*/ 744144 w 1605470"/>
              <a:gd name="connsiteY122-14690" fmla="*/ 3158586 h 6858000"/>
              <a:gd name="connsiteX123-14691" fmla="*/ 739378 w 1605470"/>
              <a:gd name="connsiteY123-14692" fmla="*/ 3147669 h 6858000"/>
              <a:gd name="connsiteX124-14693" fmla="*/ 734648 w 1605470"/>
              <a:gd name="connsiteY124-14694" fmla="*/ 3145733 h 6858000"/>
              <a:gd name="connsiteX125-14695" fmla="*/ 729329 w 1605470"/>
              <a:gd name="connsiteY125-14696" fmla="*/ 3129034 h 6858000"/>
              <a:gd name="connsiteX126-14697" fmla="*/ 729994 w 1605470"/>
              <a:gd name="connsiteY126-14698" fmla="*/ 3126682 h 6858000"/>
              <a:gd name="connsiteX127-14699" fmla="*/ 720862 w 1605470"/>
              <a:gd name="connsiteY127-14700" fmla="*/ 3114519 h 6858000"/>
              <a:gd name="connsiteX128-14701" fmla="*/ 707471 w 1605470"/>
              <a:gd name="connsiteY128-14702" fmla="*/ 3106272 h 6858000"/>
              <a:gd name="connsiteX129-14703" fmla="*/ 680201 w 1605470"/>
              <a:gd name="connsiteY129-14704" fmla="*/ 2958185 h 6858000"/>
              <a:gd name="connsiteX130-14705" fmla="*/ 622815 w 1605470"/>
              <a:gd name="connsiteY130-14706" fmla="*/ 2762989 h 6858000"/>
              <a:gd name="connsiteX131-14707" fmla="*/ 571733 w 1605470"/>
              <a:gd name="connsiteY131-14708" fmla="*/ 2554718 h 6858000"/>
              <a:gd name="connsiteX132-14709" fmla="*/ 551827 w 1605470"/>
              <a:gd name="connsiteY132-14710" fmla="*/ 2485734 h 6858000"/>
              <a:gd name="connsiteX133-14711" fmla="*/ 542550 w 1605470"/>
              <a:gd name="connsiteY133-14712" fmla="*/ 2447068 h 6858000"/>
              <a:gd name="connsiteX134-14713" fmla="*/ 529511 w 1605470"/>
              <a:gd name="connsiteY134-14714" fmla="*/ 2425819 h 6858000"/>
              <a:gd name="connsiteX135-14715" fmla="*/ 528878 w 1605470"/>
              <a:gd name="connsiteY135-14716" fmla="*/ 2408971 h 6858000"/>
              <a:gd name="connsiteX136-14717" fmla="*/ 535510 w 1605470"/>
              <a:gd name="connsiteY136-14718" fmla="*/ 2402874 h 6858000"/>
              <a:gd name="connsiteX137-14719" fmla="*/ 538122 w 1605470"/>
              <a:gd name="connsiteY137-14720" fmla="*/ 2381443 h 6858000"/>
              <a:gd name="connsiteX138-14721" fmla="*/ 514451 w 1605470"/>
              <a:gd name="connsiteY138-14722" fmla="*/ 2261920 h 6858000"/>
              <a:gd name="connsiteX139-14723" fmla="*/ 486968 w 1605470"/>
              <a:gd name="connsiteY139-14724" fmla="*/ 2182937 h 6858000"/>
              <a:gd name="connsiteX140-14725" fmla="*/ 488555 w 1605470"/>
              <a:gd name="connsiteY140-14726" fmla="*/ 2155135 h 6858000"/>
              <a:gd name="connsiteX141-14727" fmla="*/ 486013 w 1605470"/>
              <a:gd name="connsiteY141-14728" fmla="*/ 2118008 h 6858000"/>
              <a:gd name="connsiteX142-14729" fmla="*/ 487006 w 1605470"/>
              <a:gd name="connsiteY142-14730" fmla="*/ 2050531 h 6858000"/>
              <a:gd name="connsiteX143-14731" fmla="*/ 478812 w 1605470"/>
              <a:gd name="connsiteY143-14732" fmla="*/ 1963269 h 6858000"/>
              <a:gd name="connsiteX144-14733" fmla="*/ 442619 w 1605470"/>
              <a:gd name="connsiteY144-14734" fmla="*/ 1910499 h 6858000"/>
              <a:gd name="connsiteX145-14735" fmla="*/ 446785 w 1605470"/>
              <a:gd name="connsiteY145-14736" fmla="*/ 1903212 h 6858000"/>
              <a:gd name="connsiteX146-14737" fmla="*/ 436547 w 1605470"/>
              <a:gd name="connsiteY146-14738" fmla="*/ 1861531 h 6858000"/>
              <a:gd name="connsiteX147-14739" fmla="*/ 390346 w 1605470"/>
              <a:gd name="connsiteY147-14740" fmla="*/ 1732919 h 6858000"/>
              <a:gd name="connsiteX148-14741" fmla="*/ 362657 w 1605470"/>
              <a:gd name="connsiteY148-14742" fmla="*/ 1663540 h 6858000"/>
              <a:gd name="connsiteX149-14743" fmla="*/ 361783 w 1605470"/>
              <a:gd name="connsiteY149-14744" fmla="*/ 1615777 h 6858000"/>
              <a:gd name="connsiteX150-14745" fmla="*/ 342578 w 1605470"/>
              <a:gd name="connsiteY150-14746" fmla="*/ 1563678 h 6858000"/>
              <a:gd name="connsiteX151-14747" fmla="*/ 355658 w 1605470"/>
              <a:gd name="connsiteY151-14748" fmla="*/ 1519474 h 6858000"/>
              <a:gd name="connsiteX152-14749" fmla="*/ 348400 w 1605470"/>
              <a:gd name="connsiteY152-14750" fmla="*/ 1477995 h 6858000"/>
              <a:gd name="connsiteX153-14751" fmla="*/ 334485 w 1605470"/>
              <a:gd name="connsiteY153-14752" fmla="*/ 1373769 h 6858000"/>
              <a:gd name="connsiteX154-14753" fmla="*/ 342792 w 1605470"/>
              <a:gd name="connsiteY154-14754" fmla="*/ 1307086 h 6858000"/>
              <a:gd name="connsiteX155-14755" fmla="*/ 343980 w 1605470"/>
              <a:gd name="connsiteY155-14756" fmla="*/ 1189033 h 6858000"/>
              <a:gd name="connsiteX156-14757" fmla="*/ 348665 w 1605470"/>
              <a:gd name="connsiteY156-14758" fmla="*/ 1168288 h 6858000"/>
              <a:gd name="connsiteX157-14759" fmla="*/ 340947 w 1605470"/>
              <a:gd name="connsiteY157-14760" fmla="*/ 1142577 h 6858000"/>
              <a:gd name="connsiteX158-14761" fmla="*/ 330253 w 1605470"/>
              <a:gd name="connsiteY158-14762" fmla="*/ 1088484 h 6858000"/>
              <a:gd name="connsiteX159-14763" fmla="*/ 318989 w 1605470"/>
              <a:gd name="connsiteY159-14764" fmla="*/ 1016103 h 6858000"/>
              <a:gd name="connsiteX160-14765" fmla="*/ 320445 w 1605470"/>
              <a:gd name="connsiteY160-14766" fmla="*/ 932283 h 6858000"/>
              <a:gd name="connsiteX161-14767" fmla="*/ 322681 w 1605470"/>
              <a:gd name="connsiteY161-14768" fmla="*/ 915925 h 6858000"/>
              <a:gd name="connsiteX162-14769" fmla="*/ 315310 w 1605470"/>
              <a:gd name="connsiteY162-14770" fmla="*/ 896999 h 6858000"/>
              <a:gd name="connsiteX163-14771" fmla="*/ 284718 w 1605470"/>
              <a:gd name="connsiteY163-14772" fmla="*/ 821517 h 6858000"/>
              <a:gd name="connsiteX164-14773" fmla="*/ 263668 w 1605470"/>
              <a:gd name="connsiteY164-14774" fmla="*/ 751353 h 6858000"/>
              <a:gd name="connsiteX165-14775" fmla="*/ 263226 w 1605470"/>
              <a:gd name="connsiteY165-14776" fmla="*/ 721230 h 6858000"/>
              <a:gd name="connsiteX166-14777" fmla="*/ 248897 w 1605470"/>
              <a:gd name="connsiteY166-14778" fmla="*/ 681659 h 6858000"/>
              <a:gd name="connsiteX167-14779" fmla="*/ 234316 w 1605470"/>
              <a:gd name="connsiteY167-14780" fmla="*/ 635218 h 6858000"/>
              <a:gd name="connsiteX168-14781" fmla="*/ 239327 w 1605470"/>
              <a:gd name="connsiteY168-14782" fmla="*/ 613763 h 6858000"/>
              <a:gd name="connsiteX169-14783" fmla="*/ 225269 w 1605470"/>
              <a:gd name="connsiteY169-14784" fmla="*/ 598582 h 6858000"/>
              <a:gd name="connsiteX170-14785" fmla="*/ 224950 w 1605470"/>
              <a:gd name="connsiteY170-14786" fmla="*/ 576846 h 6858000"/>
              <a:gd name="connsiteX171-14787" fmla="*/ 204576 w 1605470"/>
              <a:gd name="connsiteY171-14788" fmla="*/ 530055 h 6858000"/>
              <a:gd name="connsiteX172-14789" fmla="*/ 219064 w 1605470"/>
              <a:gd name="connsiteY172-14790" fmla="*/ 469651 h 6858000"/>
              <a:gd name="connsiteX173-14791" fmla="*/ 195012 w 1605470"/>
              <a:gd name="connsiteY173-14792" fmla="*/ 448559 h 6858000"/>
              <a:gd name="connsiteX174-14793" fmla="*/ 201434 w 1605470"/>
              <a:gd name="connsiteY174-14794" fmla="*/ 441529 h 6858000"/>
              <a:gd name="connsiteX175-14795" fmla="*/ 200655 w 1605470"/>
              <a:gd name="connsiteY175-14796" fmla="*/ 428927 h 6858000"/>
              <a:gd name="connsiteX176-14797" fmla="*/ 190059 w 1605470"/>
              <a:gd name="connsiteY176-14798" fmla="*/ 430161 h 6858000"/>
              <a:gd name="connsiteX177-14799" fmla="*/ 167079 w 1605470"/>
              <a:gd name="connsiteY177-14800" fmla="*/ 367211 h 6858000"/>
              <a:gd name="connsiteX178-14801" fmla="*/ 124571 w 1605470"/>
              <a:gd name="connsiteY178-14802" fmla="*/ 302178 h 6858000"/>
              <a:gd name="connsiteX179-14803" fmla="*/ 103243 w 1605470"/>
              <a:gd name="connsiteY179-14804" fmla="*/ 211375 h 6858000"/>
              <a:gd name="connsiteX180-14805" fmla="*/ 94571 w 1605470"/>
              <a:gd name="connsiteY180-14806" fmla="*/ 184179 h 6858000"/>
              <a:gd name="connsiteX181-14807" fmla="*/ 13437 w 1605470"/>
              <a:gd name="connsiteY181-14808" fmla="*/ 19287 h 6858000"/>
              <a:gd name="connsiteX182-14809" fmla="*/ 0 w 1605470"/>
              <a:gd name="connsiteY182-14810" fmla="*/ 0 h 6858000"/>
              <a:gd name="connsiteX0-14811" fmla="*/ 0 w 1605470"/>
              <a:gd name="connsiteY0-14812" fmla="*/ 0 h 6858000"/>
              <a:gd name="connsiteX1-14813" fmla="*/ 1605470 w 1605470"/>
              <a:gd name="connsiteY1-14814" fmla="*/ 0 h 6858000"/>
              <a:gd name="connsiteX2-14815" fmla="*/ 1605470 w 1605470"/>
              <a:gd name="connsiteY2-14816" fmla="*/ 6858000 h 6858000"/>
              <a:gd name="connsiteX3-14817" fmla="*/ 154105 w 1605470"/>
              <a:gd name="connsiteY3-14818" fmla="*/ 6858000 h 6858000"/>
              <a:gd name="connsiteX4-14819" fmla="*/ 154246 w 1605470"/>
              <a:gd name="connsiteY4-14820" fmla="*/ 6857735 h 6858000"/>
              <a:gd name="connsiteX5-14821" fmla="*/ 166295 w 1605470"/>
              <a:gd name="connsiteY5-14822" fmla="*/ 6809549 h 6858000"/>
              <a:gd name="connsiteX6-14823" fmla="*/ 198506 w 1605470"/>
              <a:gd name="connsiteY6-14824" fmla="*/ 6715115 h 6858000"/>
              <a:gd name="connsiteX7-14825" fmla="*/ 208357 w 1605470"/>
              <a:gd name="connsiteY7-14826" fmla="*/ 6680170 h 6858000"/>
              <a:gd name="connsiteX8-14827" fmla="*/ 233907 w 1605470"/>
              <a:gd name="connsiteY8-14828" fmla="*/ 6621207 h 6858000"/>
              <a:gd name="connsiteX9-14829" fmla="*/ 250564 w 1605470"/>
              <a:gd name="connsiteY9-14830" fmla="*/ 6596265 h 6858000"/>
              <a:gd name="connsiteX10-14831" fmla="*/ 250443 w 1605470"/>
              <a:gd name="connsiteY10-14832" fmla="*/ 6594818 h 6858000"/>
              <a:gd name="connsiteX11-14833" fmla="*/ 254688 w 1605470"/>
              <a:gd name="connsiteY11-14834" fmla="*/ 6593735 h 6858000"/>
              <a:gd name="connsiteX12-14835" fmla="*/ 257885 w 1605470"/>
              <a:gd name="connsiteY12-14836" fmla="*/ 6589172 h 6858000"/>
              <a:gd name="connsiteX13-14837" fmla="*/ 261179 w 1605470"/>
              <a:gd name="connsiteY13-14838" fmla="*/ 6574442 h 6858000"/>
              <a:gd name="connsiteX14-14839" fmla="*/ 261519 w 1605470"/>
              <a:gd name="connsiteY14-14840" fmla="*/ 6568530 h 6858000"/>
              <a:gd name="connsiteX15-14841" fmla="*/ 263928 w 1605470"/>
              <a:gd name="connsiteY15-14842" fmla="*/ 6560674 h 6858000"/>
              <a:gd name="connsiteX16-14843" fmla="*/ 264273 w 1605470"/>
              <a:gd name="connsiteY16-14844" fmla="*/ 6560598 h 6858000"/>
              <a:gd name="connsiteX17-14845" fmla="*/ 265970 w 1605470"/>
              <a:gd name="connsiteY17-14846" fmla="*/ 6553006 h 6858000"/>
              <a:gd name="connsiteX18-14847" fmla="*/ 270666 w 1605470"/>
              <a:gd name="connsiteY18-14848" fmla="*/ 6514360 h 6858000"/>
              <a:gd name="connsiteX19-14849" fmla="*/ 312320 w 1605470"/>
              <a:gd name="connsiteY19-14850" fmla="*/ 6478062 h 6858000"/>
              <a:gd name="connsiteX20-14851" fmla="*/ 323009 w 1605470"/>
              <a:gd name="connsiteY20-14852" fmla="*/ 6460325 h 6858000"/>
              <a:gd name="connsiteX21-14853" fmla="*/ 330242 w 1605470"/>
              <a:gd name="connsiteY21-14854" fmla="*/ 6451488 h 6858000"/>
              <a:gd name="connsiteX22-14855" fmla="*/ 331677 w 1605470"/>
              <a:gd name="connsiteY22-14856" fmla="*/ 6451348 h 6858000"/>
              <a:gd name="connsiteX23-14857" fmla="*/ 336035 w 1605470"/>
              <a:gd name="connsiteY23-14858" fmla="*/ 6414240 h 6858000"/>
              <a:gd name="connsiteX24-14859" fmla="*/ 338911 w 1605470"/>
              <a:gd name="connsiteY24-14860" fmla="*/ 6410269 h 6858000"/>
              <a:gd name="connsiteX25-14861" fmla="*/ 338811 w 1605470"/>
              <a:gd name="connsiteY25-14862" fmla="*/ 6384857 h 6858000"/>
              <a:gd name="connsiteX26-14863" fmla="*/ 340328 w 1605470"/>
              <a:gd name="connsiteY26-14864" fmla="*/ 6372381 h 6858000"/>
              <a:gd name="connsiteX27-14865" fmla="*/ 337522 w 1605470"/>
              <a:gd name="connsiteY27-14866" fmla="*/ 6367510 h 6858000"/>
              <a:gd name="connsiteX28-14867" fmla="*/ 341402 w 1605470"/>
              <a:gd name="connsiteY28-14868" fmla="*/ 6349778 h 6858000"/>
              <a:gd name="connsiteX29-14869" fmla="*/ 343067 w 1605470"/>
              <a:gd name="connsiteY29-14870" fmla="*/ 6348250 h 6858000"/>
              <a:gd name="connsiteX30-14871" fmla="*/ 341730 w 1605470"/>
              <a:gd name="connsiteY30-14872" fmla="*/ 6331735 h 6858000"/>
              <a:gd name="connsiteX31-14873" fmla="*/ 335123 w 1605470"/>
              <a:gd name="connsiteY31-14874" fmla="*/ 6315613 h 6858000"/>
              <a:gd name="connsiteX32-14875" fmla="*/ 385303 w 1605470"/>
              <a:gd name="connsiteY32-14876" fmla="*/ 6171970 h 6858000"/>
              <a:gd name="connsiteX33-14877" fmla="*/ 380910 w 1605470"/>
              <a:gd name="connsiteY33-14878" fmla="*/ 6028119 h 6858000"/>
              <a:gd name="connsiteX34-14879" fmla="*/ 409371 w 1605470"/>
              <a:gd name="connsiteY34-14880" fmla="*/ 5950668 h 6858000"/>
              <a:gd name="connsiteX35-14881" fmla="*/ 442432 w 1605470"/>
              <a:gd name="connsiteY35-14882" fmla="*/ 5934687 h 6858000"/>
              <a:gd name="connsiteX36-14883" fmla="*/ 489472 w 1605470"/>
              <a:gd name="connsiteY36-14884" fmla="*/ 5732419 h 6858000"/>
              <a:gd name="connsiteX37-14885" fmla="*/ 512623 w 1605470"/>
              <a:gd name="connsiteY37-14886" fmla="*/ 5685392 h 6858000"/>
              <a:gd name="connsiteX38-14887" fmla="*/ 510261 w 1605470"/>
              <a:gd name="connsiteY38-14888" fmla="*/ 5634527 h 6858000"/>
              <a:gd name="connsiteX39-14889" fmla="*/ 523992 w 1605470"/>
              <a:gd name="connsiteY39-14890" fmla="*/ 5619557 h 6858000"/>
              <a:gd name="connsiteX40-14891" fmla="*/ 526609 w 1605470"/>
              <a:gd name="connsiteY40-14892" fmla="*/ 5617081 h 6858000"/>
              <a:gd name="connsiteX41-14893" fmla="*/ 531653 w 1605470"/>
              <a:gd name="connsiteY41-14894" fmla="*/ 5604904 h 6858000"/>
              <a:gd name="connsiteX42-14895" fmla="*/ 539863 w 1605470"/>
              <a:gd name="connsiteY42-14896" fmla="*/ 5604298 h 6858000"/>
              <a:gd name="connsiteX43-14897" fmla="*/ 552319 w 1605470"/>
              <a:gd name="connsiteY43-14898" fmla="*/ 5587997 h 6858000"/>
              <a:gd name="connsiteX44-14899" fmla="*/ 559710 w 1605470"/>
              <a:gd name="connsiteY44-14900" fmla="*/ 5564796 h 6858000"/>
              <a:gd name="connsiteX45-14901" fmla="*/ 587214 w 1605470"/>
              <a:gd name="connsiteY45-14902" fmla="*/ 5451511 h 6858000"/>
              <a:gd name="connsiteX46-14903" fmla="*/ 608019 w 1605470"/>
              <a:gd name="connsiteY46-14904" fmla="*/ 5385461 h 6858000"/>
              <a:gd name="connsiteX47-14905" fmla="*/ 622750 w 1605470"/>
              <a:gd name="connsiteY47-14906" fmla="*/ 5363084 h 6858000"/>
              <a:gd name="connsiteX48-14907" fmla="*/ 638731 w 1605470"/>
              <a:gd name="connsiteY48-14908" fmla="*/ 5330009 h 6858000"/>
              <a:gd name="connsiteX49-14909" fmla="*/ 672224 w 1605470"/>
              <a:gd name="connsiteY49-14910" fmla="*/ 5273739 h 6858000"/>
              <a:gd name="connsiteX50-14911" fmla="*/ 681823 w 1605470"/>
              <a:gd name="connsiteY50-14912" fmla="*/ 5241779 h 6858000"/>
              <a:gd name="connsiteX51-14913" fmla="*/ 693049 w 1605470"/>
              <a:gd name="connsiteY51-14914" fmla="*/ 5225268 h 6858000"/>
              <a:gd name="connsiteX52-14915" fmla="*/ 694069 w 1605470"/>
              <a:gd name="connsiteY52-14916" fmla="*/ 5217684 h 6858000"/>
              <a:gd name="connsiteX53-14917" fmla="*/ 701410 w 1605470"/>
              <a:gd name="connsiteY53-14918" fmla="*/ 5193377 h 6858000"/>
              <a:gd name="connsiteX54-14919" fmla="*/ 704713 w 1605470"/>
              <a:gd name="connsiteY54-14920" fmla="*/ 5179288 h 6858000"/>
              <a:gd name="connsiteX55-14921" fmla="*/ 705697 w 1605470"/>
              <a:gd name="connsiteY55-14922" fmla="*/ 5173621 h 6858000"/>
              <a:gd name="connsiteX56-14923" fmla="*/ 701331 w 1605470"/>
              <a:gd name="connsiteY56-14924" fmla="*/ 5159961 h 6858000"/>
              <a:gd name="connsiteX57-14925" fmla="*/ 708008 w 1605470"/>
              <a:gd name="connsiteY57-14926" fmla="*/ 5144295 h 6858000"/>
              <a:gd name="connsiteX58-14927" fmla="*/ 704941 w 1605470"/>
              <a:gd name="connsiteY58-14928" fmla="*/ 5125185 h 6858000"/>
              <a:gd name="connsiteX59-14929" fmla="*/ 711771 w 1605470"/>
              <a:gd name="connsiteY59-14930" fmla="*/ 5121884 h 6858000"/>
              <a:gd name="connsiteX60-14931" fmla="*/ 721092 w 1605470"/>
              <a:gd name="connsiteY60-14932" fmla="*/ 5108383 h 6858000"/>
              <a:gd name="connsiteX61-14933" fmla="*/ 717045 w 1605470"/>
              <a:gd name="connsiteY61-14934" fmla="*/ 5094705 h 6858000"/>
              <a:gd name="connsiteX62-14935" fmla="*/ 718807 w 1605470"/>
              <a:gd name="connsiteY62-14936" fmla="*/ 5067850 h 6858000"/>
              <a:gd name="connsiteX63-14937" fmla="*/ 721538 w 1605470"/>
              <a:gd name="connsiteY63-14938" fmla="*/ 5060861 h 6858000"/>
              <a:gd name="connsiteX64-14939" fmla="*/ 718242 w 1605470"/>
              <a:gd name="connsiteY64-14940" fmla="*/ 5034192 h 6858000"/>
              <a:gd name="connsiteX65-14941" fmla="*/ 719796 w 1605470"/>
              <a:gd name="connsiteY65-14942" fmla="*/ 4993030 h 6858000"/>
              <a:gd name="connsiteX66-14943" fmla="*/ 726705 w 1605470"/>
              <a:gd name="connsiteY66-14944" fmla="*/ 4946844 h 6858000"/>
              <a:gd name="connsiteX67-14945" fmla="*/ 722561 w 1605470"/>
              <a:gd name="connsiteY67-14946" fmla="*/ 4932692 h 6858000"/>
              <a:gd name="connsiteX68-14947" fmla="*/ 724588 w 1605470"/>
              <a:gd name="connsiteY68-14948" fmla="*/ 4845927 h 6858000"/>
              <a:gd name="connsiteX69-14949" fmla="*/ 724935 w 1605470"/>
              <a:gd name="connsiteY69-14950" fmla="*/ 4821504 h 6858000"/>
              <a:gd name="connsiteX70-14951" fmla="*/ 732118 w 1605470"/>
              <a:gd name="connsiteY70-14952" fmla="*/ 4801535 h 6858000"/>
              <a:gd name="connsiteX71-14953" fmla="*/ 739787 w 1605470"/>
              <a:gd name="connsiteY71-14954" fmla="*/ 4797794 h 6858000"/>
              <a:gd name="connsiteX72-14955" fmla="*/ 741081 w 1605470"/>
              <a:gd name="connsiteY72-14956" fmla="*/ 4784526 h 6858000"/>
              <a:gd name="connsiteX73-14957" fmla="*/ 742865 w 1605470"/>
              <a:gd name="connsiteY73-14958" fmla="*/ 4781211 h 6858000"/>
              <a:gd name="connsiteX74-14959" fmla="*/ 751652 w 1605470"/>
              <a:gd name="connsiteY74-14960" fmla="*/ 4761984 h 6858000"/>
              <a:gd name="connsiteX75-14961" fmla="*/ 734671 w 1605470"/>
              <a:gd name="connsiteY75-14962" fmla="*/ 4715631 h 6858000"/>
              <a:gd name="connsiteX76-14963" fmla="*/ 743180 w 1605470"/>
              <a:gd name="connsiteY76-14964" fmla="*/ 4662965 h 6858000"/>
              <a:gd name="connsiteX77-14965" fmla="*/ 729578 w 1605470"/>
              <a:gd name="connsiteY77-14966" fmla="*/ 4456787 h 6858000"/>
              <a:gd name="connsiteX78-14967" fmla="*/ 756542 w 1605470"/>
              <a:gd name="connsiteY78-14968" fmla="*/ 4429138 h 6858000"/>
              <a:gd name="connsiteX79-14969" fmla="*/ 765660 w 1605470"/>
              <a:gd name="connsiteY79-14970" fmla="*/ 4308823 h 6858000"/>
              <a:gd name="connsiteX80-14971" fmla="*/ 715481 w 1605470"/>
              <a:gd name="connsiteY80-14972" fmla="*/ 4214165 h 6858000"/>
              <a:gd name="connsiteX81-14973" fmla="*/ 719554 w 1605470"/>
              <a:gd name="connsiteY81-14974" fmla="*/ 4090296 h 6858000"/>
              <a:gd name="connsiteX82-14975" fmla="*/ 704810 w 1605470"/>
              <a:gd name="connsiteY82-14976" fmla="*/ 4033999 h 6858000"/>
              <a:gd name="connsiteX83-14977" fmla="*/ 705959 w 1605470"/>
              <a:gd name="connsiteY83-14978" fmla="*/ 4031933 h 6858000"/>
              <a:gd name="connsiteX84-14979" fmla="*/ 704535 w 1605470"/>
              <a:gd name="connsiteY84-14980" fmla="*/ 4013953 h 6858000"/>
              <a:gd name="connsiteX85-14981" fmla="*/ 700443 w 1605470"/>
              <a:gd name="connsiteY85-14982" fmla="*/ 4010511 h 6858000"/>
              <a:gd name="connsiteX86-14983" fmla="*/ 698282 w 1605470"/>
              <a:gd name="connsiteY86-14984" fmla="*/ 3998331 h 6858000"/>
              <a:gd name="connsiteX87-14985" fmla="*/ 690830 w 1605470"/>
              <a:gd name="connsiteY87-14986" fmla="*/ 3974753 h 6858000"/>
              <a:gd name="connsiteX88-14987" fmla="*/ 692428 w 1605470"/>
              <a:gd name="connsiteY88-14988" fmla="*/ 3969950 h 6858000"/>
              <a:gd name="connsiteX89-14989" fmla="*/ 685850 w 1605470"/>
              <a:gd name="connsiteY89-14990" fmla="*/ 3933779 h 6858000"/>
              <a:gd name="connsiteX90-14991" fmla="*/ 687181 w 1605470"/>
              <a:gd name="connsiteY90-14992" fmla="*/ 3933093 h 6858000"/>
              <a:gd name="connsiteX91-14993" fmla="*/ 691535 w 1605470"/>
              <a:gd name="connsiteY91-14994" fmla="*/ 3922082 h 6858000"/>
              <a:gd name="connsiteX92-14995" fmla="*/ 696613 w 1605470"/>
              <a:gd name="connsiteY92-14996" fmla="*/ 3901461 h 6858000"/>
              <a:gd name="connsiteX93-14997" fmla="*/ 719207 w 1605470"/>
              <a:gd name="connsiteY93-14998" fmla="*/ 3813873 h 6858000"/>
              <a:gd name="connsiteX94-14999" fmla="*/ 718632 w 1605470"/>
              <a:gd name="connsiteY94-15000" fmla="*/ 3806161 h 6858000"/>
              <a:gd name="connsiteX95-15001" fmla="*/ 718939 w 1605470"/>
              <a:gd name="connsiteY95-15002" fmla="*/ 3805957 h 6858000"/>
              <a:gd name="connsiteX96-15003" fmla="*/ 718966 w 1605470"/>
              <a:gd name="connsiteY96-15004" fmla="*/ 3797724 h 6858000"/>
              <a:gd name="connsiteX97-15005" fmla="*/ 717581 w 1605470"/>
              <a:gd name="connsiteY97-15006" fmla="*/ 3792098 h 6858000"/>
              <a:gd name="connsiteX98-15007" fmla="*/ 716465 w 1605470"/>
              <a:gd name="connsiteY98-15008" fmla="*/ 3777135 h 6858000"/>
              <a:gd name="connsiteX99-15009" fmla="*/ 718198 w 1605470"/>
              <a:gd name="connsiteY99-15010" fmla="*/ 3771656 h 6858000"/>
              <a:gd name="connsiteX100-15011" fmla="*/ 721941 w 1605470"/>
              <a:gd name="connsiteY100-15012" fmla="*/ 3769007 h 6858000"/>
              <a:gd name="connsiteX101-15013" fmla="*/ 721407 w 1605470"/>
              <a:gd name="connsiteY101-15014" fmla="*/ 3767709 h 6858000"/>
              <a:gd name="connsiteX102-15015" fmla="*/ 730103 w 1605470"/>
              <a:gd name="connsiteY102-15016" fmla="*/ 3738082 h 6858000"/>
              <a:gd name="connsiteX103-15017" fmla="*/ 737449 w 1605470"/>
              <a:gd name="connsiteY103-15018" fmla="*/ 3673397 h 6858000"/>
              <a:gd name="connsiteX104-15019" fmla="*/ 736745 w 1605470"/>
              <a:gd name="connsiteY104-15020" fmla="*/ 3637109 h 6858000"/>
              <a:gd name="connsiteX105-15021" fmla="*/ 740188 w 1605470"/>
              <a:gd name="connsiteY105-15022" fmla="*/ 3536883 h 6858000"/>
              <a:gd name="connsiteX106-15023" fmla="*/ 747726 w 1605470"/>
              <a:gd name="connsiteY106-15024" fmla="*/ 3435652 h 6858000"/>
              <a:gd name="connsiteX107-15025" fmla="*/ 774383 w 1605470"/>
              <a:gd name="connsiteY107-15026" fmla="*/ 3381564 h 6858000"/>
              <a:gd name="connsiteX108-15027" fmla="*/ 774870 w 1605470"/>
              <a:gd name="connsiteY108-15028" fmla="*/ 3375761 h 6858000"/>
              <a:gd name="connsiteX109-15029" fmla="*/ 770510 w 1605470"/>
              <a:gd name="connsiteY109-15030" fmla="*/ 3361844 h 6858000"/>
              <a:gd name="connsiteX110-15031" fmla="*/ 767933 w 1605470"/>
              <a:gd name="connsiteY110-15032" fmla="*/ 3356929 h 6858000"/>
              <a:gd name="connsiteX111-15033" fmla="*/ 766158 w 1605470"/>
              <a:gd name="connsiteY111-15034" fmla="*/ 3349058 h 6858000"/>
              <a:gd name="connsiteX112-15035" fmla="*/ 766414 w 1605470"/>
              <a:gd name="connsiteY112-15036" fmla="*/ 3348763 h 6858000"/>
              <a:gd name="connsiteX113-15037" fmla="*/ 764166 w 1605470"/>
              <a:gd name="connsiteY113-15038" fmla="*/ 3341588 h 6858000"/>
              <a:gd name="connsiteX114-15039" fmla="*/ 749397 w 1605470"/>
              <a:gd name="connsiteY114-15040" fmla="*/ 3307769 h 6858000"/>
              <a:gd name="connsiteX115-15041" fmla="*/ 766960 w 1605470"/>
              <a:gd name="connsiteY115-15042" fmla="*/ 3250522 h 6858000"/>
              <a:gd name="connsiteX116-15043" fmla="*/ 767385 w 1605470"/>
              <a:gd name="connsiteY116-15044" fmla="*/ 3229163 h 6858000"/>
              <a:gd name="connsiteX117-15045" fmla="*/ 769208 w 1605470"/>
              <a:gd name="connsiteY117-15046" fmla="*/ 3217217 h 6858000"/>
              <a:gd name="connsiteX118-15047" fmla="*/ 770350 w 1605470"/>
              <a:gd name="connsiteY118-15048" fmla="*/ 3216125 h 6858000"/>
              <a:gd name="connsiteX119-15049" fmla="*/ 756043 w 1605470"/>
              <a:gd name="connsiteY119-15050" fmla="*/ 3183755 h 6858000"/>
              <a:gd name="connsiteX120-15051" fmla="*/ 756544 w 1605470"/>
              <a:gd name="connsiteY120-15052" fmla="*/ 3178642 h 6858000"/>
              <a:gd name="connsiteX121-15053" fmla="*/ 744144 w 1605470"/>
              <a:gd name="connsiteY121-15054" fmla="*/ 3158586 h 6858000"/>
              <a:gd name="connsiteX122-15055" fmla="*/ 739378 w 1605470"/>
              <a:gd name="connsiteY122-15056" fmla="*/ 3147669 h 6858000"/>
              <a:gd name="connsiteX123-15057" fmla="*/ 734648 w 1605470"/>
              <a:gd name="connsiteY123-15058" fmla="*/ 3145733 h 6858000"/>
              <a:gd name="connsiteX124-15059" fmla="*/ 729329 w 1605470"/>
              <a:gd name="connsiteY124-15060" fmla="*/ 3129034 h 6858000"/>
              <a:gd name="connsiteX125-15061" fmla="*/ 729994 w 1605470"/>
              <a:gd name="connsiteY125-15062" fmla="*/ 3126682 h 6858000"/>
              <a:gd name="connsiteX126-15063" fmla="*/ 720862 w 1605470"/>
              <a:gd name="connsiteY126-15064" fmla="*/ 3114519 h 6858000"/>
              <a:gd name="connsiteX127-15065" fmla="*/ 707471 w 1605470"/>
              <a:gd name="connsiteY127-15066" fmla="*/ 3106272 h 6858000"/>
              <a:gd name="connsiteX128-15067" fmla="*/ 680201 w 1605470"/>
              <a:gd name="connsiteY128-15068" fmla="*/ 2958185 h 6858000"/>
              <a:gd name="connsiteX129-15069" fmla="*/ 622815 w 1605470"/>
              <a:gd name="connsiteY129-15070" fmla="*/ 2762989 h 6858000"/>
              <a:gd name="connsiteX130-15071" fmla="*/ 571733 w 1605470"/>
              <a:gd name="connsiteY130-15072" fmla="*/ 2554718 h 6858000"/>
              <a:gd name="connsiteX131-15073" fmla="*/ 551827 w 1605470"/>
              <a:gd name="connsiteY131-15074" fmla="*/ 2485734 h 6858000"/>
              <a:gd name="connsiteX132-15075" fmla="*/ 542550 w 1605470"/>
              <a:gd name="connsiteY132-15076" fmla="*/ 2447068 h 6858000"/>
              <a:gd name="connsiteX133-15077" fmla="*/ 529511 w 1605470"/>
              <a:gd name="connsiteY133-15078" fmla="*/ 2425819 h 6858000"/>
              <a:gd name="connsiteX134-15079" fmla="*/ 528878 w 1605470"/>
              <a:gd name="connsiteY134-15080" fmla="*/ 2408971 h 6858000"/>
              <a:gd name="connsiteX135-15081" fmla="*/ 535510 w 1605470"/>
              <a:gd name="connsiteY135-15082" fmla="*/ 2402874 h 6858000"/>
              <a:gd name="connsiteX136-15083" fmla="*/ 538122 w 1605470"/>
              <a:gd name="connsiteY136-15084" fmla="*/ 2381443 h 6858000"/>
              <a:gd name="connsiteX137-15085" fmla="*/ 514451 w 1605470"/>
              <a:gd name="connsiteY137-15086" fmla="*/ 2261920 h 6858000"/>
              <a:gd name="connsiteX138-15087" fmla="*/ 486968 w 1605470"/>
              <a:gd name="connsiteY138-15088" fmla="*/ 2182937 h 6858000"/>
              <a:gd name="connsiteX139-15089" fmla="*/ 488555 w 1605470"/>
              <a:gd name="connsiteY139-15090" fmla="*/ 2155135 h 6858000"/>
              <a:gd name="connsiteX140-15091" fmla="*/ 486013 w 1605470"/>
              <a:gd name="connsiteY140-15092" fmla="*/ 2118008 h 6858000"/>
              <a:gd name="connsiteX141-15093" fmla="*/ 487006 w 1605470"/>
              <a:gd name="connsiteY141-15094" fmla="*/ 2050531 h 6858000"/>
              <a:gd name="connsiteX142-15095" fmla="*/ 478812 w 1605470"/>
              <a:gd name="connsiteY142-15096" fmla="*/ 1963269 h 6858000"/>
              <a:gd name="connsiteX143-15097" fmla="*/ 442619 w 1605470"/>
              <a:gd name="connsiteY143-15098" fmla="*/ 1910499 h 6858000"/>
              <a:gd name="connsiteX144-15099" fmla="*/ 446785 w 1605470"/>
              <a:gd name="connsiteY144-15100" fmla="*/ 1903212 h 6858000"/>
              <a:gd name="connsiteX145-15101" fmla="*/ 436547 w 1605470"/>
              <a:gd name="connsiteY145-15102" fmla="*/ 1861531 h 6858000"/>
              <a:gd name="connsiteX146-15103" fmla="*/ 390346 w 1605470"/>
              <a:gd name="connsiteY146-15104" fmla="*/ 1732919 h 6858000"/>
              <a:gd name="connsiteX147-15105" fmla="*/ 362657 w 1605470"/>
              <a:gd name="connsiteY147-15106" fmla="*/ 1663540 h 6858000"/>
              <a:gd name="connsiteX148-15107" fmla="*/ 361783 w 1605470"/>
              <a:gd name="connsiteY148-15108" fmla="*/ 1615777 h 6858000"/>
              <a:gd name="connsiteX149-15109" fmla="*/ 342578 w 1605470"/>
              <a:gd name="connsiteY149-15110" fmla="*/ 1563678 h 6858000"/>
              <a:gd name="connsiteX150-15111" fmla="*/ 355658 w 1605470"/>
              <a:gd name="connsiteY150-15112" fmla="*/ 1519474 h 6858000"/>
              <a:gd name="connsiteX151-15113" fmla="*/ 348400 w 1605470"/>
              <a:gd name="connsiteY151-15114" fmla="*/ 1477995 h 6858000"/>
              <a:gd name="connsiteX152-15115" fmla="*/ 334485 w 1605470"/>
              <a:gd name="connsiteY152-15116" fmla="*/ 1373769 h 6858000"/>
              <a:gd name="connsiteX153-15117" fmla="*/ 342792 w 1605470"/>
              <a:gd name="connsiteY153-15118" fmla="*/ 1307086 h 6858000"/>
              <a:gd name="connsiteX154-15119" fmla="*/ 343980 w 1605470"/>
              <a:gd name="connsiteY154-15120" fmla="*/ 1189033 h 6858000"/>
              <a:gd name="connsiteX155-15121" fmla="*/ 348665 w 1605470"/>
              <a:gd name="connsiteY155-15122" fmla="*/ 1168288 h 6858000"/>
              <a:gd name="connsiteX156-15123" fmla="*/ 340947 w 1605470"/>
              <a:gd name="connsiteY156-15124" fmla="*/ 1142577 h 6858000"/>
              <a:gd name="connsiteX157-15125" fmla="*/ 330253 w 1605470"/>
              <a:gd name="connsiteY157-15126" fmla="*/ 1088484 h 6858000"/>
              <a:gd name="connsiteX158-15127" fmla="*/ 318989 w 1605470"/>
              <a:gd name="connsiteY158-15128" fmla="*/ 1016103 h 6858000"/>
              <a:gd name="connsiteX159-15129" fmla="*/ 320445 w 1605470"/>
              <a:gd name="connsiteY159-15130" fmla="*/ 932283 h 6858000"/>
              <a:gd name="connsiteX160-15131" fmla="*/ 322681 w 1605470"/>
              <a:gd name="connsiteY160-15132" fmla="*/ 915925 h 6858000"/>
              <a:gd name="connsiteX161-15133" fmla="*/ 315310 w 1605470"/>
              <a:gd name="connsiteY161-15134" fmla="*/ 896999 h 6858000"/>
              <a:gd name="connsiteX162-15135" fmla="*/ 284718 w 1605470"/>
              <a:gd name="connsiteY162-15136" fmla="*/ 821517 h 6858000"/>
              <a:gd name="connsiteX163-15137" fmla="*/ 263668 w 1605470"/>
              <a:gd name="connsiteY163-15138" fmla="*/ 751353 h 6858000"/>
              <a:gd name="connsiteX164-15139" fmla="*/ 263226 w 1605470"/>
              <a:gd name="connsiteY164-15140" fmla="*/ 721230 h 6858000"/>
              <a:gd name="connsiteX165-15141" fmla="*/ 248897 w 1605470"/>
              <a:gd name="connsiteY165-15142" fmla="*/ 681659 h 6858000"/>
              <a:gd name="connsiteX166-15143" fmla="*/ 234316 w 1605470"/>
              <a:gd name="connsiteY166-15144" fmla="*/ 635218 h 6858000"/>
              <a:gd name="connsiteX167-15145" fmla="*/ 239327 w 1605470"/>
              <a:gd name="connsiteY167-15146" fmla="*/ 613763 h 6858000"/>
              <a:gd name="connsiteX168-15147" fmla="*/ 225269 w 1605470"/>
              <a:gd name="connsiteY168-15148" fmla="*/ 598582 h 6858000"/>
              <a:gd name="connsiteX169-15149" fmla="*/ 224950 w 1605470"/>
              <a:gd name="connsiteY169-15150" fmla="*/ 576846 h 6858000"/>
              <a:gd name="connsiteX170-15151" fmla="*/ 204576 w 1605470"/>
              <a:gd name="connsiteY170-15152" fmla="*/ 530055 h 6858000"/>
              <a:gd name="connsiteX171-15153" fmla="*/ 219064 w 1605470"/>
              <a:gd name="connsiteY171-15154" fmla="*/ 469651 h 6858000"/>
              <a:gd name="connsiteX172-15155" fmla="*/ 195012 w 1605470"/>
              <a:gd name="connsiteY172-15156" fmla="*/ 448559 h 6858000"/>
              <a:gd name="connsiteX173-15157" fmla="*/ 201434 w 1605470"/>
              <a:gd name="connsiteY173-15158" fmla="*/ 441529 h 6858000"/>
              <a:gd name="connsiteX174-15159" fmla="*/ 200655 w 1605470"/>
              <a:gd name="connsiteY174-15160" fmla="*/ 428927 h 6858000"/>
              <a:gd name="connsiteX175-15161" fmla="*/ 190059 w 1605470"/>
              <a:gd name="connsiteY175-15162" fmla="*/ 430161 h 6858000"/>
              <a:gd name="connsiteX176-15163" fmla="*/ 167079 w 1605470"/>
              <a:gd name="connsiteY176-15164" fmla="*/ 367211 h 6858000"/>
              <a:gd name="connsiteX177-15165" fmla="*/ 124571 w 1605470"/>
              <a:gd name="connsiteY177-15166" fmla="*/ 302178 h 6858000"/>
              <a:gd name="connsiteX178-15167" fmla="*/ 103243 w 1605470"/>
              <a:gd name="connsiteY178-15168" fmla="*/ 211375 h 6858000"/>
              <a:gd name="connsiteX179-15169" fmla="*/ 94571 w 1605470"/>
              <a:gd name="connsiteY179-15170" fmla="*/ 184179 h 6858000"/>
              <a:gd name="connsiteX180-15171" fmla="*/ 13437 w 1605470"/>
              <a:gd name="connsiteY180-15172" fmla="*/ 19287 h 6858000"/>
              <a:gd name="connsiteX181-15173" fmla="*/ 0 w 1605470"/>
              <a:gd name="connsiteY181-15174" fmla="*/ 0 h 6858000"/>
              <a:gd name="connsiteX0-15175" fmla="*/ 0 w 1605470"/>
              <a:gd name="connsiteY0-15176" fmla="*/ 0 h 6858000"/>
              <a:gd name="connsiteX1-15177" fmla="*/ 1605470 w 1605470"/>
              <a:gd name="connsiteY1-15178" fmla="*/ 0 h 6858000"/>
              <a:gd name="connsiteX2-15179" fmla="*/ 1605470 w 1605470"/>
              <a:gd name="connsiteY2-15180" fmla="*/ 6858000 h 6858000"/>
              <a:gd name="connsiteX3-15181" fmla="*/ 154105 w 1605470"/>
              <a:gd name="connsiteY3-15182" fmla="*/ 6858000 h 6858000"/>
              <a:gd name="connsiteX4-15183" fmla="*/ 154246 w 1605470"/>
              <a:gd name="connsiteY4-15184" fmla="*/ 6857735 h 6858000"/>
              <a:gd name="connsiteX5-15185" fmla="*/ 166295 w 1605470"/>
              <a:gd name="connsiteY5-15186" fmla="*/ 6809549 h 6858000"/>
              <a:gd name="connsiteX6-15187" fmla="*/ 198506 w 1605470"/>
              <a:gd name="connsiteY6-15188" fmla="*/ 6715115 h 6858000"/>
              <a:gd name="connsiteX7-15189" fmla="*/ 208357 w 1605470"/>
              <a:gd name="connsiteY7-15190" fmla="*/ 6680170 h 6858000"/>
              <a:gd name="connsiteX8-15191" fmla="*/ 233907 w 1605470"/>
              <a:gd name="connsiteY8-15192" fmla="*/ 6621207 h 6858000"/>
              <a:gd name="connsiteX9-15193" fmla="*/ 250564 w 1605470"/>
              <a:gd name="connsiteY9-15194" fmla="*/ 6596265 h 6858000"/>
              <a:gd name="connsiteX10-15195" fmla="*/ 250443 w 1605470"/>
              <a:gd name="connsiteY10-15196" fmla="*/ 6594818 h 6858000"/>
              <a:gd name="connsiteX11-15197" fmla="*/ 254688 w 1605470"/>
              <a:gd name="connsiteY11-15198" fmla="*/ 6593735 h 6858000"/>
              <a:gd name="connsiteX12-15199" fmla="*/ 257885 w 1605470"/>
              <a:gd name="connsiteY12-15200" fmla="*/ 6589172 h 6858000"/>
              <a:gd name="connsiteX13-15201" fmla="*/ 261179 w 1605470"/>
              <a:gd name="connsiteY13-15202" fmla="*/ 6574442 h 6858000"/>
              <a:gd name="connsiteX14-15203" fmla="*/ 261519 w 1605470"/>
              <a:gd name="connsiteY14-15204" fmla="*/ 6568530 h 6858000"/>
              <a:gd name="connsiteX15-15205" fmla="*/ 263928 w 1605470"/>
              <a:gd name="connsiteY15-15206" fmla="*/ 6560674 h 6858000"/>
              <a:gd name="connsiteX16-15207" fmla="*/ 264273 w 1605470"/>
              <a:gd name="connsiteY16-15208" fmla="*/ 6560598 h 6858000"/>
              <a:gd name="connsiteX17-15209" fmla="*/ 265970 w 1605470"/>
              <a:gd name="connsiteY17-15210" fmla="*/ 6553006 h 6858000"/>
              <a:gd name="connsiteX18-15211" fmla="*/ 270666 w 1605470"/>
              <a:gd name="connsiteY18-15212" fmla="*/ 6514360 h 6858000"/>
              <a:gd name="connsiteX19-15213" fmla="*/ 312320 w 1605470"/>
              <a:gd name="connsiteY19-15214" fmla="*/ 6478062 h 6858000"/>
              <a:gd name="connsiteX20-15215" fmla="*/ 323009 w 1605470"/>
              <a:gd name="connsiteY20-15216" fmla="*/ 6460325 h 6858000"/>
              <a:gd name="connsiteX21-15217" fmla="*/ 330242 w 1605470"/>
              <a:gd name="connsiteY21-15218" fmla="*/ 6451488 h 6858000"/>
              <a:gd name="connsiteX22-15219" fmla="*/ 331677 w 1605470"/>
              <a:gd name="connsiteY22-15220" fmla="*/ 6451348 h 6858000"/>
              <a:gd name="connsiteX23-15221" fmla="*/ 336035 w 1605470"/>
              <a:gd name="connsiteY23-15222" fmla="*/ 6414240 h 6858000"/>
              <a:gd name="connsiteX24-15223" fmla="*/ 338911 w 1605470"/>
              <a:gd name="connsiteY24-15224" fmla="*/ 6410269 h 6858000"/>
              <a:gd name="connsiteX25-15225" fmla="*/ 338811 w 1605470"/>
              <a:gd name="connsiteY25-15226" fmla="*/ 6384857 h 6858000"/>
              <a:gd name="connsiteX26-15227" fmla="*/ 340328 w 1605470"/>
              <a:gd name="connsiteY26-15228" fmla="*/ 6372381 h 6858000"/>
              <a:gd name="connsiteX27-15229" fmla="*/ 337522 w 1605470"/>
              <a:gd name="connsiteY27-15230" fmla="*/ 6367510 h 6858000"/>
              <a:gd name="connsiteX28-15231" fmla="*/ 341402 w 1605470"/>
              <a:gd name="connsiteY28-15232" fmla="*/ 6349778 h 6858000"/>
              <a:gd name="connsiteX29-15233" fmla="*/ 343067 w 1605470"/>
              <a:gd name="connsiteY29-15234" fmla="*/ 6348250 h 6858000"/>
              <a:gd name="connsiteX30-15235" fmla="*/ 341730 w 1605470"/>
              <a:gd name="connsiteY30-15236" fmla="*/ 6331735 h 6858000"/>
              <a:gd name="connsiteX31-15237" fmla="*/ 335123 w 1605470"/>
              <a:gd name="connsiteY31-15238" fmla="*/ 6315613 h 6858000"/>
              <a:gd name="connsiteX32-15239" fmla="*/ 385303 w 1605470"/>
              <a:gd name="connsiteY32-15240" fmla="*/ 6171970 h 6858000"/>
              <a:gd name="connsiteX33-15241" fmla="*/ 380910 w 1605470"/>
              <a:gd name="connsiteY33-15242" fmla="*/ 6028119 h 6858000"/>
              <a:gd name="connsiteX34-15243" fmla="*/ 409371 w 1605470"/>
              <a:gd name="connsiteY34-15244" fmla="*/ 5950668 h 6858000"/>
              <a:gd name="connsiteX35-15245" fmla="*/ 442432 w 1605470"/>
              <a:gd name="connsiteY35-15246" fmla="*/ 5934687 h 6858000"/>
              <a:gd name="connsiteX36-15247" fmla="*/ 489472 w 1605470"/>
              <a:gd name="connsiteY36-15248" fmla="*/ 5732419 h 6858000"/>
              <a:gd name="connsiteX37-15249" fmla="*/ 512623 w 1605470"/>
              <a:gd name="connsiteY37-15250" fmla="*/ 5685392 h 6858000"/>
              <a:gd name="connsiteX38-15251" fmla="*/ 510261 w 1605470"/>
              <a:gd name="connsiteY38-15252" fmla="*/ 5634527 h 6858000"/>
              <a:gd name="connsiteX39-15253" fmla="*/ 523992 w 1605470"/>
              <a:gd name="connsiteY39-15254" fmla="*/ 5619557 h 6858000"/>
              <a:gd name="connsiteX40-15255" fmla="*/ 526609 w 1605470"/>
              <a:gd name="connsiteY40-15256" fmla="*/ 5617081 h 6858000"/>
              <a:gd name="connsiteX41-15257" fmla="*/ 531653 w 1605470"/>
              <a:gd name="connsiteY41-15258" fmla="*/ 5604904 h 6858000"/>
              <a:gd name="connsiteX42-15259" fmla="*/ 539863 w 1605470"/>
              <a:gd name="connsiteY42-15260" fmla="*/ 5604298 h 6858000"/>
              <a:gd name="connsiteX43-15261" fmla="*/ 552319 w 1605470"/>
              <a:gd name="connsiteY43-15262" fmla="*/ 5587997 h 6858000"/>
              <a:gd name="connsiteX44-15263" fmla="*/ 559710 w 1605470"/>
              <a:gd name="connsiteY44-15264" fmla="*/ 5564796 h 6858000"/>
              <a:gd name="connsiteX45-15265" fmla="*/ 587214 w 1605470"/>
              <a:gd name="connsiteY45-15266" fmla="*/ 5451511 h 6858000"/>
              <a:gd name="connsiteX46-15267" fmla="*/ 608019 w 1605470"/>
              <a:gd name="connsiteY46-15268" fmla="*/ 5385461 h 6858000"/>
              <a:gd name="connsiteX47-15269" fmla="*/ 622750 w 1605470"/>
              <a:gd name="connsiteY47-15270" fmla="*/ 5363084 h 6858000"/>
              <a:gd name="connsiteX48-15271" fmla="*/ 638731 w 1605470"/>
              <a:gd name="connsiteY48-15272" fmla="*/ 5330009 h 6858000"/>
              <a:gd name="connsiteX49-15273" fmla="*/ 672224 w 1605470"/>
              <a:gd name="connsiteY49-15274" fmla="*/ 5273739 h 6858000"/>
              <a:gd name="connsiteX50-15275" fmla="*/ 681823 w 1605470"/>
              <a:gd name="connsiteY50-15276" fmla="*/ 5241779 h 6858000"/>
              <a:gd name="connsiteX51-15277" fmla="*/ 693049 w 1605470"/>
              <a:gd name="connsiteY51-15278" fmla="*/ 5225268 h 6858000"/>
              <a:gd name="connsiteX52-15279" fmla="*/ 694069 w 1605470"/>
              <a:gd name="connsiteY52-15280" fmla="*/ 5217684 h 6858000"/>
              <a:gd name="connsiteX53-15281" fmla="*/ 701410 w 1605470"/>
              <a:gd name="connsiteY53-15282" fmla="*/ 5193377 h 6858000"/>
              <a:gd name="connsiteX54-15283" fmla="*/ 704713 w 1605470"/>
              <a:gd name="connsiteY54-15284" fmla="*/ 5179288 h 6858000"/>
              <a:gd name="connsiteX55-15285" fmla="*/ 705697 w 1605470"/>
              <a:gd name="connsiteY55-15286" fmla="*/ 5173621 h 6858000"/>
              <a:gd name="connsiteX56-15287" fmla="*/ 701331 w 1605470"/>
              <a:gd name="connsiteY56-15288" fmla="*/ 5159961 h 6858000"/>
              <a:gd name="connsiteX57-15289" fmla="*/ 708008 w 1605470"/>
              <a:gd name="connsiteY57-15290" fmla="*/ 5144295 h 6858000"/>
              <a:gd name="connsiteX58-15291" fmla="*/ 704941 w 1605470"/>
              <a:gd name="connsiteY58-15292" fmla="*/ 5125185 h 6858000"/>
              <a:gd name="connsiteX59-15293" fmla="*/ 711771 w 1605470"/>
              <a:gd name="connsiteY59-15294" fmla="*/ 5121884 h 6858000"/>
              <a:gd name="connsiteX60-15295" fmla="*/ 721092 w 1605470"/>
              <a:gd name="connsiteY60-15296" fmla="*/ 5108383 h 6858000"/>
              <a:gd name="connsiteX61-15297" fmla="*/ 717045 w 1605470"/>
              <a:gd name="connsiteY61-15298" fmla="*/ 5094705 h 6858000"/>
              <a:gd name="connsiteX62-15299" fmla="*/ 718807 w 1605470"/>
              <a:gd name="connsiteY62-15300" fmla="*/ 5067850 h 6858000"/>
              <a:gd name="connsiteX63-15301" fmla="*/ 721538 w 1605470"/>
              <a:gd name="connsiteY63-15302" fmla="*/ 5060861 h 6858000"/>
              <a:gd name="connsiteX64-15303" fmla="*/ 718242 w 1605470"/>
              <a:gd name="connsiteY64-15304" fmla="*/ 5034192 h 6858000"/>
              <a:gd name="connsiteX65-15305" fmla="*/ 719796 w 1605470"/>
              <a:gd name="connsiteY65-15306" fmla="*/ 4993030 h 6858000"/>
              <a:gd name="connsiteX66-15307" fmla="*/ 726705 w 1605470"/>
              <a:gd name="connsiteY66-15308" fmla="*/ 4946844 h 6858000"/>
              <a:gd name="connsiteX67-15309" fmla="*/ 722561 w 1605470"/>
              <a:gd name="connsiteY67-15310" fmla="*/ 4932692 h 6858000"/>
              <a:gd name="connsiteX68-15311" fmla="*/ 724588 w 1605470"/>
              <a:gd name="connsiteY68-15312" fmla="*/ 4845927 h 6858000"/>
              <a:gd name="connsiteX69-15313" fmla="*/ 724935 w 1605470"/>
              <a:gd name="connsiteY69-15314" fmla="*/ 4821504 h 6858000"/>
              <a:gd name="connsiteX70-15315" fmla="*/ 732118 w 1605470"/>
              <a:gd name="connsiteY70-15316" fmla="*/ 4801535 h 6858000"/>
              <a:gd name="connsiteX71-15317" fmla="*/ 739787 w 1605470"/>
              <a:gd name="connsiteY71-15318" fmla="*/ 4797794 h 6858000"/>
              <a:gd name="connsiteX72-15319" fmla="*/ 741081 w 1605470"/>
              <a:gd name="connsiteY72-15320" fmla="*/ 4784526 h 6858000"/>
              <a:gd name="connsiteX73-15321" fmla="*/ 742865 w 1605470"/>
              <a:gd name="connsiteY73-15322" fmla="*/ 4781211 h 6858000"/>
              <a:gd name="connsiteX74-15323" fmla="*/ 751652 w 1605470"/>
              <a:gd name="connsiteY74-15324" fmla="*/ 4761984 h 6858000"/>
              <a:gd name="connsiteX75-15325" fmla="*/ 734671 w 1605470"/>
              <a:gd name="connsiteY75-15326" fmla="*/ 4715631 h 6858000"/>
              <a:gd name="connsiteX76-15327" fmla="*/ 743180 w 1605470"/>
              <a:gd name="connsiteY76-15328" fmla="*/ 4662965 h 6858000"/>
              <a:gd name="connsiteX77-15329" fmla="*/ 729578 w 1605470"/>
              <a:gd name="connsiteY77-15330" fmla="*/ 4456787 h 6858000"/>
              <a:gd name="connsiteX78-15331" fmla="*/ 756542 w 1605470"/>
              <a:gd name="connsiteY78-15332" fmla="*/ 4429138 h 6858000"/>
              <a:gd name="connsiteX79-15333" fmla="*/ 715481 w 1605470"/>
              <a:gd name="connsiteY79-15334" fmla="*/ 4214165 h 6858000"/>
              <a:gd name="connsiteX80-15335" fmla="*/ 719554 w 1605470"/>
              <a:gd name="connsiteY80-15336" fmla="*/ 4090296 h 6858000"/>
              <a:gd name="connsiteX81-15337" fmla="*/ 704810 w 1605470"/>
              <a:gd name="connsiteY81-15338" fmla="*/ 4033999 h 6858000"/>
              <a:gd name="connsiteX82-15339" fmla="*/ 705959 w 1605470"/>
              <a:gd name="connsiteY82-15340" fmla="*/ 4031933 h 6858000"/>
              <a:gd name="connsiteX83-15341" fmla="*/ 704535 w 1605470"/>
              <a:gd name="connsiteY83-15342" fmla="*/ 4013953 h 6858000"/>
              <a:gd name="connsiteX84-15343" fmla="*/ 700443 w 1605470"/>
              <a:gd name="connsiteY84-15344" fmla="*/ 4010511 h 6858000"/>
              <a:gd name="connsiteX85-15345" fmla="*/ 698282 w 1605470"/>
              <a:gd name="connsiteY85-15346" fmla="*/ 3998331 h 6858000"/>
              <a:gd name="connsiteX86-15347" fmla="*/ 690830 w 1605470"/>
              <a:gd name="connsiteY86-15348" fmla="*/ 3974753 h 6858000"/>
              <a:gd name="connsiteX87-15349" fmla="*/ 692428 w 1605470"/>
              <a:gd name="connsiteY87-15350" fmla="*/ 3969950 h 6858000"/>
              <a:gd name="connsiteX88-15351" fmla="*/ 685850 w 1605470"/>
              <a:gd name="connsiteY88-15352" fmla="*/ 3933779 h 6858000"/>
              <a:gd name="connsiteX89-15353" fmla="*/ 687181 w 1605470"/>
              <a:gd name="connsiteY89-15354" fmla="*/ 3933093 h 6858000"/>
              <a:gd name="connsiteX90-15355" fmla="*/ 691535 w 1605470"/>
              <a:gd name="connsiteY90-15356" fmla="*/ 3922082 h 6858000"/>
              <a:gd name="connsiteX91-15357" fmla="*/ 696613 w 1605470"/>
              <a:gd name="connsiteY91-15358" fmla="*/ 3901461 h 6858000"/>
              <a:gd name="connsiteX92-15359" fmla="*/ 719207 w 1605470"/>
              <a:gd name="connsiteY92-15360" fmla="*/ 3813873 h 6858000"/>
              <a:gd name="connsiteX93-15361" fmla="*/ 718632 w 1605470"/>
              <a:gd name="connsiteY93-15362" fmla="*/ 3806161 h 6858000"/>
              <a:gd name="connsiteX94-15363" fmla="*/ 718939 w 1605470"/>
              <a:gd name="connsiteY94-15364" fmla="*/ 3805957 h 6858000"/>
              <a:gd name="connsiteX95-15365" fmla="*/ 718966 w 1605470"/>
              <a:gd name="connsiteY95-15366" fmla="*/ 3797724 h 6858000"/>
              <a:gd name="connsiteX96-15367" fmla="*/ 717581 w 1605470"/>
              <a:gd name="connsiteY96-15368" fmla="*/ 3792098 h 6858000"/>
              <a:gd name="connsiteX97-15369" fmla="*/ 716465 w 1605470"/>
              <a:gd name="connsiteY97-15370" fmla="*/ 3777135 h 6858000"/>
              <a:gd name="connsiteX98-15371" fmla="*/ 718198 w 1605470"/>
              <a:gd name="connsiteY98-15372" fmla="*/ 3771656 h 6858000"/>
              <a:gd name="connsiteX99-15373" fmla="*/ 721941 w 1605470"/>
              <a:gd name="connsiteY99-15374" fmla="*/ 3769007 h 6858000"/>
              <a:gd name="connsiteX100-15375" fmla="*/ 721407 w 1605470"/>
              <a:gd name="connsiteY100-15376" fmla="*/ 3767709 h 6858000"/>
              <a:gd name="connsiteX101-15377" fmla="*/ 730103 w 1605470"/>
              <a:gd name="connsiteY101-15378" fmla="*/ 3738082 h 6858000"/>
              <a:gd name="connsiteX102-15379" fmla="*/ 737449 w 1605470"/>
              <a:gd name="connsiteY102-15380" fmla="*/ 3673397 h 6858000"/>
              <a:gd name="connsiteX103-15381" fmla="*/ 736745 w 1605470"/>
              <a:gd name="connsiteY103-15382" fmla="*/ 3637109 h 6858000"/>
              <a:gd name="connsiteX104-15383" fmla="*/ 740188 w 1605470"/>
              <a:gd name="connsiteY104-15384" fmla="*/ 3536883 h 6858000"/>
              <a:gd name="connsiteX105-15385" fmla="*/ 747726 w 1605470"/>
              <a:gd name="connsiteY105-15386" fmla="*/ 3435652 h 6858000"/>
              <a:gd name="connsiteX106-15387" fmla="*/ 774383 w 1605470"/>
              <a:gd name="connsiteY106-15388" fmla="*/ 3381564 h 6858000"/>
              <a:gd name="connsiteX107-15389" fmla="*/ 774870 w 1605470"/>
              <a:gd name="connsiteY107-15390" fmla="*/ 3375761 h 6858000"/>
              <a:gd name="connsiteX108-15391" fmla="*/ 770510 w 1605470"/>
              <a:gd name="connsiteY108-15392" fmla="*/ 3361844 h 6858000"/>
              <a:gd name="connsiteX109-15393" fmla="*/ 767933 w 1605470"/>
              <a:gd name="connsiteY109-15394" fmla="*/ 3356929 h 6858000"/>
              <a:gd name="connsiteX110-15395" fmla="*/ 766158 w 1605470"/>
              <a:gd name="connsiteY110-15396" fmla="*/ 3349058 h 6858000"/>
              <a:gd name="connsiteX111-15397" fmla="*/ 766414 w 1605470"/>
              <a:gd name="connsiteY111-15398" fmla="*/ 3348763 h 6858000"/>
              <a:gd name="connsiteX112-15399" fmla="*/ 764166 w 1605470"/>
              <a:gd name="connsiteY112-15400" fmla="*/ 3341588 h 6858000"/>
              <a:gd name="connsiteX113-15401" fmla="*/ 749397 w 1605470"/>
              <a:gd name="connsiteY113-15402" fmla="*/ 3307769 h 6858000"/>
              <a:gd name="connsiteX114-15403" fmla="*/ 766960 w 1605470"/>
              <a:gd name="connsiteY114-15404" fmla="*/ 3250522 h 6858000"/>
              <a:gd name="connsiteX115-15405" fmla="*/ 767385 w 1605470"/>
              <a:gd name="connsiteY115-15406" fmla="*/ 3229163 h 6858000"/>
              <a:gd name="connsiteX116-15407" fmla="*/ 769208 w 1605470"/>
              <a:gd name="connsiteY116-15408" fmla="*/ 3217217 h 6858000"/>
              <a:gd name="connsiteX117-15409" fmla="*/ 770350 w 1605470"/>
              <a:gd name="connsiteY117-15410" fmla="*/ 3216125 h 6858000"/>
              <a:gd name="connsiteX118-15411" fmla="*/ 756043 w 1605470"/>
              <a:gd name="connsiteY118-15412" fmla="*/ 3183755 h 6858000"/>
              <a:gd name="connsiteX119-15413" fmla="*/ 756544 w 1605470"/>
              <a:gd name="connsiteY119-15414" fmla="*/ 3178642 h 6858000"/>
              <a:gd name="connsiteX120-15415" fmla="*/ 744144 w 1605470"/>
              <a:gd name="connsiteY120-15416" fmla="*/ 3158586 h 6858000"/>
              <a:gd name="connsiteX121-15417" fmla="*/ 739378 w 1605470"/>
              <a:gd name="connsiteY121-15418" fmla="*/ 3147669 h 6858000"/>
              <a:gd name="connsiteX122-15419" fmla="*/ 734648 w 1605470"/>
              <a:gd name="connsiteY122-15420" fmla="*/ 3145733 h 6858000"/>
              <a:gd name="connsiteX123-15421" fmla="*/ 729329 w 1605470"/>
              <a:gd name="connsiteY123-15422" fmla="*/ 3129034 h 6858000"/>
              <a:gd name="connsiteX124-15423" fmla="*/ 729994 w 1605470"/>
              <a:gd name="connsiteY124-15424" fmla="*/ 3126682 h 6858000"/>
              <a:gd name="connsiteX125-15425" fmla="*/ 720862 w 1605470"/>
              <a:gd name="connsiteY125-15426" fmla="*/ 3114519 h 6858000"/>
              <a:gd name="connsiteX126-15427" fmla="*/ 707471 w 1605470"/>
              <a:gd name="connsiteY126-15428" fmla="*/ 3106272 h 6858000"/>
              <a:gd name="connsiteX127-15429" fmla="*/ 680201 w 1605470"/>
              <a:gd name="connsiteY127-15430" fmla="*/ 2958185 h 6858000"/>
              <a:gd name="connsiteX128-15431" fmla="*/ 622815 w 1605470"/>
              <a:gd name="connsiteY128-15432" fmla="*/ 2762989 h 6858000"/>
              <a:gd name="connsiteX129-15433" fmla="*/ 571733 w 1605470"/>
              <a:gd name="connsiteY129-15434" fmla="*/ 2554718 h 6858000"/>
              <a:gd name="connsiteX130-15435" fmla="*/ 551827 w 1605470"/>
              <a:gd name="connsiteY130-15436" fmla="*/ 2485734 h 6858000"/>
              <a:gd name="connsiteX131-15437" fmla="*/ 542550 w 1605470"/>
              <a:gd name="connsiteY131-15438" fmla="*/ 2447068 h 6858000"/>
              <a:gd name="connsiteX132-15439" fmla="*/ 529511 w 1605470"/>
              <a:gd name="connsiteY132-15440" fmla="*/ 2425819 h 6858000"/>
              <a:gd name="connsiteX133-15441" fmla="*/ 528878 w 1605470"/>
              <a:gd name="connsiteY133-15442" fmla="*/ 2408971 h 6858000"/>
              <a:gd name="connsiteX134-15443" fmla="*/ 535510 w 1605470"/>
              <a:gd name="connsiteY134-15444" fmla="*/ 2402874 h 6858000"/>
              <a:gd name="connsiteX135-15445" fmla="*/ 538122 w 1605470"/>
              <a:gd name="connsiteY135-15446" fmla="*/ 2381443 h 6858000"/>
              <a:gd name="connsiteX136-15447" fmla="*/ 514451 w 1605470"/>
              <a:gd name="connsiteY136-15448" fmla="*/ 2261920 h 6858000"/>
              <a:gd name="connsiteX137-15449" fmla="*/ 486968 w 1605470"/>
              <a:gd name="connsiteY137-15450" fmla="*/ 2182937 h 6858000"/>
              <a:gd name="connsiteX138-15451" fmla="*/ 488555 w 1605470"/>
              <a:gd name="connsiteY138-15452" fmla="*/ 2155135 h 6858000"/>
              <a:gd name="connsiteX139-15453" fmla="*/ 486013 w 1605470"/>
              <a:gd name="connsiteY139-15454" fmla="*/ 2118008 h 6858000"/>
              <a:gd name="connsiteX140-15455" fmla="*/ 487006 w 1605470"/>
              <a:gd name="connsiteY140-15456" fmla="*/ 2050531 h 6858000"/>
              <a:gd name="connsiteX141-15457" fmla="*/ 478812 w 1605470"/>
              <a:gd name="connsiteY141-15458" fmla="*/ 1963269 h 6858000"/>
              <a:gd name="connsiteX142-15459" fmla="*/ 442619 w 1605470"/>
              <a:gd name="connsiteY142-15460" fmla="*/ 1910499 h 6858000"/>
              <a:gd name="connsiteX143-15461" fmla="*/ 446785 w 1605470"/>
              <a:gd name="connsiteY143-15462" fmla="*/ 1903212 h 6858000"/>
              <a:gd name="connsiteX144-15463" fmla="*/ 436547 w 1605470"/>
              <a:gd name="connsiteY144-15464" fmla="*/ 1861531 h 6858000"/>
              <a:gd name="connsiteX145-15465" fmla="*/ 390346 w 1605470"/>
              <a:gd name="connsiteY145-15466" fmla="*/ 1732919 h 6858000"/>
              <a:gd name="connsiteX146-15467" fmla="*/ 362657 w 1605470"/>
              <a:gd name="connsiteY146-15468" fmla="*/ 1663540 h 6858000"/>
              <a:gd name="connsiteX147-15469" fmla="*/ 361783 w 1605470"/>
              <a:gd name="connsiteY147-15470" fmla="*/ 1615777 h 6858000"/>
              <a:gd name="connsiteX148-15471" fmla="*/ 342578 w 1605470"/>
              <a:gd name="connsiteY148-15472" fmla="*/ 1563678 h 6858000"/>
              <a:gd name="connsiteX149-15473" fmla="*/ 355658 w 1605470"/>
              <a:gd name="connsiteY149-15474" fmla="*/ 1519474 h 6858000"/>
              <a:gd name="connsiteX150-15475" fmla="*/ 348400 w 1605470"/>
              <a:gd name="connsiteY150-15476" fmla="*/ 1477995 h 6858000"/>
              <a:gd name="connsiteX151-15477" fmla="*/ 334485 w 1605470"/>
              <a:gd name="connsiteY151-15478" fmla="*/ 1373769 h 6858000"/>
              <a:gd name="connsiteX152-15479" fmla="*/ 342792 w 1605470"/>
              <a:gd name="connsiteY152-15480" fmla="*/ 1307086 h 6858000"/>
              <a:gd name="connsiteX153-15481" fmla="*/ 343980 w 1605470"/>
              <a:gd name="connsiteY153-15482" fmla="*/ 1189033 h 6858000"/>
              <a:gd name="connsiteX154-15483" fmla="*/ 348665 w 1605470"/>
              <a:gd name="connsiteY154-15484" fmla="*/ 1168288 h 6858000"/>
              <a:gd name="connsiteX155-15485" fmla="*/ 340947 w 1605470"/>
              <a:gd name="connsiteY155-15486" fmla="*/ 1142577 h 6858000"/>
              <a:gd name="connsiteX156-15487" fmla="*/ 330253 w 1605470"/>
              <a:gd name="connsiteY156-15488" fmla="*/ 1088484 h 6858000"/>
              <a:gd name="connsiteX157-15489" fmla="*/ 318989 w 1605470"/>
              <a:gd name="connsiteY157-15490" fmla="*/ 1016103 h 6858000"/>
              <a:gd name="connsiteX158-15491" fmla="*/ 320445 w 1605470"/>
              <a:gd name="connsiteY158-15492" fmla="*/ 932283 h 6858000"/>
              <a:gd name="connsiteX159-15493" fmla="*/ 322681 w 1605470"/>
              <a:gd name="connsiteY159-15494" fmla="*/ 915925 h 6858000"/>
              <a:gd name="connsiteX160-15495" fmla="*/ 315310 w 1605470"/>
              <a:gd name="connsiteY160-15496" fmla="*/ 896999 h 6858000"/>
              <a:gd name="connsiteX161-15497" fmla="*/ 284718 w 1605470"/>
              <a:gd name="connsiteY161-15498" fmla="*/ 821517 h 6858000"/>
              <a:gd name="connsiteX162-15499" fmla="*/ 263668 w 1605470"/>
              <a:gd name="connsiteY162-15500" fmla="*/ 751353 h 6858000"/>
              <a:gd name="connsiteX163-15501" fmla="*/ 263226 w 1605470"/>
              <a:gd name="connsiteY163-15502" fmla="*/ 721230 h 6858000"/>
              <a:gd name="connsiteX164-15503" fmla="*/ 248897 w 1605470"/>
              <a:gd name="connsiteY164-15504" fmla="*/ 681659 h 6858000"/>
              <a:gd name="connsiteX165-15505" fmla="*/ 234316 w 1605470"/>
              <a:gd name="connsiteY165-15506" fmla="*/ 635218 h 6858000"/>
              <a:gd name="connsiteX166-15507" fmla="*/ 239327 w 1605470"/>
              <a:gd name="connsiteY166-15508" fmla="*/ 613763 h 6858000"/>
              <a:gd name="connsiteX167-15509" fmla="*/ 225269 w 1605470"/>
              <a:gd name="connsiteY167-15510" fmla="*/ 598582 h 6858000"/>
              <a:gd name="connsiteX168-15511" fmla="*/ 224950 w 1605470"/>
              <a:gd name="connsiteY168-15512" fmla="*/ 576846 h 6858000"/>
              <a:gd name="connsiteX169-15513" fmla="*/ 204576 w 1605470"/>
              <a:gd name="connsiteY169-15514" fmla="*/ 530055 h 6858000"/>
              <a:gd name="connsiteX170-15515" fmla="*/ 219064 w 1605470"/>
              <a:gd name="connsiteY170-15516" fmla="*/ 469651 h 6858000"/>
              <a:gd name="connsiteX171-15517" fmla="*/ 195012 w 1605470"/>
              <a:gd name="connsiteY171-15518" fmla="*/ 448559 h 6858000"/>
              <a:gd name="connsiteX172-15519" fmla="*/ 201434 w 1605470"/>
              <a:gd name="connsiteY172-15520" fmla="*/ 441529 h 6858000"/>
              <a:gd name="connsiteX173-15521" fmla="*/ 200655 w 1605470"/>
              <a:gd name="connsiteY173-15522" fmla="*/ 428927 h 6858000"/>
              <a:gd name="connsiteX174-15523" fmla="*/ 190059 w 1605470"/>
              <a:gd name="connsiteY174-15524" fmla="*/ 430161 h 6858000"/>
              <a:gd name="connsiteX175-15525" fmla="*/ 167079 w 1605470"/>
              <a:gd name="connsiteY175-15526" fmla="*/ 367211 h 6858000"/>
              <a:gd name="connsiteX176-15527" fmla="*/ 124571 w 1605470"/>
              <a:gd name="connsiteY176-15528" fmla="*/ 302178 h 6858000"/>
              <a:gd name="connsiteX177-15529" fmla="*/ 103243 w 1605470"/>
              <a:gd name="connsiteY177-15530" fmla="*/ 211375 h 6858000"/>
              <a:gd name="connsiteX178-15531" fmla="*/ 94571 w 1605470"/>
              <a:gd name="connsiteY178-15532" fmla="*/ 184179 h 6858000"/>
              <a:gd name="connsiteX179-15533" fmla="*/ 13437 w 1605470"/>
              <a:gd name="connsiteY179-15534" fmla="*/ 19287 h 6858000"/>
              <a:gd name="connsiteX180-15535" fmla="*/ 0 w 1605470"/>
              <a:gd name="connsiteY180-15536" fmla="*/ 0 h 6858000"/>
              <a:gd name="connsiteX0-15537" fmla="*/ 0 w 1605470"/>
              <a:gd name="connsiteY0-15538" fmla="*/ 0 h 6858000"/>
              <a:gd name="connsiteX1-15539" fmla="*/ 1605470 w 1605470"/>
              <a:gd name="connsiteY1-15540" fmla="*/ 0 h 6858000"/>
              <a:gd name="connsiteX2-15541" fmla="*/ 1605470 w 1605470"/>
              <a:gd name="connsiteY2-15542" fmla="*/ 6858000 h 6858000"/>
              <a:gd name="connsiteX3-15543" fmla="*/ 154105 w 1605470"/>
              <a:gd name="connsiteY3-15544" fmla="*/ 6858000 h 6858000"/>
              <a:gd name="connsiteX4-15545" fmla="*/ 154246 w 1605470"/>
              <a:gd name="connsiteY4-15546" fmla="*/ 6857735 h 6858000"/>
              <a:gd name="connsiteX5-15547" fmla="*/ 166295 w 1605470"/>
              <a:gd name="connsiteY5-15548" fmla="*/ 6809549 h 6858000"/>
              <a:gd name="connsiteX6-15549" fmla="*/ 198506 w 1605470"/>
              <a:gd name="connsiteY6-15550" fmla="*/ 6715115 h 6858000"/>
              <a:gd name="connsiteX7-15551" fmla="*/ 208357 w 1605470"/>
              <a:gd name="connsiteY7-15552" fmla="*/ 6680170 h 6858000"/>
              <a:gd name="connsiteX8-15553" fmla="*/ 233907 w 1605470"/>
              <a:gd name="connsiteY8-15554" fmla="*/ 6621207 h 6858000"/>
              <a:gd name="connsiteX9-15555" fmla="*/ 250564 w 1605470"/>
              <a:gd name="connsiteY9-15556" fmla="*/ 6596265 h 6858000"/>
              <a:gd name="connsiteX10-15557" fmla="*/ 250443 w 1605470"/>
              <a:gd name="connsiteY10-15558" fmla="*/ 6594818 h 6858000"/>
              <a:gd name="connsiteX11-15559" fmla="*/ 254688 w 1605470"/>
              <a:gd name="connsiteY11-15560" fmla="*/ 6593735 h 6858000"/>
              <a:gd name="connsiteX12-15561" fmla="*/ 257885 w 1605470"/>
              <a:gd name="connsiteY12-15562" fmla="*/ 6589172 h 6858000"/>
              <a:gd name="connsiteX13-15563" fmla="*/ 261179 w 1605470"/>
              <a:gd name="connsiteY13-15564" fmla="*/ 6574442 h 6858000"/>
              <a:gd name="connsiteX14-15565" fmla="*/ 261519 w 1605470"/>
              <a:gd name="connsiteY14-15566" fmla="*/ 6568530 h 6858000"/>
              <a:gd name="connsiteX15-15567" fmla="*/ 263928 w 1605470"/>
              <a:gd name="connsiteY15-15568" fmla="*/ 6560674 h 6858000"/>
              <a:gd name="connsiteX16-15569" fmla="*/ 264273 w 1605470"/>
              <a:gd name="connsiteY16-15570" fmla="*/ 6560598 h 6858000"/>
              <a:gd name="connsiteX17-15571" fmla="*/ 265970 w 1605470"/>
              <a:gd name="connsiteY17-15572" fmla="*/ 6553006 h 6858000"/>
              <a:gd name="connsiteX18-15573" fmla="*/ 270666 w 1605470"/>
              <a:gd name="connsiteY18-15574" fmla="*/ 6514360 h 6858000"/>
              <a:gd name="connsiteX19-15575" fmla="*/ 312320 w 1605470"/>
              <a:gd name="connsiteY19-15576" fmla="*/ 6478062 h 6858000"/>
              <a:gd name="connsiteX20-15577" fmla="*/ 323009 w 1605470"/>
              <a:gd name="connsiteY20-15578" fmla="*/ 6460325 h 6858000"/>
              <a:gd name="connsiteX21-15579" fmla="*/ 330242 w 1605470"/>
              <a:gd name="connsiteY21-15580" fmla="*/ 6451488 h 6858000"/>
              <a:gd name="connsiteX22-15581" fmla="*/ 331677 w 1605470"/>
              <a:gd name="connsiteY22-15582" fmla="*/ 6451348 h 6858000"/>
              <a:gd name="connsiteX23-15583" fmla="*/ 336035 w 1605470"/>
              <a:gd name="connsiteY23-15584" fmla="*/ 6414240 h 6858000"/>
              <a:gd name="connsiteX24-15585" fmla="*/ 338911 w 1605470"/>
              <a:gd name="connsiteY24-15586" fmla="*/ 6410269 h 6858000"/>
              <a:gd name="connsiteX25-15587" fmla="*/ 338811 w 1605470"/>
              <a:gd name="connsiteY25-15588" fmla="*/ 6384857 h 6858000"/>
              <a:gd name="connsiteX26-15589" fmla="*/ 340328 w 1605470"/>
              <a:gd name="connsiteY26-15590" fmla="*/ 6372381 h 6858000"/>
              <a:gd name="connsiteX27-15591" fmla="*/ 337522 w 1605470"/>
              <a:gd name="connsiteY27-15592" fmla="*/ 6367510 h 6858000"/>
              <a:gd name="connsiteX28-15593" fmla="*/ 341402 w 1605470"/>
              <a:gd name="connsiteY28-15594" fmla="*/ 6349778 h 6858000"/>
              <a:gd name="connsiteX29-15595" fmla="*/ 343067 w 1605470"/>
              <a:gd name="connsiteY29-15596" fmla="*/ 6348250 h 6858000"/>
              <a:gd name="connsiteX30-15597" fmla="*/ 341730 w 1605470"/>
              <a:gd name="connsiteY30-15598" fmla="*/ 6331735 h 6858000"/>
              <a:gd name="connsiteX31-15599" fmla="*/ 335123 w 1605470"/>
              <a:gd name="connsiteY31-15600" fmla="*/ 6315613 h 6858000"/>
              <a:gd name="connsiteX32-15601" fmla="*/ 385303 w 1605470"/>
              <a:gd name="connsiteY32-15602" fmla="*/ 6171970 h 6858000"/>
              <a:gd name="connsiteX33-15603" fmla="*/ 380910 w 1605470"/>
              <a:gd name="connsiteY33-15604" fmla="*/ 6028119 h 6858000"/>
              <a:gd name="connsiteX34-15605" fmla="*/ 409371 w 1605470"/>
              <a:gd name="connsiteY34-15606" fmla="*/ 5950668 h 6858000"/>
              <a:gd name="connsiteX35-15607" fmla="*/ 442432 w 1605470"/>
              <a:gd name="connsiteY35-15608" fmla="*/ 5934687 h 6858000"/>
              <a:gd name="connsiteX36-15609" fmla="*/ 489472 w 1605470"/>
              <a:gd name="connsiteY36-15610" fmla="*/ 5732419 h 6858000"/>
              <a:gd name="connsiteX37-15611" fmla="*/ 512623 w 1605470"/>
              <a:gd name="connsiteY37-15612" fmla="*/ 5685392 h 6858000"/>
              <a:gd name="connsiteX38-15613" fmla="*/ 510261 w 1605470"/>
              <a:gd name="connsiteY38-15614" fmla="*/ 5634527 h 6858000"/>
              <a:gd name="connsiteX39-15615" fmla="*/ 523992 w 1605470"/>
              <a:gd name="connsiteY39-15616" fmla="*/ 5619557 h 6858000"/>
              <a:gd name="connsiteX40-15617" fmla="*/ 526609 w 1605470"/>
              <a:gd name="connsiteY40-15618" fmla="*/ 5617081 h 6858000"/>
              <a:gd name="connsiteX41-15619" fmla="*/ 531653 w 1605470"/>
              <a:gd name="connsiteY41-15620" fmla="*/ 5604904 h 6858000"/>
              <a:gd name="connsiteX42-15621" fmla="*/ 539863 w 1605470"/>
              <a:gd name="connsiteY42-15622" fmla="*/ 5604298 h 6858000"/>
              <a:gd name="connsiteX43-15623" fmla="*/ 552319 w 1605470"/>
              <a:gd name="connsiteY43-15624" fmla="*/ 5587997 h 6858000"/>
              <a:gd name="connsiteX44-15625" fmla="*/ 559710 w 1605470"/>
              <a:gd name="connsiteY44-15626" fmla="*/ 5564796 h 6858000"/>
              <a:gd name="connsiteX45-15627" fmla="*/ 587214 w 1605470"/>
              <a:gd name="connsiteY45-15628" fmla="*/ 5451511 h 6858000"/>
              <a:gd name="connsiteX46-15629" fmla="*/ 608019 w 1605470"/>
              <a:gd name="connsiteY46-15630" fmla="*/ 5385461 h 6858000"/>
              <a:gd name="connsiteX47-15631" fmla="*/ 622750 w 1605470"/>
              <a:gd name="connsiteY47-15632" fmla="*/ 5363084 h 6858000"/>
              <a:gd name="connsiteX48-15633" fmla="*/ 638731 w 1605470"/>
              <a:gd name="connsiteY48-15634" fmla="*/ 5330009 h 6858000"/>
              <a:gd name="connsiteX49-15635" fmla="*/ 672224 w 1605470"/>
              <a:gd name="connsiteY49-15636" fmla="*/ 5273739 h 6858000"/>
              <a:gd name="connsiteX50-15637" fmla="*/ 681823 w 1605470"/>
              <a:gd name="connsiteY50-15638" fmla="*/ 5241779 h 6858000"/>
              <a:gd name="connsiteX51-15639" fmla="*/ 693049 w 1605470"/>
              <a:gd name="connsiteY51-15640" fmla="*/ 5225268 h 6858000"/>
              <a:gd name="connsiteX52-15641" fmla="*/ 694069 w 1605470"/>
              <a:gd name="connsiteY52-15642" fmla="*/ 5217684 h 6858000"/>
              <a:gd name="connsiteX53-15643" fmla="*/ 701410 w 1605470"/>
              <a:gd name="connsiteY53-15644" fmla="*/ 5193377 h 6858000"/>
              <a:gd name="connsiteX54-15645" fmla="*/ 704713 w 1605470"/>
              <a:gd name="connsiteY54-15646" fmla="*/ 5179288 h 6858000"/>
              <a:gd name="connsiteX55-15647" fmla="*/ 705697 w 1605470"/>
              <a:gd name="connsiteY55-15648" fmla="*/ 5173621 h 6858000"/>
              <a:gd name="connsiteX56-15649" fmla="*/ 701331 w 1605470"/>
              <a:gd name="connsiteY56-15650" fmla="*/ 5159961 h 6858000"/>
              <a:gd name="connsiteX57-15651" fmla="*/ 708008 w 1605470"/>
              <a:gd name="connsiteY57-15652" fmla="*/ 5144295 h 6858000"/>
              <a:gd name="connsiteX58-15653" fmla="*/ 704941 w 1605470"/>
              <a:gd name="connsiteY58-15654" fmla="*/ 5125185 h 6858000"/>
              <a:gd name="connsiteX59-15655" fmla="*/ 711771 w 1605470"/>
              <a:gd name="connsiteY59-15656" fmla="*/ 5121884 h 6858000"/>
              <a:gd name="connsiteX60-15657" fmla="*/ 721092 w 1605470"/>
              <a:gd name="connsiteY60-15658" fmla="*/ 5108383 h 6858000"/>
              <a:gd name="connsiteX61-15659" fmla="*/ 717045 w 1605470"/>
              <a:gd name="connsiteY61-15660" fmla="*/ 5094705 h 6858000"/>
              <a:gd name="connsiteX62-15661" fmla="*/ 718807 w 1605470"/>
              <a:gd name="connsiteY62-15662" fmla="*/ 5067850 h 6858000"/>
              <a:gd name="connsiteX63-15663" fmla="*/ 721538 w 1605470"/>
              <a:gd name="connsiteY63-15664" fmla="*/ 5060861 h 6858000"/>
              <a:gd name="connsiteX64-15665" fmla="*/ 718242 w 1605470"/>
              <a:gd name="connsiteY64-15666" fmla="*/ 5034192 h 6858000"/>
              <a:gd name="connsiteX65-15667" fmla="*/ 719796 w 1605470"/>
              <a:gd name="connsiteY65-15668" fmla="*/ 4993030 h 6858000"/>
              <a:gd name="connsiteX66-15669" fmla="*/ 726705 w 1605470"/>
              <a:gd name="connsiteY66-15670" fmla="*/ 4946844 h 6858000"/>
              <a:gd name="connsiteX67-15671" fmla="*/ 722561 w 1605470"/>
              <a:gd name="connsiteY67-15672" fmla="*/ 4932692 h 6858000"/>
              <a:gd name="connsiteX68-15673" fmla="*/ 724588 w 1605470"/>
              <a:gd name="connsiteY68-15674" fmla="*/ 4845927 h 6858000"/>
              <a:gd name="connsiteX69-15675" fmla="*/ 724935 w 1605470"/>
              <a:gd name="connsiteY69-15676" fmla="*/ 4821504 h 6858000"/>
              <a:gd name="connsiteX70-15677" fmla="*/ 732118 w 1605470"/>
              <a:gd name="connsiteY70-15678" fmla="*/ 4801535 h 6858000"/>
              <a:gd name="connsiteX71-15679" fmla="*/ 739787 w 1605470"/>
              <a:gd name="connsiteY71-15680" fmla="*/ 4797794 h 6858000"/>
              <a:gd name="connsiteX72-15681" fmla="*/ 741081 w 1605470"/>
              <a:gd name="connsiteY72-15682" fmla="*/ 4784526 h 6858000"/>
              <a:gd name="connsiteX73-15683" fmla="*/ 742865 w 1605470"/>
              <a:gd name="connsiteY73-15684" fmla="*/ 4781211 h 6858000"/>
              <a:gd name="connsiteX74-15685" fmla="*/ 751652 w 1605470"/>
              <a:gd name="connsiteY74-15686" fmla="*/ 4761984 h 6858000"/>
              <a:gd name="connsiteX75-15687" fmla="*/ 734671 w 1605470"/>
              <a:gd name="connsiteY75-15688" fmla="*/ 4715631 h 6858000"/>
              <a:gd name="connsiteX76-15689" fmla="*/ 743180 w 1605470"/>
              <a:gd name="connsiteY76-15690" fmla="*/ 4662965 h 6858000"/>
              <a:gd name="connsiteX77-15691" fmla="*/ 729578 w 1605470"/>
              <a:gd name="connsiteY77-15692" fmla="*/ 4456787 h 6858000"/>
              <a:gd name="connsiteX78-15693" fmla="*/ 756542 w 1605470"/>
              <a:gd name="connsiteY78-15694" fmla="*/ 4350346 h 6858000"/>
              <a:gd name="connsiteX79-15695" fmla="*/ 715481 w 1605470"/>
              <a:gd name="connsiteY79-15696" fmla="*/ 4214165 h 6858000"/>
              <a:gd name="connsiteX80-15697" fmla="*/ 719554 w 1605470"/>
              <a:gd name="connsiteY80-15698" fmla="*/ 4090296 h 6858000"/>
              <a:gd name="connsiteX81-15699" fmla="*/ 704810 w 1605470"/>
              <a:gd name="connsiteY81-15700" fmla="*/ 4033999 h 6858000"/>
              <a:gd name="connsiteX82-15701" fmla="*/ 705959 w 1605470"/>
              <a:gd name="connsiteY82-15702" fmla="*/ 4031933 h 6858000"/>
              <a:gd name="connsiteX83-15703" fmla="*/ 704535 w 1605470"/>
              <a:gd name="connsiteY83-15704" fmla="*/ 4013953 h 6858000"/>
              <a:gd name="connsiteX84-15705" fmla="*/ 700443 w 1605470"/>
              <a:gd name="connsiteY84-15706" fmla="*/ 4010511 h 6858000"/>
              <a:gd name="connsiteX85-15707" fmla="*/ 698282 w 1605470"/>
              <a:gd name="connsiteY85-15708" fmla="*/ 3998331 h 6858000"/>
              <a:gd name="connsiteX86-15709" fmla="*/ 690830 w 1605470"/>
              <a:gd name="connsiteY86-15710" fmla="*/ 3974753 h 6858000"/>
              <a:gd name="connsiteX87-15711" fmla="*/ 692428 w 1605470"/>
              <a:gd name="connsiteY87-15712" fmla="*/ 3969950 h 6858000"/>
              <a:gd name="connsiteX88-15713" fmla="*/ 685850 w 1605470"/>
              <a:gd name="connsiteY88-15714" fmla="*/ 3933779 h 6858000"/>
              <a:gd name="connsiteX89-15715" fmla="*/ 687181 w 1605470"/>
              <a:gd name="connsiteY89-15716" fmla="*/ 3933093 h 6858000"/>
              <a:gd name="connsiteX90-15717" fmla="*/ 691535 w 1605470"/>
              <a:gd name="connsiteY90-15718" fmla="*/ 3922082 h 6858000"/>
              <a:gd name="connsiteX91-15719" fmla="*/ 696613 w 1605470"/>
              <a:gd name="connsiteY91-15720" fmla="*/ 3901461 h 6858000"/>
              <a:gd name="connsiteX92-15721" fmla="*/ 719207 w 1605470"/>
              <a:gd name="connsiteY92-15722" fmla="*/ 3813873 h 6858000"/>
              <a:gd name="connsiteX93-15723" fmla="*/ 718632 w 1605470"/>
              <a:gd name="connsiteY93-15724" fmla="*/ 3806161 h 6858000"/>
              <a:gd name="connsiteX94-15725" fmla="*/ 718939 w 1605470"/>
              <a:gd name="connsiteY94-15726" fmla="*/ 3805957 h 6858000"/>
              <a:gd name="connsiteX95-15727" fmla="*/ 718966 w 1605470"/>
              <a:gd name="connsiteY95-15728" fmla="*/ 3797724 h 6858000"/>
              <a:gd name="connsiteX96-15729" fmla="*/ 717581 w 1605470"/>
              <a:gd name="connsiteY96-15730" fmla="*/ 3792098 h 6858000"/>
              <a:gd name="connsiteX97-15731" fmla="*/ 716465 w 1605470"/>
              <a:gd name="connsiteY97-15732" fmla="*/ 3777135 h 6858000"/>
              <a:gd name="connsiteX98-15733" fmla="*/ 718198 w 1605470"/>
              <a:gd name="connsiteY98-15734" fmla="*/ 3771656 h 6858000"/>
              <a:gd name="connsiteX99-15735" fmla="*/ 721941 w 1605470"/>
              <a:gd name="connsiteY99-15736" fmla="*/ 3769007 h 6858000"/>
              <a:gd name="connsiteX100-15737" fmla="*/ 721407 w 1605470"/>
              <a:gd name="connsiteY100-15738" fmla="*/ 3767709 h 6858000"/>
              <a:gd name="connsiteX101-15739" fmla="*/ 730103 w 1605470"/>
              <a:gd name="connsiteY101-15740" fmla="*/ 3738082 h 6858000"/>
              <a:gd name="connsiteX102-15741" fmla="*/ 737449 w 1605470"/>
              <a:gd name="connsiteY102-15742" fmla="*/ 3673397 h 6858000"/>
              <a:gd name="connsiteX103-15743" fmla="*/ 736745 w 1605470"/>
              <a:gd name="connsiteY103-15744" fmla="*/ 3637109 h 6858000"/>
              <a:gd name="connsiteX104-15745" fmla="*/ 740188 w 1605470"/>
              <a:gd name="connsiteY104-15746" fmla="*/ 3536883 h 6858000"/>
              <a:gd name="connsiteX105-15747" fmla="*/ 747726 w 1605470"/>
              <a:gd name="connsiteY105-15748" fmla="*/ 3435652 h 6858000"/>
              <a:gd name="connsiteX106-15749" fmla="*/ 774383 w 1605470"/>
              <a:gd name="connsiteY106-15750" fmla="*/ 3381564 h 6858000"/>
              <a:gd name="connsiteX107-15751" fmla="*/ 774870 w 1605470"/>
              <a:gd name="connsiteY107-15752" fmla="*/ 3375761 h 6858000"/>
              <a:gd name="connsiteX108-15753" fmla="*/ 770510 w 1605470"/>
              <a:gd name="connsiteY108-15754" fmla="*/ 3361844 h 6858000"/>
              <a:gd name="connsiteX109-15755" fmla="*/ 767933 w 1605470"/>
              <a:gd name="connsiteY109-15756" fmla="*/ 3356929 h 6858000"/>
              <a:gd name="connsiteX110-15757" fmla="*/ 766158 w 1605470"/>
              <a:gd name="connsiteY110-15758" fmla="*/ 3349058 h 6858000"/>
              <a:gd name="connsiteX111-15759" fmla="*/ 766414 w 1605470"/>
              <a:gd name="connsiteY111-15760" fmla="*/ 3348763 h 6858000"/>
              <a:gd name="connsiteX112-15761" fmla="*/ 764166 w 1605470"/>
              <a:gd name="connsiteY112-15762" fmla="*/ 3341588 h 6858000"/>
              <a:gd name="connsiteX113-15763" fmla="*/ 749397 w 1605470"/>
              <a:gd name="connsiteY113-15764" fmla="*/ 3307769 h 6858000"/>
              <a:gd name="connsiteX114-15765" fmla="*/ 766960 w 1605470"/>
              <a:gd name="connsiteY114-15766" fmla="*/ 3250522 h 6858000"/>
              <a:gd name="connsiteX115-15767" fmla="*/ 767385 w 1605470"/>
              <a:gd name="connsiteY115-15768" fmla="*/ 3229163 h 6858000"/>
              <a:gd name="connsiteX116-15769" fmla="*/ 769208 w 1605470"/>
              <a:gd name="connsiteY116-15770" fmla="*/ 3217217 h 6858000"/>
              <a:gd name="connsiteX117-15771" fmla="*/ 770350 w 1605470"/>
              <a:gd name="connsiteY117-15772" fmla="*/ 3216125 h 6858000"/>
              <a:gd name="connsiteX118-15773" fmla="*/ 756043 w 1605470"/>
              <a:gd name="connsiteY118-15774" fmla="*/ 3183755 h 6858000"/>
              <a:gd name="connsiteX119-15775" fmla="*/ 756544 w 1605470"/>
              <a:gd name="connsiteY119-15776" fmla="*/ 3178642 h 6858000"/>
              <a:gd name="connsiteX120-15777" fmla="*/ 744144 w 1605470"/>
              <a:gd name="connsiteY120-15778" fmla="*/ 3158586 h 6858000"/>
              <a:gd name="connsiteX121-15779" fmla="*/ 739378 w 1605470"/>
              <a:gd name="connsiteY121-15780" fmla="*/ 3147669 h 6858000"/>
              <a:gd name="connsiteX122-15781" fmla="*/ 734648 w 1605470"/>
              <a:gd name="connsiteY122-15782" fmla="*/ 3145733 h 6858000"/>
              <a:gd name="connsiteX123-15783" fmla="*/ 729329 w 1605470"/>
              <a:gd name="connsiteY123-15784" fmla="*/ 3129034 h 6858000"/>
              <a:gd name="connsiteX124-15785" fmla="*/ 729994 w 1605470"/>
              <a:gd name="connsiteY124-15786" fmla="*/ 3126682 h 6858000"/>
              <a:gd name="connsiteX125-15787" fmla="*/ 720862 w 1605470"/>
              <a:gd name="connsiteY125-15788" fmla="*/ 3114519 h 6858000"/>
              <a:gd name="connsiteX126-15789" fmla="*/ 707471 w 1605470"/>
              <a:gd name="connsiteY126-15790" fmla="*/ 3106272 h 6858000"/>
              <a:gd name="connsiteX127-15791" fmla="*/ 680201 w 1605470"/>
              <a:gd name="connsiteY127-15792" fmla="*/ 2958185 h 6858000"/>
              <a:gd name="connsiteX128-15793" fmla="*/ 622815 w 1605470"/>
              <a:gd name="connsiteY128-15794" fmla="*/ 2762989 h 6858000"/>
              <a:gd name="connsiteX129-15795" fmla="*/ 571733 w 1605470"/>
              <a:gd name="connsiteY129-15796" fmla="*/ 2554718 h 6858000"/>
              <a:gd name="connsiteX130-15797" fmla="*/ 551827 w 1605470"/>
              <a:gd name="connsiteY130-15798" fmla="*/ 2485734 h 6858000"/>
              <a:gd name="connsiteX131-15799" fmla="*/ 542550 w 1605470"/>
              <a:gd name="connsiteY131-15800" fmla="*/ 2447068 h 6858000"/>
              <a:gd name="connsiteX132-15801" fmla="*/ 529511 w 1605470"/>
              <a:gd name="connsiteY132-15802" fmla="*/ 2425819 h 6858000"/>
              <a:gd name="connsiteX133-15803" fmla="*/ 528878 w 1605470"/>
              <a:gd name="connsiteY133-15804" fmla="*/ 2408971 h 6858000"/>
              <a:gd name="connsiteX134-15805" fmla="*/ 535510 w 1605470"/>
              <a:gd name="connsiteY134-15806" fmla="*/ 2402874 h 6858000"/>
              <a:gd name="connsiteX135-15807" fmla="*/ 538122 w 1605470"/>
              <a:gd name="connsiteY135-15808" fmla="*/ 2381443 h 6858000"/>
              <a:gd name="connsiteX136-15809" fmla="*/ 514451 w 1605470"/>
              <a:gd name="connsiteY136-15810" fmla="*/ 2261920 h 6858000"/>
              <a:gd name="connsiteX137-15811" fmla="*/ 486968 w 1605470"/>
              <a:gd name="connsiteY137-15812" fmla="*/ 2182937 h 6858000"/>
              <a:gd name="connsiteX138-15813" fmla="*/ 488555 w 1605470"/>
              <a:gd name="connsiteY138-15814" fmla="*/ 2155135 h 6858000"/>
              <a:gd name="connsiteX139-15815" fmla="*/ 486013 w 1605470"/>
              <a:gd name="connsiteY139-15816" fmla="*/ 2118008 h 6858000"/>
              <a:gd name="connsiteX140-15817" fmla="*/ 487006 w 1605470"/>
              <a:gd name="connsiteY140-15818" fmla="*/ 2050531 h 6858000"/>
              <a:gd name="connsiteX141-15819" fmla="*/ 478812 w 1605470"/>
              <a:gd name="connsiteY141-15820" fmla="*/ 1963269 h 6858000"/>
              <a:gd name="connsiteX142-15821" fmla="*/ 442619 w 1605470"/>
              <a:gd name="connsiteY142-15822" fmla="*/ 1910499 h 6858000"/>
              <a:gd name="connsiteX143-15823" fmla="*/ 446785 w 1605470"/>
              <a:gd name="connsiteY143-15824" fmla="*/ 1903212 h 6858000"/>
              <a:gd name="connsiteX144-15825" fmla="*/ 436547 w 1605470"/>
              <a:gd name="connsiteY144-15826" fmla="*/ 1861531 h 6858000"/>
              <a:gd name="connsiteX145-15827" fmla="*/ 390346 w 1605470"/>
              <a:gd name="connsiteY145-15828" fmla="*/ 1732919 h 6858000"/>
              <a:gd name="connsiteX146-15829" fmla="*/ 362657 w 1605470"/>
              <a:gd name="connsiteY146-15830" fmla="*/ 1663540 h 6858000"/>
              <a:gd name="connsiteX147-15831" fmla="*/ 361783 w 1605470"/>
              <a:gd name="connsiteY147-15832" fmla="*/ 1615777 h 6858000"/>
              <a:gd name="connsiteX148-15833" fmla="*/ 342578 w 1605470"/>
              <a:gd name="connsiteY148-15834" fmla="*/ 1563678 h 6858000"/>
              <a:gd name="connsiteX149-15835" fmla="*/ 355658 w 1605470"/>
              <a:gd name="connsiteY149-15836" fmla="*/ 1519474 h 6858000"/>
              <a:gd name="connsiteX150-15837" fmla="*/ 348400 w 1605470"/>
              <a:gd name="connsiteY150-15838" fmla="*/ 1477995 h 6858000"/>
              <a:gd name="connsiteX151-15839" fmla="*/ 334485 w 1605470"/>
              <a:gd name="connsiteY151-15840" fmla="*/ 1373769 h 6858000"/>
              <a:gd name="connsiteX152-15841" fmla="*/ 342792 w 1605470"/>
              <a:gd name="connsiteY152-15842" fmla="*/ 1307086 h 6858000"/>
              <a:gd name="connsiteX153-15843" fmla="*/ 343980 w 1605470"/>
              <a:gd name="connsiteY153-15844" fmla="*/ 1189033 h 6858000"/>
              <a:gd name="connsiteX154-15845" fmla="*/ 348665 w 1605470"/>
              <a:gd name="connsiteY154-15846" fmla="*/ 1168288 h 6858000"/>
              <a:gd name="connsiteX155-15847" fmla="*/ 340947 w 1605470"/>
              <a:gd name="connsiteY155-15848" fmla="*/ 1142577 h 6858000"/>
              <a:gd name="connsiteX156-15849" fmla="*/ 330253 w 1605470"/>
              <a:gd name="connsiteY156-15850" fmla="*/ 1088484 h 6858000"/>
              <a:gd name="connsiteX157-15851" fmla="*/ 318989 w 1605470"/>
              <a:gd name="connsiteY157-15852" fmla="*/ 1016103 h 6858000"/>
              <a:gd name="connsiteX158-15853" fmla="*/ 320445 w 1605470"/>
              <a:gd name="connsiteY158-15854" fmla="*/ 932283 h 6858000"/>
              <a:gd name="connsiteX159-15855" fmla="*/ 322681 w 1605470"/>
              <a:gd name="connsiteY159-15856" fmla="*/ 915925 h 6858000"/>
              <a:gd name="connsiteX160-15857" fmla="*/ 315310 w 1605470"/>
              <a:gd name="connsiteY160-15858" fmla="*/ 896999 h 6858000"/>
              <a:gd name="connsiteX161-15859" fmla="*/ 284718 w 1605470"/>
              <a:gd name="connsiteY161-15860" fmla="*/ 821517 h 6858000"/>
              <a:gd name="connsiteX162-15861" fmla="*/ 263668 w 1605470"/>
              <a:gd name="connsiteY162-15862" fmla="*/ 751353 h 6858000"/>
              <a:gd name="connsiteX163-15863" fmla="*/ 263226 w 1605470"/>
              <a:gd name="connsiteY163-15864" fmla="*/ 721230 h 6858000"/>
              <a:gd name="connsiteX164-15865" fmla="*/ 248897 w 1605470"/>
              <a:gd name="connsiteY164-15866" fmla="*/ 681659 h 6858000"/>
              <a:gd name="connsiteX165-15867" fmla="*/ 234316 w 1605470"/>
              <a:gd name="connsiteY165-15868" fmla="*/ 635218 h 6858000"/>
              <a:gd name="connsiteX166-15869" fmla="*/ 239327 w 1605470"/>
              <a:gd name="connsiteY166-15870" fmla="*/ 613763 h 6858000"/>
              <a:gd name="connsiteX167-15871" fmla="*/ 225269 w 1605470"/>
              <a:gd name="connsiteY167-15872" fmla="*/ 598582 h 6858000"/>
              <a:gd name="connsiteX168-15873" fmla="*/ 224950 w 1605470"/>
              <a:gd name="connsiteY168-15874" fmla="*/ 576846 h 6858000"/>
              <a:gd name="connsiteX169-15875" fmla="*/ 204576 w 1605470"/>
              <a:gd name="connsiteY169-15876" fmla="*/ 530055 h 6858000"/>
              <a:gd name="connsiteX170-15877" fmla="*/ 219064 w 1605470"/>
              <a:gd name="connsiteY170-15878" fmla="*/ 469651 h 6858000"/>
              <a:gd name="connsiteX171-15879" fmla="*/ 195012 w 1605470"/>
              <a:gd name="connsiteY171-15880" fmla="*/ 448559 h 6858000"/>
              <a:gd name="connsiteX172-15881" fmla="*/ 201434 w 1605470"/>
              <a:gd name="connsiteY172-15882" fmla="*/ 441529 h 6858000"/>
              <a:gd name="connsiteX173-15883" fmla="*/ 200655 w 1605470"/>
              <a:gd name="connsiteY173-15884" fmla="*/ 428927 h 6858000"/>
              <a:gd name="connsiteX174-15885" fmla="*/ 190059 w 1605470"/>
              <a:gd name="connsiteY174-15886" fmla="*/ 430161 h 6858000"/>
              <a:gd name="connsiteX175-15887" fmla="*/ 167079 w 1605470"/>
              <a:gd name="connsiteY175-15888" fmla="*/ 367211 h 6858000"/>
              <a:gd name="connsiteX176-15889" fmla="*/ 124571 w 1605470"/>
              <a:gd name="connsiteY176-15890" fmla="*/ 302178 h 6858000"/>
              <a:gd name="connsiteX177-15891" fmla="*/ 103243 w 1605470"/>
              <a:gd name="connsiteY177-15892" fmla="*/ 211375 h 6858000"/>
              <a:gd name="connsiteX178-15893" fmla="*/ 94571 w 1605470"/>
              <a:gd name="connsiteY178-15894" fmla="*/ 184179 h 6858000"/>
              <a:gd name="connsiteX179-15895" fmla="*/ 13437 w 1605470"/>
              <a:gd name="connsiteY179-15896" fmla="*/ 19287 h 6858000"/>
              <a:gd name="connsiteX180-15897" fmla="*/ 0 w 1605470"/>
              <a:gd name="connsiteY180-15898" fmla="*/ 0 h 6858000"/>
              <a:gd name="connsiteX0-15899" fmla="*/ 0 w 1605470"/>
              <a:gd name="connsiteY0-15900" fmla="*/ 0 h 6858000"/>
              <a:gd name="connsiteX1-15901" fmla="*/ 1605470 w 1605470"/>
              <a:gd name="connsiteY1-15902" fmla="*/ 0 h 6858000"/>
              <a:gd name="connsiteX2-15903" fmla="*/ 1605470 w 1605470"/>
              <a:gd name="connsiteY2-15904" fmla="*/ 6858000 h 6858000"/>
              <a:gd name="connsiteX3-15905" fmla="*/ 154105 w 1605470"/>
              <a:gd name="connsiteY3-15906" fmla="*/ 6858000 h 6858000"/>
              <a:gd name="connsiteX4-15907" fmla="*/ 154246 w 1605470"/>
              <a:gd name="connsiteY4-15908" fmla="*/ 6857735 h 6858000"/>
              <a:gd name="connsiteX5-15909" fmla="*/ 166295 w 1605470"/>
              <a:gd name="connsiteY5-15910" fmla="*/ 6809549 h 6858000"/>
              <a:gd name="connsiteX6-15911" fmla="*/ 198506 w 1605470"/>
              <a:gd name="connsiteY6-15912" fmla="*/ 6715115 h 6858000"/>
              <a:gd name="connsiteX7-15913" fmla="*/ 208357 w 1605470"/>
              <a:gd name="connsiteY7-15914" fmla="*/ 6680170 h 6858000"/>
              <a:gd name="connsiteX8-15915" fmla="*/ 233907 w 1605470"/>
              <a:gd name="connsiteY8-15916" fmla="*/ 6621207 h 6858000"/>
              <a:gd name="connsiteX9-15917" fmla="*/ 250564 w 1605470"/>
              <a:gd name="connsiteY9-15918" fmla="*/ 6596265 h 6858000"/>
              <a:gd name="connsiteX10-15919" fmla="*/ 250443 w 1605470"/>
              <a:gd name="connsiteY10-15920" fmla="*/ 6594818 h 6858000"/>
              <a:gd name="connsiteX11-15921" fmla="*/ 254688 w 1605470"/>
              <a:gd name="connsiteY11-15922" fmla="*/ 6593735 h 6858000"/>
              <a:gd name="connsiteX12-15923" fmla="*/ 257885 w 1605470"/>
              <a:gd name="connsiteY12-15924" fmla="*/ 6589172 h 6858000"/>
              <a:gd name="connsiteX13-15925" fmla="*/ 261179 w 1605470"/>
              <a:gd name="connsiteY13-15926" fmla="*/ 6574442 h 6858000"/>
              <a:gd name="connsiteX14-15927" fmla="*/ 261519 w 1605470"/>
              <a:gd name="connsiteY14-15928" fmla="*/ 6568530 h 6858000"/>
              <a:gd name="connsiteX15-15929" fmla="*/ 263928 w 1605470"/>
              <a:gd name="connsiteY15-15930" fmla="*/ 6560674 h 6858000"/>
              <a:gd name="connsiteX16-15931" fmla="*/ 264273 w 1605470"/>
              <a:gd name="connsiteY16-15932" fmla="*/ 6560598 h 6858000"/>
              <a:gd name="connsiteX17-15933" fmla="*/ 265970 w 1605470"/>
              <a:gd name="connsiteY17-15934" fmla="*/ 6553006 h 6858000"/>
              <a:gd name="connsiteX18-15935" fmla="*/ 270666 w 1605470"/>
              <a:gd name="connsiteY18-15936" fmla="*/ 6514360 h 6858000"/>
              <a:gd name="connsiteX19-15937" fmla="*/ 312320 w 1605470"/>
              <a:gd name="connsiteY19-15938" fmla="*/ 6478062 h 6858000"/>
              <a:gd name="connsiteX20-15939" fmla="*/ 323009 w 1605470"/>
              <a:gd name="connsiteY20-15940" fmla="*/ 6460325 h 6858000"/>
              <a:gd name="connsiteX21-15941" fmla="*/ 330242 w 1605470"/>
              <a:gd name="connsiteY21-15942" fmla="*/ 6451488 h 6858000"/>
              <a:gd name="connsiteX22-15943" fmla="*/ 331677 w 1605470"/>
              <a:gd name="connsiteY22-15944" fmla="*/ 6451348 h 6858000"/>
              <a:gd name="connsiteX23-15945" fmla="*/ 336035 w 1605470"/>
              <a:gd name="connsiteY23-15946" fmla="*/ 6414240 h 6858000"/>
              <a:gd name="connsiteX24-15947" fmla="*/ 338911 w 1605470"/>
              <a:gd name="connsiteY24-15948" fmla="*/ 6410269 h 6858000"/>
              <a:gd name="connsiteX25-15949" fmla="*/ 338811 w 1605470"/>
              <a:gd name="connsiteY25-15950" fmla="*/ 6384857 h 6858000"/>
              <a:gd name="connsiteX26-15951" fmla="*/ 340328 w 1605470"/>
              <a:gd name="connsiteY26-15952" fmla="*/ 6372381 h 6858000"/>
              <a:gd name="connsiteX27-15953" fmla="*/ 337522 w 1605470"/>
              <a:gd name="connsiteY27-15954" fmla="*/ 6367510 h 6858000"/>
              <a:gd name="connsiteX28-15955" fmla="*/ 341402 w 1605470"/>
              <a:gd name="connsiteY28-15956" fmla="*/ 6349778 h 6858000"/>
              <a:gd name="connsiteX29-15957" fmla="*/ 343067 w 1605470"/>
              <a:gd name="connsiteY29-15958" fmla="*/ 6348250 h 6858000"/>
              <a:gd name="connsiteX30-15959" fmla="*/ 341730 w 1605470"/>
              <a:gd name="connsiteY30-15960" fmla="*/ 6331735 h 6858000"/>
              <a:gd name="connsiteX31-15961" fmla="*/ 335123 w 1605470"/>
              <a:gd name="connsiteY31-15962" fmla="*/ 6315613 h 6858000"/>
              <a:gd name="connsiteX32-15963" fmla="*/ 385303 w 1605470"/>
              <a:gd name="connsiteY32-15964" fmla="*/ 6171970 h 6858000"/>
              <a:gd name="connsiteX33-15965" fmla="*/ 380910 w 1605470"/>
              <a:gd name="connsiteY33-15966" fmla="*/ 6028119 h 6858000"/>
              <a:gd name="connsiteX34-15967" fmla="*/ 409371 w 1605470"/>
              <a:gd name="connsiteY34-15968" fmla="*/ 5950668 h 6858000"/>
              <a:gd name="connsiteX35-15969" fmla="*/ 442432 w 1605470"/>
              <a:gd name="connsiteY35-15970" fmla="*/ 5934687 h 6858000"/>
              <a:gd name="connsiteX36-15971" fmla="*/ 489472 w 1605470"/>
              <a:gd name="connsiteY36-15972" fmla="*/ 5732419 h 6858000"/>
              <a:gd name="connsiteX37-15973" fmla="*/ 512623 w 1605470"/>
              <a:gd name="connsiteY37-15974" fmla="*/ 5685392 h 6858000"/>
              <a:gd name="connsiteX38-15975" fmla="*/ 510261 w 1605470"/>
              <a:gd name="connsiteY38-15976" fmla="*/ 5634527 h 6858000"/>
              <a:gd name="connsiteX39-15977" fmla="*/ 523992 w 1605470"/>
              <a:gd name="connsiteY39-15978" fmla="*/ 5619557 h 6858000"/>
              <a:gd name="connsiteX40-15979" fmla="*/ 526609 w 1605470"/>
              <a:gd name="connsiteY40-15980" fmla="*/ 5617081 h 6858000"/>
              <a:gd name="connsiteX41-15981" fmla="*/ 531653 w 1605470"/>
              <a:gd name="connsiteY41-15982" fmla="*/ 5604904 h 6858000"/>
              <a:gd name="connsiteX42-15983" fmla="*/ 539863 w 1605470"/>
              <a:gd name="connsiteY42-15984" fmla="*/ 5604298 h 6858000"/>
              <a:gd name="connsiteX43-15985" fmla="*/ 552319 w 1605470"/>
              <a:gd name="connsiteY43-15986" fmla="*/ 5587997 h 6858000"/>
              <a:gd name="connsiteX44-15987" fmla="*/ 559710 w 1605470"/>
              <a:gd name="connsiteY44-15988" fmla="*/ 5564796 h 6858000"/>
              <a:gd name="connsiteX45-15989" fmla="*/ 587214 w 1605470"/>
              <a:gd name="connsiteY45-15990" fmla="*/ 5451511 h 6858000"/>
              <a:gd name="connsiteX46-15991" fmla="*/ 608019 w 1605470"/>
              <a:gd name="connsiteY46-15992" fmla="*/ 5385461 h 6858000"/>
              <a:gd name="connsiteX47-15993" fmla="*/ 622750 w 1605470"/>
              <a:gd name="connsiteY47-15994" fmla="*/ 5363084 h 6858000"/>
              <a:gd name="connsiteX48-15995" fmla="*/ 638731 w 1605470"/>
              <a:gd name="connsiteY48-15996" fmla="*/ 5330009 h 6858000"/>
              <a:gd name="connsiteX49-15997" fmla="*/ 672224 w 1605470"/>
              <a:gd name="connsiteY49-15998" fmla="*/ 5273739 h 6858000"/>
              <a:gd name="connsiteX50-15999" fmla="*/ 681823 w 1605470"/>
              <a:gd name="connsiteY50-16000" fmla="*/ 5241779 h 6858000"/>
              <a:gd name="connsiteX51-16001" fmla="*/ 693049 w 1605470"/>
              <a:gd name="connsiteY51-16002" fmla="*/ 5225268 h 6858000"/>
              <a:gd name="connsiteX52-16003" fmla="*/ 694069 w 1605470"/>
              <a:gd name="connsiteY52-16004" fmla="*/ 5217684 h 6858000"/>
              <a:gd name="connsiteX53-16005" fmla="*/ 701410 w 1605470"/>
              <a:gd name="connsiteY53-16006" fmla="*/ 5193377 h 6858000"/>
              <a:gd name="connsiteX54-16007" fmla="*/ 704713 w 1605470"/>
              <a:gd name="connsiteY54-16008" fmla="*/ 5179288 h 6858000"/>
              <a:gd name="connsiteX55-16009" fmla="*/ 705697 w 1605470"/>
              <a:gd name="connsiteY55-16010" fmla="*/ 5173621 h 6858000"/>
              <a:gd name="connsiteX56-16011" fmla="*/ 701331 w 1605470"/>
              <a:gd name="connsiteY56-16012" fmla="*/ 5159961 h 6858000"/>
              <a:gd name="connsiteX57-16013" fmla="*/ 708008 w 1605470"/>
              <a:gd name="connsiteY57-16014" fmla="*/ 5144295 h 6858000"/>
              <a:gd name="connsiteX58-16015" fmla="*/ 704941 w 1605470"/>
              <a:gd name="connsiteY58-16016" fmla="*/ 5125185 h 6858000"/>
              <a:gd name="connsiteX59-16017" fmla="*/ 711771 w 1605470"/>
              <a:gd name="connsiteY59-16018" fmla="*/ 5121884 h 6858000"/>
              <a:gd name="connsiteX60-16019" fmla="*/ 721092 w 1605470"/>
              <a:gd name="connsiteY60-16020" fmla="*/ 5108383 h 6858000"/>
              <a:gd name="connsiteX61-16021" fmla="*/ 717045 w 1605470"/>
              <a:gd name="connsiteY61-16022" fmla="*/ 5094705 h 6858000"/>
              <a:gd name="connsiteX62-16023" fmla="*/ 718807 w 1605470"/>
              <a:gd name="connsiteY62-16024" fmla="*/ 5067850 h 6858000"/>
              <a:gd name="connsiteX63-16025" fmla="*/ 721538 w 1605470"/>
              <a:gd name="connsiteY63-16026" fmla="*/ 5060861 h 6858000"/>
              <a:gd name="connsiteX64-16027" fmla="*/ 718242 w 1605470"/>
              <a:gd name="connsiteY64-16028" fmla="*/ 5034192 h 6858000"/>
              <a:gd name="connsiteX65-16029" fmla="*/ 719796 w 1605470"/>
              <a:gd name="connsiteY65-16030" fmla="*/ 4993030 h 6858000"/>
              <a:gd name="connsiteX66-16031" fmla="*/ 726705 w 1605470"/>
              <a:gd name="connsiteY66-16032" fmla="*/ 4946844 h 6858000"/>
              <a:gd name="connsiteX67-16033" fmla="*/ 722561 w 1605470"/>
              <a:gd name="connsiteY67-16034" fmla="*/ 4932692 h 6858000"/>
              <a:gd name="connsiteX68-16035" fmla="*/ 724588 w 1605470"/>
              <a:gd name="connsiteY68-16036" fmla="*/ 4845927 h 6858000"/>
              <a:gd name="connsiteX69-16037" fmla="*/ 724935 w 1605470"/>
              <a:gd name="connsiteY69-16038" fmla="*/ 4821504 h 6858000"/>
              <a:gd name="connsiteX70-16039" fmla="*/ 732118 w 1605470"/>
              <a:gd name="connsiteY70-16040" fmla="*/ 4801535 h 6858000"/>
              <a:gd name="connsiteX71-16041" fmla="*/ 739787 w 1605470"/>
              <a:gd name="connsiteY71-16042" fmla="*/ 4797794 h 6858000"/>
              <a:gd name="connsiteX72-16043" fmla="*/ 741081 w 1605470"/>
              <a:gd name="connsiteY72-16044" fmla="*/ 4784526 h 6858000"/>
              <a:gd name="connsiteX73-16045" fmla="*/ 742865 w 1605470"/>
              <a:gd name="connsiteY73-16046" fmla="*/ 4781211 h 6858000"/>
              <a:gd name="connsiteX74-16047" fmla="*/ 751652 w 1605470"/>
              <a:gd name="connsiteY74-16048" fmla="*/ 4761984 h 6858000"/>
              <a:gd name="connsiteX75-16049" fmla="*/ 734671 w 1605470"/>
              <a:gd name="connsiteY75-16050" fmla="*/ 4715631 h 6858000"/>
              <a:gd name="connsiteX76-16051" fmla="*/ 743180 w 1605470"/>
              <a:gd name="connsiteY76-16052" fmla="*/ 4662965 h 6858000"/>
              <a:gd name="connsiteX77-16053" fmla="*/ 738263 w 1605470"/>
              <a:gd name="connsiteY77-16054" fmla="*/ 4444346 h 6858000"/>
              <a:gd name="connsiteX78-16055" fmla="*/ 756542 w 1605470"/>
              <a:gd name="connsiteY78-16056" fmla="*/ 4350346 h 6858000"/>
              <a:gd name="connsiteX79-16057" fmla="*/ 715481 w 1605470"/>
              <a:gd name="connsiteY79-16058" fmla="*/ 4214165 h 6858000"/>
              <a:gd name="connsiteX80-16059" fmla="*/ 719554 w 1605470"/>
              <a:gd name="connsiteY80-16060" fmla="*/ 4090296 h 6858000"/>
              <a:gd name="connsiteX81-16061" fmla="*/ 704810 w 1605470"/>
              <a:gd name="connsiteY81-16062" fmla="*/ 4033999 h 6858000"/>
              <a:gd name="connsiteX82-16063" fmla="*/ 705959 w 1605470"/>
              <a:gd name="connsiteY82-16064" fmla="*/ 4031933 h 6858000"/>
              <a:gd name="connsiteX83-16065" fmla="*/ 704535 w 1605470"/>
              <a:gd name="connsiteY83-16066" fmla="*/ 4013953 h 6858000"/>
              <a:gd name="connsiteX84-16067" fmla="*/ 700443 w 1605470"/>
              <a:gd name="connsiteY84-16068" fmla="*/ 4010511 h 6858000"/>
              <a:gd name="connsiteX85-16069" fmla="*/ 698282 w 1605470"/>
              <a:gd name="connsiteY85-16070" fmla="*/ 3998331 h 6858000"/>
              <a:gd name="connsiteX86-16071" fmla="*/ 690830 w 1605470"/>
              <a:gd name="connsiteY86-16072" fmla="*/ 3974753 h 6858000"/>
              <a:gd name="connsiteX87-16073" fmla="*/ 692428 w 1605470"/>
              <a:gd name="connsiteY87-16074" fmla="*/ 3969950 h 6858000"/>
              <a:gd name="connsiteX88-16075" fmla="*/ 685850 w 1605470"/>
              <a:gd name="connsiteY88-16076" fmla="*/ 3933779 h 6858000"/>
              <a:gd name="connsiteX89-16077" fmla="*/ 687181 w 1605470"/>
              <a:gd name="connsiteY89-16078" fmla="*/ 3933093 h 6858000"/>
              <a:gd name="connsiteX90-16079" fmla="*/ 691535 w 1605470"/>
              <a:gd name="connsiteY90-16080" fmla="*/ 3922082 h 6858000"/>
              <a:gd name="connsiteX91-16081" fmla="*/ 696613 w 1605470"/>
              <a:gd name="connsiteY91-16082" fmla="*/ 3901461 h 6858000"/>
              <a:gd name="connsiteX92-16083" fmla="*/ 719207 w 1605470"/>
              <a:gd name="connsiteY92-16084" fmla="*/ 3813873 h 6858000"/>
              <a:gd name="connsiteX93-16085" fmla="*/ 718632 w 1605470"/>
              <a:gd name="connsiteY93-16086" fmla="*/ 3806161 h 6858000"/>
              <a:gd name="connsiteX94-16087" fmla="*/ 718939 w 1605470"/>
              <a:gd name="connsiteY94-16088" fmla="*/ 3805957 h 6858000"/>
              <a:gd name="connsiteX95-16089" fmla="*/ 718966 w 1605470"/>
              <a:gd name="connsiteY95-16090" fmla="*/ 3797724 h 6858000"/>
              <a:gd name="connsiteX96-16091" fmla="*/ 717581 w 1605470"/>
              <a:gd name="connsiteY96-16092" fmla="*/ 3792098 h 6858000"/>
              <a:gd name="connsiteX97-16093" fmla="*/ 716465 w 1605470"/>
              <a:gd name="connsiteY97-16094" fmla="*/ 3777135 h 6858000"/>
              <a:gd name="connsiteX98-16095" fmla="*/ 718198 w 1605470"/>
              <a:gd name="connsiteY98-16096" fmla="*/ 3771656 h 6858000"/>
              <a:gd name="connsiteX99-16097" fmla="*/ 721941 w 1605470"/>
              <a:gd name="connsiteY99-16098" fmla="*/ 3769007 h 6858000"/>
              <a:gd name="connsiteX100-16099" fmla="*/ 721407 w 1605470"/>
              <a:gd name="connsiteY100-16100" fmla="*/ 3767709 h 6858000"/>
              <a:gd name="connsiteX101-16101" fmla="*/ 730103 w 1605470"/>
              <a:gd name="connsiteY101-16102" fmla="*/ 3738082 h 6858000"/>
              <a:gd name="connsiteX102-16103" fmla="*/ 737449 w 1605470"/>
              <a:gd name="connsiteY102-16104" fmla="*/ 3673397 h 6858000"/>
              <a:gd name="connsiteX103-16105" fmla="*/ 736745 w 1605470"/>
              <a:gd name="connsiteY103-16106" fmla="*/ 3637109 h 6858000"/>
              <a:gd name="connsiteX104-16107" fmla="*/ 740188 w 1605470"/>
              <a:gd name="connsiteY104-16108" fmla="*/ 3536883 h 6858000"/>
              <a:gd name="connsiteX105-16109" fmla="*/ 747726 w 1605470"/>
              <a:gd name="connsiteY105-16110" fmla="*/ 3435652 h 6858000"/>
              <a:gd name="connsiteX106-16111" fmla="*/ 774383 w 1605470"/>
              <a:gd name="connsiteY106-16112" fmla="*/ 3381564 h 6858000"/>
              <a:gd name="connsiteX107-16113" fmla="*/ 774870 w 1605470"/>
              <a:gd name="connsiteY107-16114" fmla="*/ 3375761 h 6858000"/>
              <a:gd name="connsiteX108-16115" fmla="*/ 770510 w 1605470"/>
              <a:gd name="connsiteY108-16116" fmla="*/ 3361844 h 6858000"/>
              <a:gd name="connsiteX109-16117" fmla="*/ 767933 w 1605470"/>
              <a:gd name="connsiteY109-16118" fmla="*/ 3356929 h 6858000"/>
              <a:gd name="connsiteX110-16119" fmla="*/ 766158 w 1605470"/>
              <a:gd name="connsiteY110-16120" fmla="*/ 3349058 h 6858000"/>
              <a:gd name="connsiteX111-16121" fmla="*/ 766414 w 1605470"/>
              <a:gd name="connsiteY111-16122" fmla="*/ 3348763 h 6858000"/>
              <a:gd name="connsiteX112-16123" fmla="*/ 764166 w 1605470"/>
              <a:gd name="connsiteY112-16124" fmla="*/ 3341588 h 6858000"/>
              <a:gd name="connsiteX113-16125" fmla="*/ 749397 w 1605470"/>
              <a:gd name="connsiteY113-16126" fmla="*/ 3307769 h 6858000"/>
              <a:gd name="connsiteX114-16127" fmla="*/ 766960 w 1605470"/>
              <a:gd name="connsiteY114-16128" fmla="*/ 3250522 h 6858000"/>
              <a:gd name="connsiteX115-16129" fmla="*/ 767385 w 1605470"/>
              <a:gd name="connsiteY115-16130" fmla="*/ 3229163 h 6858000"/>
              <a:gd name="connsiteX116-16131" fmla="*/ 769208 w 1605470"/>
              <a:gd name="connsiteY116-16132" fmla="*/ 3217217 h 6858000"/>
              <a:gd name="connsiteX117-16133" fmla="*/ 770350 w 1605470"/>
              <a:gd name="connsiteY117-16134" fmla="*/ 3216125 h 6858000"/>
              <a:gd name="connsiteX118-16135" fmla="*/ 756043 w 1605470"/>
              <a:gd name="connsiteY118-16136" fmla="*/ 3183755 h 6858000"/>
              <a:gd name="connsiteX119-16137" fmla="*/ 756544 w 1605470"/>
              <a:gd name="connsiteY119-16138" fmla="*/ 3178642 h 6858000"/>
              <a:gd name="connsiteX120-16139" fmla="*/ 744144 w 1605470"/>
              <a:gd name="connsiteY120-16140" fmla="*/ 3158586 h 6858000"/>
              <a:gd name="connsiteX121-16141" fmla="*/ 739378 w 1605470"/>
              <a:gd name="connsiteY121-16142" fmla="*/ 3147669 h 6858000"/>
              <a:gd name="connsiteX122-16143" fmla="*/ 734648 w 1605470"/>
              <a:gd name="connsiteY122-16144" fmla="*/ 3145733 h 6858000"/>
              <a:gd name="connsiteX123-16145" fmla="*/ 729329 w 1605470"/>
              <a:gd name="connsiteY123-16146" fmla="*/ 3129034 h 6858000"/>
              <a:gd name="connsiteX124-16147" fmla="*/ 729994 w 1605470"/>
              <a:gd name="connsiteY124-16148" fmla="*/ 3126682 h 6858000"/>
              <a:gd name="connsiteX125-16149" fmla="*/ 720862 w 1605470"/>
              <a:gd name="connsiteY125-16150" fmla="*/ 3114519 h 6858000"/>
              <a:gd name="connsiteX126-16151" fmla="*/ 707471 w 1605470"/>
              <a:gd name="connsiteY126-16152" fmla="*/ 3106272 h 6858000"/>
              <a:gd name="connsiteX127-16153" fmla="*/ 680201 w 1605470"/>
              <a:gd name="connsiteY127-16154" fmla="*/ 2958185 h 6858000"/>
              <a:gd name="connsiteX128-16155" fmla="*/ 622815 w 1605470"/>
              <a:gd name="connsiteY128-16156" fmla="*/ 2762989 h 6858000"/>
              <a:gd name="connsiteX129-16157" fmla="*/ 571733 w 1605470"/>
              <a:gd name="connsiteY129-16158" fmla="*/ 2554718 h 6858000"/>
              <a:gd name="connsiteX130-16159" fmla="*/ 551827 w 1605470"/>
              <a:gd name="connsiteY130-16160" fmla="*/ 2485734 h 6858000"/>
              <a:gd name="connsiteX131-16161" fmla="*/ 542550 w 1605470"/>
              <a:gd name="connsiteY131-16162" fmla="*/ 2447068 h 6858000"/>
              <a:gd name="connsiteX132-16163" fmla="*/ 529511 w 1605470"/>
              <a:gd name="connsiteY132-16164" fmla="*/ 2425819 h 6858000"/>
              <a:gd name="connsiteX133-16165" fmla="*/ 528878 w 1605470"/>
              <a:gd name="connsiteY133-16166" fmla="*/ 2408971 h 6858000"/>
              <a:gd name="connsiteX134-16167" fmla="*/ 535510 w 1605470"/>
              <a:gd name="connsiteY134-16168" fmla="*/ 2402874 h 6858000"/>
              <a:gd name="connsiteX135-16169" fmla="*/ 538122 w 1605470"/>
              <a:gd name="connsiteY135-16170" fmla="*/ 2381443 h 6858000"/>
              <a:gd name="connsiteX136-16171" fmla="*/ 514451 w 1605470"/>
              <a:gd name="connsiteY136-16172" fmla="*/ 2261920 h 6858000"/>
              <a:gd name="connsiteX137-16173" fmla="*/ 486968 w 1605470"/>
              <a:gd name="connsiteY137-16174" fmla="*/ 2182937 h 6858000"/>
              <a:gd name="connsiteX138-16175" fmla="*/ 488555 w 1605470"/>
              <a:gd name="connsiteY138-16176" fmla="*/ 2155135 h 6858000"/>
              <a:gd name="connsiteX139-16177" fmla="*/ 486013 w 1605470"/>
              <a:gd name="connsiteY139-16178" fmla="*/ 2118008 h 6858000"/>
              <a:gd name="connsiteX140-16179" fmla="*/ 487006 w 1605470"/>
              <a:gd name="connsiteY140-16180" fmla="*/ 2050531 h 6858000"/>
              <a:gd name="connsiteX141-16181" fmla="*/ 478812 w 1605470"/>
              <a:gd name="connsiteY141-16182" fmla="*/ 1963269 h 6858000"/>
              <a:gd name="connsiteX142-16183" fmla="*/ 442619 w 1605470"/>
              <a:gd name="connsiteY142-16184" fmla="*/ 1910499 h 6858000"/>
              <a:gd name="connsiteX143-16185" fmla="*/ 446785 w 1605470"/>
              <a:gd name="connsiteY143-16186" fmla="*/ 1903212 h 6858000"/>
              <a:gd name="connsiteX144-16187" fmla="*/ 436547 w 1605470"/>
              <a:gd name="connsiteY144-16188" fmla="*/ 1861531 h 6858000"/>
              <a:gd name="connsiteX145-16189" fmla="*/ 390346 w 1605470"/>
              <a:gd name="connsiteY145-16190" fmla="*/ 1732919 h 6858000"/>
              <a:gd name="connsiteX146-16191" fmla="*/ 362657 w 1605470"/>
              <a:gd name="connsiteY146-16192" fmla="*/ 1663540 h 6858000"/>
              <a:gd name="connsiteX147-16193" fmla="*/ 361783 w 1605470"/>
              <a:gd name="connsiteY147-16194" fmla="*/ 1615777 h 6858000"/>
              <a:gd name="connsiteX148-16195" fmla="*/ 342578 w 1605470"/>
              <a:gd name="connsiteY148-16196" fmla="*/ 1563678 h 6858000"/>
              <a:gd name="connsiteX149-16197" fmla="*/ 355658 w 1605470"/>
              <a:gd name="connsiteY149-16198" fmla="*/ 1519474 h 6858000"/>
              <a:gd name="connsiteX150-16199" fmla="*/ 348400 w 1605470"/>
              <a:gd name="connsiteY150-16200" fmla="*/ 1477995 h 6858000"/>
              <a:gd name="connsiteX151-16201" fmla="*/ 334485 w 1605470"/>
              <a:gd name="connsiteY151-16202" fmla="*/ 1373769 h 6858000"/>
              <a:gd name="connsiteX152-16203" fmla="*/ 342792 w 1605470"/>
              <a:gd name="connsiteY152-16204" fmla="*/ 1307086 h 6858000"/>
              <a:gd name="connsiteX153-16205" fmla="*/ 343980 w 1605470"/>
              <a:gd name="connsiteY153-16206" fmla="*/ 1189033 h 6858000"/>
              <a:gd name="connsiteX154-16207" fmla="*/ 348665 w 1605470"/>
              <a:gd name="connsiteY154-16208" fmla="*/ 1168288 h 6858000"/>
              <a:gd name="connsiteX155-16209" fmla="*/ 340947 w 1605470"/>
              <a:gd name="connsiteY155-16210" fmla="*/ 1142577 h 6858000"/>
              <a:gd name="connsiteX156-16211" fmla="*/ 330253 w 1605470"/>
              <a:gd name="connsiteY156-16212" fmla="*/ 1088484 h 6858000"/>
              <a:gd name="connsiteX157-16213" fmla="*/ 318989 w 1605470"/>
              <a:gd name="connsiteY157-16214" fmla="*/ 1016103 h 6858000"/>
              <a:gd name="connsiteX158-16215" fmla="*/ 320445 w 1605470"/>
              <a:gd name="connsiteY158-16216" fmla="*/ 932283 h 6858000"/>
              <a:gd name="connsiteX159-16217" fmla="*/ 322681 w 1605470"/>
              <a:gd name="connsiteY159-16218" fmla="*/ 915925 h 6858000"/>
              <a:gd name="connsiteX160-16219" fmla="*/ 315310 w 1605470"/>
              <a:gd name="connsiteY160-16220" fmla="*/ 896999 h 6858000"/>
              <a:gd name="connsiteX161-16221" fmla="*/ 284718 w 1605470"/>
              <a:gd name="connsiteY161-16222" fmla="*/ 821517 h 6858000"/>
              <a:gd name="connsiteX162-16223" fmla="*/ 263668 w 1605470"/>
              <a:gd name="connsiteY162-16224" fmla="*/ 751353 h 6858000"/>
              <a:gd name="connsiteX163-16225" fmla="*/ 263226 w 1605470"/>
              <a:gd name="connsiteY163-16226" fmla="*/ 721230 h 6858000"/>
              <a:gd name="connsiteX164-16227" fmla="*/ 248897 w 1605470"/>
              <a:gd name="connsiteY164-16228" fmla="*/ 681659 h 6858000"/>
              <a:gd name="connsiteX165-16229" fmla="*/ 234316 w 1605470"/>
              <a:gd name="connsiteY165-16230" fmla="*/ 635218 h 6858000"/>
              <a:gd name="connsiteX166-16231" fmla="*/ 239327 w 1605470"/>
              <a:gd name="connsiteY166-16232" fmla="*/ 613763 h 6858000"/>
              <a:gd name="connsiteX167-16233" fmla="*/ 225269 w 1605470"/>
              <a:gd name="connsiteY167-16234" fmla="*/ 598582 h 6858000"/>
              <a:gd name="connsiteX168-16235" fmla="*/ 224950 w 1605470"/>
              <a:gd name="connsiteY168-16236" fmla="*/ 576846 h 6858000"/>
              <a:gd name="connsiteX169-16237" fmla="*/ 204576 w 1605470"/>
              <a:gd name="connsiteY169-16238" fmla="*/ 530055 h 6858000"/>
              <a:gd name="connsiteX170-16239" fmla="*/ 219064 w 1605470"/>
              <a:gd name="connsiteY170-16240" fmla="*/ 469651 h 6858000"/>
              <a:gd name="connsiteX171-16241" fmla="*/ 195012 w 1605470"/>
              <a:gd name="connsiteY171-16242" fmla="*/ 448559 h 6858000"/>
              <a:gd name="connsiteX172-16243" fmla="*/ 201434 w 1605470"/>
              <a:gd name="connsiteY172-16244" fmla="*/ 441529 h 6858000"/>
              <a:gd name="connsiteX173-16245" fmla="*/ 200655 w 1605470"/>
              <a:gd name="connsiteY173-16246" fmla="*/ 428927 h 6858000"/>
              <a:gd name="connsiteX174-16247" fmla="*/ 190059 w 1605470"/>
              <a:gd name="connsiteY174-16248" fmla="*/ 430161 h 6858000"/>
              <a:gd name="connsiteX175-16249" fmla="*/ 167079 w 1605470"/>
              <a:gd name="connsiteY175-16250" fmla="*/ 367211 h 6858000"/>
              <a:gd name="connsiteX176-16251" fmla="*/ 124571 w 1605470"/>
              <a:gd name="connsiteY176-16252" fmla="*/ 302178 h 6858000"/>
              <a:gd name="connsiteX177-16253" fmla="*/ 103243 w 1605470"/>
              <a:gd name="connsiteY177-16254" fmla="*/ 211375 h 6858000"/>
              <a:gd name="connsiteX178-16255" fmla="*/ 94571 w 1605470"/>
              <a:gd name="connsiteY178-16256" fmla="*/ 184179 h 6858000"/>
              <a:gd name="connsiteX179-16257" fmla="*/ 13437 w 1605470"/>
              <a:gd name="connsiteY179-16258" fmla="*/ 19287 h 6858000"/>
              <a:gd name="connsiteX180-16259" fmla="*/ 0 w 1605470"/>
              <a:gd name="connsiteY180-16260" fmla="*/ 0 h 6858000"/>
              <a:gd name="connsiteX0-16261" fmla="*/ 0 w 1605470"/>
              <a:gd name="connsiteY0-16262" fmla="*/ 0 h 6858000"/>
              <a:gd name="connsiteX1-16263" fmla="*/ 1605470 w 1605470"/>
              <a:gd name="connsiteY1-16264" fmla="*/ 0 h 6858000"/>
              <a:gd name="connsiteX2-16265" fmla="*/ 1605470 w 1605470"/>
              <a:gd name="connsiteY2-16266" fmla="*/ 6858000 h 6858000"/>
              <a:gd name="connsiteX3-16267" fmla="*/ 154105 w 1605470"/>
              <a:gd name="connsiteY3-16268" fmla="*/ 6858000 h 6858000"/>
              <a:gd name="connsiteX4-16269" fmla="*/ 154246 w 1605470"/>
              <a:gd name="connsiteY4-16270" fmla="*/ 6857735 h 6858000"/>
              <a:gd name="connsiteX5-16271" fmla="*/ 166295 w 1605470"/>
              <a:gd name="connsiteY5-16272" fmla="*/ 6809549 h 6858000"/>
              <a:gd name="connsiteX6-16273" fmla="*/ 198506 w 1605470"/>
              <a:gd name="connsiteY6-16274" fmla="*/ 6715115 h 6858000"/>
              <a:gd name="connsiteX7-16275" fmla="*/ 208357 w 1605470"/>
              <a:gd name="connsiteY7-16276" fmla="*/ 6680170 h 6858000"/>
              <a:gd name="connsiteX8-16277" fmla="*/ 233907 w 1605470"/>
              <a:gd name="connsiteY8-16278" fmla="*/ 6621207 h 6858000"/>
              <a:gd name="connsiteX9-16279" fmla="*/ 250564 w 1605470"/>
              <a:gd name="connsiteY9-16280" fmla="*/ 6596265 h 6858000"/>
              <a:gd name="connsiteX10-16281" fmla="*/ 250443 w 1605470"/>
              <a:gd name="connsiteY10-16282" fmla="*/ 6594818 h 6858000"/>
              <a:gd name="connsiteX11-16283" fmla="*/ 254688 w 1605470"/>
              <a:gd name="connsiteY11-16284" fmla="*/ 6593735 h 6858000"/>
              <a:gd name="connsiteX12-16285" fmla="*/ 257885 w 1605470"/>
              <a:gd name="connsiteY12-16286" fmla="*/ 6589172 h 6858000"/>
              <a:gd name="connsiteX13-16287" fmla="*/ 261179 w 1605470"/>
              <a:gd name="connsiteY13-16288" fmla="*/ 6574442 h 6858000"/>
              <a:gd name="connsiteX14-16289" fmla="*/ 261519 w 1605470"/>
              <a:gd name="connsiteY14-16290" fmla="*/ 6568530 h 6858000"/>
              <a:gd name="connsiteX15-16291" fmla="*/ 263928 w 1605470"/>
              <a:gd name="connsiteY15-16292" fmla="*/ 6560674 h 6858000"/>
              <a:gd name="connsiteX16-16293" fmla="*/ 264273 w 1605470"/>
              <a:gd name="connsiteY16-16294" fmla="*/ 6560598 h 6858000"/>
              <a:gd name="connsiteX17-16295" fmla="*/ 265970 w 1605470"/>
              <a:gd name="connsiteY17-16296" fmla="*/ 6553006 h 6858000"/>
              <a:gd name="connsiteX18-16297" fmla="*/ 270666 w 1605470"/>
              <a:gd name="connsiteY18-16298" fmla="*/ 6514360 h 6858000"/>
              <a:gd name="connsiteX19-16299" fmla="*/ 312320 w 1605470"/>
              <a:gd name="connsiteY19-16300" fmla="*/ 6478062 h 6858000"/>
              <a:gd name="connsiteX20-16301" fmla="*/ 323009 w 1605470"/>
              <a:gd name="connsiteY20-16302" fmla="*/ 6460325 h 6858000"/>
              <a:gd name="connsiteX21-16303" fmla="*/ 330242 w 1605470"/>
              <a:gd name="connsiteY21-16304" fmla="*/ 6451488 h 6858000"/>
              <a:gd name="connsiteX22-16305" fmla="*/ 331677 w 1605470"/>
              <a:gd name="connsiteY22-16306" fmla="*/ 6451348 h 6858000"/>
              <a:gd name="connsiteX23-16307" fmla="*/ 336035 w 1605470"/>
              <a:gd name="connsiteY23-16308" fmla="*/ 6414240 h 6858000"/>
              <a:gd name="connsiteX24-16309" fmla="*/ 338911 w 1605470"/>
              <a:gd name="connsiteY24-16310" fmla="*/ 6410269 h 6858000"/>
              <a:gd name="connsiteX25-16311" fmla="*/ 338811 w 1605470"/>
              <a:gd name="connsiteY25-16312" fmla="*/ 6384857 h 6858000"/>
              <a:gd name="connsiteX26-16313" fmla="*/ 340328 w 1605470"/>
              <a:gd name="connsiteY26-16314" fmla="*/ 6372381 h 6858000"/>
              <a:gd name="connsiteX27-16315" fmla="*/ 337522 w 1605470"/>
              <a:gd name="connsiteY27-16316" fmla="*/ 6367510 h 6858000"/>
              <a:gd name="connsiteX28-16317" fmla="*/ 341402 w 1605470"/>
              <a:gd name="connsiteY28-16318" fmla="*/ 6349778 h 6858000"/>
              <a:gd name="connsiteX29-16319" fmla="*/ 343067 w 1605470"/>
              <a:gd name="connsiteY29-16320" fmla="*/ 6348250 h 6858000"/>
              <a:gd name="connsiteX30-16321" fmla="*/ 341730 w 1605470"/>
              <a:gd name="connsiteY30-16322" fmla="*/ 6331735 h 6858000"/>
              <a:gd name="connsiteX31-16323" fmla="*/ 335123 w 1605470"/>
              <a:gd name="connsiteY31-16324" fmla="*/ 6315613 h 6858000"/>
              <a:gd name="connsiteX32-16325" fmla="*/ 385303 w 1605470"/>
              <a:gd name="connsiteY32-16326" fmla="*/ 6171970 h 6858000"/>
              <a:gd name="connsiteX33-16327" fmla="*/ 380910 w 1605470"/>
              <a:gd name="connsiteY33-16328" fmla="*/ 6028119 h 6858000"/>
              <a:gd name="connsiteX34-16329" fmla="*/ 409371 w 1605470"/>
              <a:gd name="connsiteY34-16330" fmla="*/ 5950668 h 6858000"/>
              <a:gd name="connsiteX35-16331" fmla="*/ 442432 w 1605470"/>
              <a:gd name="connsiteY35-16332" fmla="*/ 5934687 h 6858000"/>
              <a:gd name="connsiteX36-16333" fmla="*/ 489472 w 1605470"/>
              <a:gd name="connsiteY36-16334" fmla="*/ 5732419 h 6858000"/>
              <a:gd name="connsiteX37-16335" fmla="*/ 512623 w 1605470"/>
              <a:gd name="connsiteY37-16336" fmla="*/ 5685392 h 6858000"/>
              <a:gd name="connsiteX38-16337" fmla="*/ 510261 w 1605470"/>
              <a:gd name="connsiteY38-16338" fmla="*/ 5634527 h 6858000"/>
              <a:gd name="connsiteX39-16339" fmla="*/ 523992 w 1605470"/>
              <a:gd name="connsiteY39-16340" fmla="*/ 5619557 h 6858000"/>
              <a:gd name="connsiteX40-16341" fmla="*/ 526609 w 1605470"/>
              <a:gd name="connsiteY40-16342" fmla="*/ 5617081 h 6858000"/>
              <a:gd name="connsiteX41-16343" fmla="*/ 531653 w 1605470"/>
              <a:gd name="connsiteY41-16344" fmla="*/ 5604904 h 6858000"/>
              <a:gd name="connsiteX42-16345" fmla="*/ 539863 w 1605470"/>
              <a:gd name="connsiteY42-16346" fmla="*/ 5604298 h 6858000"/>
              <a:gd name="connsiteX43-16347" fmla="*/ 552319 w 1605470"/>
              <a:gd name="connsiteY43-16348" fmla="*/ 5587997 h 6858000"/>
              <a:gd name="connsiteX44-16349" fmla="*/ 559710 w 1605470"/>
              <a:gd name="connsiteY44-16350" fmla="*/ 5564796 h 6858000"/>
              <a:gd name="connsiteX45-16351" fmla="*/ 587214 w 1605470"/>
              <a:gd name="connsiteY45-16352" fmla="*/ 5451511 h 6858000"/>
              <a:gd name="connsiteX46-16353" fmla="*/ 608019 w 1605470"/>
              <a:gd name="connsiteY46-16354" fmla="*/ 5385461 h 6858000"/>
              <a:gd name="connsiteX47-16355" fmla="*/ 622750 w 1605470"/>
              <a:gd name="connsiteY47-16356" fmla="*/ 5363084 h 6858000"/>
              <a:gd name="connsiteX48-16357" fmla="*/ 638731 w 1605470"/>
              <a:gd name="connsiteY48-16358" fmla="*/ 5330009 h 6858000"/>
              <a:gd name="connsiteX49-16359" fmla="*/ 672224 w 1605470"/>
              <a:gd name="connsiteY49-16360" fmla="*/ 5273739 h 6858000"/>
              <a:gd name="connsiteX50-16361" fmla="*/ 681823 w 1605470"/>
              <a:gd name="connsiteY50-16362" fmla="*/ 5241779 h 6858000"/>
              <a:gd name="connsiteX51-16363" fmla="*/ 693049 w 1605470"/>
              <a:gd name="connsiteY51-16364" fmla="*/ 5225268 h 6858000"/>
              <a:gd name="connsiteX52-16365" fmla="*/ 694069 w 1605470"/>
              <a:gd name="connsiteY52-16366" fmla="*/ 5217684 h 6858000"/>
              <a:gd name="connsiteX53-16367" fmla="*/ 701410 w 1605470"/>
              <a:gd name="connsiteY53-16368" fmla="*/ 5193377 h 6858000"/>
              <a:gd name="connsiteX54-16369" fmla="*/ 704713 w 1605470"/>
              <a:gd name="connsiteY54-16370" fmla="*/ 5179288 h 6858000"/>
              <a:gd name="connsiteX55-16371" fmla="*/ 705697 w 1605470"/>
              <a:gd name="connsiteY55-16372" fmla="*/ 5173621 h 6858000"/>
              <a:gd name="connsiteX56-16373" fmla="*/ 701331 w 1605470"/>
              <a:gd name="connsiteY56-16374" fmla="*/ 5159961 h 6858000"/>
              <a:gd name="connsiteX57-16375" fmla="*/ 708008 w 1605470"/>
              <a:gd name="connsiteY57-16376" fmla="*/ 5144295 h 6858000"/>
              <a:gd name="connsiteX58-16377" fmla="*/ 704941 w 1605470"/>
              <a:gd name="connsiteY58-16378" fmla="*/ 5125185 h 6858000"/>
              <a:gd name="connsiteX59-16379" fmla="*/ 711771 w 1605470"/>
              <a:gd name="connsiteY59-16380" fmla="*/ 5121884 h 6858000"/>
              <a:gd name="connsiteX60-16381" fmla="*/ 721092 w 1605470"/>
              <a:gd name="connsiteY60-16382" fmla="*/ 5108383 h 6858000"/>
              <a:gd name="connsiteX61-16383" fmla="*/ 717045 w 1605470"/>
              <a:gd name="connsiteY61-16384" fmla="*/ 5094705 h 6858000"/>
              <a:gd name="connsiteX62-16385" fmla="*/ 718807 w 1605470"/>
              <a:gd name="connsiteY62-16386" fmla="*/ 5067850 h 6858000"/>
              <a:gd name="connsiteX63-16387" fmla="*/ 721538 w 1605470"/>
              <a:gd name="connsiteY63-16388" fmla="*/ 5060861 h 6858000"/>
              <a:gd name="connsiteX64-16389" fmla="*/ 718242 w 1605470"/>
              <a:gd name="connsiteY64-16390" fmla="*/ 5034192 h 6858000"/>
              <a:gd name="connsiteX65-16391" fmla="*/ 719796 w 1605470"/>
              <a:gd name="connsiteY65-16392" fmla="*/ 4993030 h 6858000"/>
              <a:gd name="connsiteX66-16393" fmla="*/ 726705 w 1605470"/>
              <a:gd name="connsiteY66-16394" fmla="*/ 4946844 h 6858000"/>
              <a:gd name="connsiteX67-16395" fmla="*/ 722561 w 1605470"/>
              <a:gd name="connsiteY67-16396" fmla="*/ 4932692 h 6858000"/>
              <a:gd name="connsiteX68-16397" fmla="*/ 724588 w 1605470"/>
              <a:gd name="connsiteY68-16398" fmla="*/ 4845927 h 6858000"/>
              <a:gd name="connsiteX69-16399" fmla="*/ 724935 w 1605470"/>
              <a:gd name="connsiteY69-16400" fmla="*/ 4821504 h 6858000"/>
              <a:gd name="connsiteX70-16401" fmla="*/ 732118 w 1605470"/>
              <a:gd name="connsiteY70-16402" fmla="*/ 4801535 h 6858000"/>
              <a:gd name="connsiteX71-16403" fmla="*/ 739787 w 1605470"/>
              <a:gd name="connsiteY71-16404" fmla="*/ 4797794 h 6858000"/>
              <a:gd name="connsiteX72-16405" fmla="*/ 741081 w 1605470"/>
              <a:gd name="connsiteY72-16406" fmla="*/ 4784526 h 6858000"/>
              <a:gd name="connsiteX73-16407" fmla="*/ 742865 w 1605470"/>
              <a:gd name="connsiteY73-16408" fmla="*/ 4781211 h 6858000"/>
              <a:gd name="connsiteX74-16409" fmla="*/ 751652 w 1605470"/>
              <a:gd name="connsiteY74-16410" fmla="*/ 4761984 h 6858000"/>
              <a:gd name="connsiteX75-16411" fmla="*/ 734671 w 1605470"/>
              <a:gd name="connsiteY75-16412" fmla="*/ 4715631 h 6858000"/>
              <a:gd name="connsiteX76-16413" fmla="*/ 743180 w 1605470"/>
              <a:gd name="connsiteY76-16414" fmla="*/ 4662965 h 6858000"/>
              <a:gd name="connsiteX77-16415" fmla="*/ 738263 w 1605470"/>
              <a:gd name="connsiteY77-16416" fmla="*/ 4444346 h 6858000"/>
              <a:gd name="connsiteX78-16417" fmla="*/ 756542 w 1605470"/>
              <a:gd name="connsiteY78-16418" fmla="*/ 4350346 h 6858000"/>
              <a:gd name="connsiteX79-16419" fmla="*/ 715481 w 1605470"/>
              <a:gd name="connsiteY79-16420" fmla="*/ 4214165 h 6858000"/>
              <a:gd name="connsiteX80-16421" fmla="*/ 719554 w 1605470"/>
              <a:gd name="connsiteY80-16422" fmla="*/ 4090296 h 6858000"/>
              <a:gd name="connsiteX81-16423" fmla="*/ 704810 w 1605470"/>
              <a:gd name="connsiteY81-16424" fmla="*/ 4033999 h 6858000"/>
              <a:gd name="connsiteX82-16425" fmla="*/ 705959 w 1605470"/>
              <a:gd name="connsiteY82-16426" fmla="*/ 4031933 h 6858000"/>
              <a:gd name="connsiteX83-16427" fmla="*/ 704535 w 1605470"/>
              <a:gd name="connsiteY83-16428" fmla="*/ 4013953 h 6858000"/>
              <a:gd name="connsiteX84-16429" fmla="*/ 700443 w 1605470"/>
              <a:gd name="connsiteY84-16430" fmla="*/ 4010511 h 6858000"/>
              <a:gd name="connsiteX85-16431" fmla="*/ 698282 w 1605470"/>
              <a:gd name="connsiteY85-16432" fmla="*/ 3998331 h 6858000"/>
              <a:gd name="connsiteX86-16433" fmla="*/ 690830 w 1605470"/>
              <a:gd name="connsiteY86-16434" fmla="*/ 3974753 h 6858000"/>
              <a:gd name="connsiteX87-16435" fmla="*/ 692428 w 1605470"/>
              <a:gd name="connsiteY87-16436" fmla="*/ 3969950 h 6858000"/>
              <a:gd name="connsiteX88-16437" fmla="*/ 685850 w 1605470"/>
              <a:gd name="connsiteY88-16438" fmla="*/ 3933779 h 6858000"/>
              <a:gd name="connsiteX89-16439" fmla="*/ 687181 w 1605470"/>
              <a:gd name="connsiteY89-16440" fmla="*/ 3933093 h 6858000"/>
              <a:gd name="connsiteX90-16441" fmla="*/ 691535 w 1605470"/>
              <a:gd name="connsiteY90-16442" fmla="*/ 3922082 h 6858000"/>
              <a:gd name="connsiteX91-16443" fmla="*/ 696613 w 1605470"/>
              <a:gd name="connsiteY91-16444" fmla="*/ 3901461 h 6858000"/>
              <a:gd name="connsiteX92-16445" fmla="*/ 719207 w 1605470"/>
              <a:gd name="connsiteY92-16446" fmla="*/ 3813873 h 6858000"/>
              <a:gd name="connsiteX93-16447" fmla="*/ 718632 w 1605470"/>
              <a:gd name="connsiteY93-16448" fmla="*/ 3806161 h 6858000"/>
              <a:gd name="connsiteX94-16449" fmla="*/ 718939 w 1605470"/>
              <a:gd name="connsiteY94-16450" fmla="*/ 3805957 h 6858000"/>
              <a:gd name="connsiteX95-16451" fmla="*/ 718966 w 1605470"/>
              <a:gd name="connsiteY95-16452" fmla="*/ 3797724 h 6858000"/>
              <a:gd name="connsiteX96-16453" fmla="*/ 717581 w 1605470"/>
              <a:gd name="connsiteY96-16454" fmla="*/ 3792098 h 6858000"/>
              <a:gd name="connsiteX97-16455" fmla="*/ 716465 w 1605470"/>
              <a:gd name="connsiteY97-16456" fmla="*/ 3777135 h 6858000"/>
              <a:gd name="connsiteX98-16457" fmla="*/ 718198 w 1605470"/>
              <a:gd name="connsiteY98-16458" fmla="*/ 3771656 h 6858000"/>
              <a:gd name="connsiteX99-16459" fmla="*/ 721941 w 1605470"/>
              <a:gd name="connsiteY99-16460" fmla="*/ 3769007 h 6858000"/>
              <a:gd name="connsiteX100-16461" fmla="*/ 721407 w 1605470"/>
              <a:gd name="connsiteY100-16462" fmla="*/ 3767709 h 6858000"/>
              <a:gd name="connsiteX101-16463" fmla="*/ 730103 w 1605470"/>
              <a:gd name="connsiteY101-16464" fmla="*/ 3738082 h 6858000"/>
              <a:gd name="connsiteX102-16465" fmla="*/ 737449 w 1605470"/>
              <a:gd name="connsiteY102-16466" fmla="*/ 3673397 h 6858000"/>
              <a:gd name="connsiteX103-16467" fmla="*/ 736745 w 1605470"/>
              <a:gd name="connsiteY103-16468" fmla="*/ 3637109 h 6858000"/>
              <a:gd name="connsiteX104-16469" fmla="*/ 740188 w 1605470"/>
              <a:gd name="connsiteY104-16470" fmla="*/ 3536883 h 6858000"/>
              <a:gd name="connsiteX105-16471" fmla="*/ 747726 w 1605470"/>
              <a:gd name="connsiteY105-16472" fmla="*/ 3435652 h 6858000"/>
              <a:gd name="connsiteX106-16473" fmla="*/ 774383 w 1605470"/>
              <a:gd name="connsiteY106-16474" fmla="*/ 3381564 h 6858000"/>
              <a:gd name="connsiteX107-16475" fmla="*/ 774870 w 1605470"/>
              <a:gd name="connsiteY107-16476" fmla="*/ 3375761 h 6858000"/>
              <a:gd name="connsiteX108-16477" fmla="*/ 770510 w 1605470"/>
              <a:gd name="connsiteY108-16478" fmla="*/ 3361844 h 6858000"/>
              <a:gd name="connsiteX109-16479" fmla="*/ 767933 w 1605470"/>
              <a:gd name="connsiteY109-16480" fmla="*/ 3356929 h 6858000"/>
              <a:gd name="connsiteX110-16481" fmla="*/ 766158 w 1605470"/>
              <a:gd name="connsiteY110-16482" fmla="*/ 3349058 h 6858000"/>
              <a:gd name="connsiteX111-16483" fmla="*/ 766414 w 1605470"/>
              <a:gd name="connsiteY111-16484" fmla="*/ 3348763 h 6858000"/>
              <a:gd name="connsiteX112-16485" fmla="*/ 764166 w 1605470"/>
              <a:gd name="connsiteY112-16486" fmla="*/ 3341588 h 6858000"/>
              <a:gd name="connsiteX113-16487" fmla="*/ 749397 w 1605470"/>
              <a:gd name="connsiteY113-16488" fmla="*/ 3307769 h 6858000"/>
              <a:gd name="connsiteX114-16489" fmla="*/ 766960 w 1605470"/>
              <a:gd name="connsiteY114-16490" fmla="*/ 3250522 h 6858000"/>
              <a:gd name="connsiteX115-16491" fmla="*/ 767385 w 1605470"/>
              <a:gd name="connsiteY115-16492" fmla="*/ 3229163 h 6858000"/>
              <a:gd name="connsiteX116-16493" fmla="*/ 769208 w 1605470"/>
              <a:gd name="connsiteY116-16494" fmla="*/ 3217217 h 6858000"/>
              <a:gd name="connsiteX117-16495" fmla="*/ 770350 w 1605470"/>
              <a:gd name="connsiteY117-16496" fmla="*/ 3216125 h 6858000"/>
              <a:gd name="connsiteX118-16497" fmla="*/ 756043 w 1605470"/>
              <a:gd name="connsiteY118-16498" fmla="*/ 3183755 h 6858000"/>
              <a:gd name="connsiteX119-16499" fmla="*/ 756544 w 1605470"/>
              <a:gd name="connsiteY119-16500" fmla="*/ 3178642 h 6858000"/>
              <a:gd name="connsiteX120-16501" fmla="*/ 744144 w 1605470"/>
              <a:gd name="connsiteY120-16502" fmla="*/ 3158586 h 6858000"/>
              <a:gd name="connsiteX121-16503" fmla="*/ 739378 w 1605470"/>
              <a:gd name="connsiteY121-16504" fmla="*/ 3147669 h 6858000"/>
              <a:gd name="connsiteX122-16505" fmla="*/ 734648 w 1605470"/>
              <a:gd name="connsiteY122-16506" fmla="*/ 3145733 h 6858000"/>
              <a:gd name="connsiteX123-16507" fmla="*/ 729329 w 1605470"/>
              <a:gd name="connsiteY123-16508" fmla="*/ 3129034 h 6858000"/>
              <a:gd name="connsiteX124-16509" fmla="*/ 729994 w 1605470"/>
              <a:gd name="connsiteY124-16510" fmla="*/ 3126682 h 6858000"/>
              <a:gd name="connsiteX125-16511" fmla="*/ 720862 w 1605470"/>
              <a:gd name="connsiteY125-16512" fmla="*/ 3114519 h 6858000"/>
              <a:gd name="connsiteX126-16513" fmla="*/ 707471 w 1605470"/>
              <a:gd name="connsiteY126-16514" fmla="*/ 3106272 h 6858000"/>
              <a:gd name="connsiteX127-16515" fmla="*/ 680201 w 1605470"/>
              <a:gd name="connsiteY127-16516" fmla="*/ 2958185 h 6858000"/>
              <a:gd name="connsiteX128-16517" fmla="*/ 622815 w 1605470"/>
              <a:gd name="connsiteY128-16518" fmla="*/ 2762989 h 6858000"/>
              <a:gd name="connsiteX129-16519" fmla="*/ 571733 w 1605470"/>
              <a:gd name="connsiteY129-16520" fmla="*/ 2554718 h 6858000"/>
              <a:gd name="connsiteX130-16521" fmla="*/ 551827 w 1605470"/>
              <a:gd name="connsiteY130-16522" fmla="*/ 2485734 h 6858000"/>
              <a:gd name="connsiteX131-16523" fmla="*/ 542550 w 1605470"/>
              <a:gd name="connsiteY131-16524" fmla="*/ 2447068 h 6858000"/>
              <a:gd name="connsiteX132-16525" fmla="*/ 529511 w 1605470"/>
              <a:gd name="connsiteY132-16526" fmla="*/ 2425819 h 6858000"/>
              <a:gd name="connsiteX133-16527" fmla="*/ 528878 w 1605470"/>
              <a:gd name="connsiteY133-16528" fmla="*/ 2408971 h 6858000"/>
              <a:gd name="connsiteX134-16529" fmla="*/ 535510 w 1605470"/>
              <a:gd name="connsiteY134-16530" fmla="*/ 2402874 h 6858000"/>
              <a:gd name="connsiteX135-16531" fmla="*/ 538122 w 1605470"/>
              <a:gd name="connsiteY135-16532" fmla="*/ 2381443 h 6858000"/>
              <a:gd name="connsiteX136-16533" fmla="*/ 514451 w 1605470"/>
              <a:gd name="connsiteY136-16534" fmla="*/ 2261920 h 6858000"/>
              <a:gd name="connsiteX137-16535" fmla="*/ 486968 w 1605470"/>
              <a:gd name="connsiteY137-16536" fmla="*/ 2182937 h 6858000"/>
              <a:gd name="connsiteX138-16537" fmla="*/ 488555 w 1605470"/>
              <a:gd name="connsiteY138-16538" fmla="*/ 2155135 h 6858000"/>
              <a:gd name="connsiteX139-16539" fmla="*/ 486013 w 1605470"/>
              <a:gd name="connsiteY139-16540" fmla="*/ 2118008 h 6858000"/>
              <a:gd name="connsiteX140-16541" fmla="*/ 487006 w 1605470"/>
              <a:gd name="connsiteY140-16542" fmla="*/ 2050531 h 6858000"/>
              <a:gd name="connsiteX141-16543" fmla="*/ 478812 w 1605470"/>
              <a:gd name="connsiteY141-16544" fmla="*/ 1963269 h 6858000"/>
              <a:gd name="connsiteX142-16545" fmla="*/ 442619 w 1605470"/>
              <a:gd name="connsiteY142-16546" fmla="*/ 1910499 h 6858000"/>
              <a:gd name="connsiteX143-16547" fmla="*/ 446785 w 1605470"/>
              <a:gd name="connsiteY143-16548" fmla="*/ 1903212 h 6858000"/>
              <a:gd name="connsiteX144-16549" fmla="*/ 436547 w 1605470"/>
              <a:gd name="connsiteY144-16550" fmla="*/ 1861531 h 6858000"/>
              <a:gd name="connsiteX145-16551" fmla="*/ 390346 w 1605470"/>
              <a:gd name="connsiteY145-16552" fmla="*/ 1732919 h 6858000"/>
              <a:gd name="connsiteX146-16553" fmla="*/ 362657 w 1605470"/>
              <a:gd name="connsiteY146-16554" fmla="*/ 1663540 h 6858000"/>
              <a:gd name="connsiteX147-16555" fmla="*/ 361783 w 1605470"/>
              <a:gd name="connsiteY147-16556" fmla="*/ 1615777 h 6858000"/>
              <a:gd name="connsiteX148-16557" fmla="*/ 342578 w 1605470"/>
              <a:gd name="connsiteY148-16558" fmla="*/ 1563678 h 6858000"/>
              <a:gd name="connsiteX149-16559" fmla="*/ 355658 w 1605470"/>
              <a:gd name="connsiteY149-16560" fmla="*/ 1519474 h 6858000"/>
              <a:gd name="connsiteX150-16561" fmla="*/ 348400 w 1605470"/>
              <a:gd name="connsiteY150-16562" fmla="*/ 1477995 h 6858000"/>
              <a:gd name="connsiteX151-16563" fmla="*/ 334485 w 1605470"/>
              <a:gd name="connsiteY151-16564" fmla="*/ 1373769 h 6858000"/>
              <a:gd name="connsiteX152-16565" fmla="*/ 342792 w 1605470"/>
              <a:gd name="connsiteY152-16566" fmla="*/ 1307086 h 6858000"/>
              <a:gd name="connsiteX153-16567" fmla="*/ 343980 w 1605470"/>
              <a:gd name="connsiteY153-16568" fmla="*/ 1189033 h 6858000"/>
              <a:gd name="connsiteX154-16569" fmla="*/ 348665 w 1605470"/>
              <a:gd name="connsiteY154-16570" fmla="*/ 1168288 h 6858000"/>
              <a:gd name="connsiteX155-16571" fmla="*/ 340947 w 1605470"/>
              <a:gd name="connsiteY155-16572" fmla="*/ 1142577 h 6858000"/>
              <a:gd name="connsiteX156-16573" fmla="*/ 330253 w 1605470"/>
              <a:gd name="connsiteY156-16574" fmla="*/ 1088484 h 6858000"/>
              <a:gd name="connsiteX157-16575" fmla="*/ 318989 w 1605470"/>
              <a:gd name="connsiteY157-16576" fmla="*/ 1016103 h 6858000"/>
              <a:gd name="connsiteX158-16577" fmla="*/ 320445 w 1605470"/>
              <a:gd name="connsiteY158-16578" fmla="*/ 932283 h 6858000"/>
              <a:gd name="connsiteX159-16579" fmla="*/ 322681 w 1605470"/>
              <a:gd name="connsiteY159-16580" fmla="*/ 915925 h 6858000"/>
              <a:gd name="connsiteX160-16581" fmla="*/ 315310 w 1605470"/>
              <a:gd name="connsiteY160-16582" fmla="*/ 896999 h 6858000"/>
              <a:gd name="connsiteX161-16583" fmla="*/ 284718 w 1605470"/>
              <a:gd name="connsiteY161-16584" fmla="*/ 821517 h 6858000"/>
              <a:gd name="connsiteX162-16585" fmla="*/ 263668 w 1605470"/>
              <a:gd name="connsiteY162-16586" fmla="*/ 751353 h 6858000"/>
              <a:gd name="connsiteX163-16587" fmla="*/ 263226 w 1605470"/>
              <a:gd name="connsiteY163-16588" fmla="*/ 721230 h 6858000"/>
              <a:gd name="connsiteX164-16589" fmla="*/ 248897 w 1605470"/>
              <a:gd name="connsiteY164-16590" fmla="*/ 681659 h 6858000"/>
              <a:gd name="connsiteX165-16591" fmla="*/ 234316 w 1605470"/>
              <a:gd name="connsiteY165-16592" fmla="*/ 635218 h 6858000"/>
              <a:gd name="connsiteX166-16593" fmla="*/ 239327 w 1605470"/>
              <a:gd name="connsiteY166-16594" fmla="*/ 613763 h 6858000"/>
              <a:gd name="connsiteX167-16595" fmla="*/ 225269 w 1605470"/>
              <a:gd name="connsiteY167-16596" fmla="*/ 598582 h 6858000"/>
              <a:gd name="connsiteX168-16597" fmla="*/ 224950 w 1605470"/>
              <a:gd name="connsiteY168-16598" fmla="*/ 576846 h 6858000"/>
              <a:gd name="connsiteX169-16599" fmla="*/ 204576 w 1605470"/>
              <a:gd name="connsiteY169-16600" fmla="*/ 530055 h 6858000"/>
              <a:gd name="connsiteX170-16601" fmla="*/ 219064 w 1605470"/>
              <a:gd name="connsiteY170-16602" fmla="*/ 469651 h 6858000"/>
              <a:gd name="connsiteX171-16603" fmla="*/ 195012 w 1605470"/>
              <a:gd name="connsiteY171-16604" fmla="*/ 448559 h 6858000"/>
              <a:gd name="connsiteX172-16605" fmla="*/ 201434 w 1605470"/>
              <a:gd name="connsiteY172-16606" fmla="*/ 441529 h 6858000"/>
              <a:gd name="connsiteX173-16607" fmla="*/ 200655 w 1605470"/>
              <a:gd name="connsiteY173-16608" fmla="*/ 428927 h 6858000"/>
              <a:gd name="connsiteX174-16609" fmla="*/ 190059 w 1605470"/>
              <a:gd name="connsiteY174-16610" fmla="*/ 430161 h 6858000"/>
              <a:gd name="connsiteX175-16611" fmla="*/ 167079 w 1605470"/>
              <a:gd name="connsiteY175-16612" fmla="*/ 367211 h 6858000"/>
              <a:gd name="connsiteX176-16613" fmla="*/ 124571 w 1605470"/>
              <a:gd name="connsiteY176-16614" fmla="*/ 302178 h 6858000"/>
              <a:gd name="connsiteX177-16615" fmla="*/ 103243 w 1605470"/>
              <a:gd name="connsiteY177-16616" fmla="*/ 211375 h 6858000"/>
              <a:gd name="connsiteX178-16617" fmla="*/ 94571 w 1605470"/>
              <a:gd name="connsiteY178-16618" fmla="*/ 184179 h 6858000"/>
              <a:gd name="connsiteX179-16619" fmla="*/ 13437 w 1605470"/>
              <a:gd name="connsiteY179-16620" fmla="*/ 19287 h 6858000"/>
              <a:gd name="connsiteX180-16621" fmla="*/ 0 w 1605470"/>
              <a:gd name="connsiteY180-16622" fmla="*/ 0 h 6858000"/>
              <a:gd name="connsiteX0-16623" fmla="*/ 0 w 1605470"/>
              <a:gd name="connsiteY0-16624" fmla="*/ 0 h 6858000"/>
              <a:gd name="connsiteX1-16625" fmla="*/ 1605470 w 1605470"/>
              <a:gd name="connsiteY1-16626" fmla="*/ 0 h 6858000"/>
              <a:gd name="connsiteX2-16627" fmla="*/ 1605470 w 1605470"/>
              <a:gd name="connsiteY2-16628" fmla="*/ 6858000 h 6858000"/>
              <a:gd name="connsiteX3-16629" fmla="*/ 154105 w 1605470"/>
              <a:gd name="connsiteY3-16630" fmla="*/ 6858000 h 6858000"/>
              <a:gd name="connsiteX4-16631" fmla="*/ 154246 w 1605470"/>
              <a:gd name="connsiteY4-16632" fmla="*/ 6857735 h 6858000"/>
              <a:gd name="connsiteX5-16633" fmla="*/ 166295 w 1605470"/>
              <a:gd name="connsiteY5-16634" fmla="*/ 6809549 h 6858000"/>
              <a:gd name="connsiteX6-16635" fmla="*/ 198506 w 1605470"/>
              <a:gd name="connsiteY6-16636" fmla="*/ 6715115 h 6858000"/>
              <a:gd name="connsiteX7-16637" fmla="*/ 208357 w 1605470"/>
              <a:gd name="connsiteY7-16638" fmla="*/ 6680170 h 6858000"/>
              <a:gd name="connsiteX8-16639" fmla="*/ 233907 w 1605470"/>
              <a:gd name="connsiteY8-16640" fmla="*/ 6621207 h 6858000"/>
              <a:gd name="connsiteX9-16641" fmla="*/ 250564 w 1605470"/>
              <a:gd name="connsiteY9-16642" fmla="*/ 6596265 h 6858000"/>
              <a:gd name="connsiteX10-16643" fmla="*/ 250443 w 1605470"/>
              <a:gd name="connsiteY10-16644" fmla="*/ 6594818 h 6858000"/>
              <a:gd name="connsiteX11-16645" fmla="*/ 254688 w 1605470"/>
              <a:gd name="connsiteY11-16646" fmla="*/ 6593735 h 6858000"/>
              <a:gd name="connsiteX12-16647" fmla="*/ 257885 w 1605470"/>
              <a:gd name="connsiteY12-16648" fmla="*/ 6589172 h 6858000"/>
              <a:gd name="connsiteX13-16649" fmla="*/ 261179 w 1605470"/>
              <a:gd name="connsiteY13-16650" fmla="*/ 6574442 h 6858000"/>
              <a:gd name="connsiteX14-16651" fmla="*/ 261519 w 1605470"/>
              <a:gd name="connsiteY14-16652" fmla="*/ 6568530 h 6858000"/>
              <a:gd name="connsiteX15-16653" fmla="*/ 263928 w 1605470"/>
              <a:gd name="connsiteY15-16654" fmla="*/ 6560674 h 6858000"/>
              <a:gd name="connsiteX16-16655" fmla="*/ 264273 w 1605470"/>
              <a:gd name="connsiteY16-16656" fmla="*/ 6560598 h 6858000"/>
              <a:gd name="connsiteX17-16657" fmla="*/ 265970 w 1605470"/>
              <a:gd name="connsiteY17-16658" fmla="*/ 6553006 h 6858000"/>
              <a:gd name="connsiteX18-16659" fmla="*/ 270666 w 1605470"/>
              <a:gd name="connsiteY18-16660" fmla="*/ 6514360 h 6858000"/>
              <a:gd name="connsiteX19-16661" fmla="*/ 312320 w 1605470"/>
              <a:gd name="connsiteY19-16662" fmla="*/ 6478062 h 6858000"/>
              <a:gd name="connsiteX20-16663" fmla="*/ 323009 w 1605470"/>
              <a:gd name="connsiteY20-16664" fmla="*/ 6460325 h 6858000"/>
              <a:gd name="connsiteX21-16665" fmla="*/ 330242 w 1605470"/>
              <a:gd name="connsiteY21-16666" fmla="*/ 6451488 h 6858000"/>
              <a:gd name="connsiteX22-16667" fmla="*/ 331677 w 1605470"/>
              <a:gd name="connsiteY22-16668" fmla="*/ 6451348 h 6858000"/>
              <a:gd name="connsiteX23-16669" fmla="*/ 336035 w 1605470"/>
              <a:gd name="connsiteY23-16670" fmla="*/ 6414240 h 6858000"/>
              <a:gd name="connsiteX24-16671" fmla="*/ 338911 w 1605470"/>
              <a:gd name="connsiteY24-16672" fmla="*/ 6410269 h 6858000"/>
              <a:gd name="connsiteX25-16673" fmla="*/ 338811 w 1605470"/>
              <a:gd name="connsiteY25-16674" fmla="*/ 6384857 h 6858000"/>
              <a:gd name="connsiteX26-16675" fmla="*/ 340328 w 1605470"/>
              <a:gd name="connsiteY26-16676" fmla="*/ 6372381 h 6858000"/>
              <a:gd name="connsiteX27-16677" fmla="*/ 337522 w 1605470"/>
              <a:gd name="connsiteY27-16678" fmla="*/ 6367510 h 6858000"/>
              <a:gd name="connsiteX28-16679" fmla="*/ 341402 w 1605470"/>
              <a:gd name="connsiteY28-16680" fmla="*/ 6349778 h 6858000"/>
              <a:gd name="connsiteX29-16681" fmla="*/ 343067 w 1605470"/>
              <a:gd name="connsiteY29-16682" fmla="*/ 6348250 h 6858000"/>
              <a:gd name="connsiteX30-16683" fmla="*/ 341730 w 1605470"/>
              <a:gd name="connsiteY30-16684" fmla="*/ 6331735 h 6858000"/>
              <a:gd name="connsiteX31-16685" fmla="*/ 335123 w 1605470"/>
              <a:gd name="connsiteY31-16686" fmla="*/ 6315613 h 6858000"/>
              <a:gd name="connsiteX32-16687" fmla="*/ 385303 w 1605470"/>
              <a:gd name="connsiteY32-16688" fmla="*/ 6171970 h 6858000"/>
              <a:gd name="connsiteX33-16689" fmla="*/ 380910 w 1605470"/>
              <a:gd name="connsiteY33-16690" fmla="*/ 6028119 h 6858000"/>
              <a:gd name="connsiteX34-16691" fmla="*/ 409371 w 1605470"/>
              <a:gd name="connsiteY34-16692" fmla="*/ 5950668 h 6858000"/>
              <a:gd name="connsiteX35-16693" fmla="*/ 442432 w 1605470"/>
              <a:gd name="connsiteY35-16694" fmla="*/ 5934687 h 6858000"/>
              <a:gd name="connsiteX36-16695" fmla="*/ 489472 w 1605470"/>
              <a:gd name="connsiteY36-16696" fmla="*/ 5732419 h 6858000"/>
              <a:gd name="connsiteX37-16697" fmla="*/ 512623 w 1605470"/>
              <a:gd name="connsiteY37-16698" fmla="*/ 5685392 h 6858000"/>
              <a:gd name="connsiteX38-16699" fmla="*/ 510261 w 1605470"/>
              <a:gd name="connsiteY38-16700" fmla="*/ 5634527 h 6858000"/>
              <a:gd name="connsiteX39-16701" fmla="*/ 523992 w 1605470"/>
              <a:gd name="connsiteY39-16702" fmla="*/ 5619557 h 6858000"/>
              <a:gd name="connsiteX40-16703" fmla="*/ 526609 w 1605470"/>
              <a:gd name="connsiteY40-16704" fmla="*/ 5617081 h 6858000"/>
              <a:gd name="connsiteX41-16705" fmla="*/ 531653 w 1605470"/>
              <a:gd name="connsiteY41-16706" fmla="*/ 5604904 h 6858000"/>
              <a:gd name="connsiteX42-16707" fmla="*/ 539863 w 1605470"/>
              <a:gd name="connsiteY42-16708" fmla="*/ 5604298 h 6858000"/>
              <a:gd name="connsiteX43-16709" fmla="*/ 552319 w 1605470"/>
              <a:gd name="connsiteY43-16710" fmla="*/ 5587997 h 6858000"/>
              <a:gd name="connsiteX44-16711" fmla="*/ 559710 w 1605470"/>
              <a:gd name="connsiteY44-16712" fmla="*/ 5564796 h 6858000"/>
              <a:gd name="connsiteX45-16713" fmla="*/ 587214 w 1605470"/>
              <a:gd name="connsiteY45-16714" fmla="*/ 5451511 h 6858000"/>
              <a:gd name="connsiteX46-16715" fmla="*/ 608019 w 1605470"/>
              <a:gd name="connsiteY46-16716" fmla="*/ 5385461 h 6858000"/>
              <a:gd name="connsiteX47-16717" fmla="*/ 622750 w 1605470"/>
              <a:gd name="connsiteY47-16718" fmla="*/ 5363084 h 6858000"/>
              <a:gd name="connsiteX48-16719" fmla="*/ 638731 w 1605470"/>
              <a:gd name="connsiteY48-16720" fmla="*/ 5330009 h 6858000"/>
              <a:gd name="connsiteX49-16721" fmla="*/ 672224 w 1605470"/>
              <a:gd name="connsiteY49-16722" fmla="*/ 5273739 h 6858000"/>
              <a:gd name="connsiteX50-16723" fmla="*/ 681823 w 1605470"/>
              <a:gd name="connsiteY50-16724" fmla="*/ 5241779 h 6858000"/>
              <a:gd name="connsiteX51-16725" fmla="*/ 693049 w 1605470"/>
              <a:gd name="connsiteY51-16726" fmla="*/ 5225268 h 6858000"/>
              <a:gd name="connsiteX52-16727" fmla="*/ 694069 w 1605470"/>
              <a:gd name="connsiteY52-16728" fmla="*/ 5217684 h 6858000"/>
              <a:gd name="connsiteX53-16729" fmla="*/ 701410 w 1605470"/>
              <a:gd name="connsiteY53-16730" fmla="*/ 5193377 h 6858000"/>
              <a:gd name="connsiteX54-16731" fmla="*/ 704713 w 1605470"/>
              <a:gd name="connsiteY54-16732" fmla="*/ 5179288 h 6858000"/>
              <a:gd name="connsiteX55-16733" fmla="*/ 705697 w 1605470"/>
              <a:gd name="connsiteY55-16734" fmla="*/ 5173621 h 6858000"/>
              <a:gd name="connsiteX56-16735" fmla="*/ 701331 w 1605470"/>
              <a:gd name="connsiteY56-16736" fmla="*/ 5159961 h 6858000"/>
              <a:gd name="connsiteX57-16737" fmla="*/ 708008 w 1605470"/>
              <a:gd name="connsiteY57-16738" fmla="*/ 5144295 h 6858000"/>
              <a:gd name="connsiteX58-16739" fmla="*/ 704941 w 1605470"/>
              <a:gd name="connsiteY58-16740" fmla="*/ 5125185 h 6858000"/>
              <a:gd name="connsiteX59-16741" fmla="*/ 711771 w 1605470"/>
              <a:gd name="connsiteY59-16742" fmla="*/ 5121884 h 6858000"/>
              <a:gd name="connsiteX60-16743" fmla="*/ 721092 w 1605470"/>
              <a:gd name="connsiteY60-16744" fmla="*/ 5108383 h 6858000"/>
              <a:gd name="connsiteX61-16745" fmla="*/ 717045 w 1605470"/>
              <a:gd name="connsiteY61-16746" fmla="*/ 5094705 h 6858000"/>
              <a:gd name="connsiteX62-16747" fmla="*/ 718807 w 1605470"/>
              <a:gd name="connsiteY62-16748" fmla="*/ 5067850 h 6858000"/>
              <a:gd name="connsiteX63-16749" fmla="*/ 721538 w 1605470"/>
              <a:gd name="connsiteY63-16750" fmla="*/ 5060861 h 6858000"/>
              <a:gd name="connsiteX64-16751" fmla="*/ 718242 w 1605470"/>
              <a:gd name="connsiteY64-16752" fmla="*/ 5034192 h 6858000"/>
              <a:gd name="connsiteX65-16753" fmla="*/ 719796 w 1605470"/>
              <a:gd name="connsiteY65-16754" fmla="*/ 4993030 h 6858000"/>
              <a:gd name="connsiteX66-16755" fmla="*/ 726705 w 1605470"/>
              <a:gd name="connsiteY66-16756" fmla="*/ 4946844 h 6858000"/>
              <a:gd name="connsiteX67-16757" fmla="*/ 722561 w 1605470"/>
              <a:gd name="connsiteY67-16758" fmla="*/ 4932692 h 6858000"/>
              <a:gd name="connsiteX68-16759" fmla="*/ 724588 w 1605470"/>
              <a:gd name="connsiteY68-16760" fmla="*/ 4845927 h 6858000"/>
              <a:gd name="connsiteX69-16761" fmla="*/ 724935 w 1605470"/>
              <a:gd name="connsiteY69-16762" fmla="*/ 4821504 h 6858000"/>
              <a:gd name="connsiteX70-16763" fmla="*/ 732118 w 1605470"/>
              <a:gd name="connsiteY70-16764" fmla="*/ 4801535 h 6858000"/>
              <a:gd name="connsiteX71-16765" fmla="*/ 739787 w 1605470"/>
              <a:gd name="connsiteY71-16766" fmla="*/ 4797794 h 6858000"/>
              <a:gd name="connsiteX72-16767" fmla="*/ 741081 w 1605470"/>
              <a:gd name="connsiteY72-16768" fmla="*/ 4784526 h 6858000"/>
              <a:gd name="connsiteX73-16769" fmla="*/ 742865 w 1605470"/>
              <a:gd name="connsiteY73-16770" fmla="*/ 4781211 h 6858000"/>
              <a:gd name="connsiteX74-16771" fmla="*/ 751652 w 1605470"/>
              <a:gd name="connsiteY74-16772" fmla="*/ 4761984 h 6858000"/>
              <a:gd name="connsiteX75-16773" fmla="*/ 734671 w 1605470"/>
              <a:gd name="connsiteY75-16774" fmla="*/ 4715631 h 6858000"/>
              <a:gd name="connsiteX76-16775" fmla="*/ 743180 w 1605470"/>
              <a:gd name="connsiteY76-16776" fmla="*/ 4613201 h 6858000"/>
              <a:gd name="connsiteX77-16777" fmla="*/ 738263 w 1605470"/>
              <a:gd name="connsiteY77-16778" fmla="*/ 4444346 h 6858000"/>
              <a:gd name="connsiteX78-16779" fmla="*/ 756542 w 1605470"/>
              <a:gd name="connsiteY78-16780" fmla="*/ 4350346 h 6858000"/>
              <a:gd name="connsiteX79-16781" fmla="*/ 715481 w 1605470"/>
              <a:gd name="connsiteY79-16782" fmla="*/ 4214165 h 6858000"/>
              <a:gd name="connsiteX80-16783" fmla="*/ 719554 w 1605470"/>
              <a:gd name="connsiteY80-16784" fmla="*/ 4090296 h 6858000"/>
              <a:gd name="connsiteX81-16785" fmla="*/ 704810 w 1605470"/>
              <a:gd name="connsiteY81-16786" fmla="*/ 4033999 h 6858000"/>
              <a:gd name="connsiteX82-16787" fmla="*/ 705959 w 1605470"/>
              <a:gd name="connsiteY82-16788" fmla="*/ 4031933 h 6858000"/>
              <a:gd name="connsiteX83-16789" fmla="*/ 704535 w 1605470"/>
              <a:gd name="connsiteY83-16790" fmla="*/ 4013953 h 6858000"/>
              <a:gd name="connsiteX84-16791" fmla="*/ 700443 w 1605470"/>
              <a:gd name="connsiteY84-16792" fmla="*/ 4010511 h 6858000"/>
              <a:gd name="connsiteX85-16793" fmla="*/ 698282 w 1605470"/>
              <a:gd name="connsiteY85-16794" fmla="*/ 3998331 h 6858000"/>
              <a:gd name="connsiteX86-16795" fmla="*/ 690830 w 1605470"/>
              <a:gd name="connsiteY86-16796" fmla="*/ 3974753 h 6858000"/>
              <a:gd name="connsiteX87-16797" fmla="*/ 692428 w 1605470"/>
              <a:gd name="connsiteY87-16798" fmla="*/ 3969950 h 6858000"/>
              <a:gd name="connsiteX88-16799" fmla="*/ 685850 w 1605470"/>
              <a:gd name="connsiteY88-16800" fmla="*/ 3933779 h 6858000"/>
              <a:gd name="connsiteX89-16801" fmla="*/ 687181 w 1605470"/>
              <a:gd name="connsiteY89-16802" fmla="*/ 3933093 h 6858000"/>
              <a:gd name="connsiteX90-16803" fmla="*/ 691535 w 1605470"/>
              <a:gd name="connsiteY90-16804" fmla="*/ 3922082 h 6858000"/>
              <a:gd name="connsiteX91-16805" fmla="*/ 696613 w 1605470"/>
              <a:gd name="connsiteY91-16806" fmla="*/ 3901461 h 6858000"/>
              <a:gd name="connsiteX92-16807" fmla="*/ 719207 w 1605470"/>
              <a:gd name="connsiteY92-16808" fmla="*/ 3813873 h 6858000"/>
              <a:gd name="connsiteX93-16809" fmla="*/ 718632 w 1605470"/>
              <a:gd name="connsiteY93-16810" fmla="*/ 3806161 h 6858000"/>
              <a:gd name="connsiteX94-16811" fmla="*/ 718939 w 1605470"/>
              <a:gd name="connsiteY94-16812" fmla="*/ 3805957 h 6858000"/>
              <a:gd name="connsiteX95-16813" fmla="*/ 718966 w 1605470"/>
              <a:gd name="connsiteY95-16814" fmla="*/ 3797724 h 6858000"/>
              <a:gd name="connsiteX96-16815" fmla="*/ 717581 w 1605470"/>
              <a:gd name="connsiteY96-16816" fmla="*/ 3792098 h 6858000"/>
              <a:gd name="connsiteX97-16817" fmla="*/ 716465 w 1605470"/>
              <a:gd name="connsiteY97-16818" fmla="*/ 3777135 h 6858000"/>
              <a:gd name="connsiteX98-16819" fmla="*/ 718198 w 1605470"/>
              <a:gd name="connsiteY98-16820" fmla="*/ 3771656 h 6858000"/>
              <a:gd name="connsiteX99-16821" fmla="*/ 721941 w 1605470"/>
              <a:gd name="connsiteY99-16822" fmla="*/ 3769007 h 6858000"/>
              <a:gd name="connsiteX100-16823" fmla="*/ 721407 w 1605470"/>
              <a:gd name="connsiteY100-16824" fmla="*/ 3767709 h 6858000"/>
              <a:gd name="connsiteX101-16825" fmla="*/ 730103 w 1605470"/>
              <a:gd name="connsiteY101-16826" fmla="*/ 3738082 h 6858000"/>
              <a:gd name="connsiteX102-16827" fmla="*/ 737449 w 1605470"/>
              <a:gd name="connsiteY102-16828" fmla="*/ 3673397 h 6858000"/>
              <a:gd name="connsiteX103-16829" fmla="*/ 736745 w 1605470"/>
              <a:gd name="connsiteY103-16830" fmla="*/ 3637109 h 6858000"/>
              <a:gd name="connsiteX104-16831" fmla="*/ 740188 w 1605470"/>
              <a:gd name="connsiteY104-16832" fmla="*/ 3536883 h 6858000"/>
              <a:gd name="connsiteX105-16833" fmla="*/ 747726 w 1605470"/>
              <a:gd name="connsiteY105-16834" fmla="*/ 3435652 h 6858000"/>
              <a:gd name="connsiteX106-16835" fmla="*/ 774383 w 1605470"/>
              <a:gd name="connsiteY106-16836" fmla="*/ 3381564 h 6858000"/>
              <a:gd name="connsiteX107-16837" fmla="*/ 774870 w 1605470"/>
              <a:gd name="connsiteY107-16838" fmla="*/ 3375761 h 6858000"/>
              <a:gd name="connsiteX108-16839" fmla="*/ 770510 w 1605470"/>
              <a:gd name="connsiteY108-16840" fmla="*/ 3361844 h 6858000"/>
              <a:gd name="connsiteX109-16841" fmla="*/ 767933 w 1605470"/>
              <a:gd name="connsiteY109-16842" fmla="*/ 3356929 h 6858000"/>
              <a:gd name="connsiteX110-16843" fmla="*/ 766158 w 1605470"/>
              <a:gd name="connsiteY110-16844" fmla="*/ 3349058 h 6858000"/>
              <a:gd name="connsiteX111-16845" fmla="*/ 766414 w 1605470"/>
              <a:gd name="connsiteY111-16846" fmla="*/ 3348763 h 6858000"/>
              <a:gd name="connsiteX112-16847" fmla="*/ 764166 w 1605470"/>
              <a:gd name="connsiteY112-16848" fmla="*/ 3341588 h 6858000"/>
              <a:gd name="connsiteX113-16849" fmla="*/ 749397 w 1605470"/>
              <a:gd name="connsiteY113-16850" fmla="*/ 3307769 h 6858000"/>
              <a:gd name="connsiteX114-16851" fmla="*/ 766960 w 1605470"/>
              <a:gd name="connsiteY114-16852" fmla="*/ 3250522 h 6858000"/>
              <a:gd name="connsiteX115-16853" fmla="*/ 767385 w 1605470"/>
              <a:gd name="connsiteY115-16854" fmla="*/ 3229163 h 6858000"/>
              <a:gd name="connsiteX116-16855" fmla="*/ 769208 w 1605470"/>
              <a:gd name="connsiteY116-16856" fmla="*/ 3217217 h 6858000"/>
              <a:gd name="connsiteX117-16857" fmla="*/ 770350 w 1605470"/>
              <a:gd name="connsiteY117-16858" fmla="*/ 3216125 h 6858000"/>
              <a:gd name="connsiteX118-16859" fmla="*/ 756043 w 1605470"/>
              <a:gd name="connsiteY118-16860" fmla="*/ 3183755 h 6858000"/>
              <a:gd name="connsiteX119-16861" fmla="*/ 756544 w 1605470"/>
              <a:gd name="connsiteY119-16862" fmla="*/ 3178642 h 6858000"/>
              <a:gd name="connsiteX120-16863" fmla="*/ 744144 w 1605470"/>
              <a:gd name="connsiteY120-16864" fmla="*/ 3158586 h 6858000"/>
              <a:gd name="connsiteX121-16865" fmla="*/ 739378 w 1605470"/>
              <a:gd name="connsiteY121-16866" fmla="*/ 3147669 h 6858000"/>
              <a:gd name="connsiteX122-16867" fmla="*/ 734648 w 1605470"/>
              <a:gd name="connsiteY122-16868" fmla="*/ 3145733 h 6858000"/>
              <a:gd name="connsiteX123-16869" fmla="*/ 729329 w 1605470"/>
              <a:gd name="connsiteY123-16870" fmla="*/ 3129034 h 6858000"/>
              <a:gd name="connsiteX124-16871" fmla="*/ 729994 w 1605470"/>
              <a:gd name="connsiteY124-16872" fmla="*/ 3126682 h 6858000"/>
              <a:gd name="connsiteX125-16873" fmla="*/ 720862 w 1605470"/>
              <a:gd name="connsiteY125-16874" fmla="*/ 3114519 h 6858000"/>
              <a:gd name="connsiteX126-16875" fmla="*/ 707471 w 1605470"/>
              <a:gd name="connsiteY126-16876" fmla="*/ 3106272 h 6858000"/>
              <a:gd name="connsiteX127-16877" fmla="*/ 680201 w 1605470"/>
              <a:gd name="connsiteY127-16878" fmla="*/ 2958185 h 6858000"/>
              <a:gd name="connsiteX128-16879" fmla="*/ 622815 w 1605470"/>
              <a:gd name="connsiteY128-16880" fmla="*/ 2762989 h 6858000"/>
              <a:gd name="connsiteX129-16881" fmla="*/ 571733 w 1605470"/>
              <a:gd name="connsiteY129-16882" fmla="*/ 2554718 h 6858000"/>
              <a:gd name="connsiteX130-16883" fmla="*/ 551827 w 1605470"/>
              <a:gd name="connsiteY130-16884" fmla="*/ 2485734 h 6858000"/>
              <a:gd name="connsiteX131-16885" fmla="*/ 542550 w 1605470"/>
              <a:gd name="connsiteY131-16886" fmla="*/ 2447068 h 6858000"/>
              <a:gd name="connsiteX132-16887" fmla="*/ 529511 w 1605470"/>
              <a:gd name="connsiteY132-16888" fmla="*/ 2425819 h 6858000"/>
              <a:gd name="connsiteX133-16889" fmla="*/ 528878 w 1605470"/>
              <a:gd name="connsiteY133-16890" fmla="*/ 2408971 h 6858000"/>
              <a:gd name="connsiteX134-16891" fmla="*/ 535510 w 1605470"/>
              <a:gd name="connsiteY134-16892" fmla="*/ 2402874 h 6858000"/>
              <a:gd name="connsiteX135-16893" fmla="*/ 538122 w 1605470"/>
              <a:gd name="connsiteY135-16894" fmla="*/ 2381443 h 6858000"/>
              <a:gd name="connsiteX136-16895" fmla="*/ 514451 w 1605470"/>
              <a:gd name="connsiteY136-16896" fmla="*/ 2261920 h 6858000"/>
              <a:gd name="connsiteX137-16897" fmla="*/ 486968 w 1605470"/>
              <a:gd name="connsiteY137-16898" fmla="*/ 2182937 h 6858000"/>
              <a:gd name="connsiteX138-16899" fmla="*/ 488555 w 1605470"/>
              <a:gd name="connsiteY138-16900" fmla="*/ 2155135 h 6858000"/>
              <a:gd name="connsiteX139-16901" fmla="*/ 486013 w 1605470"/>
              <a:gd name="connsiteY139-16902" fmla="*/ 2118008 h 6858000"/>
              <a:gd name="connsiteX140-16903" fmla="*/ 487006 w 1605470"/>
              <a:gd name="connsiteY140-16904" fmla="*/ 2050531 h 6858000"/>
              <a:gd name="connsiteX141-16905" fmla="*/ 478812 w 1605470"/>
              <a:gd name="connsiteY141-16906" fmla="*/ 1963269 h 6858000"/>
              <a:gd name="connsiteX142-16907" fmla="*/ 442619 w 1605470"/>
              <a:gd name="connsiteY142-16908" fmla="*/ 1910499 h 6858000"/>
              <a:gd name="connsiteX143-16909" fmla="*/ 446785 w 1605470"/>
              <a:gd name="connsiteY143-16910" fmla="*/ 1903212 h 6858000"/>
              <a:gd name="connsiteX144-16911" fmla="*/ 436547 w 1605470"/>
              <a:gd name="connsiteY144-16912" fmla="*/ 1861531 h 6858000"/>
              <a:gd name="connsiteX145-16913" fmla="*/ 390346 w 1605470"/>
              <a:gd name="connsiteY145-16914" fmla="*/ 1732919 h 6858000"/>
              <a:gd name="connsiteX146-16915" fmla="*/ 362657 w 1605470"/>
              <a:gd name="connsiteY146-16916" fmla="*/ 1663540 h 6858000"/>
              <a:gd name="connsiteX147-16917" fmla="*/ 361783 w 1605470"/>
              <a:gd name="connsiteY147-16918" fmla="*/ 1615777 h 6858000"/>
              <a:gd name="connsiteX148-16919" fmla="*/ 342578 w 1605470"/>
              <a:gd name="connsiteY148-16920" fmla="*/ 1563678 h 6858000"/>
              <a:gd name="connsiteX149-16921" fmla="*/ 355658 w 1605470"/>
              <a:gd name="connsiteY149-16922" fmla="*/ 1519474 h 6858000"/>
              <a:gd name="connsiteX150-16923" fmla="*/ 348400 w 1605470"/>
              <a:gd name="connsiteY150-16924" fmla="*/ 1477995 h 6858000"/>
              <a:gd name="connsiteX151-16925" fmla="*/ 334485 w 1605470"/>
              <a:gd name="connsiteY151-16926" fmla="*/ 1373769 h 6858000"/>
              <a:gd name="connsiteX152-16927" fmla="*/ 342792 w 1605470"/>
              <a:gd name="connsiteY152-16928" fmla="*/ 1307086 h 6858000"/>
              <a:gd name="connsiteX153-16929" fmla="*/ 343980 w 1605470"/>
              <a:gd name="connsiteY153-16930" fmla="*/ 1189033 h 6858000"/>
              <a:gd name="connsiteX154-16931" fmla="*/ 348665 w 1605470"/>
              <a:gd name="connsiteY154-16932" fmla="*/ 1168288 h 6858000"/>
              <a:gd name="connsiteX155-16933" fmla="*/ 340947 w 1605470"/>
              <a:gd name="connsiteY155-16934" fmla="*/ 1142577 h 6858000"/>
              <a:gd name="connsiteX156-16935" fmla="*/ 330253 w 1605470"/>
              <a:gd name="connsiteY156-16936" fmla="*/ 1088484 h 6858000"/>
              <a:gd name="connsiteX157-16937" fmla="*/ 318989 w 1605470"/>
              <a:gd name="connsiteY157-16938" fmla="*/ 1016103 h 6858000"/>
              <a:gd name="connsiteX158-16939" fmla="*/ 320445 w 1605470"/>
              <a:gd name="connsiteY158-16940" fmla="*/ 932283 h 6858000"/>
              <a:gd name="connsiteX159-16941" fmla="*/ 322681 w 1605470"/>
              <a:gd name="connsiteY159-16942" fmla="*/ 915925 h 6858000"/>
              <a:gd name="connsiteX160-16943" fmla="*/ 315310 w 1605470"/>
              <a:gd name="connsiteY160-16944" fmla="*/ 896999 h 6858000"/>
              <a:gd name="connsiteX161-16945" fmla="*/ 284718 w 1605470"/>
              <a:gd name="connsiteY161-16946" fmla="*/ 821517 h 6858000"/>
              <a:gd name="connsiteX162-16947" fmla="*/ 263668 w 1605470"/>
              <a:gd name="connsiteY162-16948" fmla="*/ 751353 h 6858000"/>
              <a:gd name="connsiteX163-16949" fmla="*/ 263226 w 1605470"/>
              <a:gd name="connsiteY163-16950" fmla="*/ 721230 h 6858000"/>
              <a:gd name="connsiteX164-16951" fmla="*/ 248897 w 1605470"/>
              <a:gd name="connsiteY164-16952" fmla="*/ 681659 h 6858000"/>
              <a:gd name="connsiteX165-16953" fmla="*/ 234316 w 1605470"/>
              <a:gd name="connsiteY165-16954" fmla="*/ 635218 h 6858000"/>
              <a:gd name="connsiteX166-16955" fmla="*/ 239327 w 1605470"/>
              <a:gd name="connsiteY166-16956" fmla="*/ 613763 h 6858000"/>
              <a:gd name="connsiteX167-16957" fmla="*/ 225269 w 1605470"/>
              <a:gd name="connsiteY167-16958" fmla="*/ 598582 h 6858000"/>
              <a:gd name="connsiteX168-16959" fmla="*/ 224950 w 1605470"/>
              <a:gd name="connsiteY168-16960" fmla="*/ 576846 h 6858000"/>
              <a:gd name="connsiteX169-16961" fmla="*/ 204576 w 1605470"/>
              <a:gd name="connsiteY169-16962" fmla="*/ 530055 h 6858000"/>
              <a:gd name="connsiteX170-16963" fmla="*/ 219064 w 1605470"/>
              <a:gd name="connsiteY170-16964" fmla="*/ 469651 h 6858000"/>
              <a:gd name="connsiteX171-16965" fmla="*/ 195012 w 1605470"/>
              <a:gd name="connsiteY171-16966" fmla="*/ 448559 h 6858000"/>
              <a:gd name="connsiteX172-16967" fmla="*/ 201434 w 1605470"/>
              <a:gd name="connsiteY172-16968" fmla="*/ 441529 h 6858000"/>
              <a:gd name="connsiteX173-16969" fmla="*/ 200655 w 1605470"/>
              <a:gd name="connsiteY173-16970" fmla="*/ 428927 h 6858000"/>
              <a:gd name="connsiteX174-16971" fmla="*/ 190059 w 1605470"/>
              <a:gd name="connsiteY174-16972" fmla="*/ 430161 h 6858000"/>
              <a:gd name="connsiteX175-16973" fmla="*/ 167079 w 1605470"/>
              <a:gd name="connsiteY175-16974" fmla="*/ 367211 h 6858000"/>
              <a:gd name="connsiteX176-16975" fmla="*/ 124571 w 1605470"/>
              <a:gd name="connsiteY176-16976" fmla="*/ 302178 h 6858000"/>
              <a:gd name="connsiteX177-16977" fmla="*/ 103243 w 1605470"/>
              <a:gd name="connsiteY177-16978" fmla="*/ 211375 h 6858000"/>
              <a:gd name="connsiteX178-16979" fmla="*/ 94571 w 1605470"/>
              <a:gd name="connsiteY178-16980" fmla="*/ 184179 h 6858000"/>
              <a:gd name="connsiteX179-16981" fmla="*/ 13437 w 1605470"/>
              <a:gd name="connsiteY179-16982" fmla="*/ 19287 h 6858000"/>
              <a:gd name="connsiteX180-16983" fmla="*/ 0 w 1605470"/>
              <a:gd name="connsiteY180-16984" fmla="*/ 0 h 6858000"/>
              <a:gd name="connsiteX0-16985" fmla="*/ 0 w 1605470"/>
              <a:gd name="connsiteY0-16986" fmla="*/ 0 h 6858000"/>
              <a:gd name="connsiteX1-16987" fmla="*/ 1605470 w 1605470"/>
              <a:gd name="connsiteY1-16988" fmla="*/ 0 h 6858000"/>
              <a:gd name="connsiteX2-16989" fmla="*/ 1605470 w 1605470"/>
              <a:gd name="connsiteY2-16990" fmla="*/ 6858000 h 6858000"/>
              <a:gd name="connsiteX3-16991" fmla="*/ 154105 w 1605470"/>
              <a:gd name="connsiteY3-16992" fmla="*/ 6858000 h 6858000"/>
              <a:gd name="connsiteX4-16993" fmla="*/ 154246 w 1605470"/>
              <a:gd name="connsiteY4-16994" fmla="*/ 6857735 h 6858000"/>
              <a:gd name="connsiteX5-16995" fmla="*/ 166295 w 1605470"/>
              <a:gd name="connsiteY5-16996" fmla="*/ 6809549 h 6858000"/>
              <a:gd name="connsiteX6-16997" fmla="*/ 198506 w 1605470"/>
              <a:gd name="connsiteY6-16998" fmla="*/ 6715115 h 6858000"/>
              <a:gd name="connsiteX7-16999" fmla="*/ 208357 w 1605470"/>
              <a:gd name="connsiteY7-17000" fmla="*/ 6680170 h 6858000"/>
              <a:gd name="connsiteX8-17001" fmla="*/ 233907 w 1605470"/>
              <a:gd name="connsiteY8-17002" fmla="*/ 6621207 h 6858000"/>
              <a:gd name="connsiteX9-17003" fmla="*/ 250564 w 1605470"/>
              <a:gd name="connsiteY9-17004" fmla="*/ 6596265 h 6858000"/>
              <a:gd name="connsiteX10-17005" fmla="*/ 250443 w 1605470"/>
              <a:gd name="connsiteY10-17006" fmla="*/ 6594818 h 6858000"/>
              <a:gd name="connsiteX11-17007" fmla="*/ 254688 w 1605470"/>
              <a:gd name="connsiteY11-17008" fmla="*/ 6593735 h 6858000"/>
              <a:gd name="connsiteX12-17009" fmla="*/ 257885 w 1605470"/>
              <a:gd name="connsiteY12-17010" fmla="*/ 6589172 h 6858000"/>
              <a:gd name="connsiteX13-17011" fmla="*/ 261179 w 1605470"/>
              <a:gd name="connsiteY13-17012" fmla="*/ 6574442 h 6858000"/>
              <a:gd name="connsiteX14-17013" fmla="*/ 261519 w 1605470"/>
              <a:gd name="connsiteY14-17014" fmla="*/ 6568530 h 6858000"/>
              <a:gd name="connsiteX15-17015" fmla="*/ 263928 w 1605470"/>
              <a:gd name="connsiteY15-17016" fmla="*/ 6560674 h 6858000"/>
              <a:gd name="connsiteX16-17017" fmla="*/ 264273 w 1605470"/>
              <a:gd name="connsiteY16-17018" fmla="*/ 6560598 h 6858000"/>
              <a:gd name="connsiteX17-17019" fmla="*/ 265970 w 1605470"/>
              <a:gd name="connsiteY17-17020" fmla="*/ 6553006 h 6858000"/>
              <a:gd name="connsiteX18-17021" fmla="*/ 270666 w 1605470"/>
              <a:gd name="connsiteY18-17022" fmla="*/ 6514360 h 6858000"/>
              <a:gd name="connsiteX19-17023" fmla="*/ 312320 w 1605470"/>
              <a:gd name="connsiteY19-17024" fmla="*/ 6478062 h 6858000"/>
              <a:gd name="connsiteX20-17025" fmla="*/ 323009 w 1605470"/>
              <a:gd name="connsiteY20-17026" fmla="*/ 6460325 h 6858000"/>
              <a:gd name="connsiteX21-17027" fmla="*/ 330242 w 1605470"/>
              <a:gd name="connsiteY21-17028" fmla="*/ 6451488 h 6858000"/>
              <a:gd name="connsiteX22-17029" fmla="*/ 331677 w 1605470"/>
              <a:gd name="connsiteY22-17030" fmla="*/ 6451348 h 6858000"/>
              <a:gd name="connsiteX23-17031" fmla="*/ 336035 w 1605470"/>
              <a:gd name="connsiteY23-17032" fmla="*/ 6414240 h 6858000"/>
              <a:gd name="connsiteX24-17033" fmla="*/ 338911 w 1605470"/>
              <a:gd name="connsiteY24-17034" fmla="*/ 6410269 h 6858000"/>
              <a:gd name="connsiteX25-17035" fmla="*/ 338811 w 1605470"/>
              <a:gd name="connsiteY25-17036" fmla="*/ 6384857 h 6858000"/>
              <a:gd name="connsiteX26-17037" fmla="*/ 340328 w 1605470"/>
              <a:gd name="connsiteY26-17038" fmla="*/ 6372381 h 6858000"/>
              <a:gd name="connsiteX27-17039" fmla="*/ 337522 w 1605470"/>
              <a:gd name="connsiteY27-17040" fmla="*/ 6367510 h 6858000"/>
              <a:gd name="connsiteX28-17041" fmla="*/ 341402 w 1605470"/>
              <a:gd name="connsiteY28-17042" fmla="*/ 6349778 h 6858000"/>
              <a:gd name="connsiteX29-17043" fmla="*/ 343067 w 1605470"/>
              <a:gd name="connsiteY29-17044" fmla="*/ 6348250 h 6858000"/>
              <a:gd name="connsiteX30-17045" fmla="*/ 341730 w 1605470"/>
              <a:gd name="connsiteY30-17046" fmla="*/ 6331735 h 6858000"/>
              <a:gd name="connsiteX31-17047" fmla="*/ 335123 w 1605470"/>
              <a:gd name="connsiteY31-17048" fmla="*/ 6315613 h 6858000"/>
              <a:gd name="connsiteX32-17049" fmla="*/ 385303 w 1605470"/>
              <a:gd name="connsiteY32-17050" fmla="*/ 6171970 h 6858000"/>
              <a:gd name="connsiteX33-17051" fmla="*/ 380910 w 1605470"/>
              <a:gd name="connsiteY33-17052" fmla="*/ 6028119 h 6858000"/>
              <a:gd name="connsiteX34-17053" fmla="*/ 409371 w 1605470"/>
              <a:gd name="connsiteY34-17054" fmla="*/ 5950668 h 6858000"/>
              <a:gd name="connsiteX35-17055" fmla="*/ 442432 w 1605470"/>
              <a:gd name="connsiteY35-17056" fmla="*/ 5934687 h 6858000"/>
              <a:gd name="connsiteX36-17057" fmla="*/ 489472 w 1605470"/>
              <a:gd name="connsiteY36-17058" fmla="*/ 5732419 h 6858000"/>
              <a:gd name="connsiteX37-17059" fmla="*/ 512623 w 1605470"/>
              <a:gd name="connsiteY37-17060" fmla="*/ 5685392 h 6858000"/>
              <a:gd name="connsiteX38-17061" fmla="*/ 510261 w 1605470"/>
              <a:gd name="connsiteY38-17062" fmla="*/ 5634527 h 6858000"/>
              <a:gd name="connsiteX39-17063" fmla="*/ 523992 w 1605470"/>
              <a:gd name="connsiteY39-17064" fmla="*/ 5619557 h 6858000"/>
              <a:gd name="connsiteX40-17065" fmla="*/ 526609 w 1605470"/>
              <a:gd name="connsiteY40-17066" fmla="*/ 5617081 h 6858000"/>
              <a:gd name="connsiteX41-17067" fmla="*/ 531653 w 1605470"/>
              <a:gd name="connsiteY41-17068" fmla="*/ 5604904 h 6858000"/>
              <a:gd name="connsiteX42-17069" fmla="*/ 539863 w 1605470"/>
              <a:gd name="connsiteY42-17070" fmla="*/ 5604298 h 6858000"/>
              <a:gd name="connsiteX43-17071" fmla="*/ 552319 w 1605470"/>
              <a:gd name="connsiteY43-17072" fmla="*/ 5587997 h 6858000"/>
              <a:gd name="connsiteX44-17073" fmla="*/ 559710 w 1605470"/>
              <a:gd name="connsiteY44-17074" fmla="*/ 5564796 h 6858000"/>
              <a:gd name="connsiteX45-17075" fmla="*/ 587214 w 1605470"/>
              <a:gd name="connsiteY45-17076" fmla="*/ 5451511 h 6858000"/>
              <a:gd name="connsiteX46-17077" fmla="*/ 608019 w 1605470"/>
              <a:gd name="connsiteY46-17078" fmla="*/ 5385461 h 6858000"/>
              <a:gd name="connsiteX47-17079" fmla="*/ 622750 w 1605470"/>
              <a:gd name="connsiteY47-17080" fmla="*/ 5363084 h 6858000"/>
              <a:gd name="connsiteX48-17081" fmla="*/ 638731 w 1605470"/>
              <a:gd name="connsiteY48-17082" fmla="*/ 5330009 h 6858000"/>
              <a:gd name="connsiteX49-17083" fmla="*/ 672224 w 1605470"/>
              <a:gd name="connsiteY49-17084" fmla="*/ 5273739 h 6858000"/>
              <a:gd name="connsiteX50-17085" fmla="*/ 681823 w 1605470"/>
              <a:gd name="connsiteY50-17086" fmla="*/ 5241779 h 6858000"/>
              <a:gd name="connsiteX51-17087" fmla="*/ 693049 w 1605470"/>
              <a:gd name="connsiteY51-17088" fmla="*/ 5225268 h 6858000"/>
              <a:gd name="connsiteX52-17089" fmla="*/ 694069 w 1605470"/>
              <a:gd name="connsiteY52-17090" fmla="*/ 5217684 h 6858000"/>
              <a:gd name="connsiteX53-17091" fmla="*/ 701410 w 1605470"/>
              <a:gd name="connsiteY53-17092" fmla="*/ 5193377 h 6858000"/>
              <a:gd name="connsiteX54-17093" fmla="*/ 704713 w 1605470"/>
              <a:gd name="connsiteY54-17094" fmla="*/ 5179288 h 6858000"/>
              <a:gd name="connsiteX55-17095" fmla="*/ 705697 w 1605470"/>
              <a:gd name="connsiteY55-17096" fmla="*/ 5173621 h 6858000"/>
              <a:gd name="connsiteX56-17097" fmla="*/ 701331 w 1605470"/>
              <a:gd name="connsiteY56-17098" fmla="*/ 5159961 h 6858000"/>
              <a:gd name="connsiteX57-17099" fmla="*/ 708008 w 1605470"/>
              <a:gd name="connsiteY57-17100" fmla="*/ 5144295 h 6858000"/>
              <a:gd name="connsiteX58-17101" fmla="*/ 704941 w 1605470"/>
              <a:gd name="connsiteY58-17102" fmla="*/ 5125185 h 6858000"/>
              <a:gd name="connsiteX59-17103" fmla="*/ 711771 w 1605470"/>
              <a:gd name="connsiteY59-17104" fmla="*/ 5121884 h 6858000"/>
              <a:gd name="connsiteX60-17105" fmla="*/ 721092 w 1605470"/>
              <a:gd name="connsiteY60-17106" fmla="*/ 5108383 h 6858000"/>
              <a:gd name="connsiteX61-17107" fmla="*/ 717045 w 1605470"/>
              <a:gd name="connsiteY61-17108" fmla="*/ 5094705 h 6858000"/>
              <a:gd name="connsiteX62-17109" fmla="*/ 718807 w 1605470"/>
              <a:gd name="connsiteY62-17110" fmla="*/ 5067850 h 6858000"/>
              <a:gd name="connsiteX63-17111" fmla="*/ 721538 w 1605470"/>
              <a:gd name="connsiteY63-17112" fmla="*/ 5060861 h 6858000"/>
              <a:gd name="connsiteX64-17113" fmla="*/ 718242 w 1605470"/>
              <a:gd name="connsiteY64-17114" fmla="*/ 5034192 h 6858000"/>
              <a:gd name="connsiteX65-17115" fmla="*/ 719796 w 1605470"/>
              <a:gd name="connsiteY65-17116" fmla="*/ 4993030 h 6858000"/>
              <a:gd name="connsiteX66-17117" fmla="*/ 726705 w 1605470"/>
              <a:gd name="connsiteY66-17118" fmla="*/ 4946844 h 6858000"/>
              <a:gd name="connsiteX67-17119" fmla="*/ 722561 w 1605470"/>
              <a:gd name="connsiteY67-17120" fmla="*/ 4932692 h 6858000"/>
              <a:gd name="connsiteX68-17121" fmla="*/ 724588 w 1605470"/>
              <a:gd name="connsiteY68-17122" fmla="*/ 4845927 h 6858000"/>
              <a:gd name="connsiteX69-17123" fmla="*/ 724935 w 1605470"/>
              <a:gd name="connsiteY69-17124" fmla="*/ 4821504 h 6858000"/>
              <a:gd name="connsiteX70-17125" fmla="*/ 732118 w 1605470"/>
              <a:gd name="connsiteY70-17126" fmla="*/ 4801535 h 6858000"/>
              <a:gd name="connsiteX71-17127" fmla="*/ 739787 w 1605470"/>
              <a:gd name="connsiteY71-17128" fmla="*/ 4797794 h 6858000"/>
              <a:gd name="connsiteX72-17129" fmla="*/ 741081 w 1605470"/>
              <a:gd name="connsiteY72-17130" fmla="*/ 4784526 h 6858000"/>
              <a:gd name="connsiteX73-17131" fmla="*/ 742865 w 1605470"/>
              <a:gd name="connsiteY73-17132" fmla="*/ 4781211 h 6858000"/>
              <a:gd name="connsiteX74-17133" fmla="*/ 751652 w 1605470"/>
              <a:gd name="connsiteY74-17134" fmla="*/ 4761984 h 6858000"/>
              <a:gd name="connsiteX75-17135" fmla="*/ 747700 w 1605470"/>
              <a:gd name="connsiteY75-17136" fmla="*/ 4690749 h 6858000"/>
              <a:gd name="connsiteX76-17137" fmla="*/ 743180 w 1605470"/>
              <a:gd name="connsiteY76-17138" fmla="*/ 4613201 h 6858000"/>
              <a:gd name="connsiteX77-17139" fmla="*/ 738263 w 1605470"/>
              <a:gd name="connsiteY77-17140" fmla="*/ 4444346 h 6858000"/>
              <a:gd name="connsiteX78-17141" fmla="*/ 756542 w 1605470"/>
              <a:gd name="connsiteY78-17142" fmla="*/ 4350346 h 6858000"/>
              <a:gd name="connsiteX79-17143" fmla="*/ 715481 w 1605470"/>
              <a:gd name="connsiteY79-17144" fmla="*/ 4214165 h 6858000"/>
              <a:gd name="connsiteX80-17145" fmla="*/ 719554 w 1605470"/>
              <a:gd name="connsiteY80-17146" fmla="*/ 4090296 h 6858000"/>
              <a:gd name="connsiteX81-17147" fmla="*/ 704810 w 1605470"/>
              <a:gd name="connsiteY81-17148" fmla="*/ 4033999 h 6858000"/>
              <a:gd name="connsiteX82-17149" fmla="*/ 705959 w 1605470"/>
              <a:gd name="connsiteY82-17150" fmla="*/ 4031933 h 6858000"/>
              <a:gd name="connsiteX83-17151" fmla="*/ 704535 w 1605470"/>
              <a:gd name="connsiteY83-17152" fmla="*/ 4013953 h 6858000"/>
              <a:gd name="connsiteX84-17153" fmla="*/ 700443 w 1605470"/>
              <a:gd name="connsiteY84-17154" fmla="*/ 4010511 h 6858000"/>
              <a:gd name="connsiteX85-17155" fmla="*/ 698282 w 1605470"/>
              <a:gd name="connsiteY85-17156" fmla="*/ 3998331 h 6858000"/>
              <a:gd name="connsiteX86-17157" fmla="*/ 690830 w 1605470"/>
              <a:gd name="connsiteY86-17158" fmla="*/ 3974753 h 6858000"/>
              <a:gd name="connsiteX87-17159" fmla="*/ 692428 w 1605470"/>
              <a:gd name="connsiteY87-17160" fmla="*/ 3969950 h 6858000"/>
              <a:gd name="connsiteX88-17161" fmla="*/ 685850 w 1605470"/>
              <a:gd name="connsiteY88-17162" fmla="*/ 3933779 h 6858000"/>
              <a:gd name="connsiteX89-17163" fmla="*/ 687181 w 1605470"/>
              <a:gd name="connsiteY89-17164" fmla="*/ 3933093 h 6858000"/>
              <a:gd name="connsiteX90-17165" fmla="*/ 691535 w 1605470"/>
              <a:gd name="connsiteY90-17166" fmla="*/ 3922082 h 6858000"/>
              <a:gd name="connsiteX91-17167" fmla="*/ 696613 w 1605470"/>
              <a:gd name="connsiteY91-17168" fmla="*/ 3901461 h 6858000"/>
              <a:gd name="connsiteX92-17169" fmla="*/ 719207 w 1605470"/>
              <a:gd name="connsiteY92-17170" fmla="*/ 3813873 h 6858000"/>
              <a:gd name="connsiteX93-17171" fmla="*/ 718632 w 1605470"/>
              <a:gd name="connsiteY93-17172" fmla="*/ 3806161 h 6858000"/>
              <a:gd name="connsiteX94-17173" fmla="*/ 718939 w 1605470"/>
              <a:gd name="connsiteY94-17174" fmla="*/ 3805957 h 6858000"/>
              <a:gd name="connsiteX95-17175" fmla="*/ 718966 w 1605470"/>
              <a:gd name="connsiteY95-17176" fmla="*/ 3797724 h 6858000"/>
              <a:gd name="connsiteX96-17177" fmla="*/ 717581 w 1605470"/>
              <a:gd name="connsiteY96-17178" fmla="*/ 3792098 h 6858000"/>
              <a:gd name="connsiteX97-17179" fmla="*/ 716465 w 1605470"/>
              <a:gd name="connsiteY97-17180" fmla="*/ 3777135 h 6858000"/>
              <a:gd name="connsiteX98-17181" fmla="*/ 718198 w 1605470"/>
              <a:gd name="connsiteY98-17182" fmla="*/ 3771656 h 6858000"/>
              <a:gd name="connsiteX99-17183" fmla="*/ 721941 w 1605470"/>
              <a:gd name="connsiteY99-17184" fmla="*/ 3769007 h 6858000"/>
              <a:gd name="connsiteX100-17185" fmla="*/ 721407 w 1605470"/>
              <a:gd name="connsiteY100-17186" fmla="*/ 3767709 h 6858000"/>
              <a:gd name="connsiteX101-17187" fmla="*/ 730103 w 1605470"/>
              <a:gd name="connsiteY101-17188" fmla="*/ 3738082 h 6858000"/>
              <a:gd name="connsiteX102-17189" fmla="*/ 737449 w 1605470"/>
              <a:gd name="connsiteY102-17190" fmla="*/ 3673397 h 6858000"/>
              <a:gd name="connsiteX103-17191" fmla="*/ 736745 w 1605470"/>
              <a:gd name="connsiteY103-17192" fmla="*/ 3637109 h 6858000"/>
              <a:gd name="connsiteX104-17193" fmla="*/ 740188 w 1605470"/>
              <a:gd name="connsiteY104-17194" fmla="*/ 3536883 h 6858000"/>
              <a:gd name="connsiteX105-17195" fmla="*/ 747726 w 1605470"/>
              <a:gd name="connsiteY105-17196" fmla="*/ 3435652 h 6858000"/>
              <a:gd name="connsiteX106-17197" fmla="*/ 774383 w 1605470"/>
              <a:gd name="connsiteY106-17198" fmla="*/ 3381564 h 6858000"/>
              <a:gd name="connsiteX107-17199" fmla="*/ 774870 w 1605470"/>
              <a:gd name="connsiteY107-17200" fmla="*/ 3375761 h 6858000"/>
              <a:gd name="connsiteX108-17201" fmla="*/ 770510 w 1605470"/>
              <a:gd name="connsiteY108-17202" fmla="*/ 3361844 h 6858000"/>
              <a:gd name="connsiteX109-17203" fmla="*/ 767933 w 1605470"/>
              <a:gd name="connsiteY109-17204" fmla="*/ 3356929 h 6858000"/>
              <a:gd name="connsiteX110-17205" fmla="*/ 766158 w 1605470"/>
              <a:gd name="connsiteY110-17206" fmla="*/ 3349058 h 6858000"/>
              <a:gd name="connsiteX111-17207" fmla="*/ 766414 w 1605470"/>
              <a:gd name="connsiteY111-17208" fmla="*/ 3348763 h 6858000"/>
              <a:gd name="connsiteX112-17209" fmla="*/ 764166 w 1605470"/>
              <a:gd name="connsiteY112-17210" fmla="*/ 3341588 h 6858000"/>
              <a:gd name="connsiteX113-17211" fmla="*/ 749397 w 1605470"/>
              <a:gd name="connsiteY113-17212" fmla="*/ 3307769 h 6858000"/>
              <a:gd name="connsiteX114-17213" fmla="*/ 766960 w 1605470"/>
              <a:gd name="connsiteY114-17214" fmla="*/ 3250522 h 6858000"/>
              <a:gd name="connsiteX115-17215" fmla="*/ 767385 w 1605470"/>
              <a:gd name="connsiteY115-17216" fmla="*/ 3229163 h 6858000"/>
              <a:gd name="connsiteX116-17217" fmla="*/ 769208 w 1605470"/>
              <a:gd name="connsiteY116-17218" fmla="*/ 3217217 h 6858000"/>
              <a:gd name="connsiteX117-17219" fmla="*/ 770350 w 1605470"/>
              <a:gd name="connsiteY117-17220" fmla="*/ 3216125 h 6858000"/>
              <a:gd name="connsiteX118-17221" fmla="*/ 756043 w 1605470"/>
              <a:gd name="connsiteY118-17222" fmla="*/ 3183755 h 6858000"/>
              <a:gd name="connsiteX119-17223" fmla="*/ 756544 w 1605470"/>
              <a:gd name="connsiteY119-17224" fmla="*/ 3178642 h 6858000"/>
              <a:gd name="connsiteX120-17225" fmla="*/ 744144 w 1605470"/>
              <a:gd name="connsiteY120-17226" fmla="*/ 3158586 h 6858000"/>
              <a:gd name="connsiteX121-17227" fmla="*/ 739378 w 1605470"/>
              <a:gd name="connsiteY121-17228" fmla="*/ 3147669 h 6858000"/>
              <a:gd name="connsiteX122-17229" fmla="*/ 734648 w 1605470"/>
              <a:gd name="connsiteY122-17230" fmla="*/ 3145733 h 6858000"/>
              <a:gd name="connsiteX123-17231" fmla="*/ 729329 w 1605470"/>
              <a:gd name="connsiteY123-17232" fmla="*/ 3129034 h 6858000"/>
              <a:gd name="connsiteX124-17233" fmla="*/ 729994 w 1605470"/>
              <a:gd name="connsiteY124-17234" fmla="*/ 3126682 h 6858000"/>
              <a:gd name="connsiteX125-17235" fmla="*/ 720862 w 1605470"/>
              <a:gd name="connsiteY125-17236" fmla="*/ 3114519 h 6858000"/>
              <a:gd name="connsiteX126-17237" fmla="*/ 707471 w 1605470"/>
              <a:gd name="connsiteY126-17238" fmla="*/ 3106272 h 6858000"/>
              <a:gd name="connsiteX127-17239" fmla="*/ 680201 w 1605470"/>
              <a:gd name="connsiteY127-17240" fmla="*/ 2958185 h 6858000"/>
              <a:gd name="connsiteX128-17241" fmla="*/ 622815 w 1605470"/>
              <a:gd name="connsiteY128-17242" fmla="*/ 2762989 h 6858000"/>
              <a:gd name="connsiteX129-17243" fmla="*/ 571733 w 1605470"/>
              <a:gd name="connsiteY129-17244" fmla="*/ 2554718 h 6858000"/>
              <a:gd name="connsiteX130-17245" fmla="*/ 551827 w 1605470"/>
              <a:gd name="connsiteY130-17246" fmla="*/ 2485734 h 6858000"/>
              <a:gd name="connsiteX131-17247" fmla="*/ 542550 w 1605470"/>
              <a:gd name="connsiteY131-17248" fmla="*/ 2447068 h 6858000"/>
              <a:gd name="connsiteX132-17249" fmla="*/ 529511 w 1605470"/>
              <a:gd name="connsiteY132-17250" fmla="*/ 2425819 h 6858000"/>
              <a:gd name="connsiteX133-17251" fmla="*/ 528878 w 1605470"/>
              <a:gd name="connsiteY133-17252" fmla="*/ 2408971 h 6858000"/>
              <a:gd name="connsiteX134-17253" fmla="*/ 535510 w 1605470"/>
              <a:gd name="connsiteY134-17254" fmla="*/ 2402874 h 6858000"/>
              <a:gd name="connsiteX135-17255" fmla="*/ 538122 w 1605470"/>
              <a:gd name="connsiteY135-17256" fmla="*/ 2381443 h 6858000"/>
              <a:gd name="connsiteX136-17257" fmla="*/ 514451 w 1605470"/>
              <a:gd name="connsiteY136-17258" fmla="*/ 2261920 h 6858000"/>
              <a:gd name="connsiteX137-17259" fmla="*/ 486968 w 1605470"/>
              <a:gd name="connsiteY137-17260" fmla="*/ 2182937 h 6858000"/>
              <a:gd name="connsiteX138-17261" fmla="*/ 488555 w 1605470"/>
              <a:gd name="connsiteY138-17262" fmla="*/ 2155135 h 6858000"/>
              <a:gd name="connsiteX139-17263" fmla="*/ 486013 w 1605470"/>
              <a:gd name="connsiteY139-17264" fmla="*/ 2118008 h 6858000"/>
              <a:gd name="connsiteX140-17265" fmla="*/ 487006 w 1605470"/>
              <a:gd name="connsiteY140-17266" fmla="*/ 2050531 h 6858000"/>
              <a:gd name="connsiteX141-17267" fmla="*/ 478812 w 1605470"/>
              <a:gd name="connsiteY141-17268" fmla="*/ 1963269 h 6858000"/>
              <a:gd name="connsiteX142-17269" fmla="*/ 442619 w 1605470"/>
              <a:gd name="connsiteY142-17270" fmla="*/ 1910499 h 6858000"/>
              <a:gd name="connsiteX143-17271" fmla="*/ 446785 w 1605470"/>
              <a:gd name="connsiteY143-17272" fmla="*/ 1903212 h 6858000"/>
              <a:gd name="connsiteX144-17273" fmla="*/ 436547 w 1605470"/>
              <a:gd name="connsiteY144-17274" fmla="*/ 1861531 h 6858000"/>
              <a:gd name="connsiteX145-17275" fmla="*/ 390346 w 1605470"/>
              <a:gd name="connsiteY145-17276" fmla="*/ 1732919 h 6858000"/>
              <a:gd name="connsiteX146-17277" fmla="*/ 362657 w 1605470"/>
              <a:gd name="connsiteY146-17278" fmla="*/ 1663540 h 6858000"/>
              <a:gd name="connsiteX147-17279" fmla="*/ 361783 w 1605470"/>
              <a:gd name="connsiteY147-17280" fmla="*/ 1615777 h 6858000"/>
              <a:gd name="connsiteX148-17281" fmla="*/ 342578 w 1605470"/>
              <a:gd name="connsiteY148-17282" fmla="*/ 1563678 h 6858000"/>
              <a:gd name="connsiteX149-17283" fmla="*/ 355658 w 1605470"/>
              <a:gd name="connsiteY149-17284" fmla="*/ 1519474 h 6858000"/>
              <a:gd name="connsiteX150-17285" fmla="*/ 348400 w 1605470"/>
              <a:gd name="connsiteY150-17286" fmla="*/ 1477995 h 6858000"/>
              <a:gd name="connsiteX151-17287" fmla="*/ 334485 w 1605470"/>
              <a:gd name="connsiteY151-17288" fmla="*/ 1373769 h 6858000"/>
              <a:gd name="connsiteX152-17289" fmla="*/ 342792 w 1605470"/>
              <a:gd name="connsiteY152-17290" fmla="*/ 1307086 h 6858000"/>
              <a:gd name="connsiteX153-17291" fmla="*/ 343980 w 1605470"/>
              <a:gd name="connsiteY153-17292" fmla="*/ 1189033 h 6858000"/>
              <a:gd name="connsiteX154-17293" fmla="*/ 348665 w 1605470"/>
              <a:gd name="connsiteY154-17294" fmla="*/ 1168288 h 6858000"/>
              <a:gd name="connsiteX155-17295" fmla="*/ 340947 w 1605470"/>
              <a:gd name="connsiteY155-17296" fmla="*/ 1142577 h 6858000"/>
              <a:gd name="connsiteX156-17297" fmla="*/ 330253 w 1605470"/>
              <a:gd name="connsiteY156-17298" fmla="*/ 1088484 h 6858000"/>
              <a:gd name="connsiteX157-17299" fmla="*/ 318989 w 1605470"/>
              <a:gd name="connsiteY157-17300" fmla="*/ 1016103 h 6858000"/>
              <a:gd name="connsiteX158-17301" fmla="*/ 320445 w 1605470"/>
              <a:gd name="connsiteY158-17302" fmla="*/ 932283 h 6858000"/>
              <a:gd name="connsiteX159-17303" fmla="*/ 322681 w 1605470"/>
              <a:gd name="connsiteY159-17304" fmla="*/ 915925 h 6858000"/>
              <a:gd name="connsiteX160-17305" fmla="*/ 315310 w 1605470"/>
              <a:gd name="connsiteY160-17306" fmla="*/ 896999 h 6858000"/>
              <a:gd name="connsiteX161-17307" fmla="*/ 284718 w 1605470"/>
              <a:gd name="connsiteY161-17308" fmla="*/ 821517 h 6858000"/>
              <a:gd name="connsiteX162-17309" fmla="*/ 263668 w 1605470"/>
              <a:gd name="connsiteY162-17310" fmla="*/ 751353 h 6858000"/>
              <a:gd name="connsiteX163-17311" fmla="*/ 263226 w 1605470"/>
              <a:gd name="connsiteY163-17312" fmla="*/ 721230 h 6858000"/>
              <a:gd name="connsiteX164-17313" fmla="*/ 248897 w 1605470"/>
              <a:gd name="connsiteY164-17314" fmla="*/ 681659 h 6858000"/>
              <a:gd name="connsiteX165-17315" fmla="*/ 234316 w 1605470"/>
              <a:gd name="connsiteY165-17316" fmla="*/ 635218 h 6858000"/>
              <a:gd name="connsiteX166-17317" fmla="*/ 239327 w 1605470"/>
              <a:gd name="connsiteY166-17318" fmla="*/ 613763 h 6858000"/>
              <a:gd name="connsiteX167-17319" fmla="*/ 225269 w 1605470"/>
              <a:gd name="connsiteY167-17320" fmla="*/ 598582 h 6858000"/>
              <a:gd name="connsiteX168-17321" fmla="*/ 224950 w 1605470"/>
              <a:gd name="connsiteY168-17322" fmla="*/ 576846 h 6858000"/>
              <a:gd name="connsiteX169-17323" fmla="*/ 204576 w 1605470"/>
              <a:gd name="connsiteY169-17324" fmla="*/ 530055 h 6858000"/>
              <a:gd name="connsiteX170-17325" fmla="*/ 219064 w 1605470"/>
              <a:gd name="connsiteY170-17326" fmla="*/ 469651 h 6858000"/>
              <a:gd name="connsiteX171-17327" fmla="*/ 195012 w 1605470"/>
              <a:gd name="connsiteY171-17328" fmla="*/ 448559 h 6858000"/>
              <a:gd name="connsiteX172-17329" fmla="*/ 201434 w 1605470"/>
              <a:gd name="connsiteY172-17330" fmla="*/ 441529 h 6858000"/>
              <a:gd name="connsiteX173-17331" fmla="*/ 200655 w 1605470"/>
              <a:gd name="connsiteY173-17332" fmla="*/ 428927 h 6858000"/>
              <a:gd name="connsiteX174-17333" fmla="*/ 190059 w 1605470"/>
              <a:gd name="connsiteY174-17334" fmla="*/ 430161 h 6858000"/>
              <a:gd name="connsiteX175-17335" fmla="*/ 167079 w 1605470"/>
              <a:gd name="connsiteY175-17336" fmla="*/ 367211 h 6858000"/>
              <a:gd name="connsiteX176-17337" fmla="*/ 124571 w 1605470"/>
              <a:gd name="connsiteY176-17338" fmla="*/ 302178 h 6858000"/>
              <a:gd name="connsiteX177-17339" fmla="*/ 103243 w 1605470"/>
              <a:gd name="connsiteY177-17340" fmla="*/ 211375 h 6858000"/>
              <a:gd name="connsiteX178-17341" fmla="*/ 94571 w 1605470"/>
              <a:gd name="connsiteY178-17342" fmla="*/ 184179 h 6858000"/>
              <a:gd name="connsiteX179-17343" fmla="*/ 13437 w 1605470"/>
              <a:gd name="connsiteY179-17344" fmla="*/ 19287 h 6858000"/>
              <a:gd name="connsiteX180-17345" fmla="*/ 0 w 1605470"/>
              <a:gd name="connsiteY180-17346" fmla="*/ 0 h 6858000"/>
              <a:gd name="connsiteX0-17347" fmla="*/ 0 w 1605470"/>
              <a:gd name="connsiteY0-17348" fmla="*/ 0 h 6858000"/>
              <a:gd name="connsiteX1-17349" fmla="*/ 1605470 w 1605470"/>
              <a:gd name="connsiteY1-17350" fmla="*/ 0 h 6858000"/>
              <a:gd name="connsiteX2-17351" fmla="*/ 1605470 w 1605470"/>
              <a:gd name="connsiteY2-17352" fmla="*/ 6858000 h 6858000"/>
              <a:gd name="connsiteX3-17353" fmla="*/ 154105 w 1605470"/>
              <a:gd name="connsiteY3-17354" fmla="*/ 6858000 h 6858000"/>
              <a:gd name="connsiteX4-17355" fmla="*/ 154246 w 1605470"/>
              <a:gd name="connsiteY4-17356" fmla="*/ 6857735 h 6858000"/>
              <a:gd name="connsiteX5-17357" fmla="*/ 166295 w 1605470"/>
              <a:gd name="connsiteY5-17358" fmla="*/ 6809549 h 6858000"/>
              <a:gd name="connsiteX6-17359" fmla="*/ 198506 w 1605470"/>
              <a:gd name="connsiteY6-17360" fmla="*/ 6715115 h 6858000"/>
              <a:gd name="connsiteX7-17361" fmla="*/ 208357 w 1605470"/>
              <a:gd name="connsiteY7-17362" fmla="*/ 6680170 h 6858000"/>
              <a:gd name="connsiteX8-17363" fmla="*/ 233907 w 1605470"/>
              <a:gd name="connsiteY8-17364" fmla="*/ 6621207 h 6858000"/>
              <a:gd name="connsiteX9-17365" fmla="*/ 250564 w 1605470"/>
              <a:gd name="connsiteY9-17366" fmla="*/ 6596265 h 6858000"/>
              <a:gd name="connsiteX10-17367" fmla="*/ 250443 w 1605470"/>
              <a:gd name="connsiteY10-17368" fmla="*/ 6594818 h 6858000"/>
              <a:gd name="connsiteX11-17369" fmla="*/ 254688 w 1605470"/>
              <a:gd name="connsiteY11-17370" fmla="*/ 6593735 h 6858000"/>
              <a:gd name="connsiteX12-17371" fmla="*/ 257885 w 1605470"/>
              <a:gd name="connsiteY12-17372" fmla="*/ 6589172 h 6858000"/>
              <a:gd name="connsiteX13-17373" fmla="*/ 261179 w 1605470"/>
              <a:gd name="connsiteY13-17374" fmla="*/ 6574442 h 6858000"/>
              <a:gd name="connsiteX14-17375" fmla="*/ 261519 w 1605470"/>
              <a:gd name="connsiteY14-17376" fmla="*/ 6568530 h 6858000"/>
              <a:gd name="connsiteX15-17377" fmla="*/ 263928 w 1605470"/>
              <a:gd name="connsiteY15-17378" fmla="*/ 6560674 h 6858000"/>
              <a:gd name="connsiteX16-17379" fmla="*/ 264273 w 1605470"/>
              <a:gd name="connsiteY16-17380" fmla="*/ 6560598 h 6858000"/>
              <a:gd name="connsiteX17-17381" fmla="*/ 265970 w 1605470"/>
              <a:gd name="connsiteY17-17382" fmla="*/ 6553006 h 6858000"/>
              <a:gd name="connsiteX18-17383" fmla="*/ 270666 w 1605470"/>
              <a:gd name="connsiteY18-17384" fmla="*/ 6514360 h 6858000"/>
              <a:gd name="connsiteX19-17385" fmla="*/ 312320 w 1605470"/>
              <a:gd name="connsiteY19-17386" fmla="*/ 6478062 h 6858000"/>
              <a:gd name="connsiteX20-17387" fmla="*/ 323009 w 1605470"/>
              <a:gd name="connsiteY20-17388" fmla="*/ 6460325 h 6858000"/>
              <a:gd name="connsiteX21-17389" fmla="*/ 330242 w 1605470"/>
              <a:gd name="connsiteY21-17390" fmla="*/ 6451488 h 6858000"/>
              <a:gd name="connsiteX22-17391" fmla="*/ 331677 w 1605470"/>
              <a:gd name="connsiteY22-17392" fmla="*/ 6451348 h 6858000"/>
              <a:gd name="connsiteX23-17393" fmla="*/ 336035 w 1605470"/>
              <a:gd name="connsiteY23-17394" fmla="*/ 6414240 h 6858000"/>
              <a:gd name="connsiteX24-17395" fmla="*/ 338911 w 1605470"/>
              <a:gd name="connsiteY24-17396" fmla="*/ 6410269 h 6858000"/>
              <a:gd name="connsiteX25-17397" fmla="*/ 338811 w 1605470"/>
              <a:gd name="connsiteY25-17398" fmla="*/ 6384857 h 6858000"/>
              <a:gd name="connsiteX26-17399" fmla="*/ 340328 w 1605470"/>
              <a:gd name="connsiteY26-17400" fmla="*/ 6372381 h 6858000"/>
              <a:gd name="connsiteX27-17401" fmla="*/ 337522 w 1605470"/>
              <a:gd name="connsiteY27-17402" fmla="*/ 6367510 h 6858000"/>
              <a:gd name="connsiteX28-17403" fmla="*/ 341402 w 1605470"/>
              <a:gd name="connsiteY28-17404" fmla="*/ 6349778 h 6858000"/>
              <a:gd name="connsiteX29-17405" fmla="*/ 343067 w 1605470"/>
              <a:gd name="connsiteY29-17406" fmla="*/ 6348250 h 6858000"/>
              <a:gd name="connsiteX30-17407" fmla="*/ 341730 w 1605470"/>
              <a:gd name="connsiteY30-17408" fmla="*/ 6331735 h 6858000"/>
              <a:gd name="connsiteX31-17409" fmla="*/ 335123 w 1605470"/>
              <a:gd name="connsiteY31-17410" fmla="*/ 6315613 h 6858000"/>
              <a:gd name="connsiteX32-17411" fmla="*/ 385303 w 1605470"/>
              <a:gd name="connsiteY32-17412" fmla="*/ 6171970 h 6858000"/>
              <a:gd name="connsiteX33-17413" fmla="*/ 380910 w 1605470"/>
              <a:gd name="connsiteY33-17414" fmla="*/ 6028119 h 6858000"/>
              <a:gd name="connsiteX34-17415" fmla="*/ 409371 w 1605470"/>
              <a:gd name="connsiteY34-17416" fmla="*/ 5950668 h 6858000"/>
              <a:gd name="connsiteX35-17417" fmla="*/ 442432 w 1605470"/>
              <a:gd name="connsiteY35-17418" fmla="*/ 5934687 h 6858000"/>
              <a:gd name="connsiteX36-17419" fmla="*/ 489472 w 1605470"/>
              <a:gd name="connsiteY36-17420" fmla="*/ 5732419 h 6858000"/>
              <a:gd name="connsiteX37-17421" fmla="*/ 512623 w 1605470"/>
              <a:gd name="connsiteY37-17422" fmla="*/ 5685392 h 6858000"/>
              <a:gd name="connsiteX38-17423" fmla="*/ 510261 w 1605470"/>
              <a:gd name="connsiteY38-17424" fmla="*/ 5634527 h 6858000"/>
              <a:gd name="connsiteX39-17425" fmla="*/ 523992 w 1605470"/>
              <a:gd name="connsiteY39-17426" fmla="*/ 5619557 h 6858000"/>
              <a:gd name="connsiteX40-17427" fmla="*/ 526609 w 1605470"/>
              <a:gd name="connsiteY40-17428" fmla="*/ 5617081 h 6858000"/>
              <a:gd name="connsiteX41-17429" fmla="*/ 531653 w 1605470"/>
              <a:gd name="connsiteY41-17430" fmla="*/ 5604904 h 6858000"/>
              <a:gd name="connsiteX42-17431" fmla="*/ 539863 w 1605470"/>
              <a:gd name="connsiteY42-17432" fmla="*/ 5604298 h 6858000"/>
              <a:gd name="connsiteX43-17433" fmla="*/ 552319 w 1605470"/>
              <a:gd name="connsiteY43-17434" fmla="*/ 5587997 h 6858000"/>
              <a:gd name="connsiteX44-17435" fmla="*/ 559710 w 1605470"/>
              <a:gd name="connsiteY44-17436" fmla="*/ 5564796 h 6858000"/>
              <a:gd name="connsiteX45-17437" fmla="*/ 587214 w 1605470"/>
              <a:gd name="connsiteY45-17438" fmla="*/ 5451511 h 6858000"/>
              <a:gd name="connsiteX46-17439" fmla="*/ 608019 w 1605470"/>
              <a:gd name="connsiteY46-17440" fmla="*/ 5385461 h 6858000"/>
              <a:gd name="connsiteX47-17441" fmla="*/ 622750 w 1605470"/>
              <a:gd name="connsiteY47-17442" fmla="*/ 5363084 h 6858000"/>
              <a:gd name="connsiteX48-17443" fmla="*/ 638731 w 1605470"/>
              <a:gd name="connsiteY48-17444" fmla="*/ 5330009 h 6858000"/>
              <a:gd name="connsiteX49-17445" fmla="*/ 672224 w 1605470"/>
              <a:gd name="connsiteY49-17446" fmla="*/ 5273739 h 6858000"/>
              <a:gd name="connsiteX50-17447" fmla="*/ 681823 w 1605470"/>
              <a:gd name="connsiteY50-17448" fmla="*/ 5241779 h 6858000"/>
              <a:gd name="connsiteX51-17449" fmla="*/ 693049 w 1605470"/>
              <a:gd name="connsiteY51-17450" fmla="*/ 5225268 h 6858000"/>
              <a:gd name="connsiteX52-17451" fmla="*/ 694069 w 1605470"/>
              <a:gd name="connsiteY52-17452" fmla="*/ 5217684 h 6858000"/>
              <a:gd name="connsiteX53-17453" fmla="*/ 701410 w 1605470"/>
              <a:gd name="connsiteY53-17454" fmla="*/ 5193377 h 6858000"/>
              <a:gd name="connsiteX54-17455" fmla="*/ 704713 w 1605470"/>
              <a:gd name="connsiteY54-17456" fmla="*/ 5179288 h 6858000"/>
              <a:gd name="connsiteX55-17457" fmla="*/ 705697 w 1605470"/>
              <a:gd name="connsiteY55-17458" fmla="*/ 5173621 h 6858000"/>
              <a:gd name="connsiteX56-17459" fmla="*/ 701331 w 1605470"/>
              <a:gd name="connsiteY56-17460" fmla="*/ 5159961 h 6858000"/>
              <a:gd name="connsiteX57-17461" fmla="*/ 708008 w 1605470"/>
              <a:gd name="connsiteY57-17462" fmla="*/ 5144295 h 6858000"/>
              <a:gd name="connsiteX58-17463" fmla="*/ 704941 w 1605470"/>
              <a:gd name="connsiteY58-17464" fmla="*/ 5125185 h 6858000"/>
              <a:gd name="connsiteX59-17465" fmla="*/ 711771 w 1605470"/>
              <a:gd name="connsiteY59-17466" fmla="*/ 5121884 h 6858000"/>
              <a:gd name="connsiteX60-17467" fmla="*/ 721092 w 1605470"/>
              <a:gd name="connsiteY60-17468" fmla="*/ 5108383 h 6858000"/>
              <a:gd name="connsiteX61-17469" fmla="*/ 717045 w 1605470"/>
              <a:gd name="connsiteY61-17470" fmla="*/ 5094705 h 6858000"/>
              <a:gd name="connsiteX62-17471" fmla="*/ 718807 w 1605470"/>
              <a:gd name="connsiteY62-17472" fmla="*/ 5067850 h 6858000"/>
              <a:gd name="connsiteX63-17473" fmla="*/ 721538 w 1605470"/>
              <a:gd name="connsiteY63-17474" fmla="*/ 5060861 h 6858000"/>
              <a:gd name="connsiteX64-17475" fmla="*/ 718242 w 1605470"/>
              <a:gd name="connsiteY64-17476" fmla="*/ 5034192 h 6858000"/>
              <a:gd name="connsiteX65-17477" fmla="*/ 719796 w 1605470"/>
              <a:gd name="connsiteY65-17478" fmla="*/ 4993030 h 6858000"/>
              <a:gd name="connsiteX66-17479" fmla="*/ 726705 w 1605470"/>
              <a:gd name="connsiteY66-17480" fmla="*/ 4946844 h 6858000"/>
              <a:gd name="connsiteX67-17481" fmla="*/ 722561 w 1605470"/>
              <a:gd name="connsiteY67-17482" fmla="*/ 4932692 h 6858000"/>
              <a:gd name="connsiteX68-17483" fmla="*/ 724935 w 1605470"/>
              <a:gd name="connsiteY68-17484" fmla="*/ 4821504 h 6858000"/>
              <a:gd name="connsiteX69-17485" fmla="*/ 732118 w 1605470"/>
              <a:gd name="connsiteY69-17486" fmla="*/ 4801535 h 6858000"/>
              <a:gd name="connsiteX70-17487" fmla="*/ 739787 w 1605470"/>
              <a:gd name="connsiteY70-17488" fmla="*/ 4797794 h 6858000"/>
              <a:gd name="connsiteX71-17489" fmla="*/ 741081 w 1605470"/>
              <a:gd name="connsiteY71-17490" fmla="*/ 4784526 h 6858000"/>
              <a:gd name="connsiteX72-17491" fmla="*/ 742865 w 1605470"/>
              <a:gd name="connsiteY72-17492" fmla="*/ 4781211 h 6858000"/>
              <a:gd name="connsiteX73-17493" fmla="*/ 751652 w 1605470"/>
              <a:gd name="connsiteY73-17494" fmla="*/ 4761984 h 6858000"/>
              <a:gd name="connsiteX74-17495" fmla="*/ 747700 w 1605470"/>
              <a:gd name="connsiteY74-17496" fmla="*/ 4690749 h 6858000"/>
              <a:gd name="connsiteX75-17497" fmla="*/ 743180 w 1605470"/>
              <a:gd name="connsiteY75-17498" fmla="*/ 4613201 h 6858000"/>
              <a:gd name="connsiteX76-17499" fmla="*/ 738263 w 1605470"/>
              <a:gd name="connsiteY76-17500" fmla="*/ 4444346 h 6858000"/>
              <a:gd name="connsiteX77-17501" fmla="*/ 756542 w 1605470"/>
              <a:gd name="connsiteY77-17502" fmla="*/ 4350346 h 6858000"/>
              <a:gd name="connsiteX78-17503" fmla="*/ 715481 w 1605470"/>
              <a:gd name="connsiteY78-17504" fmla="*/ 4214165 h 6858000"/>
              <a:gd name="connsiteX79-17505" fmla="*/ 719554 w 1605470"/>
              <a:gd name="connsiteY79-17506" fmla="*/ 4090296 h 6858000"/>
              <a:gd name="connsiteX80-17507" fmla="*/ 704810 w 1605470"/>
              <a:gd name="connsiteY80-17508" fmla="*/ 4033999 h 6858000"/>
              <a:gd name="connsiteX81-17509" fmla="*/ 705959 w 1605470"/>
              <a:gd name="connsiteY81-17510" fmla="*/ 4031933 h 6858000"/>
              <a:gd name="connsiteX82-17511" fmla="*/ 704535 w 1605470"/>
              <a:gd name="connsiteY82-17512" fmla="*/ 4013953 h 6858000"/>
              <a:gd name="connsiteX83-17513" fmla="*/ 700443 w 1605470"/>
              <a:gd name="connsiteY83-17514" fmla="*/ 4010511 h 6858000"/>
              <a:gd name="connsiteX84-17515" fmla="*/ 698282 w 1605470"/>
              <a:gd name="connsiteY84-17516" fmla="*/ 3998331 h 6858000"/>
              <a:gd name="connsiteX85-17517" fmla="*/ 690830 w 1605470"/>
              <a:gd name="connsiteY85-17518" fmla="*/ 3974753 h 6858000"/>
              <a:gd name="connsiteX86-17519" fmla="*/ 692428 w 1605470"/>
              <a:gd name="connsiteY86-17520" fmla="*/ 3969950 h 6858000"/>
              <a:gd name="connsiteX87-17521" fmla="*/ 685850 w 1605470"/>
              <a:gd name="connsiteY87-17522" fmla="*/ 3933779 h 6858000"/>
              <a:gd name="connsiteX88-17523" fmla="*/ 687181 w 1605470"/>
              <a:gd name="connsiteY88-17524" fmla="*/ 3933093 h 6858000"/>
              <a:gd name="connsiteX89-17525" fmla="*/ 691535 w 1605470"/>
              <a:gd name="connsiteY89-17526" fmla="*/ 3922082 h 6858000"/>
              <a:gd name="connsiteX90-17527" fmla="*/ 696613 w 1605470"/>
              <a:gd name="connsiteY90-17528" fmla="*/ 3901461 h 6858000"/>
              <a:gd name="connsiteX91-17529" fmla="*/ 719207 w 1605470"/>
              <a:gd name="connsiteY91-17530" fmla="*/ 3813873 h 6858000"/>
              <a:gd name="connsiteX92-17531" fmla="*/ 718632 w 1605470"/>
              <a:gd name="connsiteY92-17532" fmla="*/ 3806161 h 6858000"/>
              <a:gd name="connsiteX93-17533" fmla="*/ 718939 w 1605470"/>
              <a:gd name="connsiteY93-17534" fmla="*/ 3805957 h 6858000"/>
              <a:gd name="connsiteX94-17535" fmla="*/ 718966 w 1605470"/>
              <a:gd name="connsiteY94-17536" fmla="*/ 3797724 h 6858000"/>
              <a:gd name="connsiteX95-17537" fmla="*/ 717581 w 1605470"/>
              <a:gd name="connsiteY95-17538" fmla="*/ 3792098 h 6858000"/>
              <a:gd name="connsiteX96-17539" fmla="*/ 716465 w 1605470"/>
              <a:gd name="connsiteY96-17540" fmla="*/ 3777135 h 6858000"/>
              <a:gd name="connsiteX97-17541" fmla="*/ 718198 w 1605470"/>
              <a:gd name="connsiteY97-17542" fmla="*/ 3771656 h 6858000"/>
              <a:gd name="connsiteX98-17543" fmla="*/ 721941 w 1605470"/>
              <a:gd name="connsiteY98-17544" fmla="*/ 3769007 h 6858000"/>
              <a:gd name="connsiteX99-17545" fmla="*/ 721407 w 1605470"/>
              <a:gd name="connsiteY99-17546" fmla="*/ 3767709 h 6858000"/>
              <a:gd name="connsiteX100-17547" fmla="*/ 730103 w 1605470"/>
              <a:gd name="connsiteY100-17548" fmla="*/ 3738082 h 6858000"/>
              <a:gd name="connsiteX101-17549" fmla="*/ 737449 w 1605470"/>
              <a:gd name="connsiteY101-17550" fmla="*/ 3673397 h 6858000"/>
              <a:gd name="connsiteX102-17551" fmla="*/ 736745 w 1605470"/>
              <a:gd name="connsiteY102-17552" fmla="*/ 3637109 h 6858000"/>
              <a:gd name="connsiteX103-17553" fmla="*/ 740188 w 1605470"/>
              <a:gd name="connsiteY103-17554" fmla="*/ 3536883 h 6858000"/>
              <a:gd name="connsiteX104-17555" fmla="*/ 747726 w 1605470"/>
              <a:gd name="connsiteY104-17556" fmla="*/ 3435652 h 6858000"/>
              <a:gd name="connsiteX105-17557" fmla="*/ 774383 w 1605470"/>
              <a:gd name="connsiteY105-17558" fmla="*/ 3381564 h 6858000"/>
              <a:gd name="connsiteX106-17559" fmla="*/ 774870 w 1605470"/>
              <a:gd name="connsiteY106-17560" fmla="*/ 3375761 h 6858000"/>
              <a:gd name="connsiteX107-17561" fmla="*/ 770510 w 1605470"/>
              <a:gd name="connsiteY107-17562" fmla="*/ 3361844 h 6858000"/>
              <a:gd name="connsiteX108-17563" fmla="*/ 767933 w 1605470"/>
              <a:gd name="connsiteY108-17564" fmla="*/ 3356929 h 6858000"/>
              <a:gd name="connsiteX109-17565" fmla="*/ 766158 w 1605470"/>
              <a:gd name="connsiteY109-17566" fmla="*/ 3349058 h 6858000"/>
              <a:gd name="connsiteX110-17567" fmla="*/ 766414 w 1605470"/>
              <a:gd name="connsiteY110-17568" fmla="*/ 3348763 h 6858000"/>
              <a:gd name="connsiteX111-17569" fmla="*/ 764166 w 1605470"/>
              <a:gd name="connsiteY111-17570" fmla="*/ 3341588 h 6858000"/>
              <a:gd name="connsiteX112-17571" fmla="*/ 749397 w 1605470"/>
              <a:gd name="connsiteY112-17572" fmla="*/ 3307769 h 6858000"/>
              <a:gd name="connsiteX113-17573" fmla="*/ 766960 w 1605470"/>
              <a:gd name="connsiteY113-17574" fmla="*/ 3250522 h 6858000"/>
              <a:gd name="connsiteX114-17575" fmla="*/ 767385 w 1605470"/>
              <a:gd name="connsiteY114-17576" fmla="*/ 3229163 h 6858000"/>
              <a:gd name="connsiteX115-17577" fmla="*/ 769208 w 1605470"/>
              <a:gd name="connsiteY115-17578" fmla="*/ 3217217 h 6858000"/>
              <a:gd name="connsiteX116-17579" fmla="*/ 770350 w 1605470"/>
              <a:gd name="connsiteY116-17580" fmla="*/ 3216125 h 6858000"/>
              <a:gd name="connsiteX117-17581" fmla="*/ 756043 w 1605470"/>
              <a:gd name="connsiteY117-17582" fmla="*/ 3183755 h 6858000"/>
              <a:gd name="connsiteX118-17583" fmla="*/ 756544 w 1605470"/>
              <a:gd name="connsiteY118-17584" fmla="*/ 3178642 h 6858000"/>
              <a:gd name="connsiteX119-17585" fmla="*/ 744144 w 1605470"/>
              <a:gd name="connsiteY119-17586" fmla="*/ 3158586 h 6858000"/>
              <a:gd name="connsiteX120-17587" fmla="*/ 739378 w 1605470"/>
              <a:gd name="connsiteY120-17588" fmla="*/ 3147669 h 6858000"/>
              <a:gd name="connsiteX121-17589" fmla="*/ 734648 w 1605470"/>
              <a:gd name="connsiteY121-17590" fmla="*/ 3145733 h 6858000"/>
              <a:gd name="connsiteX122-17591" fmla="*/ 729329 w 1605470"/>
              <a:gd name="connsiteY122-17592" fmla="*/ 3129034 h 6858000"/>
              <a:gd name="connsiteX123-17593" fmla="*/ 729994 w 1605470"/>
              <a:gd name="connsiteY123-17594" fmla="*/ 3126682 h 6858000"/>
              <a:gd name="connsiteX124-17595" fmla="*/ 720862 w 1605470"/>
              <a:gd name="connsiteY124-17596" fmla="*/ 3114519 h 6858000"/>
              <a:gd name="connsiteX125-17597" fmla="*/ 707471 w 1605470"/>
              <a:gd name="connsiteY125-17598" fmla="*/ 3106272 h 6858000"/>
              <a:gd name="connsiteX126-17599" fmla="*/ 680201 w 1605470"/>
              <a:gd name="connsiteY126-17600" fmla="*/ 2958185 h 6858000"/>
              <a:gd name="connsiteX127-17601" fmla="*/ 622815 w 1605470"/>
              <a:gd name="connsiteY127-17602" fmla="*/ 2762989 h 6858000"/>
              <a:gd name="connsiteX128-17603" fmla="*/ 571733 w 1605470"/>
              <a:gd name="connsiteY128-17604" fmla="*/ 2554718 h 6858000"/>
              <a:gd name="connsiteX129-17605" fmla="*/ 551827 w 1605470"/>
              <a:gd name="connsiteY129-17606" fmla="*/ 2485734 h 6858000"/>
              <a:gd name="connsiteX130-17607" fmla="*/ 542550 w 1605470"/>
              <a:gd name="connsiteY130-17608" fmla="*/ 2447068 h 6858000"/>
              <a:gd name="connsiteX131-17609" fmla="*/ 529511 w 1605470"/>
              <a:gd name="connsiteY131-17610" fmla="*/ 2425819 h 6858000"/>
              <a:gd name="connsiteX132-17611" fmla="*/ 528878 w 1605470"/>
              <a:gd name="connsiteY132-17612" fmla="*/ 2408971 h 6858000"/>
              <a:gd name="connsiteX133-17613" fmla="*/ 535510 w 1605470"/>
              <a:gd name="connsiteY133-17614" fmla="*/ 2402874 h 6858000"/>
              <a:gd name="connsiteX134-17615" fmla="*/ 538122 w 1605470"/>
              <a:gd name="connsiteY134-17616" fmla="*/ 2381443 h 6858000"/>
              <a:gd name="connsiteX135-17617" fmla="*/ 514451 w 1605470"/>
              <a:gd name="connsiteY135-17618" fmla="*/ 2261920 h 6858000"/>
              <a:gd name="connsiteX136-17619" fmla="*/ 486968 w 1605470"/>
              <a:gd name="connsiteY136-17620" fmla="*/ 2182937 h 6858000"/>
              <a:gd name="connsiteX137-17621" fmla="*/ 488555 w 1605470"/>
              <a:gd name="connsiteY137-17622" fmla="*/ 2155135 h 6858000"/>
              <a:gd name="connsiteX138-17623" fmla="*/ 486013 w 1605470"/>
              <a:gd name="connsiteY138-17624" fmla="*/ 2118008 h 6858000"/>
              <a:gd name="connsiteX139-17625" fmla="*/ 487006 w 1605470"/>
              <a:gd name="connsiteY139-17626" fmla="*/ 2050531 h 6858000"/>
              <a:gd name="connsiteX140-17627" fmla="*/ 478812 w 1605470"/>
              <a:gd name="connsiteY140-17628" fmla="*/ 1963269 h 6858000"/>
              <a:gd name="connsiteX141-17629" fmla="*/ 442619 w 1605470"/>
              <a:gd name="connsiteY141-17630" fmla="*/ 1910499 h 6858000"/>
              <a:gd name="connsiteX142-17631" fmla="*/ 446785 w 1605470"/>
              <a:gd name="connsiteY142-17632" fmla="*/ 1903212 h 6858000"/>
              <a:gd name="connsiteX143-17633" fmla="*/ 436547 w 1605470"/>
              <a:gd name="connsiteY143-17634" fmla="*/ 1861531 h 6858000"/>
              <a:gd name="connsiteX144-17635" fmla="*/ 390346 w 1605470"/>
              <a:gd name="connsiteY144-17636" fmla="*/ 1732919 h 6858000"/>
              <a:gd name="connsiteX145-17637" fmla="*/ 362657 w 1605470"/>
              <a:gd name="connsiteY145-17638" fmla="*/ 1663540 h 6858000"/>
              <a:gd name="connsiteX146-17639" fmla="*/ 361783 w 1605470"/>
              <a:gd name="connsiteY146-17640" fmla="*/ 1615777 h 6858000"/>
              <a:gd name="connsiteX147-17641" fmla="*/ 342578 w 1605470"/>
              <a:gd name="connsiteY147-17642" fmla="*/ 1563678 h 6858000"/>
              <a:gd name="connsiteX148-17643" fmla="*/ 355658 w 1605470"/>
              <a:gd name="connsiteY148-17644" fmla="*/ 1519474 h 6858000"/>
              <a:gd name="connsiteX149-17645" fmla="*/ 348400 w 1605470"/>
              <a:gd name="connsiteY149-17646" fmla="*/ 1477995 h 6858000"/>
              <a:gd name="connsiteX150-17647" fmla="*/ 334485 w 1605470"/>
              <a:gd name="connsiteY150-17648" fmla="*/ 1373769 h 6858000"/>
              <a:gd name="connsiteX151-17649" fmla="*/ 342792 w 1605470"/>
              <a:gd name="connsiteY151-17650" fmla="*/ 1307086 h 6858000"/>
              <a:gd name="connsiteX152-17651" fmla="*/ 343980 w 1605470"/>
              <a:gd name="connsiteY152-17652" fmla="*/ 1189033 h 6858000"/>
              <a:gd name="connsiteX153-17653" fmla="*/ 348665 w 1605470"/>
              <a:gd name="connsiteY153-17654" fmla="*/ 1168288 h 6858000"/>
              <a:gd name="connsiteX154-17655" fmla="*/ 340947 w 1605470"/>
              <a:gd name="connsiteY154-17656" fmla="*/ 1142577 h 6858000"/>
              <a:gd name="connsiteX155-17657" fmla="*/ 330253 w 1605470"/>
              <a:gd name="connsiteY155-17658" fmla="*/ 1088484 h 6858000"/>
              <a:gd name="connsiteX156-17659" fmla="*/ 318989 w 1605470"/>
              <a:gd name="connsiteY156-17660" fmla="*/ 1016103 h 6858000"/>
              <a:gd name="connsiteX157-17661" fmla="*/ 320445 w 1605470"/>
              <a:gd name="connsiteY157-17662" fmla="*/ 932283 h 6858000"/>
              <a:gd name="connsiteX158-17663" fmla="*/ 322681 w 1605470"/>
              <a:gd name="connsiteY158-17664" fmla="*/ 915925 h 6858000"/>
              <a:gd name="connsiteX159-17665" fmla="*/ 315310 w 1605470"/>
              <a:gd name="connsiteY159-17666" fmla="*/ 896999 h 6858000"/>
              <a:gd name="connsiteX160-17667" fmla="*/ 284718 w 1605470"/>
              <a:gd name="connsiteY160-17668" fmla="*/ 821517 h 6858000"/>
              <a:gd name="connsiteX161-17669" fmla="*/ 263668 w 1605470"/>
              <a:gd name="connsiteY161-17670" fmla="*/ 751353 h 6858000"/>
              <a:gd name="connsiteX162-17671" fmla="*/ 263226 w 1605470"/>
              <a:gd name="connsiteY162-17672" fmla="*/ 721230 h 6858000"/>
              <a:gd name="connsiteX163-17673" fmla="*/ 248897 w 1605470"/>
              <a:gd name="connsiteY163-17674" fmla="*/ 681659 h 6858000"/>
              <a:gd name="connsiteX164-17675" fmla="*/ 234316 w 1605470"/>
              <a:gd name="connsiteY164-17676" fmla="*/ 635218 h 6858000"/>
              <a:gd name="connsiteX165-17677" fmla="*/ 239327 w 1605470"/>
              <a:gd name="connsiteY165-17678" fmla="*/ 613763 h 6858000"/>
              <a:gd name="connsiteX166-17679" fmla="*/ 225269 w 1605470"/>
              <a:gd name="connsiteY166-17680" fmla="*/ 598582 h 6858000"/>
              <a:gd name="connsiteX167-17681" fmla="*/ 224950 w 1605470"/>
              <a:gd name="connsiteY167-17682" fmla="*/ 576846 h 6858000"/>
              <a:gd name="connsiteX168-17683" fmla="*/ 204576 w 1605470"/>
              <a:gd name="connsiteY168-17684" fmla="*/ 530055 h 6858000"/>
              <a:gd name="connsiteX169-17685" fmla="*/ 219064 w 1605470"/>
              <a:gd name="connsiteY169-17686" fmla="*/ 469651 h 6858000"/>
              <a:gd name="connsiteX170-17687" fmla="*/ 195012 w 1605470"/>
              <a:gd name="connsiteY170-17688" fmla="*/ 448559 h 6858000"/>
              <a:gd name="connsiteX171-17689" fmla="*/ 201434 w 1605470"/>
              <a:gd name="connsiteY171-17690" fmla="*/ 441529 h 6858000"/>
              <a:gd name="connsiteX172-17691" fmla="*/ 200655 w 1605470"/>
              <a:gd name="connsiteY172-17692" fmla="*/ 428927 h 6858000"/>
              <a:gd name="connsiteX173-17693" fmla="*/ 190059 w 1605470"/>
              <a:gd name="connsiteY173-17694" fmla="*/ 430161 h 6858000"/>
              <a:gd name="connsiteX174-17695" fmla="*/ 167079 w 1605470"/>
              <a:gd name="connsiteY174-17696" fmla="*/ 367211 h 6858000"/>
              <a:gd name="connsiteX175-17697" fmla="*/ 124571 w 1605470"/>
              <a:gd name="connsiteY175-17698" fmla="*/ 302178 h 6858000"/>
              <a:gd name="connsiteX176-17699" fmla="*/ 103243 w 1605470"/>
              <a:gd name="connsiteY176-17700" fmla="*/ 211375 h 6858000"/>
              <a:gd name="connsiteX177-17701" fmla="*/ 94571 w 1605470"/>
              <a:gd name="connsiteY177-17702" fmla="*/ 184179 h 6858000"/>
              <a:gd name="connsiteX178-17703" fmla="*/ 13437 w 1605470"/>
              <a:gd name="connsiteY178-17704" fmla="*/ 19287 h 6858000"/>
              <a:gd name="connsiteX179-17705" fmla="*/ 0 w 1605470"/>
              <a:gd name="connsiteY179-17706" fmla="*/ 0 h 6858000"/>
              <a:gd name="connsiteX0-17707" fmla="*/ 0 w 1605470"/>
              <a:gd name="connsiteY0-17708" fmla="*/ 0 h 6858000"/>
              <a:gd name="connsiteX1-17709" fmla="*/ 1605470 w 1605470"/>
              <a:gd name="connsiteY1-17710" fmla="*/ 0 h 6858000"/>
              <a:gd name="connsiteX2-17711" fmla="*/ 1605470 w 1605470"/>
              <a:gd name="connsiteY2-17712" fmla="*/ 6858000 h 6858000"/>
              <a:gd name="connsiteX3-17713" fmla="*/ 154105 w 1605470"/>
              <a:gd name="connsiteY3-17714" fmla="*/ 6858000 h 6858000"/>
              <a:gd name="connsiteX4-17715" fmla="*/ 154246 w 1605470"/>
              <a:gd name="connsiteY4-17716" fmla="*/ 6857735 h 6858000"/>
              <a:gd name="connsiteX5-17717" fmla="*/ 166295 w 1605470"/>
              <a:gd name="connsiteY5-17718" fmla="*/ 6809549 h 6858000"/>
              <a:gd name="connsiteX6-17719" fmla="*/ 198506 w 1605470"/>
              <a:gd name="connsiteY6-17720" fmla="*/ 6715115 h 6858000"/>
              <a:gd name="connsiteX7-17721" fmla="*/ 208357 w 1605470"/>
              <a:gd name="connsiteY7-17722" fmla="*/ 6680170 h 6858000"/>
              <a:gd name="connsiteX8-17723" fmla="*/ 233907 w 1605470"/>
              <a:gd name="connsiteY8-17724" fmla="*/ 6621207 h 6858000"/>
              <a:gd name="connsiteX9-17725" fmla="*/ 250564 w 1605470"/>
              <a:gd name="connsiteY9-17726" fmla="*/ 6596265 h 6858000"/>
              <a:gd name="connsiteX10-17727" fmla="*/ 250443 w 1605470"/>
              <a:gd name="connsiteY10-17728" fmla="*/ 6594818 h 6858000"/>
              <a:gd name="connsiteX11-17729" fmla="*/ 254688 w 1605470"/>
              <a:gd name="connsiteY11-17730" fmla="*/ 6593735 h 6858000"/>
              <a:gd name="connsiteX12-17731" fmla="*/ 257885 w 1605470"/>
              <a:gd name="connsiteY12-17732" fmla="*/ 6589172 h 6858000"/>
              <a:gd name="connsiteX13-17733" fmla="*/ 261179 w 1605470"/>
              <a:gd name="connsiteY13-17734" fmla="*/ 6574442 h 6858000"/>
              <a:gd name="connsiteX14-17735" fmla="*/ 261519 w 1605470"/>
              <a:gd name="connsiteY14-17736" fmla="*/ 6568530 h 6858000"/>
              <a:gd name="connsiteX15-17737" fmla="*/ 263928 w 1605470"/>
              <a:gd name="connsiteY15-17738" fmla="*/ 6560674 h 6858000"/>
              <a:gd name="connsiteX16-17739" fmla="*/ 264273 w 1605470"/>
              <a:gd name="connsiteY16-17740" fmla="*/ 6560598 h 6858000"/>
              <a:gd name="connsiteX17-17741" fmla="*/ 265970 w 1605470"/>
              <a:gd name="connsiteY17-17742" fmla="*/ 6553006 h 6858000"/>
              <a:gd name="connsiteX18-17743" fmla="*/ 270666 w 1605470"/>
              <a:gd name="connsiteY18-17744" fmla="*/ 6514360 h 6858000"/>
              <a:gd name="connsiteX19-17745" fmla="*/ 312320 w 1605470"/>
              <a:gd name="connsiteY19-17746" fmla="*/ 6478062 h 6858000"/>
              <a:gd name="connsiteX20-17747" fmla="*/ 323009 w 1605470"/>
              <a:gd name="connsiteY20-17748" fmla="*/ 6460325 h 6858000"/>
              <a:gd name="connsiteX21-17749" fmla="*/ 330242 w 1605470"/>
              <a:gd name="connsiteY21-17750" fmla="*/ 6451488 h 6858000"/>
              <a:gd name="connsiteX22-17751" fmla="*/ 331677 w 1605470"/>
              <a:gd name="connsiteY22-17752" fmla="*/ 6451348 h 6858000"/>
              <a:gd name="connsiteX23-17753" fmla="*/ 336035 w 1605470"/>
              <a:gd name="connsiteY23-17754" fmla="*/ 6414240 h 6858000"/>
              <a:gd name="connsiteX24-17755" fmla="*/ 338911 w 1605470"/>
              <a:gd name="connsiteY24-17756" fmla="*/ 6410269 h 6858000"/>
              <a:gd name="connsiteX25-17757" fmla="*/ 338811 w 1605470"/>
              <a:gd name="connsiteY25-17758" fmla="*/ 6384857 h 6858000"/>
              <a:gd name="connsiteX26-17759" fmla="*/ 340328 w 1605470"/>
              <a:gd name="connsiteY26-17760" fmla="*/ 6372381 h 6858000"/>
              <a:gd name="connsiteX27-17761" fmla="*/ 337522 w 1605470"/>
              <a:gd name="connsiteY27-17762" fmla="*/ 6367510 h 6858000"/>
              <a:gd name="connsiteX28-17763" fmla="*/ 341402 w 1605470"/>
              <a:gd name="connsiteY28-17764" fmla="*/ 6349778 h 6858000"/>
              <a:gd name="connsiteX29-17765" fmla="*/ 343067 w 1605470"/>
              <a:gd name="connsiteY29-17766" fmla="*/ 6348250 h 6858000"/>
              <a:gd name="connsiteX30-17767" fmla="*/ 341730 w 1605470"/>
              <a:gd name="connsiteY30-17768" fmla="*/ 6331735 h 6858000"/>
              <a:gd name="connsiteX31-17769" fmla="*/ 335123 w 1605470"/>
              <a:gd name="connsiteY31-17770" fmla="*/ 6315613 h 6858000"/>
              <a:gd name="connsiteX32-17771" fmla="*/ 385303 w 1605470"/>
              <a:gd name="connsiteY32-17772" fmla="*/ 6171970 h 6858000"/>
              <a:gd name="connsiteX33-17773" fmla="*/ 380910 w 1605470"/>
              <a:gd name="connsiteY33-17774" fmla="*/ 6028119 h 6858000"/>
              <a:gd name="connsiteX34-17775" fmla="*/ 442432 w 1605470"/>
              <a:gd name="connsiteY34-17776" fmla="*/ 5934687 h 6858000"/>
              <a:gd name="connsiteX35-17777" fmla="*/ 489472 w 1605470"/>
              <a:gd name="connsiteY35-17778" fmla="*/ 5732419 h 6858000"/>
              <a:gd name="connsiteX36-17779" fmla="*/ 512623 w 1605470"/>
              <a:gd name="connsiteY36-17780" fmla="*/ 5685392 h 6858000"/>
              <a:gd name="connsiteX37-17781" fmla="*/ 510261 w 1605470"/>
              <a:gd name="connsiteY37-17782" fmla="*/ 5634527 h 6858000"/>
              <a:gd name="connsiteX38-17783" fmla="*/ 523992 w 1605470"/>
              <a:gd name="connsiteY38-17784" fmla="*/ 5619557 h 6858000"/>
              <a:gd name="connsiteX39-17785" fmla="*/ 526609 w 1605470"/>
              <a:gd name="connsiteY39-17786" fmla="*/ 5617081 h 6858000"/>
              <a:gd name="connsiteX40-17787" fmla="*/ 531653 w 1605470"/>
              <a:gd name="connsiteY40-17788" fmla="*/ 5604904 h 6858000"/>
              <a:gd name="connsiteX41-17789" fmla="*/ 539863 w 1605470"/>
              <a:gd name="connsiteY41-17790" fmla="*/ 5604298 h 6858000"/>
              <a:gd name="connsiteX42-17791" fmla="*/ 552319 w 1605470"/>
              <a:gd name="connsiteY42-17792" fmla="*/ 5587997 h 6858000"/>
              <a:gd name="connsiteX43-17793" fmla="*/ 559710 w 1605470"/>
              <a:gd name="connsiteY43-17794" fmla="*/ 5564796 h 6858000"/>
              <a:gd name="connsiteX44-17795" fmla="*/ 587214 w 1605470"/>
              <a:gd name="connsiteY44-17796" fmla="*/ 5451511 h 6858000"/>
              <a:gd name="connsiteX45-17797" fmla="*/ 608019 w 1605470"/>
              <a:gd name="connsiteY45-17798" fmla="*/ 5385461 h 6858000"/>
              <a:gd name="connsiteX46-17799" fmla="*/ 622750 w 1605470"/>
              <a:gd name="connsiteY46-17800" fmla="*/ 5363084 h 6858000"/>
              <a:gd name="connsiteX47-17801" fmla="*/ 638731 w 1605470"/>
              <a:gd name="connsiteY47-17802" fmla="*/ 5330009 h 6858000"/>
              <a:gd name="connsiteX48-17803" fmla="*/ 672224 w 1605470"/>
              <a:gd name="connsiteY48-17804" fmla="*/ 5273739 h 6858000"/>
              <a:gd name="connsiteX49-17805" fmla="*/ 681823 w 1605470"/>
              <a:gd name="connsiteY49-17806" fmla="*/ 5241779 h 6858000"/>
              <a:gd name="connsiteX50-17807" fmla="*/ 693049 w 1605470"/>
              <a:gd name="connsiteY50-17808" fmla="*/ 5225268 h 6858000"/>
              <a:gd name="connsiteX51-17809" fmla="*/ 694069 w 1605470"/>
              <a:gd name="connsiteY51-17810" fmla="*/ 5217684 h 6858000"/>
              <a:gd name="connsiteX52-17811" fmla="*/ 701410 w 1605470"/>
              <a:gd name="connsiteY52-17812" fmla="*/ 5193377 h 6858000"/>
              <a:gd name="connsiteX53-17813" fmla="*/ 704713 w 1605470"/>
              <a:gd name="connsiteY53-17814" fmla="*/ 5179288 h 6858000"/>
              <a:gd name="connsiteX54-17815" fmla="*/ 705697 w 1605470"/>
              <a:gd name="connsiteY54-17816" fmla="*/ 5173621 h 6858000"/>
              <a:gd name="connsiteX55-17817" fmla="*/ 701331 w 1605470"/>
              <a:gd name="connsiteY55-17818" fmla="*/ 5159961 h 6858000"/>
              <a:gd name="connsiteX56-17819" fmla="*/ 708008 w 1605470"/>
              <a:gd name="connsiteY56-17820" fmla="*/ 5144295 h 6858000"/>
              <a:gd name="connsiteX57-17821" fmla="*/ 704941 w 1605470"/>
              <a:gd name="connsiteY57-17822" fmla="*/ 5125185 h 6858000"/>
              <a:gd name="connsiteX58-17823" fmla="*/ 711771 w 1605470"/>
              <a:gd name="connsiteY58-17824" fmla="*/ 5121884 h 6858000"/>
              <a:gd name="connsiteX59-17825" fmla="*/ 721092 w 1605470"/>
              <a:gd name="connsiteY59-17826" fmla="*/ 5108383 h 6858000"/>
              <a:gd name="connsiteX60-17827" fmla="*/ 717045 w 1605470"/>
              <a:gd name="connsiteY60-17828" fmla="*/ 5094705 h 6858000"/>
              <a:gd name="connsiteX61-17829" fmla="*/ 718807 w 1605470"/>
              <a:gd name="connsiteY61-17830" fmla="*/ 5067850 h 6858000"/>
              <a:gd name="connsiteX62-17831" fmla="*/ 721538 w 1605470"/>
              <a:gd name="connsiteY62-17832" fmla="*/ 5060861 h 6858000"/>
              <a:gd name="connsiteX63-17833" fmla="*/ 718242 w 1605470"/>
              <a:gd name="connsiteY63-17834" fmla="*/ 5034192 h 6858000"/>
              <a:gd name="connsiteX64-17835" fmla="*/ 719796 w 1605470"/>
              <a:gd name="connsiteY64-17836" fmla="*/ 4993030 h 6858000"/>
              <a:gd name="connsiteX65-17837" fmla="*/ 726705 w 1605470"/>
              <a:gd name="connsiteY65-17838" fmla="*/ 4946844 h 6858000"/>
              <a:gd name="connsiteX66-17839" fmla="*/ 722561 w 1605470"/>
              <a:gd name="connsiteY66-17840" fmla="*/ 4932692 h 6858000"/>
              <a:gd name="connsiteX67-17841" fmla="*/ 724935 w 1605470"/>
              <a:gd name="connsiteY67-17842" fmla="*/ 4821504 h 6858000"/>
              <a:gd name="connsiteX68-17843" fmla="*/ 732118 w 1605470"/>
              <a:gd name="connsiteY68-17844" fmla="*/ 4801535 h 6858000"/>
              <a:gd name="connsiteX69-17845" fmla="*/ 739787 w 1605470"/>
              <a:gd name="connsiteY69-17846" fmla="*/ 4797794 h 6858000"/>
              <a:gd name="connsiteX70-17847" fmla="*/ 741081 w 1605470"/>
              <a:gd name="connsiteY70-17848" fmla="*/ 4784526 h 6858000"/>
              <a:gd name="connsiteX71-17849" fmla="*/ 742865 w 1605470"/>
              <a:gd name="connsiteY71-17850" fmla="*/ 4781211 h 6858000"/>
              <a:gd name="connsiteX72-17851" fmla="*/ 751652 w 1605470"/>
              <a:gd name="connsiteY72-17852" fmla="*/ 4761984 h 6858000"/>
              <a:gd name="connsiteX73-17853" fmla="*/ 747700 w 1605470"/>
              <a:gd name="connsiteY73-17854" fmla="*/ 4690749 h 6858000"/>
              <a:gd name="connsiteX74-17855" fmla="*/ 743180 w 1605470"/>
              <a:gd name="connsiteY74-17856" fmla="*/ 4613201 h 6858000"/>
              <a:gd name="connsiteX75-17857" fmla="*/ 738263 w 1605470"/>
              <a:gd name="connsiteY75-17858" fmla="*/ 4444346 h 6858000"/>
              <a:gd name="connsiteX76-17859" fmla="*/ 756542 w 1605470"/>
              <a:gd name="connsiteY76-17860" fmla="*/ 4350346 h 6858000"/>
              <a:gd name="connsiteX77-17861" fmla="*/ 715481 w 1605470"/>
              <a:gd name="connsiteY77-17862" fmla="*/ 4214165 h 6858000"/>
              <a:gd name="connsiteX78-17863" fmla="*/ 719554 w 1605470"/>
              <a:gd name="connsiteY78-17864" fmla="*/ 4090296 h 6858000"/>
              <a:gd name="connsiteX79-17865" fmla="*/ 704810 w 1605470"/>
              <a:gd name="connsiteY79-17866" fmla="*/ 4033999 h 6858000"/>
              <a:gd name="connsiteX80-17867" fmla="*/ 705959 w 1605470"/>
              <a:gd name="connsiteY80-17868" fmla="*/ 4031933 h 6858000"/>
              <a:gd name="connsiteX81-17869" fmla="*/ 704535 w 1605470"/>
              <a:gd name="connsiteY81-17870" fmla="*/ 4013953 h 6858000"/>
              <a:gd name="connsiteX82-17871" fmla="*/ 700443 w 1605470"/>
              <a:gd name="connsiteY82-17872" fmla="*/ 4010511 h 6858000"/>
              <a:gd name="connsiteX83-17873" fmla="*/ 698282 w 1605470"/>
              <a:gd name="connsiteY83-17874" fmla="*/ 3998331 h 6858000"/>
              <a:gd name="connsiteX84-17875" fmla="*/ 690830 w 1605470"/>
              <a:gd name="connsiteY84-17876" fmla="*/ 3974753 h 6858000"/>
              <a:gd name="connsiteX85-17877" fmla="*/ 692428 w 1605470"/>
              <a:gd name="connsiteY85-17878" fmla="*/ 3969950 h 6858000"/>
              <a:gd name="connsiteX86-17879" fmla="*/ 685850 w 1605470"/>
              <a:gd name="connsiteY86-17880" fmla="*/ 3933779 h 6858000"/>
              <a:gd name="connsiteX87-17881" fmla="*/ 687181 w 1605470"/>
              <a:gd name="connsiteY87-17882" fmla="*/ 3933093 h 6858000"/>
              <a:gd name="connsiteX88-17883" fmla="*/ 691535 w 1605470"/>
              <a:gd name="connsiteY88-17884" fmla="*/ 3922082 h 6858000"/>
              <a:gd name="connsiteX89-17885" fmla="*/ 696613 w 1605470"/>
              <a:gd name="connsiteY89-17886" fmla="*/ 3901461 h 6858000"/>
              <a:gd name="connsiteX90-17887" fmla="*/ 719207 w 1605470"/>
              <a:gd name="connsiteY90-17888" fmla="*/ 3813873 h 6858000"/>
              <a:gd name="connsiteX91-17889" fmla="*/ 718632 w 1605470"/>
              <a:gd name="connsiteY91-17890" fmla="*/ 3806161 h 6858000"/>
              <a:gd name="connsiteX92-17891" fmla="*/ 718939 w 1605470"/>
              <a:gd name="connsiteY92-17892" fmla="*/ 3805957 h 6858000"/>
              <a:gd name="connsiteX93-17893" fmla="*/ 718966 w 1605470"/>
              <a:gd name="connsiteY93-17894" fmla="*/ 3797724 h 6858000"/>
              <a:gd name="connsiteX94-17895" fmla="*/ 717581 w 1605470"/>
              <a:gd name="connsiteY94-17896" fmla="*/ 3792098 h 6858000"/>
              <a:gd name="connsiteX95-17897" fmla="*/ 716465 w 1605470"/>
              <a:gd name="connsiteY95-17898" fmla="*/ 3777135 h 6858000"/>
              <a:gd name="connsiteX96-17899" fmla="*/ 718198 w 1605470"/>
              <a:gd name="connsiteY96-17900" fmla="*/ 3771656 h 6858000"/>
              <a:gd name="connsiteX97-17901" fmla="*/ 721941 w 1605470"/>
              <a:gd name="connsiteY97-17902" fmla="*/ 3769007 h 6858000"/>
              <a:gd name="connsiteX98-17903" fmla="*/ 721407 w 1605470"/>
              <a:gd name="connsiteY98-17904" fmla="*/ 3767709 h 6858000"/>
              <a:gd name="connsiteX99-17905" fmla="*/ 730103 w 1605470"/>
              <a:gd name="connsiteY99-17906" fmla="*/ 3738082 h 6858000"/>
              <a:gd name="connsiteX100-17907" fmla="*/ 737449 w 1605470"/>
              <a:gd name="connsiteY100-17908" fmla="*/ 3673397 h 6858000"/>
              <a:gd name="connsiteX101-17909" fmla="*/ 736745 w 1605470"/>
              <a:gd name="connsiteY101-17910" fmla="*/ 3637109 h 6858000"/>
              <a:gd name="connsiteX102-17911" fmla="*/ 740188 w 1605470"/>
              <a:gd name="connsiteY102-17912" fmla="*/ 3536883 h 6858000"/>
              <a:gd name="connsiteX103-17913" fmla="*/ 747726 w 1605470"/>
              <a:gd name="connsiteY103-17914" fmla="*/ 3435652 h 6858000"/>
              <a:gd name="connsiteX104-17915" fmla="*/ 774383 w 1605470"/>
              <a:gd name="connsiteY104-17916" fmla="*/ 3381564 h 6858000"/>
              <a:gd name="connsiteX105-17917" fmla="*/ 774870 w 1605470"/>
              <a:gd name="connsiteY105-17918" fmla="*/ 3375761 h 6858000"/>
              <a:gd name="connsiteX106-17919" fmla="*/ 770510 w 1605470"/>
              <a:gd name="connsiteY106-17920" fmla="*/ 3361844 h 6858000"/>
              <a:gd name="connsiteX107-17921" fmla="*/ 767933 w 1605470"/>
              <a:gd name="connsiteY107-17922" fmla="*/ 3356929 h 6858000"/>
              <a:gd name="connsiteX108-17923" fmla="*/ 766158 w 1605470"/>
              <a:gd name="connsiteY108-17924" fmla="*/ 3349058 h 6858000"/>
              <a:gd name="connsiteX109-17925" fmla="*/ 766414 w 1605470"/>
              <a:gd name="connsiteY109-17926" fmla="*/ 3348763 h 6858000"/>
              <a:gd name="connsiteX110-17927" fmla="*/ 764166 w 1605470"/>
              <a:gd name="connsiteY110-17928" fmla="*/ 3341588 h 6858000"/>
              <a:gd name="connsiteX111-17929" fmla="*/ 749397 w 1605470"/>
              <a:gd name="connsiteY111-17930" fmla="*/ 3307769 h 6858000"/>
              <a:gd name="connsiteX112-17931" fmla="*/ 766960 w 1605470"/>
              <a:gd name="connsiteY112-17932" fmla="*/ 3250522 h 6858000"/>
              <a:gd name="connsiteX113-17933" fmla="*/ 767385 w 1605470"/>
              <a:gd name="connsiteY113-17934" fmla="*/ 3229163 h 6858000"/>
              <a:gd name="connsiteX114-17935" fmla="*/ 769208 w 1605470"/>
              <a:gd name="connsiteY114-17936" fmla="*/ 3217217 h 6858000"/>
              <a:gd name="connsiteX115-17937" fmla="*/ 770350 w 1605470"/>
              <a:gd name="connsiteY115-17938" fmla="*/ 3216125 h 6858000"/>
              <a:gd name="connsiteX116-17939" fmla="*/ 756043 w 1605470"/>
              <a:gd name="connsiteY116-17940" fmla="*/ 3183755 h 6858000"/>
              <a:gd name="connsiteX117-17941" fmla="*/ 756544 w 1605470"/>
              <a:gd name="connsiteY117-17942" fmla="*/ 3178642 h 6858000"/>
              <a:gd name="connsiteX118-17943" fmla="*/ 744144 w 1605470"/>
              <a:gd name="connsiteY118-17944" fmla="*/ 3158586 h 6858000"/>
              <a:gd name="connsiteX119-17945" fmla="*/ 739378 w 1605470"/>
              <a:gd name="connsiteY119-17946" fmla="*/ 3147669 h 6858000"/>
              <a:gd name="connsiteX120-17947" fmla="*/ 734648 w 1605470"/>
              <a:gd name="connsiteY120-17948" fmla="*/ 3145733 h 6858000"/>
              <a:gd name="connsiteX121-17949" fmla="*/ 729329 w 1605470"/>
              <a:gd name="connsiteY121-17950" fmla="*/ 3129034 h 6858000"/>
              <a:gd name="connsiteX122-17951" fmla="*/ 729994 w 1605470"/>
              <a:gd name="connsiteY122-17952" fmla="*/ 3126682 h 6858000"/>
              <a:gd name="connsiteX123-17953" fmla="*/ 720862 w 1605470"/>
              <a:gd name="connsiteY123-17954" fmla="*/ 3114519 h 6858000"/>
              <a:gd name="connsiteX124-17955" fmla="*/ 707471 w 1605470"/>
              <a:gd name="connsiteY124-17956" fmla="*/ 3106272 h 6858000"/>
              <a:gd name="connsiteX125-17957" fmla="*/ 680201 w 1605470"/>
              <a:gd name="connsiteY125-17958" fmla="*/ 2958185 h 6858000"/>
              <a:gd name="connsiteX126-17959" fmla="*/ 622815 w 1605470"/>
              <a:gd name="connsiteY126-17960" fmla="*/ 2762989 h 6858000"/>
              <a:gd name="connsiteX127-17961" fmla="*/ 571733 w 1605470"/>
              <a:gd name="connsiteY127-17962" fmla="*/ 2554718 h 6858000"/>
              <a:gd name="connsiteX128-17963" fmla="*/ 551827 w 1605470"/>
              <a:gd name="connsiteY128-17964" fmla="*/ 2485734 h 6858000"/>
              <a:gd name="connsiteX129-17965" fmla="*/ 542550 w 1605470"/>
              <a:gd name="connsiteY129-17966" fmla="*/ 2447068 h 6858000"/>
              <a:gd name="connsiteX130-17967" fmla="*/ 529511 w 1605470"/>
              <a:gd name="connsiteY130-17968" fmla="*/ 2425819 h 6858000"/>
              <a:gd name="connsiteX131-17969" fmla="*/ 528878 w 1605470"/>
              <a:gd name="connsiteY131-17970" fmla="*/ 2408971 h 6858000"/>
              <a:gd name="connsiteX132-17971" fmla="*/ 535510 w 1605470"/>
              <a:gd name="connsiteY132-17972" fmla="*/ 2402874 h 6858000"/>
              <a:gd name="connsiteX133-17973" fmla="*/ 538122 w 1605470"/>
              <a:gd name="connsiteY133-17974" fmla="*/ 2381443 h 6858000"/>
              <a:gd name="connsiteX134-17975" fmla="*/ 514451 w 1605470"/>
              <a:gd name="connsiteY134-17976" fmla="*/ 2261920 h 6858000"/>
              <a:gd name="connsiteX135-17977" fmla="*/ 486968 w 1605470"/>
              <a:gd name="connsiteY135-17978" fmla="*/ 2182937 h 6858000"/>
              <a:gd name="connsiteX136-17979" fmla="*/ 488555 w 1605470"/>
              <a:gd name="connsiteY136-17980" fmla="*/ 2155135 h 6858000"/>
              <a:gd name="connsiteX137-17981" fmla="*/ 486013 w 1605470"/>
              <a:gd name="connsiteY137-17982" fmla="*/ 2118008 h 6858000"/>
              <a:gd name="connsiteX138-17983" fmla="*/ 487006 w 1605470"/>
              <a:gd name="connsiteY138-17984" fmla="*/ 2050531 h 6858000"/>
              <a:gd name="connsiteX139-17985" fmla="*/ 478812 w 1605470"/>
              <a:gd name="connsiteY139-17986" fmla="*/ 1963269 h 6858000"/>
              <a:gd name="connsiteX140-17987" fmla="*/ 442619 w 1605470"/>
              <a:gd name="connsiteY140-17988" fmla="*/ 1910499 h 6858000"/>
              <a:gd name="connsiteX141-17989" fmla="*/ 446785 w 1605470"/>
              <a:gd name="connsiteY141-17990" fmla="*/ 1903212 h 6858000"/>
              <a:gd name="connsiteX142-17991" fmla="*/ 436547 w 1605470"/>
              <a:gd name="connsiteY142-17992" fmla="*/ 1861531 h 6858000"/>
              <a:gd name="connsiteX143-17993" fmla="*/ 390346 w 1605470"/>
              <a:gd name="connsiteY143-17994" fmla="*/ 1732919 h 6858000"/>
              <a:gd name="connsiteX144-17995" fmla="*/ 362657 w 1605470"/>
              <a:gd name="connsiteY144-17996" fmla="*/ 1663540 h 6858000"/>
              <a:gd name="connsiteX145-17997" fmla="*/ 361783 w 1605470"/>
              <a:gd name="connsiteY145-17998" fmla="*/ 1615777 h 6858000"/>
              <a:gd name="connsiteX146-17999" fmla="*/ 342578 w 1605470"/>
              <a:gd name="connsiteY146-18000" fmla="*/ 1563678 h 6858000"/>
              <a:gd name="connsiteX147-18001" fmla="*/ 355658 w 1605470"/>
              <a:gd name="connsiteY147-18002" fmla="*/ 1519474 h 6858000"/>
              <a:gd name="connsiteX148-18003" fmla="*/ 348400 w 1605470"/>
              <a:gd name="connsiteY148-18004" fmla="*/ 1477995 h 6858000"/>
              <a:gd name="connsiteX149-18005" fmla="*/ 334485 w 1605470"/>
              <a:gd name="connsiteY149-18006" fmla="*/ 1373769 h 6858000"/>
              <a:gd name="connsiteX150-18007" fmla="*/ 342792 w 1605470"/>
              <a:gd name="connsiteY150-18008" fmla="*/ 1307086 h 6858000"/>
              <a:gd name="connsiteX151-18009" fmla="*/ 343980 w 1605470"/>
              <a:gd name="connsiteY151-18010" fmla="*/ 1189033 h 6858000"/>
              <a:gd name="connsiteX152-18011" fmla="*/ 348665 w 1605470"/>
              <a:gd name="connsiteY152-18012" fmla="*/ 1168288 h 6858000"/>
              <a:gd name="connsiteX153-18013" fmla="*/ 340947 w 1605470"/>
              <a:gd name="connsiteY153-18014" fmla="*/ 1142577 h 6858000"/>
              <a:gd name="connsiteX154-18015" fmla="*/ 330253 w 1605470"/>
              <a:gd name="connsiteY154-18016" fmla="*/ 1088484 h 6858000"/>
              <a:gd name="connsiteX155-18017" fmla="*/ 318989 w 1605470"/>
              <a:gd name="connsiteY155-18018" fmla="*/ 1016103 h 6858000"/>
              <a:gd name="connsiteX156-18019" fmla="*/ 320445 w 1605470"/>
              <a:gd name="connsiteY156-18020" fmla="*/ 932283 h 6858000"/>
              <a:gd name="connsiteX157-18021" fmla="*/ 322681 w 1605470"/>
              <a:gd name="connsiteY157-18022" fmla="*/ 915925 h 6858000"/>
              <a:gd name="connsiteX158-18023" fmla="*/ 315310 w 1605470"/>
              <a:gd name="connsiteY158-18024" fmla="*/ 896999 h 6858000"/>
              <a:gd name="connsiteX159-18025" fmla="*/ 284718 w 1605470"/>
              <a:gd name="connsiteY159-18026" fmla="*/ 821517 h 6858000"/>
              <a:gd name="connsiteX160-18027" fmla="*/ 263668 w 1605470"/>
              <a:gd name="connsiteY160-18028" fmla="*/ 751353 h 6858000"/>
              <a:gd name="connsiteX161-18029" fmla="*/ 263226 w 1605470"/>
              <a:gd name="connsiteY161-18030" fmla="*/ 721230 h 6858000"/>
              <a:gd name="connsiteX162-18031" fmla="*/ 248897 w 1605470"/>
              <a:gd name="connsiteY162-18032" fmla="*/ 681659 h 6858000"/>
              <a:gd name="connsiteX163-18033" fmla="*/ 234316 w 1605470"/>
              <a:gd name="connsiteY163-18034" fmla="*/ 635218 h 6858000"/>
              <a:gd name="connsiteX164-18035" fmla="*/ 239327 w 1605470"/>
              <a:gd name="connsiteY164-18036" fmla="*/ 613763 h 6858000"/>
              <a:gd name="connsiteX165-18037" fmla="*/ 225269 w 1605470"/>
              <a:gd name="connsiteY165-18038" fmla="*/ 598582 h 6858000"/>
              <a:gd name="connsiteX166-18039" fmla="*/ 224950 w 1605470"/>
              <a:gd name="connsiteY166-18040" fmla="*/ 576846 h 6858000"/>
              <a:gd name="connsiteX167-18041" fmla="*/ 204576 w 1605470"/>
              <a:gd name="connsiteY167-18042" fmla="*/ 530055 h 6858000"/>
              <a:gd name="connsiteX168-18043" fmla="*/ 219064 w 1605470"/>
              <a:gd name="connsiteY168-18044" fmla="*/ 469651 h 6858000"/>
              <a:gd name="connsiteX169-18045" fmla="*/ 195012 w 1605470"/>
              <a:gd name="connsiteY169-18046" fmla="*/ 448559 h 6858000"/>
              <a:gd name="connsiteX170-18047" fmla="*/ 201434 w 1605470"/>
              <a:gd name="connsiteY170-18048" fmla="*/ 441529 h 6858000"/>
              <a:gd name="connsiteX171-18049" fmla="*/ 200655 w 1605470"/>
              <a:gd name="connsiteY171-18050" fmla="*/ 428927 h 6858000"/>
              <a:gd name="connsiteX172-18051" fmla="*/ 190059 w 1605470"/>
              <a:gd name="connsiteY172-18052" fmla="*/ 430161 h 6858000"/>
              <a:gd name="connsiteX173-18053" fmla="*/ 167079 w 1605470"/>
              <a:gd name="connsiteY173-18054" fmla="*/ 367211 h 6858000"/>
              <a:gd name="connsiteX174-18055" fmla="*/ 124571 w 1605470"/>
              <a:gd name="connsiteY174-18056" fmla="*/ 302178 h 6858000"/>
              <a:gd name="connsiteX175-18057" fmla="*/ 103243 w 1605470"/>
              <a:gd name="connsiteY175-18058" fmla="*/ 211375 h 6858000"/>
              <a:gd name="connsiteX176-18059" fmla="*/ 94571 w 1605470"/>
              <a:gd name="connsiteY176-18060" fmla="*/ 184179 h 6858000"/>
              <a:gd name="connsiteX177-18061" fmla="*/ 13437 w 1605470"/>
              <a:gd name="connsiteY177-18062" fmla="*/ 19287 h 6858000"/>
              <a:gd name="connsiteX178-18063" fmla="*/ 0 w 1605470"/>
              <a:gd name="connsiteY178-18064" fmla="*/ 0 h 6858000"/>
              <a:gd name="connsiteX0-18065" fmla="*/ 0 w 1605470"/>
              <a:gd name="connsiteY0-18066" fmla="*/ 0 h 6858000"/>
              <a:gd name="connsiteX1-18067" fmla="*/ 1605470 w 1605470"/>
              <a:gd name="connsiteY1-18068" fmla="*/ 0 h 6858000"/>
              <a:gd name="connsiteX2-18069" fmla="*/ 1605470 w 1605470"/>
              <a:gd name="connsiteY2-18070" fmla="*/ 6858000 h 6858000"/>
              <a:gd name="connsiteX3-18071" fmla="*/ 154105 w 1605470"/>
              <a:gd name="connsiteY3-18072" fmla="*/ 6858000 h 6858000"/>
              <a:gd name="connsiteX4-18073" fmla="*/ 154246 w 1605470"/>
              <a:gd name="connsiteY4-18074" fmla="*/ 6857735 h 6858000"/>
              <a:gd name="connsiteX5-18075" fmla="*/ 166295 w 1605470"/>
              <a:gd name="connsiteY5-18076" fmla="*/ 6809549 h 6858000"/>
              <a:gd name="connsiteX6-18077" fmla="*/ 198506 w 1605470"/>
              <a:gd name="connsiteY6-18078" fmla="*/ 6715115 h 6858000"/>
              <a:gd name="connsiteX7-18079" fmla="*/ 208357 w 1605470"/>
              <a:gd name="connsiteY7-18080" fmla="*/ 6680170 h 6858000"/>
              <a:gd name="connsiteX8-18081" fmla="*/ 233907 w 1605470"/>
              <a:gd name="connsiteY8-18082" fmla="*/ 6621207 h 6858000"/>
              <a:gd name="connsiteX9-18083" fmla="*/ 250564 w 1605470"/>
              <a:gd name="connsiteY9-18084" fmla="*/ 6596265 h 6858000"/>
              <a:gd name="connsiteX10-18085" fmla="*/ 250443 w 1605470"/>
              <a:gd name="connsiteY10-18086" fmla="*/ 6594818 h 6858000"/>
              <a:gd name="connsiteX11-18087" fmla="*/ 254688 w 1605470"/>
              <a:gd name="connsiteY11-18088" fmla="*/ 6593735 h 6858000"/>
              <a:gd name="connsiteX12-18089" fmla="*/ 257885 w 1605470"/>
              <a:gd name="connsiteY12-18090" fmla="*/ 6589172 h 6858000"/>
              <a:gd name="connsiteX13-18091" fmla="*/ 261179 w 1605470"/>
              <a:gd name="connsiteY13-18092" fmla="*/ 6574442 h 6858000"/>
              <a:gd name="connsiteX14-18093" fmla="*/ 261519 w 1605470"/>
              <a:gd name="connsiteY14-18094" fmla="*/ 6568530 h 6858000"/>
              <a:gd name="connsiteX15-18095" fmla="*/ 263928 w 1605470"/>
              <a:gd name="connsiteY15-18096" fmla="*/ 6560674 h 6858000"/>
              <a:gd name="connsiteX16-18097" fmla="*/ 264273 w 1605470"/>
              <a:gd name="connsiteY16-18098" fmla="*/ 6560598 h 6858000"/>
              <a:gd name="connsiteX17-18099" fmla="*/ 265970 w 1605470"/>
              <a:gd name="connsiteY17-18100" fmla="*/ 6553006 h 6858000"/>
              <a:gd name="connsiteX18-18101" fmla="*/ 270666 w 1605470"/>
              <a:gd name="connsiteY18-18102" fmla="*/ 6514360 h 6858000"/>
              <a:gd name="connsiteX19-18103" fmla="*/ 312320 w 1605470"/>
              <a:gd name="connsiteY19-18104" fmla="*/ 6478062 h 6858000"/>
              <a:gd name="connsiteX20-18105" fmla="*/ 323009 w 1605470"/>
              <a:gd name="connsiteY20-18106" fmla="*/ 6460325 h 6858000"/>
              <a:gd name="connsiteX21-18107" fmla="*/ 330242 w 1605470"/>
              <a:gd name="connsiteY21-18108" fmla="*/ 6451488 h 6858000"/>
              <a:gd name="connsiteX22-18109" fmla="*/ 331677 w 1605470"/>
              <a:gd name="connsiteY22-18110" fmla="*/ 6451348 h 6858000"/>
              <a:gd name="connsiteX23-18111" fmla="*/ 336035 w 1605470"/>
              <a:gd name="connsiteY23-18112" fmla="*/ 6414240 h 6858000"/>
              <a:gd name="connsiteX24-18113" fmla="*/ 338911 w 1605470"/>
              <a:gd name="connsiteY24-18114" fmla="*/ 6410269 h 6858000"/>
              <a:gd name="connsiteX25-18115" fmla="*/ 338811 w 1605470"/>
              <a:gd name="connsiteY25-18116" fmla="*/ 6384857 h 6858000"/>
              <a:gd name="connsiteX26-18117" fmla="*/ 340328 w 1605470"/>
              <a:gd name="connsiteY26-18118" fmla="*/ 6372381 h 6858000"/>
              <a:gd name="connsiteX27-18119" fmla="*/ 337522 w 1605470"/>
              <a:gd name="connsiteY27-18120" fmla="*/ 6367510 h 6858000"/>
              <a:gd name="connsiteX28-18121" fmla="*/ 341402 w 1605470"/>
              <a:gd name="connsiteY28-18122" fmla="*/ 6349778 h 6858000"/>
              <a:gd name="connsiteX29-18123" fmla="*/ 343067 w 1605470"/>
              <a:gd name="connsiteY29-18124" fmla="*/ 6348250 h 6858000"/>
              <a:gd name="connsiteX30-18125" fmla="*/ 341730 w 1605470"/>
              <a:gd name="connsiteY30-18126" fmla="*/ 6331735 h 6858000"/>
              <a:gd name="connsiteX31-18127" fmla="*/ 335123 w 1605470"/>
              <a:gd name="connsiteY31-18128" fmla="*/ 6315613 h 6858000"/>
              <a:gd name="connsiteX32-18129" fmla="*/ 385303 w 1605470"/>
              <a:gd name="connsiteY32-18130" fmla="*/ 6171970 h 6858000"/>
              <a:gd name="connsiteX33-18131" fmla="*/ 415652 w 1605470"/>
              <a:gd name="connsiteY33-18132" fmla="*/ 6028119 h 6858000"/>
              <a:gd name="connsiteX34-18133" fmla="*/ 442432 w 1605470"/>
              <a:gd name="connsiteY34-18134" fmla="*/ 5934687 h 6858000"/>
              <a:gd name="connsiteX35-18135" fmla="*/ 489472 w 1605470"/>
              <a:gd name="connsiteY35-18136" fmla="*/ 5732419 h 6858000"/>
              <a:gd name="connsiteX36-18137" fmla="*/ 512623 w 1605470"/>
              <a:gd name="connsiteY36-18138" fmla="*/ 5685392 h 6858000"/>
              <a:gd name="connsiteX37-18139" fmla="*/ 510261 w 1605470"/>
              <a:gd name="connsiteY37-18140" fmla="*/ 5634527 h 6858000"/>
              <a:gd name="connsiteX38-18141" fmla="*/ 523992 w 1605470"/>
              <a:gd name="connsiteY38-18142" fmla="*/ 5619557 h 6858000"/>
              <a:gd name="connsiteX39-18143" fmla="*/ 526609 w 1605470"/>
              <a:gd name="connsiteY39-18144" fmla="*/ 5617081 h 6858000"/>
              <a:gd name="connsiteX40-18145" fmla="*/ 531653 w 1605470"/>
              <a:gd name="connsiteY40-18146" fmla="*/ 5604904 h 6858000"/>
              <a:gd name="connsiteX41-18147" fmla="*/ 539863 w 1605470"/>
              <a:gd name="connsiteY41-18148" fmla="*/ 5604298 h 6858000"/>
              <a:gd name="connsiteX42-18149" fmla="*/ 552319 w 1605470"/>
              <a:gd name="connsiteY42-18150" fmla="*/ 5587997 h 6858000"/>
              <a:gd name="connsiteX43-18151" fmla="*/ 559710 w 1605470"/>
              <a:gd name="connsiteY43-18152" fmla="*/ 5564796 h 6858000"/>
              <a:gd name="connsiteX44-18153" fmla="*/ 587214 w 1605470"/>
              <a:gd name="connsiteY44-18154" fmla="*/ 5451511 h 6858000"/>
              <a:gd name="connsiteX45-18155" fmla="*/ 608019 w 1605470"/>
              <a:gd name="connsiteY45-18156" fmla="*/ 5385461 h 6858000"/>
              <a:gd name="connsiteX46-18157" fmla="*/ 622750 w 1605470"/>
              <a:gd name="connsiteY46-18158" fmla="*/ 5363084 h 6858000"/>
              <a:gd name="connsiteX47-18159" fmla="*/ 638731 w 1605470"/>
              <a:gd name="connsiteY47-18160" fmla="*/ 5330009 h 6858000"/>
              <a:gd name="connsiteX48-18161" fmla="*/ 672224 w 1605470"/>
              <a:gd name="connsiteY48-18162" fmla="*/ 5273739 h 6858000"/>
              <a:gd name="connsiteX49-18163" fmla="*/ 681823 w 1605470"/>
              <a:gd name="connsiteY49-18164" fmla="*/ 5241779 h 6858000"/>
              <a:gd name="connsiteX50-18165" fmla="*/ 693049 w 1605470"/>
              <a:gd name="connsiteY50-18166" fmla="*/ 5225268 h 6858000"/>
              <a:gd name="connsiteX51-18167" fmla="*/ 694069 w 1605470"/>
              <a:gd name="connsiteY51-18168" fmla="*/ 5217684 h 6858000"/>
              <a:gd name="connsiteX52-18169" fmla="*/ 701410 w 1605470"/>
              <a:gd name="connsiteY52-18170" fmla="*/ 5193377 h 6858000"/>
              <a:gd name="connsiteX53-18171" fmla="*/ 704713 w 1605470"/>
              <a:gd name="connsiteY53-18172" fmla="*/ 5179288 h 6858000"/>
              <a:gd name="connsiteX54-18173" fmla="*/ 705697 w 1605470"/>
              <a:gd name="connsiteY54-18174" fmla="*/ 5173621 h 6858000"/>
              <a:gd name="connsiteX55-18175" fmla="*/ 701331 w 1605470"/>
              <a:gd name="connsiteY55-18176" fmla="*/ 5159961 h 6858000"/>
              <a:gd name="connsiteX56-18177" fmla="*/ 708008 w 1605470"/>
              <a:gd name="connsiteY56-18178" fmla="*/ 5144295 h 6858000"/>
              <a:gd name="connsiteX57-18179" fmla="*/ 704941 w 1605470"/>
              <a:gd name="connsiteY57-18180" fmla="*/ 5125185 h 6858000"/>
              <a:gd name="connsiteX58-18181" fmla="*/ 711771 w 1605470"/>
              <a:gd name="connsiteY58-18182" fmla="*/ 5121884 h 6858000"/>
              <a:gd name="connsiteX59-18183" fmla="*/ 721092 w 1605470"/>
              <a:gd name="connsiteY59-18184" fmla="*/ 5108383 h 6858000"/>
              <a:gd name="connsiteX60-18185" fmla="*/ 717045 w 1605470"/>
              <a:gd name="connsiteY60-18186" fmla="*/ 5094705 h 6858000"/>
              <a:gd name="connsiteX61-18187" fmla="*/ 718807 w 1605470"/>
              <a:gd name="connsiteY61-18188" fmla="*/ 5067850 h 6858000"/>
              <a:gd name="connsiteX62-18189" fmla="*/ 721538 w 1605470"/>
              <a:gd name="connsiteY62-18190" fmla="*/ 5060861 h 6858000"/>
              <a:gd name="connsiteX63-18191" fmla="*/ 718242 w 1605470"/>
              <a:gd name="connsiteY63-18192" fmla="*/ 5034192 h 6858000"/>
              <a:gd name="connsiteX64-18193" fmla="*/ 719796 w 1605470"/>
              <a:gd name="connsiteY64-18194" fmla="*/ 4993030 h 6858000"/>
              <a:gd name="connsiteX65-18195" fmla="*/ 726705 w 1605470"/>
              <a:gd name="connsiteY65-18196" fmla="*/ 4946844 h 6858000"/>
              <a:gd name="connsiteX66-18197" fmla="*/ 722561 w 1605470"/>
              <a:gd name="connsiteY66-18198" fmla="*/ 4932692 h 6858000"/>
              <a:gd name="connsiteX67-18199" fmla="*/ 724935 w 1605470"/>
              <a:gd name="connsiteY67-18200" fmla="*/ 4821504 h 6858000"/>
              <a:gd name="connsiteX68-18201" fmla="*/ 732118 w 1605470"/>
              <a:gd name="connsiteY68-18202" fmla="*/ 4801535 h 6858000"/>
              <a:gd name="connsiteX69-18203" fmla="*/ 739787 w 1605470"/>
              <a:gd name="connsiteY69-18204" fmla="*/ 4797794 h 6858000"/>
              <a:gd name="connsiteX70-18205" fmla="*/ 741081 w 1605470"/>
              <a:gd name="connsiteY70-18206" fmla="*/ 4784526 h 6858000"/>
              <a:gd name="connsiteX71-18207" fmla="*/ 742865 w 1605470"/>
              <a:gd name="connsiteY71-18208" fmla="*/ 4781211 h 6858000"/>
              <a:gd name="connsiteX72-18209" fmla="*/ 751652 w 1605470"/>
              <a:gd name="connsiteY72-18210" fmla="*/ 4761984 h 6858000"/>
              <a:gd name="connsiteX73-18211" fmla="*/ 747700 w 1605470"/>
              <a:gd name="connsiteY73-18212" fmla="*/ 4690749 h 6858000"/>
              <a:gd name="connsiteX74-18213" fmla="*/ 743180 w 1605470"/>
              <a:gd name="connsiteY74-18214" fmla="*/ 4613201 h 6858000"/>
              <a:gd name="connsiteX75-18215" fmla="*/ 738263 w 1605470"/>
              <a:gd name="connsiteY75-18216" fmla="*/ 4444346 h 6858000"/>
              <a:gd name="connsiteX76-18217" fmla="*/ 756542 w 1605470"/>
              <a:gd name="connsiteY76-18218" fmla="*/ 4350346 h 6858000"/>
              <a:gd name="connsiteX77-18219" fmla="*/ 715481 w 1605470"/>
              <a:gd name="connsiteY77-18220" fmla="*/ 4214165 h 6858000"/>
              <a:gd name="connsiteX78-18221" fmla="*/ 719554 w 1605470"/>
              <a:gd name="connsiteY78-18222" fmla="*/ 4090296 h 6858000"/>
              <a:gd name="connsiteX79-18223" fmla="*/ 704810 w 1605470"/>
              <a:gd name="connsiteY79-18224" fmla="*/ 4033999 h 6858000"/>
              <a:gd name="connsiteX80-18225" fmla="*/ 705959 w 1605470"/>
              <a:gd name="connsiteY80-18226" fmla="*/ 4031933 h 6858000"/>
              <a:gd name="connsiteX81-18227" fmla="*/ 704535 w 1605470"/>
              <a:gd name="connsiteY81-18228" fmla="*/ 4013953 h 6858000"/>
              <a:gd name="connsiteX82-18229" fmla="*/ 700443 w 1605470"/>
              <a:gd name="connsiteY82-18230" fmla="*/ 4010511 h 6858000"/>
              <a:gd name="connsiteX83-18231" fmla="*/ 698282 w 1605470"/>
              <a:gd name="connsiteY83-18232" fmla="*/ 3998331 h 6858000"/>
              <a:gd name="connsiteX84-18233" fmla="*/ 690830 w 1605470"/>
              <a:gd name="connsiteY84-18234" fmla="*/ 3974753 h 6858000"/>
              <a:gd name="connsiteX85-18235" fmla="*/ 692428 w 1605470"/>
              <a:gd name="connsiteY85-18236" fmla="*/ 3969950 h 6858000"/>
              <a:gd name="connsiteX86-18237" fmla="*/ 685850 w 1605470"/>
              <a:gd name="connsiteY86-18238" fmla="*/ 3933779 h 6858000"/>
              <a:gd name="connsiteX87-18239" fmla="*/ 687181 w 1605470"/>
              <a:gd name="connsiteY87-18240" fmla="*/ 3933093 h 6858000"/>
              <a:gd name="connsiteX88-18241" fmla="*/ 691535 w 1605470"/>
              <a:gd name="connsiteY88-18242" fmla="*/ 3922082 h 6858000"/>
              <a:gd name="connsiteX89-18243" fmla="*/ 696613 w 1605470"/>
              <a:gd name="connsiteY89-18244" fmla="*/ 3901461 h 6858000"/>
              <a:gd name="connsiteX90-18245" fmla="*/ 719207 w 1605470"/>
              <a:gd name="connsiteY90-18246" fmla="*/ 3813873 h 6858000"/>
              <a:gd name="connsiteX91-18247" fmla="*/ 718632 w 1605470"/>
              <a:gd name="connsiteY91-18248" fmla="*/ 3806161 h 6858000"/>
              <a:gd name="connsiteX92-18249" fmla="*/ 718939 w 1605470"/>
              <a:gd name="connsiteY92-18250" fmla="*/ 3805957 h 6858000"/>
              <a:gd name="connsiteX93-18251" fmla="*/ 718966 w 1605470"/>
              <a:gd name="connsiteY93-18252" fmla="*/ 3797724 h 6858000"/>
              <a:gd name="connsiteX94-18253" fmla="*/ 717581 w 1605470"/>
              <a:gd name="connsiteY94-18254" fmla="*/ 3792098 h 6858000"/>
              <a:gd name="connsiteX95-18255" fmla="*/ 716465 w 1605470"/>
              <a:gd name="connsiteY95-18256" fmla="*/ 3777135 h 6858000"/>
              <a:gd name="connsiteX96-18257" fmla="*/ 718198 w 1605470"/>
              <a:gd name="connsiteY96-18258" fmla="*/ 3771656 h 6858000"/>
              <a:gd name="connsiteX97-18259" fmla="*/ 721941 w 1605470"/>
              <a:gd name="connsiteY97-18260" fmla="*/ 3769007 h 6858000"/>
              <a:gd name="connsiteX98-18261" fmla="*/ 721407 w 1605470"/>
              <a:gd name="connsiteY98-18262" fmla="*/ 3767709 h 6858000"/>
              <a:gd name="connsiteX99-18263" fmla="*/ 730103 w 1605470"/>
              <a:gd name="connsiteY99-18264" fmla="*/ 3738082 h 6858000"/>
              <a:gd name="connsiteX100-18265" fmla="*/ 737449 w 1605470"/>
              <a:gd name="connsiteY100-18266" fmla="*/ 3673397 h 6858000"/>
              <a:gd name="connsiteX101-18267" fmla="*/ 736745 w 1605470"/>
              <a:gd name="connsiteY101-18268" fmla="*/ 3637109 h 6858000"/>
              <a:gd name="connsiteX102-18269" fmla="*/ 740188 w 1605470"/>
              <a:gd name="connsiteY102-18270" fmla="*/ 3536883 h 6858000"/>
              <a:gd name="connsiteX103-18271" fmla="*/ 747726 w 1605470"/>
              <a:gd name="connsiteY103-18272" fmla="*/ 3435652 h 6858000"/>
              <a:gd name="connsiteX104-18273" fmla="*/ 774383 w 1605470"/>
              <a:gd name="connsiteY104-18274" fmla="*/ 3381564 h 6858000"/>
              <a:gd name="connsiteX105-18275" fmla="*/ 774870 w 1605470"/>
              <a:gd name="connsiteY105-18276" fmla="*/ 3375761 h 6858000"/>
              <a:gd name="connsiteX106-18277" fmla="*/ 770510 w 1605470"/>
              <a:gd name="connsiteY106-18278" fmla="*/ 3361844 h 6858000"/>
              <a:gd name="connsiteX107-18279" fmla="*/ 767933 w 1605470"/>
              <a:gd name="connsiteY107-18280" fmla="*/ 3356929 h 6858000"/>
              <a:gd name="connsiteX108-18281" fmla="*/ 766158 w 1605470"/>
              <a:gd name="connsiteY108-18282" fmla="*/ 3349058 h 6858000"/>
              <a:gd name="connsiteX109-18283" fmla="*/ 766414 w 1605470"/>
              <a:gd name="connsiteY109-18284" fmla="*/ 3348763 h 6858000"/>
              <a:gd name="connsiteX110-18285" fmla="*/ 764166 w 1605470"/>
              <a:gd name="connsiteY110-18286" fmla="*/ 3341588 h 6858000"/>
              <a:gd name="connsiteX111-18287" fmla="*/ 749397 w 1605470"/>
              <a:gd name="connsiteY111-18288" fmla="*/ 3307769 h 6858000"/>
              <a:gd name="connsiteX112-18289" fmla="*/ 766960 w 1605470"/>
              <a:gd name="connsiteY112-18290" fmla="*/ 3250522 h 6858000"/>
              <a:gd name="connsiteX113-18291" fmla="*/ 767385 w 1605470"/>
              <a:gd name="connsiteY113-18292" fmla="*/ 3229163 h 6858000"/>
              <a:gd name="connsiteX114-18293" fmla="*/ 769208 w 1605470"/>
              <a:gd name="connsiteY114-18294" fmla="*/ 3217217 h 6858000"/>
              <a:gd name="connsiteX115-18295" fmla="*/ 770350 w 1605470"/>
              <a:gd name="connsiteY115-18296" fmla="*/ 3216125 h 6858000"/>
              <a:gd name="connsiteX116-18297" fmla="*/ 756043 w 1605470"/>
              <a:gd name="connsiteY116-18298" fmla="*/ 3183755 h 6858000"/>
              <a:gd name="connsiteX117-18299" fmla="*/ 756544 w 1605470"/>
              <a:gd name="connsiteY117-18300" fmla="*/ 3178642 h 6858000"/>
              <a:gd name="connsiteX118-18301" fmla="*/ 744144 w 1605470"/>
              <a:gd name="connsiteY118-18302" fmla="*/ 3158586 h 6858000"/>
              <a:gd name="connsiteX119-18303" fmla="*/ 739378 w 1605470"/>
              <a:gd name="connsiteY119-18304" fmla="*/ 3147669 h 6858000"/>
              <a:gd name="connsiteX120-18305" fmla="*/ 734648 w 1605470"/>
              <a:gd name="connsiteY120-18306" fmla="*/ 3145733 h 6858000"/>
              <a:gd name="connsiteX121-18307" fmla="*/ 729329 w 1605470"/>
              <a:gd name="connsiteY121-18308" fmla="*/ 3129034 h 6858000"/>
              <a:gd name="connsiteX122-18309" fmla="*/ 729994 w 1605470"/>
              <a:gd name="connsiteY122-18310" fmla="*/ 3126682 h 6858000"/>
              <a:gd name="connsiteX123-18311" fmla="*/ 720862 w 1605470"/>
              <a:gd name="connsiteY123-18312" fmla="*/ 3114519 h 6858000"/>
              <a:gd name="connsiteX124-18313" fmla="*/ 707471 w 1605470"/>
              <a:gd name="connsiteY124-18314" fmla="*/ 3106272 h 6858000"/>
              <a:gd name="connsiteX125-18315" fmla="*/ 680201 w 1605470"/>
              <a:gd name="connsiteY125-18316" fmla="*/ 2958185 h 6858000"/>
              <a:gd name="connsiteX126-18317" fmla="*/ 622815 w 1605470"/>
              <a:gd name="connsiteY126-18318" fmla="*/ 2762989 h 6858000"/>
              <a:gd name="connsiteX127-18319" fmla="*/ 571733 w 1605470"/>
              <a:gd name="connsiteY127-18320" fmla="*/ 2554718 h 6858000"/>
              <a:gd name="connsiteX128-18321" fmla="*/ 551827 w 1605470"/>
              <a:gd name="connsiteY128-18322" fmla="*/ 2485734 h 6858000"/>
              <a:gd name="connsiteX129-18323" fmla="*/ 542550 w 1605470"/>
              <a:gd name="connsiteY129-18324" fmla="*/ 2447068 h 6858000"/>
              <a:gd name="connsiteX130-18325" fmla="*/ 529511 w 1605470"/>
              <a:gd name="connsiteY130-18326" fmla="*/ 2425819 h 6858000"/>
              <a:gd name="connsiteX131-18327" fmla="*/ 528878 w 1605470"/>
              <a:gd name="connsiteY131-18328" fmla="*/ 2408971 h 6858000"/>
              <a:gd name="connsiteX132-18329" fmla="*/ 535510 w 1605470"/>
              <a:gd name="connsiteY132-18330" fmla="*/ 2402874 h 6858000"/>
              <a:gd name="connsiteX133-18331" fmla="*/ 538122 w 1605470"/>
              <a:gd name="connsiteY133-18332" fmla="*/ 2381443 h 6858000"/>
              <a:gd name="connsiteX134-18333" fmla="*/ 514451 w 1605470"/>
              <a:gd name="connsiteY134-18334" fmla="*/ 2261920 h 6858000"/>
              <a:gd name="connsiteX135-18335" fmla="*/ 486968 w 1605470"/>
              <a:gd name="connsiteY135-18336" fmla="*/ 2182937 h 6858000"/>
              <a:gd name="connsiteX136-18337" fmla="*/ 488555 w 1605470"/>
              <a:gd name="connsiteY136-18338" fmla="*/ 2155135 h 6858000"/>
              <a:gd name="connsiteX137-18339" fmla="*/ 486013 w 1605470"/>
              <a:gd name="connsiteY137-18340" fmla="*/ 2118008 h 6858000"/>
              <a:gd name="connsiteX138-18341" fmla="*/ 487006 w 1605470"/>
              <a:gd name="connsiteY138-18342" fmla="*/ 2050531 h 6858000"/>
              <a:gd name="connsiteX139-18343" fmla="*/ 478812 w 1605470"/>
              <a:gd name="connsiteY139-18344" fmla="*/ 1963269 h 6858000"/>
              <a:gd name="connsiteX140-18345" fmla="*/ 442619 w 1605470"/>
              <a:gd name="connsiteY140-18346" fmla="*/ 1910499 h 6858000"/>
              <a:gd name="connsiteX141-18347" fmla="*/ 446785 w 1605470"/>
              <a:gd name="connsiteY141-18348" fmla="*/ 1903212 h 6858000"/>
              <a:gd name="connsiteX142-18349" fmla="*/ 436547 w 1605470"/>
              <a:gd name="connsiteY142-18350" fmla="*/ 1861531 h 6858000"/>
              <a:gd name="connsiteX143-18351" fmla="*/ 390346 w 1605470"/>
              <a:gd name="connsiteY143-18352" fmla="*/ 1732919 h 6858000"/>
              <a:gd name="connsiteX144-18353" fmla="*/ 362657 w 1605470"/>
              <a:gd name="connsiteY144-18354" fmla="*/ 1663540 h 6858000"/>
              <a:gd name="connsiteX145-18355" fmla="*/ 361783 w 1605470"/>
              <a:gd name="connsiteY145-18356" fmla="*/ 1615777 h 6858000"/>
              <a:gd name="connsiteX146-18357" fmla="*/ 342578 w 1605470"/>
              <a:gd name="connsiteY146-18358" fmla="*/ 1563678 h 6858000"/>
              <a:gd name="connsiteX147-18359" fmla="*/ 355658 w 1605470"/>
              <a:gd name="connsiteY147-18360" fmla="*/ 1519474 h 6858000"/>
              <a:gd name="connsiteX148-18361" fmla="*/ 348400 w 1605470"/>
              <a:gd name="connsiteY148-18362" fmla="*/ 1477995 h 6858000"/>
              <a:gd name="connsiteX149-18363" fmla="*/ 334485 w 1605470"/>
              <a:gd name="connsiteY149-18364" fmla="*/ 1373769 h 6858000"/>
              <a:gd name="connsiteX150-18365" fmla="*/ 342792 w 1605470"/>
              <a:gd name="connsiteY150-18366" fmla="*/ 1307086 h 6858000"/>
              <a:gd name="connsiteX151-18367" fmla="*/ 343980 w 1605470"/>
              <a:gd name="connsiteY151-18368" fmla="*/ 1189033 h 6858000"/>
              <a:gd name="connsiteX152-18369" fmla="*/ 348665 w 1605470"/>
              <a:gd name="connsiteY152-18370" fmla="*/ 1168288 h 6858000"/>
              <a:gd name="connsiteX153-18371" fmla="*/ 340947 w 1605470"/>
              <a:gd name="connsiteY153-18372" fmla="*/ 1142577 h 6858000"/>
              <a:gd name="connsiteX154-18373" fmla="*/ 330253 w 1605470"/>
              <a:gd name="connsiteY154-18374" fmla="*/ 1088484 h 6858000"/>
              <a:gd name="connsiteX155-18375" fmla="*/ 318989 w 1605470"/>
              <a:gd name="connsiteY155-18376" fmla="*/ 1016103 h 6858000"/>
              <a:gd name="connsiteX156-18377" fmla="*/ 320445 w 1605470"/>
              <a:gd name="connsiteY156-18378" fmla="*/ 932283 h 6858000"/>
              <a:gd name="connsiteX157-18379" fmla="*/ 322681 w 1605470"/>
              <a:gd name="connsiteY157-18380" fmla="*/ 915925 h 6858000"/>
              <a:gd name="connsiteX158-18381" fmla="*/ 315310 w 1605470"/>
              <a:gd name="connsiteY158-18382" fmla="*/ 896999 h 6858000"/>
              <a:gd name="connsiteX159-18383" fmla="*/ 284718 w 1605470"/>
              <a:gd name="connsiteY159-18384" fmla="*/ 821517 h 6858000"/>
              <a:gd name="connsiteX160-18385" fmla="*/ 263668 w 1605470"/>
              <a:gd name="connsiteY160-18386" fmla="*/ 751353 h 6858000"/>
              <a:gd name="connsiteX161-18387" fmla="*/ 263226 w 1605470"/>
              <a:gd name="connsiteY161-18388" fmla="*/ 721230 h 6858000"/>
              <a:gd name="connsiteX162-18389" fmla="*/ 248897 w 1605470"/>
              <a:gd name="connsiteY162-18390" fmla="*/ 681659 h 6858000"/>
              <a:gd name="connsiteX163-18391" fmla="*/ 234316 w 1605470"/>
              <a:gd name="connsiteY163-18392" fmla="*/ 635218 h 6858000"/>
              <a:gd name="connsiteX164-18393" fmla="*/ 239327 w 1605470"/>
              <a:gd name="connsiteY164-18394" fmla="*/ 613763 h 6858000"/>
              <a:gd name="connsiteX165-18395" fmla="*/ 225269 w 1605470"/>
              <a:gd name="connsiteY165-18396" fmla="*/ 598582 h 6858000"/>
              <a:gd name="connsiteX166-18397" fmla="*/ 224950 w 1605470"/>
              <a:gd name="connsiteY166-18398" fmla="*/ 576846 h 6858000"/>
              <a:gd name="connsiteX167-18399" fmla="*/ 204576 w 1605470"/>
              <a:gd name="connsiteY167-18400" fmla="*/ 530055 h 6858000"/>
              <a:gd name="connsiteX168-18401" fmla="*/ 219064 w 1605470"/>
              <a:gd name="connsiteY168-18402" fmla="*/ 469651 h 6858000"/>
              <a:gd name="connsiteX169-18403" fmla="*/ 195012 w 1605470"/>
              <a:gd name="connsiteY169-18404" fmla="*/ 448559 h 6858000"/>
              <a:gd name="connsiteX170-18405" fmla="*/ 201434 w 1605470"/>
              <a:gd name="connsiteY170-18406" fmla="*/ 441529 h 6858000"/>
              <a:gd name="connsiteX171-18407" fmla="*/ 200655 w 1605470"/>
              <a:gd name="connsiteY171-18408" fmla="*/ 428927 h 6858000"/>
              <a:gd name="connsiteX172-18409" fmla="*/ 190059 w 1605470"/>
              <a:gd name="connsiteY172-18410" fmla="*/ 430161 h 6858000"/>
              <a:gd name="connsiteX173-18411" fmla="*/ 167079 w 1605470"/>
              <a:gd name="connsiteY173-18412" fmla="*/ 367211 h 6858000"/>
              <a:gd name="connsiteX174-18413" fmla="*/ 124571 w 1605470"/>
              <a:gd name="connsiteY174-18414" fmla="*/ 302178 h 6858000"/>
              <a:gd name="connsiteX175-18415" fmla="*/ 103243 w 1605470"/>
              <a:gd name="connsiteY175-18416" fmla="*/ 211375 h 6858000"/>
              <a:gd name="connsiteX176-18417" fmla="*/ 94571 w 1605470"/>
              <a:gd name="connsiteY176-18418" fmla="*/ 184179 h 6858000"/>
              <a:gd name="connsiteX177-18419" fmla="*/ 13437 w 1605470"/>
              <a:gd name="connsiteY177-18420" fmla="*/ 19287 h 6858000"/>
              <a:gd name="connsiteX178-18421" fmla="*/ 0 w 1605470"/>
              <a:gd name="connsiteY178-18422" fmla="*/ 0 h 6858000"/>
              <a:gd name="connsiteX0-18423" fmla="*/ 0 w 1605470"/>
              <a:gd name="connsiteY0-18424" fmla="*/ 0 h 6858000"/>
              <a:gd name="connsiteX1-18425" fmla="*/ 1605470 w 1605470"/>
              <a:gd name="connsiteY1-18426" fmla="*/ 0 h 6858000"/>
              <a:gd name="connsiteX2-18427" fmla="*/ 1605470 w 1605470"/>
              <a:gd name="connsiteY2-18428" fmla="*/ 6858000 h 6858000"/>
              <a:gd name="connsiteX3-18429" fmla="*/ 154105 w 1605470"/>
              <a:gd name="connsiteY3-18430" fmla="*/ 6858000 h 6858000"/>
              <a:gd name="connsiteX4-18431" fmla="*/ 154246 w 1605470"/>
              <a:gd name="connsiteY4-18432" fmla="*/ 6857735 h 6858000"/>
              <a:gd name="connsiteX5-18433" fmla="*/ 166295 w 1605470"/>
              <a:gd name="connsiteY5-18434" fmla="*/ 6809549 h 6858000"/>
              <a:gd name="connsiteX6-18435" fmla="*/ 198506 w 1605470"/>
              <a:gd name="connsiteY6-18436" fmla="*/ 6715115 h 6858000"/>
              <a:gd name="connsiteX7-18437" fmla="*/ 208357 w 1605470"/>
              <a:gd name="connsiteY7-18438" fmla="*/ 6680170 h 6858000"/>
              <a:gd name="connsiteX8-18439" fmla="*/ 233907 w 1605470"/>
              <a:gd name="connsiteY8-18440" fmla="*/ 6621207 h 6858000"/>
              <a:gd name="connsiteX9-18441" fmla="*/ 250564 w 1605470"/>
              <a:gd name="connsiteY9-18442" fmla="*/ 6596265 h 6858000"/>
              <a:gd name="connsiteX10-18443" fmla="*/ 250443 w 1605470"/>
              <a:gd name="connsiteY10-18444" fmla="*/ 6594818 h 6858000"/>
              <a:gd name="connsiteX11-18445" fmla="*/ 254688 w 1605470"/>
              <a:gd name="connsiteY11-18446" fmla="*/ 6593735 h 6858000"/>
              <a:gd name="connsiteX12-18447" fmla="*/ 257885 w 1605470"/>
              <a:gd name="connsiteY12-18448" fmla="*/ 6589172 h 6858000"/>
              <a:gd name="connsiteX13-18449" fmla="*/ 261179 w 1605470"/>
              <a:gd name="connsiteY13-18450" fmla="*/ 6574442 h 6858000"/>
              <a:gd name="connsiteX14-18451" fmla="*/ 261519 w 1605470"/>
              <a:gd name="connsiteY14-18452" fmla="*/ 6568530 h 6858000"/>
              <a:gd name="connsiteX15-18453" fmla="*/ 263928 w 1605470"/>
              <a:gd name="connsiteY15-18454" fmla="*/ 6560674 h 6858000"/>
              <a:gd name="connsiteX16-18455" fmla="*/ 264273 w 1605470"/>
              <a:gd name="connsiteY16-18456" fmla="*/ 6560598 h 6858000"/>
              <a:gd name="connsiteX17-18457" fmla="*/ 265970 w 1605470"/>
              <a:gd name="connsiteY17-18458" fmla="*/ 6553006 h 6858000"/>
              <a:gd name="connsiteX18-18459" fmla="*/ 270666 w 1605470"/>
              <a:gd name="connsiteY18-18460" fmla="*/ 6514360 h 6858000"/>
              <a:gd name="connsiteX19-18461" fmla="*/ 312320 w 1605470"/>
              <a:gd name="connsiteY19-18462" fmla="*/ 6478062 h 6858000"/>
              <a:gd name="connsiteX20-18463" fmla="*/ 323009 w 1605470"/>
              <a:gd name="connsiteY20-18464" fmla="*/ 6460325 h 6858000"/>
              <a:gd name="connsiteX21-18465" fmla="*/ 330242 w 1605470"/>
              <a:gd name="connsiteY21-18466" fmla="*/ 6451488 h 6858000"/>
              <a:gd name="connsiteX22-18467" fmla="*/ 331677 w 1605470"/>
              <a:gd name="connsiteY22-18468" fmla="*/ 6451348 h 6858000"/>
              <a:gd name="connsiteX23-18469" fmla="*/ 336035 w 1605470"/>
              <a:gd name="connsiteY23-18470" fmla="*/ 6414240 h 6858000"/>
              <a:gd name="connsiteX24-18471" fmla="*/ 338911 w 1605470"/>
              <a:gd name="connsiteY24-18472" fmla="*/ 6410269 h 6858000"/>
              <a:gd name="connsiteX25-18473" fmla="*/ 338811 w 1605470"/>
              <a:gd name="connsiteY25-18474" fmla="*/ 6384857 h 6858000"/>
              <a:gd name="connsiteX26-18475" fmla="*/ 340328 w 1605470"/>
              <a:gd name="connsiteY26-18476" fmla="*/ 6372381 h 6858000"/>
              <a:gd name="connsiteX27-18477" fmla="*/ 337522 w 1605470"/>
              <a:gd name="connsiteY27-18478" fmla="*/ 6367510 h 6858000"/>
              <a:gd name="connsiteX28-18479" fmla="*/ 341402 w 1605470"/>
              <a:gd name="connsiteY28-18480" fmla="*/ 6349778 h 6858000"/>
              <a:gd name="connsiteX29-18481" fmla="*/ 343067 w 1605470"/>
              <a:gd name="connsiteY29-18482" fmla="*/ 6348250 h 6858000"/>
              <a:gd name="connsiteX30-18483" fmla="*/ 341730 w 1605470"/>
              <a:gd name="connsiteY30-18484" fmla="*/ 6331735 h 6858000"/>
              <a:gd name="connsiteX31-18485" fmla="*/ 335123 w 1605470"/>
              <a:gd name="connsiteY31-18486" fmla="*/ 6315613 h 6858000"/>
              <a:gd name="connsiteX32-18487" fmla="*/ 385303 w 1605470"/>
              <a:gd name="connsiteY32-18488" fmla="*/ 6171970 h 6858000"/>
              <a:gd name="connsiteX33-18489" fmla="*/ 415652 w 1605470"/>
              <a:gd name="connsiteY33-18490" fmla="*/ 6028119 h 6858000"/>
              <a:gd name="connsiteX34-18491" fmla="*/ 442432 w 1605470"/>
              <a:gd name="connsiteY34-18492" fmla="*/ 5934687 h 6858000"/>
              <a:gd name="connsiteX35-18493" fmla="*/ 489472 w 1605470"/>
              <a:gd name="connsiteY35-18494" fmla="*/ 5732419 h 6858000"/>
              <a:gd name="connsiteX36-18495" fmla="*/ 512623 w 1605470"/>
              <a:gd name="connsiteY36-18496" fmla="*/ 5685392 h 6858000"/>
              <a:gd name="connsiteX37-18497" fmla="*/ 510261 w 1605470"/>
              <a:gd name="connsiteY37-18498" fmla="*/ 5634527 h 6858000"/>
              <a:gd name="connsiteX38-18499" fmla="*/ 523992 w 1605470"/>
              <a:gd name="connsiteY38-18500" fmla="*/ 5619557 h 6858000"/>
              <a:gd name="connsiteX39-18501" fmla="*/ 526609 w 1605470"/>
              <a:gd name="connsiteY39-18502" fmla="*/ 5617081 h 6858000"/>
              <a:gd name="connsiteX40-18503" fmla="*/ 531653 w 1605470"/>
              <a:gd name="connsiteY40-18504" fmla="*/ 5604904 h 6858000"/>
              <a:gd name="connsiteX41-18505" fmla="*/ 539863 w 1605470"/>
              <a:gd name="connsiteY41-18506" fmla="*/ 5604298 h 6858000"/>
              <a:gd name="connsiteX42-18507" fmla="*/ 552319 w 1605470"/>
              <a:gd name="connsiteY42-18508" fmla="*/ 5587997 h 6858000"/>
              <a:gd name="connsiteX43-18509" fmla="*/ 559710 w 1605470"/>
              <a:gd name="connsiteY43-18510" fmla="*/ 5564796 h 6858000"/>
              <a:gd name="connsiteX44-18511" fmla="*/ 587214 w 1605470"/>
              <a:gd name="connsiteY44-18512" fmla="*/ 5451511 h 6858000"/>
              <a:gd name="connsiteX45-18513" fmla="*/ 608019 w 1605470"/>
              <a:gd name="connsiteY45-18514" fmla="*/ 5385461 h 6858000"/>
              <a:gd name="connsiteX46-18515" fmla="*/ 622750 w 1605470"/>
              <a:gd name="connsiteY46-18516" fmla="*/ 5363084 h 6858000"/>
              <a:gd name="connsiteX47-18517" fmla="*/ 638731 w 1605470"/>
              <a:gd name="connsiteY47-18518" fmla="*/ 5330009 h 6858000"/>
              <a:gd name="connsiteX48-18519" fmla="*/ 672224 w 1605470"/>
              <a:gd name="connsiteY48-18520" fmla="*/ 5273739 h 6858000"/>
              <a:gd name="connsiteX49-18521" fmla="*/ 681823 w 1605470"/>
              <a:gd name="connsiteY49-18522" fmla="*/ 5241779 h 6858000"/>
              <a:gd name="connsiteX50-18523" fmla="*/ 693049 w 1605470"/>
              <a:gd name="connsiteY50-18524" fmla="*/ 5225268 h 6858000"/>
              <a:gd name="connsiteX51-18525" fmla="*/ 694069 w 1605470"/>
              <a:gd name="connsiteY51-18526" fmla="*/ 5217684 h 6858000"/>
              <a:gd name="connsiteX52-18527" fmla="*/ 701410 w 1605470"/>
              <a:gd name="connsiteY52-18528" fmla="*/ 5193377 h 6858000"/>
              <a:gd name="connsiteX53-18529" fmla="*/ 704713 w 1605470"/>
              <a:gd name="connsiteY53-18530" fmla="*/ 5179288 h 6858000"/>
              <a:gd name="connsiteX54-18531" fmla="*/ 705697 w 1605470"/>
              <a:gd name="connsiteY54-18532" fmla="*/ 5173621 h 6858000"/>
              <a:gd name="connsiteX55-18533" fmla="*/ 701331 w 1605470"/>
              <a:gd name="connsiteY55-18534" fmla="*/ 5159961 h 6858000"/>
              <a:gd name="connsiteX56-18535" fmla="*/ 708008 w 1605470"/>
              <a:gd name="connsiteY56-18536" fmla="*/ 5144295 h 6858000"/>
              <a:gd name="connsiteX57-18537" fmla="*/ 704941 w 1605470"/>
              <a:gd name="connsiteY57-18538" fmla="*/ 5125185 h 6858000"/>
              <a:gd name="connsiteX58-18539" fmla="*/ 711771 w 1605470"/>
              <a:gd name="connsiteY58-18540" fmla="*/ 5121884 h 6858000"/>
              <a:gd name="connsiteX59-18541" fmla="*/ 721092 w 1605470"/>
              <a:gd name="connsiteY59-18542" fmla="*/ 5108383 h 6858000"/>
              <a:gd name="connsiteX60-18543" fmla="*/ 717045 w 1605470"/>
              <a:gd name="connsiteY60-18544" fmla="*/ 5094705 h 6858000"/>
              <a:gd name="connsiteX61-18545" fmla="*/ 718807 w 1605470"/>
              <a:gd name="connsiteY61-18546" fmla="*/ 5067850 h 6858000"/>
              <a:gd name="connsiteX62-18547" fmla="*/ 721538 w 1605470"/>
              <a:gd name="connsiteY62-18548" fmla="*/ 5060861 h 6858000"/>
              <a:gd name="connsiteX63-18549" fmla="*/ 718242 w 1605470"/>
              <a:gd name="connsiteY63-18550" fmla="*/ 5034192 h 6858000"/>
              <a:gd name="connsiteX64-18551" fmla="*/ 719796 w 1605470"/>
              <a:gd name="connsiteY64-18552" fmla="*/ 4993030 h 6858000"/>
              <a:gd name="connsiteX65-18553" fmla="*/ 726705 w 1605470"/>
              <a:gd name="connsiteY65-18554" fmla="*/ 4946844 h 6858000"/>
              <a:gd name="connsiteX66-18555" fmla="*/ 722561 w 1605470"/>
              <a:gd name="connsiteY66-18556" fmla="*/ 4932692 h 6858000"/>
              <a:gd name="connsiteX67-18557" fmla="*/ 724935 w 1605470"/>
              <a:gd name="connsiteY67-18558" fmla="*/ 4821504 h 6858000"/>
              <a:gd name="connsiteX68-18559" fmla="*/ 732118 w 1605470"/>
              <a:gd name="connsiteY68-18560" fmla="*/ 4801535 h 6858000"/>
              <a:gd name="connsiteX69-18561" fmla="*/ 739787 w 1605470"/>
              <a:gd name="connsiteY69-18562" fmla="*/ 4797794 h 6858000"/>
              <a:gd name="connsiteX70-18563" fmla="*/ 741081 w 1605470"/>
              <a:gd name="connsiteY70-18564" fmla="*/ 4784526 h 6858000"/>
              <a:gd name="connsiteX71-18565" fmla="*/ 742865 w 1605470"/>
              <a:gd name="connsiteY71-18566" fmla="*/ 4781211 h 6858000"/>
              <a:gd name="connsiteX72-18567" fmla="*/ 751652 w 1605470"/>
              <a:gd name="connsiteY72-18568" fmla="*/ 4761984 h 6858000"/>
              <a:gd name="connsiteX73-18569" fmla="*/ 747700 w 1605470"/>
              <a:gd name="connsiteY73-18570" fmla="*/ 4690749 h 6858000"/>
              <a:gd name="connsiteX74-18571" fmla="*/ 743180 w 1605470"/>
              <a:gd name="connsiteY74-18572" fmla="*/ 4613201 h 6858000"/>
              <a:gd name="connsiteX75-18573" fmla="*/ 738263 w 1605470"/>
              <a:gd name="connsiteY75-18574" fmla="*/ 4444346 h 6858000"/>
              <a:gd name="connsiteX76-18575" fmla="*/ 756542 w 1605470"/>
              <a:gd name="connsiteY76-18576" fmla="*/ 4350346 h 6858000"/>
              <a:gd name="connsiteX77-18577" fmla="*/ 715481 w 1605470"/>
              <a:gd name="connsiteY77-18578" fmla="*/ 4214165 h 6858000"/>
              <a:gd name="connsiteX78-18579" fmla="*/ 719554 w 1605470"/>
              <a:gd name="connsiteY78-18580" fmla="*/ 4090296 h 6858000"/>
              <a:gd name="connsiteX79-18581" fmla="*/ 704810 w 1605470"/>
              <a:gd name="connsiteY79-18582" fmla="*/ 4033999 h 6858000"/>
              <a:gd name="connsiteX80-18583" fmla="*/ 705959 w 1605470"/>
              <a:gd name="connsiteY80-18584" fmla="*/ 4031933 h 6858000"/>
              <a:gd name="connsiteX81-18585" fmla="*/ 704535 w 1605470"/>
              <a:gd name="connsiteY81-18586" fmla="*/ 4013953 h 6858000"/>
              <a:gd name="connsiteX82-18587" fmla="*/ 700443 w 1605470"/>
              <a:gd name="connsiteY82-18588" fmla="*/ 4010511 h 6858000"/>
              <a:gd name="connsiteX83-18589" fmla="*/ 698282 w 1605470"/>
              <a:gd name="connsiteY83-18590" fmla="*/ 3998331 h 6858000"/>
              <a:gd name="connsiteX84-18591" fmla="*/ 690830 w 1605470"/>
              <a:gd name="connsiteY84-18592" fmla="*/ 3974753 h 6858000"/>
              <a:gd name="connsiteX85-18593" fmla="*/ 692428 w 1605470"/>
              <a:gd name="connsiteY85-18594" fmla="*/ 3969950 h 6858000"/>
              <a:gd name="connsiteX86-18595" fmla="*/ 685850 w 1605470"/>
              <a:gd name="connsiteY86-18596" fmla="*/ 3933779 h 6858000"/>
              <a:gd name="connsiteX87-18597" fmla="*/ 687181 w 1605470"/>
              <a:gd name="connsiteY87-18598" fmla="*/ 3933093 h 6858000"/>
              <a:gd name="connsiteX88-18599" fmla="*/ 691535 w 1605470"/>
              <a:gd name="connsiteY88-18600" fmla="*/ 3922082 h 6858000"/>
              <a:gd name="connsiteX89-18601" fmla="*/ 696613 w 1605470"/>
              <a:gd name="connsiteY89-18602" fmla="*/ 3901461 h 6858000"/>
              <a:gd name="connsiteX90-18603" fmla="*/ 719207 w 1605470"/>
              <a:gd name="connsiteY90-18604" fmla="*/ 3813873 h 6858000"/>
              <a:gd name="connsiteX91-18605" fmla="*/ 718632 w 1605470"/>
              <a:gd name="connsiteY91-18606" fmla="*/ 3806161 h 6858000"/>
              <a:gd name="connsiteX92-18607" fmla="*/ 718939 w 1605470"/>
              <a:gd name="connsiteY92-18608" fmla="*/ 3805957 h 6858000"/>
              <a:gd name="connsiteX93-18609" fmla="*/ 718966 w 1605470"/>
              <a:gd name="connsiteY93-18610" fmla="*/ 3797724 h 6858000"/>
              <a:gd name="connsiteX94-18611" fmla="*/ 717581 w 1605470"/>
              <a:gd name="connsiteY94-18612" fmla="*/ 3792098 h 6858000"/>
              <a:gd name="connsiteX95-18613" fmla="*/ 716465 w 1605470"/>
              <a:gd name="connsiteY95-18614" fmla="*/ 3777135 h 6858000"/>
              <a:gd name="connsiteX96-18615" fmla="*/ 718198 w 1605470"/>
              <a:gd name="connsiteY96-18616" fmla="*/ 3771656 h 6858000"/>
              <a:gd name="connsiteX97-18617" fmla="*/ 721941 w 1605470"/>
              <a:gd name="connsiteY97-18618" fmla="*/ 3769007 h 6858000"/>
              <a:gd name="connsiteX98-18619" fmla="*/ 721407 w 1605470"/>
              <a:gd name="connsiteY98-18620" fmla="*/ 3767709 h 6858000"/>
              <a:gd name="connsiteX99-18621" fmla="*/ 730103 w 1605470"/>
              <a:gd name="connsiteY99-18622" fmla="*/ 3738082 h 6858000"/>
              <a:gd name="connsiteX100-18623" fmla="*/ 737449 w 1605470"/>
              <a:gd name="connsiteY100-18624" fmla="*/ 3673397 h 6858000"/>
              <a:gd name="connsiteX101-18625" fmla="*/ 736745 w 1605470"/>
              <a:gd name="connsiteY101-18626" fmla="*/ 3637109 h 6858000"/>
              <a:gd name="connsiteX102-18627" fmla="*/ 740188 w 1605470"/>
              <a:gd name="connsiteY102-18628" fmla="*/ 3536883 h 6858000"/>
              <a:gd name="connsiteX103-18629" fmla="*/ 747726 w 1605470"/>
              <a:gd name="connsiteY103-18630" fmla="*/ 3435652 h 6858000"/>
              <a:gd name="connsiteX104-18631" fmla="*/ 774383 w 1605470"/>
              <a:gd name="connsiteY104-18632" fmla="*/ 3381564 h 6858000"/>
              <a:gd name="connsiteX105-18633" fmla="*/ 774870 w 1605470"/>
              <a:gd name="connsiteY105-18634" fmla="*/ 3375761 h 6858000"/>
              <a:gd name="connsiteX106-18635" fmla="*/ 770510 w 1605470"/>
              <a:gd name="connsiteY106-18636" fmla="*/ 3361844 h 6858000"/>
              <a:gd name="connsiteX107-18637" fmla="*/ 767933 w 1605470"/>
              <a:gd name="connsiteY107-18638" fmla="*/ 3356929 h 6858000"/>
              <a:gd name="connsiteX108-18639" fmla="*/ 766158 w 1605470"/>
              <a:gd name="connsiteY108-18640" fmla="*/ 3349058 h 6858000"/>
              <a:gd name="connsiteX109-18641" fmla="*/ 766414 w 1605470"/>
              <a:gd name="connsiteY109-18642" fmla="*/ 3348763 h 6858000"/>
              <a:gd name="connsiteX110-18643" fmla="*/ 764166 w 1605470"/>
              <a:gd name="connsiteY110-18644" fmla="*/ 3341588 h 6858000"/>
              <a:gd name="connsiteX111-18645" fmla="*/ 749397 w 1605470"/>
              <a:gd name="connsiteY111-18646" fmla="*/ 3307769 h 6858000"/>
              <a:gd name="connsiteX112-18647" fmla="*/ 766960 w 1605470"/>
              <a:gd name="connsiteY112-18648" fmla="*/ 3250522 h 6858000"/>
              <a:gd name="connsiteX113-18649" fmla="*/ 767385 w 1605470"/>
              <a:gd name="connsiteY113-18650" fmla="*/ 3229163 h 6858000"/>
              <a:gd name="connsiteX114-18651" fmla="*/ 769208 w 1605470"/>
              <a:gd name="connsiteY114-18652" fmla="*/ 3217217 h 6858000"/>
              <a:gd name="connsiteX115-18653" fmla="*/ 770350 w 1605470"/>
              <a:gd name="connsiteY115-18654" fmla="*/ 3216125 h 6858000"/>
              <a:gd name="connsiteX116-18655" fmla="*/ 756043 w 1605470"/>
              <a:gd name="connsiteY116-18656" fmla="*/ 3183755 h 6858000"/>
              <a:gd name="connsiteX117-18657" fmla="*/ 756544 w 1605470"/>
              <a:gd name="connsiteY117-18658" fmla="*/ 3178642 h 6858000"/>
              <a:gd name="connsiteX118-18659" fmla="*/ 744144 w 1605470"/>
              <a:gd name="connsiteY118-18660" fmla="*/ 3158586 h 6858000"/>
              <a:gd name="connsiteX119-18661" fmla="*/ 739378 w 1605470"/>
              <a:gd name="connsiteY119-18662" fmla="*/ 3147669 h 6858000"/>
              <a:gd name="connsiteX120-18663" fmla="*/ 734648 w 1605470"/>
              <a:gd name="connsiteY120-18664" fmla="*/ 3145733 h 6858000"/>
              <a:gd name="connsiteX121-18665" fmla="*/ 729329 w 1605470"/>
              <a:gd name="connsiteY121-18666" fmla="*/ 3129034 h 6858000"/>
              <a:gd name="connsiteX122-18667" fmla="*/ 729994 w 1605470"/>
              <a:gd name="connsiteY122-18668" fmla="*/ 3126682 h 6858000"/>
              <a:gd name="connsiteX123-18669" fmla="*/ 720862 w 1605470"/>
              <a:gd name="connsiteY123-18670" fmla="*/ 3114519 h 6858000"/>
              <a:gd name="connsiteX124-18671" fmla="*/ 707471 w 1605470"/>
              <a:gd name="connsiteY124-18672" fmla="*/ 3106272 h 6858000"/>
              <a:gd name="connsiteX125-18673" fmla="*/ 680201 w 1605470"/>
              <a:gd name="connsiteY125-18674" fmla="*/ 2958185 h 6858000"/>
              <a:gd name="connsiteX126-18675" fmla="*/ 622815 w 1605470"/>
              <a:gd name="connsiteY126-18676" fmla="*/ 2762989 h 6858000"/>
              <a:gd name="connsiteX127-18677" fmla="*/ 571733 w 1605470"/>
              <a:gd name="connsiteY127-18678" fmla="*/ 2554718 h 6858000"/>
              <a:gd name="connsiteX128-18679" fmla="*/ 551827 w 1605470"/>
              <a:gd name="connsiteY128-18680" fmla="*/ 2485734 h 6858000"/>
              <a:gd name="connsiteX129-18681" fmla="*/ 542550 w 1605470"/>
              <a:gd name="connsiteY129-18682" fmla="*/ 2447068 h 6858000"/>
              <a:gd name="connsiteX130-18683" fmla="*/ 529511 w 1605470"/>
              <a:gd name="connsiteY130-18684" fmla="*/ 2425819 h 6858000"/>
              <a:gd name="connsiteX131-18685" fmla="*/ 528878 w 1605470"/>
              <a:gd name="connsiteY131-18686" fmla="*/ 2408971 h 6858000"/>
              <a:gd name="connsiteX132-18687" fmla="*/ 535510 w 1605470"/>
              <a:gd name="connsiteY132-18688" fmla="*/ 2402874 h 6858000"/>
              <a:gd name="connsiteX133-18689" fmla="*/ 538122 w 1605470"/>
              <a:gd name="connsiteY133-18690" fmla="*/ 2381443 h 6858000"/>
              <a:gd name="connsiteX134-18691" fmla="*/ 514451 w 1605470"/>
              <a:gd name="connsiteY134-18692" fmla="*/ 2261920 h 6858000"/>
              <a:gd name="connsiteX135-18693" fmla="*/ 486968 w 1605470"/>
              <a:gd name="connsiteY135-18694" fmla="*/ 2182937 h 6858000"/>
              <a:gd name="connsiteX136-18695" fmla="*/ 488555 w 1605470"/>
              <a:gd name="connsiteY136-18696" fmla="*/ 2155135 h 6858000"/>
              <a:gd name="connsiteX137-18697" fmla="*/ 486013 w 1605470"/>
              <a:gd name="connsiteY137-18698" fmla="*/ 2118008 h 6858000"/>
              <a:gd name="connsiteX138-18699" fmla="*/ 487006 w 1605470"/>
              <a:gd name="connsiteY138-18700" fmla="*/ 2050531 h 6858000"/>
              <a:gd name="connsiteX139-18701" fmla="*/ 478812 w 1605470"/>
              <a:gd name="connsiteY139-18702" fmla="*/ 1963269 h 6858000"/>
              <a:gd name="connsiteX140-18703" fmla="*/ 442619 w 1605470"/>
              <a:gd name="connsiteY140-18704" fmla="*/ 1910499 h 6858000"/>
              <a:gd name="connsiteX141-18705" fmla="*/ 446785 w 1605470"/>
              <a:gd name="connsiteY141-18706" fmla="*/ 1903212 h 6858000"/>
              <a:gd name="connsiteX142-18707" fmla="*/ 436547 w 1605470"/>
              <a:gd name="connsiteY142-18708" fmla="*/ 1861531 h 6858000"/>
              <a:gd name="connsiteX143-18709" fmla="*/ 390346 w 1605470"/>
              <a:gd name="connsiteY143-18710" fmla="*/ 1732919 h 6858000"/>
              <a:gd name="connsiteX144-18711" fmla="*/ 362657 w 1605470"/>
              <a:gd name="connsiteY144-18712" fmla="*/ 1663540 h 6858000"/>
              <a:gd name="connsiteX145-18713" fmla="*/ 361783 w 1605470"/>
              <a:gd name="connsiteY145-18714" fmla="*/ 1615777 h 6858000"/>
              <a:gd name="connsiteX146-18715" fmla="*/ 342578 w 1605470"/>
              <a:gd name="connsiteY146-18716" fmla="*/ 1563678 h 6858000"/>
              <a:gd name="connsiteX147-18717" fmla="*/ 355658 w 1605470"/>
              <a:gd name="connsiteY147-18718" fmla="*/ 1519474 h 6858000"/>
              <a:gd name="connsiteX148-18719" fmla="*/ 348400 w 1605470"/>
              <a:gd name="connsiteY148-18720" fmla="*/ 1477995 h 6858000"/>
              <a:gd name="connsiteX149-18721" fmla="*/ 334485 w 1605470"/>
              <a:gd name="connsiteY149-18722" fmla="*/ 1373769 h 6858000"/>
              <a:gd name="connsiteX150-18723" fmla="*/ 342792 w 1605470"/>
              <a:gd name="connsiteY150-18724" fmla="*/ 1307086 h 6858000"/>
              <a:gd name="connsiteX151-18725" fmla="*/ 343980 w 1605470"/>
              <a:gd name="connsiteY151-18726" fmla="*/ 1189033 h 6858000"/>
              <a:gd name="connsiteX152-18727" fmla="*/ 348665 w 1605470"/>
              <a:gd name="connsiteY152-18728" fmla="*/ 1168288 h 6858000"/>
              <a:gd name="connsiteX153-18729" fmla="*/ 340947 w 1605470"/>
              <a:gd name="connsiteY153-18730" fmla="*/ 1142577 h 6858000"/>
              <a:gd name="connsiteX154-18731" fmla="*/ 330253 w 1605470"/>
              <a:gd name="connsiteY154-18732" fmla="*/ 1088484 h 6858000"/>
              <a:gd name="connsiteX155-18733" fmla="*/ 318989 w 1605470"/>
              <a:gd name="connsiteY155-18734" fmla="*/ 1016103 h 6858000"/>
              <a:gd name="connsiteX156-18735" fmla="*/ 320445 w 1605470"/>
              <a:gd name="connsiteY156-18736" fmla="*/ 932283 h 6858000"/>
              <a:gd name="connsiteX157-18737" fmla="*/ 322681 w 1605470"/>
              <a:gd name="connsiteY157-18738" fmla="*/ 915925 h 6858000"/>
              <a:gd name="connsiteX158-18739" fmla="*/ 315310 w 1605470"/>
              <a:gd name="connsiteY158-18740" fmla="*/ 896999 h 6858000"/>
              <a:gd name="connsiteX159-18741" fmla="*/ 284718 w 1605470"/>
              <a:gd name="connsiteY159-18742" fmla="*/ 821517 h 6858000"/>
              <a:gd name="connsiteX160-18743" fmla="*/ 263668 w 1605470"/>
              <a:gd name="connsiteY160-18744" fmla="*/ 751353 h 6858000"/>
              <a:gd name="connsiteX161-18745" fmla="*/ 263226 w 1605470"/>
              <a:gd name="connsiteY161-18746" fmla="*/ 721230 h 6858000"/>
              <a:gd name="connsiteX162-18747" fmla="*/ 248897 w 1605470"/>
              <a:gd name="connsiteY162-18748" fmla="*/ 681659 h 6858000"/>
              <a:gd name="connsiteX163-18749" fmla="*/ 234316 w 1605470"/>
              <a:gd name="connsiteY163-18750" fmla="*/ 635218 h 6858000"/>
              <a:gd name="connsiteX164-18751" fmla="*/ 239327 w 1605470"/>
              <a:gd name="connsiteY164-18752" fmla="*/ 613763 h 6858000"/>
              <a:gd name="connsiteX165-18753" fmla="*/ 225269 w 1605470"/>
              <a:gd name="connsiteY165-18754" fmla="*/ 598582 h 6858000"/>
              <a:gd name="connsiteX166-18755" fmla="*/ 224950 w 1605470"/>
              <a:gd name="connsiteY166-18756" fmla="*/ 576846 h 6858000"/>
              <a:gd name="connsiteX167-18757" fmla="*/ 204576 w 1605470"/>
              <a:gd name="connsiteY167-18758" fmla="*/ 530055 h 6858000"/>
              <a:gd name="connsiteX168-18759" fmla="*/ 219064 w 1605470"/>
              <a:gd name="connsiteY168-18760" fmla="*/ 469651 h 6858000"/>
              <a:gd name="connsiteX169-18761" fmla="*/ 195012 w 1605470"/>
              <a:gd name="connsiteY169-18762" fmla="*/ 448559 h 6858000"/>
              <a:gd name="connsiteX170-18763" fmla="*/ 201434 w 1605470"/>
              <a:gd name="connsiteY170-18764" fmla="*/ 441529 h 6858000"/>
              <a:gd name="connsiteX171-18765" fmla="*/ 200655 w 1605470"/>
              <a:gd name="connsiteY171-18766" fmla="*/ 428927 h 6858000"/>
              <a:gd name="connsiteX172-18767" fmla="*/ 190059 w 1605470"/>
              <a:gd name="connsiteY172-18768" fmla="*/ 430161 h 6858000"/>
              <a:gd name="connsiteX173-18769" fmla="*/ 167079 w 1605470"/>
              <a:gd name="connsiteY173-18770" fmla="*/ 367211 h 6858000"/>
              <a:gd name="connsiteX174-18771" fmla="*/ 124571 w 1605470"/>
              <a:gd name="connsiteY174-18772" fmla="*/ 302178 h 6858000"/>
              <a:gd name="connsiteX175-18773" fmla="*/ 103243 w 1605470"/>
              <a:gd name="connsiteY175-18774" fmla="*/ 211375 h 6858000"/>
              <a:gd name="connsiteX176-18775" fmla="*/ 94571 w 1605470"/>
              <a:gd name="connsiteY176-18776" fmla="*/ 184179 h 6858000"/>
              <a:gd name="connsiteX177-18777" fmla="*/ 13437 w 1605470"/>
              <a:gd name="connsiteY177-18778" fmla="*/ 19287 h 6858000"/>
              <a:gd name="connsiteX178-18779" fmla="*/ 0 w 1605470"/>
              <a:gd name="connsiteY178-18780" fmla="*/ 0 h 6858000"/>
              <a:gd name="connsiteX0-18781" fmla="*/ 0 w 1605470"/>
              <a:gd name="connsiteY0-18782" fmla="*/ 0 h 6858000"/>
              <a:gd name="connsiteX1-18783" fmla="*/ 1605470 w 1605470"/>
              <a:gd name="connsiteY1-18784" fmla="*/ 0 h 6858000"/>
              <a:gd name="connsiteX2-18785" fmla="*/ 1605470 w 1605470"/>
              <a:gd name="connsiteY2-18786" fmla="*/ 6858000 h 6858000"/>
              <a:gd name="connsiteX3-18787" fmla="*/ 154105 w 1605470"/>
              <a:gd name="connsiteY3-18788" fmla="*/ 6858000 h 6858000"/>
              <a:gd name="connsiteX4-18789" fmla="*/ 154246 w 1605470"/>
              <a:gd name="connsiteY4-18790" fmla="*/ 6857735 h 6858000"/>
              <a:gd name="connsiteX5-18791" fmla="*/ 166295 w 1605470"/>
              <a:gd name="connsiteY5-18792" fmla="*/ 6809549 h 6858000"/>
              <a:gd name="connsiteX6-18793" fmla="*/ 198506 w 1605470"/>
              <a:gd name="connsiteY6-18794" fmla="*/ 6715115 h 6858000"/>
              <a:gd name="connsiteX7-18795" fmla="*/ 208357 w 1605470"/>
              <a:gd name="connsiteY7-18796" fmla="*/ 6680170 h 6858000"/>
              <a:gd name="connsiteX8-18797" fmla="*/ 233907 w 1605470"/>
              <a:gd name="connsiteY8-18798" fmla="*/ 6621207 h 6858000"/>
              <a:gd name="connsiteX9-18799" fmla="*/ 250564 w 1605470"/>
              <a:gd name="connsiteY9-18800" fmla="*/ 6596265 h 6858000"/>
              <a:gd name="connsiteX10-18801" fmla="*/ 250443 w 1605470"/>
              <a:gd name="connsiteY10-18802" fmla="*/ 6594818 h 6858000"/>
              <a:gd name="connsiteX11-18803" fmla="*/ 254688 w 1605470"/>
              <a:gd name="connsiteY11-18804" fmla="*/ 6593735 h 6858000"/>
              <a:gd name="connsiteX12-18805" fmla="*/ 257885 w 1605470"/>
              <a:gd name="connsiteY12-18806" fmla="*/ 6589172 h 6858000"/>
              <a:gd name="connsiteX13-18807" fmla="*/ 261179 w 1605470"/>
              <a:gd name="connsiteY13-18808" fmla="*/ 6574442 h 6858000"/>
              <a:gd name="connsiteX14-18809" fmla="*/ 261519 w 1605470"/>
              <a:gd name="connsiteY14-18810" fmla="*/ 6568530 h 6858000"/>
              <a:gd name="connsiteX15-18811" fmla="*/ 263928 w 1605470"/>
              <a:gd name="connsiteY15-18812" fmla="*/ 6560674 h 6858000"/>
              <a:gd name="connsiteX16-18813" fmla="*/ 264273 w 1605470"/>
              <a:gd name="connsiteY16-18814" fmla="*/ 6560598 h 6858000"/>
              <a:gd name="connsiteX17-18815" fmla="*/ 265970 w 1605470"/>
              <a:gd name="connsiteY17-18816" fmla="*/ 6553006 h 6858000"/>
              <a:gd name="connsiteX18-18817" fmla="*/ 270666 w 1605470"/>
              <a:gd name="connsiteY18-18818" fmla="*/ 6514360 h 6858000"/>
              <a:gd name="connsiteX19-18819" fmla="*/ 312320 w 1605470"/>
              <a:gd name="connsiteY19-18820" fmla="*/ 6478062 h 6858000"/>
              <a:gd name="connsiteX20-18821" fmla="*/ 323009 w 1605470"/>
              <a:gd name="connsiteY20-18822" fmla="*/ 6460325 h 6858000"/>
              <a:gd name="connsiteX21-18823" fmla="*/ 330242 w 1605470"/>
              <a:gd name="connsiteY21-18824" fmla="*/ 6451488 h 6858000"/>
              <a:gd name="connsiteX22-18825" fmla="*/ 331677 w 1605470"/>
              <a:gd name="connsiteY22-18826" fmla="*/ 6451348 h 6858000"/>
              <a:gd name="connsiteX23-18827" fmla="*/ 336035 w 1605470"/>
              <a:gd name="connsiteY23-18828" fmla="*/ 6414240 h 6858000"/>
              <a:gd name="connsiteX24-18829" fmla="*/ 338911 w 1605470"/>
              <a:gd name="connsiteY24-18830" fmla="*/ 6410269 h 6858000"/>
              <a:gd name="connsiteX25-18831" fmla="*/ 338811 w 1605470"/>
              <a:gd name="connsiteY25-18832" fmla="*/ 6384857 h 6858000"/>
              <a:gd name="connsiteX26-18833" fmla="*/ 340328 w 1605470"/>
              <a:gd name="connsiteY26-18834" fmla="*/ 6372381 h 6858000"/>
              <a:gd name="connsiteX27-18835" fmla="*/ 337522 w 1605470"/>
              <a:gd name="connsiteY27-18836" fmla="*/ 6367510 h 6858000"/>
              <a:gd name="connsiteX28-18837" fmla="*/ 341402 w 1605470"/>
              <a:gd name="connsiteY28-18838" fmla="*/ 6349778 h 6858000"/>
              <a:gd name="connsiteX29-18839" fmla="*/ 343067 w 1605470"/>
              <a:gd name="connsiteY29-18840" fmla="*/ 6348250 h 6858000"/>
              <a:gd name="connsiteX30-18841" fmla="*/ 341730 w 1605470"/>
              <a:gd name="connsiteY30-18842" fmla="*/ 6331735 h 6858000"/>
              <a:gd name="connsiteX31-18843" fmla="*/ 335123 w 1605470"/>
              <a:gd name="connsiteY31-18844" fmla="*/ 6315613 h 6858000"/>
              <a:gd name="connsiteX32-18845" fmla="*/ 385303 w 1605470"/>
              <a:gd name="connsiteY32-18846" fmla="*/ 6171970 h 6858000"/>
              <a:gd name="connsiteX33-18847" fmla="*/ 415652 w 1605470"/>
              <a:gd name="connsiteY33-18848" fmla="*/ 6028119 h 6858000"/>
              <a:gd name="connsiteX34-18849" fmla="*/ 442432 w 1605470"/>
              <a:gd name="connsiteY34-18850" fmla="*/ 5934687 h 6858000"/>
              <a:gd name="connsiteX35-18851" fmla="*/ 489472 w 1605470"/>
              <a:gd name="connsiteY35-18852" fmla="*/ 5732419 h 6858000"/>
              <a:gd name="connsiteX36-18853" fmla="*/ 512623 w 1605470"/>
              <a:gd name="connsiteY36-18854" fmla="*/ 5685392 h 6858000"/>
              <a:gd name="connsiteX37-18855" fmla="*/ 510261 w 1605470"/>
              <a:gd name="connsiteY37-18856" fmla="*/ 5634527 h 6858000"/>
              <a:gd name="connsiteX38-18857" fmla="*/ 523992 w 1605470"/>
              <a:gd name="connsiteY38-18858" fmla="*/ 5619557 h 6858000"/>
              <a:gd name="connsiteX39-18859" fmla="*/ 526609 w 1605470"/>
              <a:gd name="connsiteY39-18860" fmla="*/ 5617081 h 6858000"/>
              <a:gd name="connsiteX40-18861" fmla="*/ 531653 w 1605470"/>
              <a:gd name="connsiteY40-18862" fmla="*/ 5604904 h 6858000"/>
              <a:gd name="connsiteX41-18863" fmla="*/ 539863 w 1605470"/>
              <a:gd name="connsiteY41-18864" fmla="*/ 5604298 h 6858000"/>
              <a:gd name="connsiteX42-18865" fmla="*/ 552319 w 1605470"/>
              <a:gd name="connsiteY42-18866" fmla="*/ 5587997 h 6858000"/>
              <a:gd name="connsiteX43-18867" fmla="*/ 559710 w 1605470"/>
              <a:gd name="connsiteY43-18868" fmla="*/ 5564796 h 6858000"/>
              <a:gd name="connsiteX44-18869" fmla="*/ 587214 w 1605470"/>
              <a:gd name="connsiteY44-18870" fmla="*/ 5451511 h 6858000"/>
              <a:gd name="connsiteX45-18871" fmla="*/ 608019 w 1605470"/>
              <a:gd name="connsiteY45-18872" fmla="*/ 5385461 h 6858000"/>
              <a:gd name="connsiteX46-18873" fmla="*/ 622750 w 1605470"/>
              <a:gd name="connsiteY46-18874" fmla="*/ 5363084 h 6858000"/>
              <a:gd name="connsiteX47-18875" fmla="*/ 638731 w 1605470"/>
              <a:gd name="connsiteY47-18876" fmla="*/ 5330009 h 6858000"/>
              <a:gd name="connsiteX48-18877" fmla="*/ 672224 w 1605470"/>
              <a:gd name="connsiteY48-18878" fmla="*/ 5273739 h 6858000"/>
              <a:gd name="connsiteX49-18879" fmla="*/ 681823 w 1605470"/>
              <a:gd name="connsiteY49-18880" fmla="*/ 5241779 h 6858000"/>
              <a:gd name="connsiteX50-18881" fmla="*/ 693049 w 1605470"/>
              <a:gd name="connsiteY50-18882" fmla="*/ 5225268 h 6858000"/>
              <a:gd name="connsiteX51-18883" fmla="*/ 694069 w 1605470"/>
              <a:gd name="connsiteY51-18884" fmla="*/ 5217684 h 6858000"/>
              <a:gd name="connsiteX52-18885" fmla="*/ 701410 w 1605470"/>
              <a:gd name="connsiteY52-18886" fmla="*/ 5193377 h 6858000"/>
              <a:gd name="connsiteX53-18887" fmla="*/ 704713 w 1605470"/>
              <a:gd name="connsiteY53-18888" fmla="*/ 5179288 h 6858000"/>
              <a:gd name="connsiteX54-18889" fmla="*/ 705697 w 1605470"/>
              <a:gd name="connsiteY54-18890" fmla="*/ 5173621 h 6858000"/>
              <a:gd name="connsiteX55-18891" fmla="*/ 701331 w 1605470"/>
              <a:gd name="connsiteY55-18892" fmla="*/ 5159961 h 6858000"/>
              <a:gd name="connsiteX56-18893" fmla="*/ 708008 w 1605470"/>
              <a:gd name="connsiteY56-18894" fmla="*/ 5144295 h 6858000"/>
              <a:gd name="connsiteX57-18895" fmla="*/ 704941 w 1605470"/>
              <a:gd name="connsiteY57-18896" fmla="*/ 5125185 h 6858000"/>
              <a:gd name="connsiteX58-18897" fmla="*/ 711771 w 1605470"/>
              <a:gd name="connsiteY58-18898" fmla="*/ 5121884 h 6858000"/>
              <a:gd name="connsiteX59-18899" fmla="*/ 721092 w 1605470"/>
              <a:gd name="connsiteY59-18900" fmla="*/ 5108383 h 6858000"/>
              <a:gd name="connsiteX60-18901" fmla="*/ 717045 w 1605470"/>
              <a:gd name="connsiteY60-18902" fmla="*/ 5094705 h 6858000"/>
              <a:gd name="connsiteX61-18903" fmla="*/ 718807 w 1605470"/>
              <a:gd name="connsiteY61-18904" fmla="*/ 5067850 h 6858000"/>
              <a:gd name="connsiteX62-18905" fmla="*/ 721538 w 1605470"/>
              <a:gd name="connsiteY62-18906" fmla="*/ 5060861 h 6858000"/>
              <a:gd name="connsiteX63-18907" fmla="*/ 718242 w 1605470"/>
              <a:gd name="connsiteY63-18908" fmla="*/ 5034192 h 6858000"/>
              <a:gd name="connsiteX64-18909" fmla="*/ 719796 w 1605470"/>
              <a:gd name="connsiteY64-18910" fmla="*/ 4993030 h 6858000"/>
              <a:gd name="connsiteX65-18911" fmla="*/ 726705 w 1605470"/>
              <a:gd name="connsiteY65-18912" fmla="*/ 4946844 h 6858000"/>
              <a:gd name="connsiteX66-18913" fmla="*/ 722561 w 1605470"/>
              <a:gd name="connsiteY66-18914" fmla="*/ 4932692 h 6858000"/>
              <a:gd name="connsiteX67-18915" fmla="*/ 724935 w 1605470"/>
              <a:gd name="connsiteY67-18916" fmla="*/ 4821504 h 6858000"/>
              <a:gd name="connsiteX68-18917" fmla="*/ 732118 w 1605470"/>
              <a:gd name="connsiteY68-18918" fmla="*/ 4801535 h 6858000"/>
              <a:gd name="connsiteX69-18919" fmla="*/ 739787 w 1605470"/>
              <a:gd name="connsiteY69-18920" fmla="*/ 4797794 h 6858000"/>
              <a:gd name="connsiteX70-18921" fmla="*/ 741081 w 1605470"/>
              <a:gd name="connsiteY70-18922" fmla="*/ 4784526 h 6858000"/>
              <a:gd name="connsiteX71-18923" fmla="*/ 742865 w 1605470"/>
              <a:gd name="connsiteY71-18924" fmla="*/ 4781211 h 6858000"/>
              <a:gd name="connsiteX72-18925" fmla="*/ 751652 w 1605470"/>
              <a:gd name="connsiteY72-18926" fmla="*/ 4761984 h 6858000"/>
              <a:gd name="connsiteX73-18927" fmla="*/ 747700 w 1605470"/>
              <a:gd name="connsiteY73-18928" fmla="*/ 4690749 h 6858000"/>
              <a:gd name="connsiteX74-18929" fmla="*/ 743180 w 1605470"/>
              <a:gd name="connsiteY74-18930" fmla="*/ 4613201 h 6858000"/>
              <a:gd name="connsiteX75-18931" fmla="*/ 738263 w 1605470"/>
              <a:gd name="connsiteY75-18932" fmla="*/ 4444346 h 6858000"/>
              <a:gd name="connsiteX76-18933" fmla="*/ 756542 w 1605470"/>
              <a:gd name="connsiteY76-18934" fmla="*/ 4350346 h 6858000"/>
              <a:gd name="connsiteX77-18935" fmla="*/ 715481 w 1605470"/>
              <a:gd name="connsiteY77-18936" fmla="*/ 4214165 h 6858000"/>
              <a:gd name="connsiteX78-18937" fmla="*/ 719554 w 1605470"/>
              <a:gd name="connsiteY78-18938" fmla="*/ 4090296 h 6858000"/>
              <a:gd name="connsiteX79-18939" fmla="*/ 704810 w 1605470"/>
              <a:gd name="connsiteY79-18940" fmla="*/ 4033999 h 6858000"/>
              <a:gd name="connsiteX80-18941" fmla="*/ 705959 w 1605470"/>
              <a:gd name="connsiteY80-18942" fmla="*/ 4031933 h 6858000"/>
              <a:gd name="connsiteX81-18943" fmla="*/ 704535 w 1605470"/>
              <a:gd name="connsiteY81-18944" fmla="*/ 4013953 h 6858000"/>
              <a:gd name="connsiteX82-18945" fmla="*/ 700443 w 1605470"/>
              <a:gd name="connsiteY82-18946" fmla="*/ 4010511 h 6858000"/>
              <a:gd name="connsiteX83-18947" fmla="*/ 698282 w 1605470"/>
              <a:gd name="connsiteY83-18948" fmla="*/ 3998331 h 6858000"/>
              <a:gd name="connsiteX84-18949" fmla="*/ 690830 w 1605470"/>
              <a:gd name="connsiteY84-18950" fmla="*/ 3974753 h 6858000"/>
              <a:gd name="connsiteX85-18951" fmla="*/ 692428 w 1605470"/>
              <a:gd name="connsiteY85-18952" fmla="*/ 3969950 h 6858000"/>
              <a:gd name="connsiteX86-18953" fmla="*/ 685850 w 1605470"/>
              <a:gd name="connsiteY86-18954" fmla="*/ 3933779 h 6858000"/>
              <a:gd name="connsiteX87-18955" fmla="*/ 687181 w 1605470"/>
              <a:gd name="connsiteY87-18956" fmla="*/ 3933093 h 6858000"/>
              <a:gd name="connsiteX88-18957" fmla="*/ 691535 w 1605470"/>
              <a:gd name="connsiteY88-18958" fmla="*/ 3922082 h 6858000"/>
              <a:gd name="connsiteX89-18959" fmla="*/ 696613 w 1605470"/>
              <a:gd name="connsiteY89-18960" fmla="*/ 3901461 h 6858000"/>
              <a:gd name="connsiteX90-18961" fmla="*/ 719207 w 1605470"/>
              <a:gd name="connsiteY90-18962" fmla="*/ 3813873 h 6858000"/>
              <a:gd name="connsiteX91-18963" fmla="*/ 718632 w 1605470"/>
              <a:gd name="connsiteY91-18964" fmla="*/ 3806161 h 6858000"/>
              <a:gd name="connsiteX92-18965" fmla="*/ 718939 w 1605470"/>
              <a:gd name="connsiteY92-18966" fmla="*/ 3805957 h 6858000"/>
              <a:gd name="connsiteX93-18967" fmla="*/ 718966 w 1605470"/>
              <a:gd name="connsiteY93-18968" fmla="*/ 3797724 h 6858000"/>
              <a:gd name="connsiteX94-18969" fmla="*/ 717581 w 1605470"/>
              <a:gd name="connsiteY94-18970" fmla="*/ 3792098 h 6858000"/>
              <a:gd name="connsiteX95-18971" fmla="*/ 716465 w 1605470"/>
              <a:gd name="connsiteY95-18972" fmla="*/ 3777135 h 6858000"/>
              <a:gd name="connsiteX96-18973" fmla="*/ 718198 w 1605470"/>
              <a:gd name="connsiteY96-18974" fmla="*/ 3771656 h 6858000"/>
              <a:gd name="connsiteX97-18975" fmla="*/ 721941 w 1605470"/>
              <a:gd name="connsiteY97-18976" fmla="*/ 3769007 h 6858000"/>
              <a:gd name="connsiteX98-18977" fmla="*/ 721407 w 1605470"/>
              <a:gd name="connsiteY98-18978" fmla="*/ 3767709 h 6858000"/>
              <a:gd name="connsiteX99-18979" fmla="*/ 730103 w 1605470"/>
              <a:gd name="connsiteY99-18980" fmla="*/ 3738082 h 6858000"/>
              <a:gd name="connsiteX100-18981" fmla="*/ 737449 w 1605470"/>
              <a:gd name="connsiteY100-18982" fmla="*/ 3673397 h 6858000"/>
              <a:gd name="connsiteX101-18983" fmla="*/ 736745 w 1605470"/>
              <a:gd name="connsiteY101-18984" fmla="*/ 3637109 h 6858000"/>
              <a:gd name="connsiteX102-18985" fmla="*/ 740188 w 1605470"/>
              <a:gd name="connsiteY102-18986" fmla="*/ 3536883 h 6858000"/>
              <a:gd name="connsiteX103-18987" fmla="*/ 747726 w 1605470"/>
              <a:gd name="connsiteY103-18988" fmla="*/ 3435652 h 6858000"/>
              <a:gd name="connsiteX104-18989" fmla="*/ 774383 w 1605470"/>
              <a:gd name="connsiteY104-18990" fmla="*/ 3381564 h 6858000"/>
              <a:gd name="connsiteX105-18991" fmla="*/ 774870 w 1605470"/>
              <a:gd name="connsiteY105-18992" fmla="*/ 3375761 h 6858000"/>
              <a:gd name="connsiteX106-18993" fmla="*/ 770510 w 1605470"/>
              <a:gd name="connsiteY106-18994" fmla="*/ 3361844 h 6858000"/>
              <a:gd name="connsiteX107-18995" fmla="*/ 767933 w 1605470"/>
              <a:gd name="connsiteY107-18996" fmla="*/ 3356929 h 6858000"/>
              <a:gd name="connsiteX108-18997" fmla="*/ 766158 w 1605470"/>
              <a:gd name="connsiteY108-18998" fmla="*/ 3349058 h 6858000"/>
              <a:gd name="connsiteX109-18999" fmla="*/ 766414 w 1605470"/>
              <a:gd name="connsiteY109-19000" fmla="*/ 3348763 h 6858000"/>
              <a:gd name="connsiteX110-19001" fmla="*/ 764166 w 1605470"/>
              <a:gd name="connsiteY110-19002" fmla="*/ 3341588 h 6858000"/>
              <a:gd name="connsiteX111-19003" fmla="*/ 749397 w 1605470"/>
              <a:gd name="connsiteY111-19004" fmla="*/ 3307769 h 6858000"/>
              <a:gd name="connsiteX112-19005" fmla="*/ 766960 w 1605470"/>
              <a:gd name="connsiteY112-19006" fmla="*/ 3250522 h 6858000"/>
              <a:gd name="connsiteX113-19007" fmla="*/ 767385 w 1605470"/>
              <a:gd name="connsiteY113-19008" fmla="*/ 3229163 h 6858000"/>
              <a:gd name="connsiteX114-19009" fmla="*/ 769208 w 1605470"/>
              <a:gd name="connsiteY114-19010" fmla="*/ 3217217 h 6858000"/>
              <a:gd name="connsiteX115-19011" fmla="*/ 770350 w 1605470"/>
              <a:gd name="connsiteY115-19012" fmla="*/ 3216125 h 6858000"/>
              <a:gd name="connsiteX116-19013" fmla="*/ 756043 w 1605470"/>
              <a:gd name="connsiteY116-19014" fmla="*/ 3183755 h 6858000"/>
              <a:gd name="connsiteX117-19015" fmla="*/ 756544 w 1605470"/>
              <a:gd name="connsiteY117-19016" fmla="*/ 3178642 h 6858000"/>
              <a:gd name="connsiteX118-19017" fmla="*/ 744144 w 1605470"/>
              <a:gd name="connsiteY118-19018" fmla="*/ 3158586 h 6858000"/>
              <a:gd name="connsiteX119-19019" fmla="*/ 739378 w 1605470"/>
              <a:gd name="connsiteY119-19020" fmla="*/ 3147669 h 6858000"/>
              <a:gd name="connsiteX120-19021" fmla="*/ 734648 w 1605470"/>
              <a:gd name="connsiteY120-19022" fmla="*/ 3145733 h 6858000"/>
              <a:gd name="connsiteX121-19023" fmla="*/ 729329 w 1605470"/>
              <a:gd name="connsiteY121-19024" fmla="*/ 3129034 h 6858000"/>
              <a:gd name="connsiteX122-19025" fmla="*/ 729994 w 1605470"/>
              <a:gd name="connsiteY122-19026" fmla="*/ 3126682 h 6858000"/>
              <a:gd name="connsiteX123-19027" fmla="*/ 720862 w 1605470"/>
              <a:gd name="connsiteY123-19028" fmla="*/ 3114519 h 6858000"/>
              <a:gd name="connsiteX124-19029" fmla="*/ 707471 w 1605470"/>
              <a:gd name="connsiteY124-19030" fmla="*/ 3106272 h 6858000"/>
              <a:gd name="connsiteX125-19031" fmla="*/ 680201 w 1605470"/>
              <a:gd name="connsiteY125-19032" fmla="*/ 2958185 h 6858000"/>
              <a:gd name="connsiteX126-19033" fmla="*/ 622815 w 1605470"/>
              <a:gd name="connsiteY126-19034" fmla="*/ 2762989 h 6858000"/>
              <a:gd name="connsiteX127-19035" fmla="*/ 571733 w 1605470"/>
              <a:gd name="connsiteY127-19036" fmla="*/ 2554718 h 6858000"/>
              <a:gd name="connsiteX128-19037" fmla="*/ 551827 w 1605470"/>
              <a:gd name="connsiteY128-19038" fmla="*/ 2485734 h 6858000"/>
              <a:gd name="connsiteX129-19039" fmla="*/ 542550 w 1605470"/>
              <a:gd name="connsiteY129-19040" fmla="*/ 2447068 h 6858000"/>
              <a:gd name="connsiteX130-19041" fmla="*/ 529511 w 1605470"/>
              <a:gd name="connsiteY130-19042" fmla="*/ 2425819 h 6858000"/>
              <a:gd name="connsiteX131-19043" fmla="*/ 528878 w 1605470"/>
              <a:gd name="connsiteY131-19044" fmla="*/ 2408971 h 6858000"/>
              <a:gd name="connsiteX132-19045" fmla="*/ 535510 w 1605470"/>
              <a:gd name="connsiteY132-19046" fmla="*/ 2402874 h 6858000"/>
              <a:gd name="connsiteX133-19047" fmla="*/ 538122 w 1605470"/>
              <a:gd name="connsiteY133-19048" fmla="*/ 2381443 h 6858000"/>
              <a:gd name="connsiteX134-19049" fmla="*/ 514451 w 1605470"/>
              <a:gd name="connsiteY134-19050" fmla="*/ 2261920 h 6858000"/>
              <a:gd name="connsiteX135-19051" fmla="*/ 486968 w 1605470"/>
              <a:gd name="connsiteY135-19052" fmla="*/ 2182937 h 6858000"/>
              <a:gd name="connsiteX136-19053" fmla="*/ 488555 w 1605470"/>
              <a:gd name="connsiteY136-19054" fmla="*/ 2155135 h 6858000"/>
              <a:gd name="connsiteX137-19055" fmla="*/ 486013 w 1605470"/>
              <a:gd name="connsiteY137-19056" fmla="*/ 2118008 h 6858000"/>
              <a:gd name="connsiteX138-19057" fmla="*/ 487006 w 1605470"/>
              <a:gd name="connsiteY138-19058" fmla="*/ 2050531 h 6858000"/>
              <a:gd name="connsiteX139-19059" fmla="*/ 478812 w 1605470"/>
              <a:gd name="connsiteY139-19060" fmla="*/ 1963269 h 6858000"/>
              <a:gd name="connsiteX140-19061" fmla="*/ 442619 w 1605470"/>
              <a:gd name="connsiteY140-19062" fmla="*/ 1910499 h 6858000"/>
              <a:gd name="connsiteX141-19063" fmla="*/ 446785 w 1605470"/>
              <a:gd name="connsiteY141-19064" fmla="*/ 1903212 h 6858000"/>
              <a:gd name="connsiteX142-19065" fmla="*/ 436547 w 1605470"/>
              <a:gd name="connsiteY142-19066" fmla="*/ 1861531 h 6858000"/>
              <a:gd name="connsiteX143-19067" fmla="*/ 390346 w 1605470"/>
              <a:gd name="connsiteY143-19068" fmla="*/ 1732919 h 6858000"/>
              <a:gd name="connsiteX144-19069" fmla="*/ 362657 w 1605470"/>
              <a:gd name="connsiteY144-19070" fmla="*/ 1663540 h 6858000"/>
              <a:gd name="connsiteX145-19071" fmla="*/ 361783 w 1605470"/>
              <a:gd name="connsiteY145-19072" fmla="*/ 1615777 h 6858000"/>
              <a:gd name="connsiteX146-19073" fmla="*/ 342578 w 1605470"/>
              <a:gd name="connsiteY146-19074" fmla="*/ 1563678 h 6858000"/>
              <a:gd name="connsiteX147-19075" fmla="*/ 355658 w 1605470"/>
              <a:gd name="connsiteY147-19076" fmla="*/ 1519474 h 6858000"/>
              <a:gd name="connsiteX148-19077" fmla="*/ 348400 w 1605470"/>
              <a:gd name="connsiteY148-19078" fmla="*/ 1477995 h 6858000"/>
              <a:gd name="connsiteX149-19079" fmla="*/ 334485 w 1605470"/>
              <a:gd name="connsiteY149-19080" fmla="*/ 1373769 h 6858000"/>
              <a:gd name="connsiteX150-19081" fmla="*/ 342792 w 1605470"/>
              <a:gd name="connsiteY150-19082" fmla="*/ 1307086 h 6858000"/>
              <a:gd name="connsiteX151-19083" fmla="*/ 343980 w 1605470"/>
              <a:gd name="connsiteY151-19084" fmla="*/ 1189033 h 6858000"/>
              <a:gd name="connsiteX152-19085" fmla="*/ 348665 w 1605470"/>
              <a:gd name="connsiteY152-19086" fmla="*/ 1168288 h 6858000"/>
              <a:gd name="connsiteX153-19087" fmla="*/ 340947 w 1605470"/>
              <a:gd name="connsiteY153-19088" fmla="*/ 1142577 h 6858000"/>
              <a:gd name="connsiteX154-19089" fmla="*/ 330253 w 1605470"/>
              <a:gd name="connsiteY154-19090" fmla="*/ 1088484 h 6858000"/>
              <a:gd name="connsiteX155-19091" fmla="*/ 318989 w 1605470"/>
              <a:gd name="connsiteY155-19092" fmla="*/ 1016103 h 6858000"/>
              <a:gd name="connsiteX156-19093" fmla="*/ 320445 w 1605470"/>
              <a:gd name="connsiteY156-19094" fmla="*/ 932283 h 6858000"/>
              <a:gd name="connsiteX157-19095" fmla="*/ 322681 w 1605470"/>
              <a:gd name="connsiteY157-19096" fmla="*/ 915925 h 6858000"/>
              <a:gd name="connsiteX158-19097" fmla="*/ 315310 w 1605470"/>
              <a:gd name="connsiteY158-19098" fmla="*/ 896999 h 6858000"/>
              <a:gd name="connsiteX159-19099" fmla="*/ 284718 w 1605470"/>
              <a:gd name="connsiteY159-19100" fmla="*/ 821517 h 6858000"/>
              <a:gd name="connsiteX160-19101" fmla="*/ 263668 w 1605470"/>
              <a:gd name="connsiteY160-19102" fmla="*/ 751353 h 6858000"/>
              <a:gd name="connsiteX161-19103" fmla="*/ 263226 w 1605470"/>
              <a:gd name="connsiteY161-19104" fmla="*/ 721230 h 6858000"/>
              <a:gd name="connsiteX162-19105" fmla="*/ 248897 w 1605470"/>
              <a:gd name="connsiteY162-19106" fmla="*/ 681659 h 6858000"/>
              <a:gd name="connsiteX163-19107" fmla="*/ 234316 w 1605470"/>
              <a:gd name="connsiteY163-19108" fmla="*/ 635218 h 6858000"/>
              <a:gd name="connsiteX164-19109" fmla="*/ 239327 w 1605470"/>
              <a:gd name="connsiteY164-19110" fmla="*/ 613763 h 6858000"/>
              <a:gd name="connsiteX165-19111" fmla="*/ 225269 w 1605470"/>
              <a:gd name="connsiteY165-19112" fmla="*/ 598582 h 6858000"/>
              <a:gd name="connsiteX166-19113" fmla="*/ 224950 w 1605470"/>
              <a:gd name="connsiteY166-19114" fmla="*/ 576846 h 6858000"/>
              <a:gd name="connsiteX167-19115" fmla="*/ 204576 w 1605470"/>
              <a:gd name="connsiteY167-19116" fmla="*/ 530055 h 6858000"/>
              <a:gd name="connsiteX168-19117" fmla="*/ 219064 w 1605470"/>
              <a:gd name="connsiteY168-19118" fmla="*/ 469651 h 6858000"/>
              <a:gd name="connsiteX169-19119" fmla="*/ 195012 w 1605470"/>
              <a:gd name="connsiteY169-19120" fmla="*/ 448559 h 6858000"/>
              <a:gd name="connsiteX170-19121" fmla="*/ 201434 w 1605470"/>
              <a:gd name="connsiteY170-19122" fmla="*/ 441529 h 6858000"/>
              <a:gd name="connsiteX171-19123" fmla="*/ 200655 w 1605470"/>
              <a:gd name="connsiteY171-19124" fmla="*/ 428927 h 6858000"/>
              <a:gd name="connsiteX172-19125" fmla="*/ 190059 w 1605470"/>
              <a:gd name="connsiteY172-19126" fmla="*/ 430161 h 6858000"/>
              <a:gd name="connsiteX173-19127" fmla="*/ 167079 w 1605470"/>
              <a:gd name="connsiteY173-19128" fmla="*/ 367211 h 6858000"/>
              <a:gd name="connsiteX174-19129" fmla="*/ 124571 w 1605470"/>
              <a:gd name="connsiteY174-19130" fmla="*/ 302178 h 6858000"/>
              <a:gd name="connsiteX175-19131" fmla="*/ 103243 w 1605470"/>
              <a:gd name="connsiteY175-19132" fmla="*/ 211375 h 6858000"/>
              <a:gd name="connsiteX176-19133" fmla="*/ 94571 w 1605470"/>
              <a:gd name="connsiteY176-19134" fmla="*/ 184179 h 6858000"/>
              <a:gd name="connsiteX177-19135" fmla="*/ 13437 w 1605470"/>
              <a:gd name="connsiteY177-19136" fmla="*/ 19287 h 6858000"/>
              <a:gd name="connsiteX178-19137" fmla="*/ 0 w 1605470"/>
              <a:gd name="connsiteY178-19138" fmla="*/ 0 h 6858000"/>
              <a:gd name="connsiteX0-19139" fmla="*/ 0 w 1605470"/>
              <a:gd name="connsiteY0-19140" fmla="*/ 0 h 6858000"/>
              <a:gd name="connsiteX1-19141" fmla="*/ 1605470 w 1605470"/>
              <a:gd name="connsiteY1-19142" fmla="*/ 0 h 6858000"/>
              <a:gd name="connsiteX2-19143" fmla="*/ 1605470 w 1605470"/>
              <a:gd name="connsiteY2-19144" fmla="*/ 6858000 h 6858000"/>
              <a:gd name="connsiteX3-19145" fmla="*/ 154105 w 1605470"/>
              <a:gd name="connsiteY3-19146" fmla="*/ 6858000 h 6858000"/>
              <a:gd name="connsiteX4-19147" fmla="*/ 154246 w 1605470"/>
              <a:gd name="connsiteY4-19148" fmla="*/ 6857735 h 6858000"/>
              <a:gd name="connsiteX5-19149" fmla="*/ 166295 w 1605470"/>
              <a:gd name="connsiteY5-19150" fmla="*/ 6809549 h 6858000"/>
              <a:gd name="connsiteX6-19151" fmla="*/ 198506 w 1605470"/>
              <a:gd name="connsiteY6-19152" fmla="*/ 6715115 h 6858000"/>
              <a:gd name="connsiteX7-19153" fmla="*/ 208357 w 1605470"/>
              <a:gd name="connsiteY7-19154" fmla="*/ 6680170 h 6858000"/>
              <a:gd name="connsiteX8-19155" fmla="*/ 233907 w 1605470"/>
              <a:gd name="connsiteY8-19156" fmla="*/ 6621207 h 6858000"/>
              <a:gd name="connsiteX9-19157" fmla="*/ 250564 w 1605470"/>
              <a:gd name="connsiteY9-19158" fmla="*/ 6596265 h 6858000"/>
              <a:gd name="connsiteX10-19159" fmla="*/ 250443 w 1605470"/>
              <a:gd name="connsiteY10-19160" fmla="*/ 6594818 h 6858000"/>
              <a:gd name="connsiteX11-19161" fmla="*/ 254688 w 1605470"/>
              <a:gd name="connsiteY11-19162" fmla="*/ 6593735 h 6858000"/>
              <a:gd name="connsiteX12-19163" fmla="*/ 257885 w 1605470"/>
              <a:gd name="connsiteY12-19164" fmla="*/ 6589172 h 6858000"/>
              <a:gd name="connsiteX13-19165" fmla="*/ 261179 w 1605470"/>
              <a:gd name="connsiteY13-19166" fmla="*/ 6574442 h 6858000"/>
              <a:gd name="connsiteX14-19167" fmla="*/ 261519 w 1605470"/>
              <a:gd name="connsiteY14-19168" fmla="*/ 6568530 h 6858000"/>
              <a:gd name="connsiteX15-19169" fmla="*/ 263928 w 1605470"/>
              <a:gd name="connsiteY15-19170" fmla="*/ 6560674 h 6858000"/>
              <a:gd name="connsiteX16-19171" fmla="*/ 264273 w 1605470"/>
              <a:gd name="connsiteY16-19172" fmla="*/ 6560598 h 6858000"/>
              <a:gd name="connsiteX17-19173" fmla="*/ 265970 w 1605470"/>
              <a:gd name="connsiteY17-19174" fmla="*/ 6553006 h 6858000"/>
              <a:gd name="connsiteX18-19175" fmla="*/ 270666 w 1605470"/>
              <a:gd name="connsiteY18-19176" fmla="*/ 6514360 h 6858000"/>
              <a:gd name="connsiteX19-19177" fmla="*/ 312320 w 1605470"/>
              <a:gd name="connsiteY19-19178" fmla="*/ 6478062 h 6858000"/>
              <a:gd name="connsiteX20-19179" fmla="*/ 323009 w 1605470"/>
              <a:gd name="connsiteY20-19180" fmla="*/ 6460325 h 6858000"/>
              <a:gd name="connsiteX21-19181" fmla="*/ 330242 w 1605470"/>
              <a:gd name="connsiteY21-19182" fmla="*/ 6451488 h 6858000"/>
              <a:gd name="connsiteX22-19183" fmla="*/ 331677 w 1605470"/>
              <a:gd name="connsiteY22-19184" fmla="*/ 6451348 h 6858000"/>
              <a:gd name="connsiteX23-19185" fmla="*/ 336035 w 1605470"/>
              <a:gd name="connsiteY23-19186" fmla="*/ 6414240 h 6858000"/>
              <a:gd name="connsiteX24-19187" fmla="*/ 338911 w 1605470"/>
              <a:gd name="connsiteY24-19188" fmla="*/ 6410269 h 6858000"/>
              <a:gd name="connsiteX25-19189" fmla="*/ 338811 w 1605470"/>
              <a:gd name="connsiteY25-19190" fmla="*/ 6384857 h 6858000"/>
              <a:gd name="connsiteX26-19191" fmla="*/ 340328 w 1605470"/>
              <a:gd name="connsiteY26-19192" fmla="*/ 6372381 h 6858000"/>
              <a:gd name="connsiteX27-19193" fmla="*/ 337522 w 1605470"/>
              <a:gd name="connsiteY27-19194" fmla="*/ 6367510 h 6858000"/>
              <a:gd name="connsiteX28-19195" fmla="*/ 341402 w 1605470"/>
              <a:gd name="connsiteY28-19196" fmla="*/ 6349778 h 6858000"/>
              <a:gd name="connsiteX29-19197" fmla="*/ 343067 w 1605470"/>
              <a:gd name="connsiteY29-19198" fmla="*/ 6348250 h 6858000"/>
              <a:gd name="connsiteX30-19199" fmla="*/ 341730 w 1605470"/>
              <a:gd name="connsiteY30-19200" fmla="*/ 6331735 h 6858000"/>
              <a:gd name="connsiteX31-19201" fmla="*/ 335123 w 1605470"/>
              <a:gd name="connsiteY31-19202" fmla="*/ 6315613 h 6858000"/>
              <a:gd name="connsiteX32-19203" fmla="*/ 411359 w 1605470"/>
              <a:gd name="connsiteY32-19204" fmla="*/ 6113913 h 6858000"/>
              <a:gd name="connsiteX33-19205" fmla="*/ 415652 w 1605470"/>
              <a:gd name="connsiteY33-19206" fmla="*/ 6028119 h 6858000"/>
              <a:gd name="connsiteX34-19207" fmla="*/ 442432 w 1605470"/>
              <a:gd name="connsiteY34-19208" fmla="*/ 5934687 h 6858000"/>
              <a:gd name="connsiteX35-19209" fmla="*/ 489472 w 1605470"/>
              <a:gd name="connsiteY35-19210" fmla="*/ 5732419 h 6858000"/>
              <a:gd name="connsiteX36-19211" fmla="*/ 512623 w 1605470"/>
              <a:gd name="connsiteY36-19212" fmla="*/ 5685392 h 6858000"/>
              <a:gd name="connsiteX37-19213" fmla="*/ 510261 w 1605470"/>
              <a:gd name="connsiteY37-19214" fmla="*/ 5634527 h 6858000"/>
              <a:gd name="connsiteX38-19215" fmla="*/ 523992 w 1605470"/>
              <a:gd name="connsiteY38-19216" fmla="*/ 5619557 h 6858000"/>
              <a:gd name="connsiteX39-19217" fmla="*/ 526609 w 1605470"/>
              <a:gd name="connsiteY39-19218" fmla="*/ 5617081 h 6858000"/>
              <a:gd name="connsiteX40-19219" fmla="*/ 531653 w 1605470"/>
              <a:gd name="connsiteY40-19220" fmla="*/ 5604904 h 6858000"/>
              <a:gd name="connsiteX41-19221" fmla="*/ 539863 w 1605470"/>
              <a:gd name="connsiteY41-19222" fmla="*/ 5604298 h 6858000"/>
              <a:gd name="connsiteX42-19223" fmla="*/ 552319 w 1605470"/>
              <a:gd name="connsiteY42-19224" fmla="*/ 5587997 h 6858000"/>
              <a:gd name="connsiteX43-19225" fmla="*/ 559710 w 1605470"/>
              <a:gd name="connsiteY43-19226" fmla="*/ 5564796 h 6858000"/>
              <a:gd name="connsiteX44-19227" fmla="*/ 587214 w 1605470"/>
              <a:gd name="connsiteY44-19228" fmla="*/ 5451511 h 6858000"/>
              <a:gd name="connsiteX45-19229" fmla="*/ 608019 w 1605470"/>
              <a:gd name="connsiteY45-19230" fmla="*/ 5385461 h 6858000"/>
              <a:gd name="connsiteX46-19231" fmla="*/ 622750 w 1605470"/>
              <a:gd name="connsiteY46-19232" fmla="*/ 5363084 h 6858000"/>
              <a:gd name="connsiteX47-19233" fmla="*/ 638731 w 1605470"/>
              <a:gd name="connsiteY47-19234" fmla="*/ 5330009 h 6858000"/>
              <a:gd name="connsiteX48-19235" fmla="*/ 672224 w 1605470"/>
              <a:gd name="connsiteY48-19236" fmla="*/ 5273739 h 6858000"/>
              <a:gd name="connsiteX49-19237" fmla="*/ 681823 w 1605470"/>
              <a:gd name="connsiteY49-19238" fmla="*/ 5241779 h 6858000"/>
              <a:gd name="connsiteX50-19239" fmla="*/ 693049 w 1605470"/>
              <a:gd name="connsiteY50-19240" fmla="*/ 5225268 h 6858000"/>
              <a:gd name="connsiteX51-19241" fmla="*/ 694069 w 1605470"/>
              <a:gd name="connsiteY51-19242" fmla="*/ 5217684 h 6858000"/>
              <a:gd name="connsiteX52-19243" fmla="*/ 701410 w 1605470"/>
              <a:gd name="connsiteY52-19244" fmla="*/ 5193377 h 6858000"/>
              <a:gd name="connsiteX53-19245" fmla="*/ 704713 w 1605470"/>
              <a:gd name="connsiteY53-19246" fmla="*/ 5179288 h 6858000"/>
              <a:gd name="connsiteX54-19247" fmla="*/ 705697 w 1605470"/>
              <a:gd name="connsiteY54-19248" fmla="*/ 5173621 h 6858000"/>
              <a:gd name="connsiteX55-19249" fmla="*/ 701331 w 1605470"/>
              <a:gd name="connsiteY55-19250" fmla="*/ 5159961 h 6858000"/>
              <a:gd name="connsiteX56-19251" fmla="*/ 708008 w 1605470"/>
              <a:gd name="connsiteY56-19252" fmla="*/ 5144295 h 6858000"/>
              <a:gd name="connsiteX57-19253" fmla="*/ 704941 w 1605470"/>
              <a:gd name="connsiteY57-19254" fmla="*/ 5125185 h 6858000"/>
              <a:gd name="connsiteX58-19255" fmla="*/ 711771 w 1605470"/>
              <a:gd name="connsiteY58-19256" fmla="*/ 5121884 h 6858000"/>
              <a:gd name="connsiteX59-19257" fmla="*/ 721092 w 1605470"/>
              <a:gd name="connsiteY59-19258" fmla="*/ 5108383 h 6858000"/>
              <a:gd name="connsiteX60-19259" fmla="*/ 717045 w 1605470"/>
              <a:gd name="connsiteY60-19260" fmla="*/ 5094705 h 6858000"/>
              <a:gd name="connsiteX61-19261" fmla="*/ 718807 w 1605470"/>
              <a:gd name="connsiteY61-19262" fmla="*/ 5067850 h 6858000"/>
              <a:gd name="connsiteX62-19263" fmla="*/ 721538 w 1605470"/>
              <a:gd name="connsiteY62-19264" fmla="*/ 5060861 h 6858000"/>
              <a:gd name="connsiteX63-19265" fmla="*/ 718242 w 1605470"/>
              <a:gd name="connsiteY63-19266" fmla="*/ 5034192 h 6858000"/>
              <a:gd name="connsiteX64-19267" fmla="*/ 719796 w 1605470"/>
              <a:gd name="connsiteY64-19268" fmla="*/ 4993030 h 6858000"/>
              <a:gd name="connsiteX65-19269" fmla="*/ 726705 w 1605470"/>
              <a:gd name="connsiteY65-19270" fmla="*/ 4946844 h 6858000"/>
              <a:gd name="connsiteX66-19271" fmla="*/ 722561 w 1605470"/>
              <a:gd name="connsiteY66-19272" fmla="*/ 4932692 h 6858000"/>
              <a:gd name="connsiteX67-19273" fmla="*/ 724935 w 1605470"/>
              <a:gd name="connsiteY67-19274" fmla="*/ 4821504 h 6858000"/>
              <a:gd name="connsiteX68-19275" fmla="*/ 732118 w 1605470"/>
              <a:gd name="connsiteY68-19276" fmla="*/ 4801535 h 6858000"/>
              <a:gd name="connsiteX69-19277" fmla="*/ 739787 w 1605470"/>
              <a:gd name="connsiteY69-19278" fmla="*/ 4797794 h 6858000"/>
              <a:gd name="connsiteX70-19279" fmla="*/ 741081 w 1605470"/>
              <a:gd name="connsiteY70-19280" fmla="*/ 4784526 h 6858000"/>
              <a:gd name="connsiteX71-19281" fmla="*/ 742865 w 1605470"/>
              <a:gd name="connsiteY71-19282" fmla="*/ 4781211 h 6858000"/>
              <a:gd name="connsiteX72-19283" fmla="*/ 751652 w 1605470"/>
              <a:gd name="connsiteY72-19284" fmla="*/ 4761984 h 6858000"/>
              <a:gd name="connsiteX73-19285" fmla="*/ 747700 w 1605470"/>
              <a:gd name="connsiteY73-19286" fmla="*/ 4690749 h 6858000"/>
              <a:gd name="connsiteX74-19287" fmla="*/ 743180 w 1605470"/>
              <a:gd name="connsiteY74-19288" fmla="*/ 4613201 h 6858000"/>
              <a:gd name="connsiteX75-19289" fmla="*/ 738263 w 1605470"/>
              <a:gd name="connsiteY75-19290" fmla="*/ 4444346 h 6858000"/>
              <a:gd name="connsiteX76-19291" fmla="*/ 756542 w 1605470"/>
              <a:gd name="connsiteY76-19292" fmla="*/ 4350346 h 6858000"/>
              <a:gd name="connsiteX77-19293" fmla="*/ 715481 w 1605470"/>
              <a:gd name="connsiteY77-19294" fmla="*/ 4214165 h 6858000"/>
              <a:gd name="connsiteX78-19295" fmla="*/ 719554 w 1605470"/>
              <a:gd name="connsiteY78-19296" fmla="*/ 4090296 h 6858000"/>
              <a:gd name="connsiteX79-19297" fmla="*/ 704810 w 1605470"/>
              <a:gd name="connsiteY79-19298" fmla="*/ 4033999 h 6858000"/>
              <a:gd name="connsiteX80-19299" fmla="*/ 705959 w 1605470"/>
              <a:gd name="connsiteY80-19300" fmla="*/ 4031933 h 6858000"/>
              <a:gd name="connsiteX81-19301" fmla="*/ 704535 w 1605470"/>
              <a:gd name="connsiteY81-19302" fmla="*/ 4013953 h 6858000"/>
              <a:gd name="connsiteX82-19303" fmla="*/ 700443 w 1605470"/>
              <a:gd name="connsiteY82-19304" fmla="*/ 4010511 h 6858000"/>
              <a:gd name="connsiteX83-19305" fmla="*/ 698282 w 1605470"/>
              <a:gd name="connsiteY83-19306" fmla="*/ 3998331 h 6858000"/>
              <a:gd name="connsiteX84-19307" fmla="*/ 690830 w 1605470"/>
              <a:gd name="connsiteY84-19308" fmla="*/ 3974753 h 6858000"/>
              <a:gd name="connsiteX85-19309" fmla="*/ 692428 w 1605470"/>
              <a:gd name="connsiteY85-19310" fmla="*/ 3969950 h 6858000"/>
              <a:gd name="connsiteX86-19311" fmla="*/ 685850 w 1605470"/>
              <a:gd name="connsiteY86-19312" fmla="*/ 3933779 h 6858000"/>
              <a:gd name="connsiteX87-19313" fmla="*/ 687181 w 1605470"/>
              <a:gd name="connsiteY87-19314" fmla="*/ 3933093 h 6858000"/>
              <a:gd name="connsiteX88-19315" fmla="*/ 691535 w 1605470"/>
              <a:gd name="connsiteY88-19316" fmla="*/ 3922082 h 6858000"/>
              <a:gd name="connsiteX89-19317" fmla="*/ 696613 w 1605470"/>
              <a:gd name="connsiteY89-19318" fmla="*/ 3901461 h 6858000"/>
              <a:gd name="connsiteX90-19319" fmla="*/ 719207 w 1605470"/>
              <a:gd name="connsiteY90-19320" fmla="*/ 3813873 h 6858000"/>
              <a:gd name="connsiteX91-19321" fmla="*/ 718632 w 1605470"/>
              <a:gd name="connsiteY91-19322" fmla="*/ 3806161 h 6858000"/>
              <a:gd name="connsiteX92-19323" fmla="*/ 718939 w 1605470"/>
              <a:gd name="connsiteY92-19324" fmla="*/ 3805957 h 6858000"/>
              <a:gd name="connsiteX93-19325" fmla="*/ 718966 w 1605470"/>
              <a:gd name="connsiteY93-19326" fmla="*/ 3797724 h 6858000"/>
              <a:gd name="connsiteX94-19327" fmla="*/ 717581 w 1605470"/>
              <a:gd name="connsiteY94-19328" fmla="*/ 3792098 h 6858000"/>
              <a:gd name="connsiteX95-19329" fmla="*/ 716465 w 1605470"/>
              <a:gd name="connsiteY95-19330" fmla="*/ 3777135 h 6858000"/>
              <a:gd name="connsiteX96-19331" fmla="*/ 718198 w 1605470"/>
              <a:gd name="connsiteY96-19332" fmla="*/ 3771656 h 6858000"/>
              <a:gd name="connsiteX97-19333" fmla="*/ 721941 w 1605470"/>
              <a:gd name="connsiteY97-19334" fmla="*/ 3769007 h 6858000"/>
              <a:gd name="connsiteX98-19335" fmla="*/ 721407 w 1605470"/>
              <a:gd name="connsiteY98-19336" fmla="*/ 3767709 h 6858000"/>
              <a:gd name="connsiteX99-19337" fmla="*/ 730103 w 1605470"/>
              <a:gd name="connsiteY99-19338" fmla="*/ 3738082 h 6858000"/>
              <a:gd name="connsiteX100-19339" fmla="*/ 737449 w 1605470"/>
              <a:gd name="connsiteY100-19340" fmla="*/ 3673397 h 6858000"/>
              <a:gd name="connsiteX101-19341" fmla="*/ 736745 w 1605470"/>
              <a:gd name="connsiteY101-19342" fmla="*/ 3637109 h 6858000"/>
              <a:gd name="connsiteX102-19343" fmla="*/ 740188 w 1605470"/>
              <a:gd name="connsiteY102-19344" fmla="*/ 3536883 h 6858000"/>
              <a:gd name="connsiteX103-19345" fmla="*/ 747726 w 1605470"/>
              <a:gd name="connsiteY103-19346" fmla="*/ 3435652 h 6858000"/>
              <a:gd name="connsiteX104-19347" fmla="*/ 774383 w 1605470"/>
              <a:gd name="connsiteY104-19348" fmla="*/ 3381564 h 6858000"/>
              <a:gd name="connsiteX105-19349" fmla="*/ 774870 w 1605470"/>
              <a:gd name="connsiteY105-19350" fmla="*/ 3375761 h 6858000"/>
              <a:gd name="connsiteX106-19351" fmla="*/ 770510 w 1605470"/>
              <a:gd name="connsiteY106-19352" fmla="*/ 3361844 h 6858000"/>
              <a:gd name="connsiteX107-19353" fmla="*/ 767933 w 1605470"/>
              <a:gd name="connsiteY107-19354" fmla="*/ 3356929 h 6858000"/>
              <a:gd name="connsiteX108-19355" fmla="*/ 766158 w 1605470"/>
              <a:gd name="connsiteY108-19356" fmla="*/ 3349058 h 6858000"/>
              <a:gd name="connsiteX109-19357" fmla="*/ 766414 w 1605470"/>
              <a:gd name="connsiteY109-19358" fmla="*/ 3348763 h 6858000"/>
              <a:gd name="connsiteX110-19359" fmla="*/ 764166 w 1605470"/>
              <a:gd name="connsiteY110-19360" fmla="*/ 3341588 h 6858000"/>
              <a:gd name="connsiteX111-19361" fmla="*/ 749397 w 1605470"/>
              <a:gd name="connsiteY111-19362" fmla="*/ 3307769 h 6858000"/>
              <a:gd name="connsiteX112-19363" fmla="*/ 766960 w 1605470"/>
              <a:gd name="connsiteY112-19364" fmla="*/ 3250522 h 6858000"/>
              <a:gd name="connsiteX113-19365" fmla="*/ 767385 w 1605470"/>
              <a:gd name="connsiteY113-19366" fmla="*/ 3229163 h 6858000"/>
              <a:gd name="connsiteX114-19367" fmla="*/ 769208 w 1605470"/>
              <a:gd name="connsiteY114-19368" fmla="*/ 3217217 h 6858000"/>
              <a:gd name="connsiteX115-19369" fmla="*/ 770350 w 1605470"/>
              <a:gd name="connsiteY115-19370" fmla="*/ 3216125 h 6858000"/>
              <a:gd name="connsiteX116-19371" fmla="*/ 756043 w 1605470"/>
              <a:gd name="connsiteY116-19372" fmla="*/ 3183755 h 6858000"/>
              <a:gd name="connsiteX117-19373" fmla="*/ 756544 w 1605470"/>
              <a:gd name="connsiteY117-19374" fmla="*/ 3178642 h 6858000"/>
              <a:gd name="connsiteX118-19375" fmla="*/ 744144 w 1605470"/>
              <a:gd name="connsiteY118-19376" fmla="*/ 3158586 h 6858000"/>
              <a:gd name="connsiteX119-19377" fmla="*/ 739378 w 1605470"/>
              <a:gd name="connsiteY119-19378" fmla="*/ 3147669 h 6858000"/>
              <a:gd name="connsiteX120-19379" fmla="*/ 734648 w 1605470"/>
              <a:gd name="connsiteY120-19380" fmla="*/ 3145733 h 6858000"/>
              <a:gd name="connsiteX121-19381" fmla="*/ 729329 w 1605470"/>
              <a:gd name="connsiteY121-19382" fmla="*/ 3129034 h 6858000"/>
              <a:gd name="connsiteX122-19383" fmla="*/ 729994 w 1605470"/>
              <a:gd name="connsiteY122-19384" fmla="*/ 3126682 h 6858000"/>
              <a:gd name="connsiteX123-19385" fmla="*/ 720862 w 1605470"/>
              <a:gd name="connsiteY123-19386" fmla="*/ 3114519 h 6858000"/>
              <a:gd name="connsiteX124-19387" fmla="*/ 707471 w 1605470"/>
              <a:gd name="connsiteY124-19388" fmla="*/ 3106272 h 6858000"/>
              <a:gd name="connsiteX125-19389" fmla="*/ 680201 w 1605470"/>
              <a:gd name="connsiteY125-19390" fmla="*/ 2958185 h 6858000"/>
              <a:gd name="connsiteX126-19391" fmla="*/ 622815 w 1605470"/>
              <a:gd name="connsiteY126-19392" fmla="*/ 2762989 h 6858000"/>
              <a:gd name="connsiteX127-19393" fmla="*/ 571733 w 1605470"/>
              <a:gd name="connsiteY127-19394" fmla="*/ 2554718 h 6858000"/>
              <a:gd name="connsiteX128-19395" fmla="*/ 551827 w 1605470"/>
              <a:gd name="connsiteY128-19396" fmla="*/ 2485734 h 6858000"/>
              <a:gd name="connsiteX129-19397" fmla="*/ 542550 w 1605470"/>
              <a:gd name="connsiteY129-19398" fmla="*/ 2447068 h 6858000"/>
              <a:gd name="connsiteX130-19399" fmla="*/ 529511 w 1605470"/>
              <a:gd name="connsiteY130-19400" fmla="*/ 2425819 h 6858000"/>
              <a:gd name="connsiteX131-19401" fmla="*/ 528878 w 1605470"/>
              <a:gd name="connsiteY131-19402" fmla="*/ 2408971 h 6858000"/>
              <a:gd name="connsiteX132-19403" fmla="*/ 535510 w 1605470"/>
              <a:gd name="connsiteY132-19404" fmla="*/ 2402874 h 6858000"/>
              <a:gd name="connsiteX133-19405" fmla="*/ 538122 w 1605470"/>
              <a:gd name="connsiteY133-19406" fmla="*/ 2381443 h 6858000"/>
              <a:gd name="connsiteX134-19407" fmla="*/ 514451 w 1605470"/>
              <a:gd name="connsiteY134-19408" fmla="*/ 2261920 h 6858000"/>
              <a:gd name="connsiteX135-19409" fmla="*/ 486968 w 1605470"/>
              <a:gd name="connsiteY135-19410" fmla="*/ 2182937 h 6858000"/>
              <a:gd name="connsiteX136-19411" fmla="*/ 488555 w 1605470"/>
              <a:gd name="connsiteY136-19412" fmla="*/ 2155135 h 6858000"/>
              <a:gd name="connsiteX137-19413" fmla="*/ 486013 w 1605470"/>
              <a:gd name="connsiteY137-19414" fmla="*/ 2118008 h 6858000"/>
              <a:gd name="connsiteX138-19415" fmla="*/ 487006 w 1605470"/>
              <a:gd name="connsiteY138-19416" fmla="*/ 2050531 h 6858000"/>
              <a:gd name="connsiteX139-19417" fmla="*/ 478812 w 1605470"/>
              <a:gd name="connsiteY139-19418" fmla="*/ 1963269 h 6858000"/>
              <a:gd name="connsiteX140-19419" fmla="*/ 442619 w 1605470"/>
              <a:gd name="connsiteY140-19420" fmla="*/ 1910499 h 6858000"/>
              <a:gd name="connsiteX141-19421" fmla="*/ 446785 w 1605470"/>
              <a:gd name="connsiteY141-19422" fmla="*/ 1903212 h 6858000"/>
              <a:gd name="connsiteX142-19423" fmla="*/ 436547 w 1605470"/>
              <a:gd name="connsiteY142-19424" fmla="*/ 1861531 h 6858000"/>
              <a:gd name="connsiteX143-19425" fmla="*/ 390346 w 1605470"/>
              <a:gd name="connsiteY143-19426" fmla="*/ 1732919 h 6858000"/>
              <a:gd name="connsiteX144-19427" fmla="*/ 362657 w 1605470"/>
              <a:gd name="connsiteY144-19428" fmla="*/ 1663540 h 6858000"/>
              <a:gd name="connsiteX145-19429" fmla="*/ 361783 w 1605470"/>
              <a:gd name="connsiteY145-19430" fmla="*/ 1615777 h 6858000"/>
              <a:gd name="connsiteX146-19431" fmla="*/ 342578 w 1605470"/>
              <a:gd name="connsiteY146-19432" fmla="*/ 1563678 h 6858000"/>
              <a:gd name="connsiteX147-19433" fmla="*/ 355658 w 1605470"/>
              <a:gd name="connsiteY147-19434" fmla="*/ 1519474 h 6858000"/>
              <a:gd name="connsiteX148-19435" fmla="*/ 348400 w 1605470"/>
              <a:gd name="connsiteY148-19436" fmla="*/ 1477995 h 6858000"/>
              <a:gd name="connsiteX149-19437" fmla="*/ 334485 w 1605470"/>
              <a:gd name="connsiteY149-19438" fmla="*/ 1373769 h 6858000"/>
              <a:gd name="connsiteX150-19439" fmla="*/ 342792 w 1605470"/>
              <a:gd name="connsiteY150-19440" fmla="*/ 1307086 h 6858000"/>
              <a:gd name="connsiteX151-19441" fmla="*/ 343980 w 1605470"/>
              <a:gd name="connsiteY151-19442" fmla="*/ 1189033 h 6858000"/>
              <a:gd name="connsiteX152-19443" fmla="*/ 348665 w 1605470"/>
              <a:gd name="connsiteY152-19444" fmla="*/ 1168288 h 6858000"/>
              <a:gd name="connsiteX153-19445" fmla="*/ 340947 w 1605470"/>
              <a:gd name="connsiteY153-19446" fmla="*/ 1142577 h 6858000"/>
              <a:gd name="connsiteX154-19447" fmla="*/ 330253 w 1605470"/>
              <a:gd name="connsiteY154-19448" fmla="*/ 1088484 h 6858000"/>
              <a:gd name="connsiteX155-19449" fmla="*/ 318989 w 1605470"/>
              <a:gd name="connsiteY155-19450" fmla="*/ 1016103 h 6858000"/>
              <a:gd name="connsiteX156-19451" fmla="*/ 320445 w 1605470"/>
              <a:gd name="connsiteY156-19452" fmla="*/ 932283 h 6858000"/>
              <a:gd name="connsiteX157-19453" fmla="*/ 322681 w 1605470"/>
              <a:gd name="connsiteY157-19454" fmla="*/ 915925 h 6858000"/>
              <a:gd name="connsiteX158-19455" fmla="*/ 315310 w 1605470"/>
              <a:gd name="connsiteY158-19456" fmla="*/ 896999 h 6858000"/>
              <a:gd name="connsiteX159-19457" fmla="*/ 284718 w 1605470"/>
              <a:gd name="connsiteY159-19458" fmla="*/ 821517 h 6858000"/>
              <a:gd name="connsiteX160-19459" fmla="*/ 263668 w 1605470"/>
              <a:gd name="connsiteY160-19460" fmla="*/ 751353 h 6858000"/>
              <a:gd name="connsiteX161-19461" fmla="*/ 263226 w 1605470"/>
              <a:gd name="connsiteY161-19462" fmla="*/ 721230 h 6858000"/>
              <a:gd name="connsiteX162-19463" fmla="*/ 248897 w 1605470"/>
              <a:gd name="connsiteY162-19464" fmla="*/ 681659 h 6858000"/>
              <a:gd name="connsiteX163-19465" fmla="*/ 234316 w 1605470"/>
              <a:gd name="connsiteY163-19466" fmla="*/ 635218 h 6858000"/>
              <a:gd name="connsiteX164-19467" fmla="*/ 239327 w 1605470"/>
              <a:gd name="connsiteY164-19468" fmla="*/ 613763 h 6858000"/>
              <a:gd name="connsiteX165-19469" fmla="*/ 225269 w 1605470"/>
              <a:gd name="connsiteY165-19470" fmla="*/ 598582 h 6858000"/>
              <a:gd name="connsiteX166-19471" fmla="*/ 224950 w 1605470"/>
              <a:gd name="connsiteY166-19472" fmla="*/ 576846 h 6858000"/>
              <a:gd name="connsiteX167-19473" fmla="*/ 204576 w 1605470"/>
              <a:gd name="connsiteY167-19474" fmla="*/ 530055 h 6858000"/>
              <a:gd name="connsiteX168-19475" fmla="*/ 219064 w 1605470"/>
              <a:gd name="connsiteY168-19476" fmla="*/ 469651 h 6858000"/>
              <a:gd name="connsiteX169-19477" fmla="*/ 195012 w 1605470"/>
              <a:gd name="connsiteY169-19478" fmla="*/ 448559 h 6858000"/>
              <a:gd name="connsiteX170-19479" fmla="*/ 201434 w 1605470"/>
              <a:gd name="connsiteY170-19480" fmla="*/ 441529 h 6858000"/>
              <a:gd name="connsiteX171-19481" fmla="*/ 200655 w 1605470"/>
              <a:gd name="connsiteY171-19482" fmla="*/ 428927 h 6858000"/>
              <a:gd name="connsiteX172-19483" fmla="*/ 190059 w 1605470"/>
              <a:gd name="connsiteY172-19484" fmla="*/ 430161 h 6858000"/>
              <a:gd name="connsiteX173-19485" fmla="*/ 167079 w 1605470"/>
              <a:gd name="connsiteY173-19486" fmla="*/ 367211 h 6858000"/>
              <a:gd name="connsiteX174-19487" fmla="*/ 124571 w 1605470"/>
              <a:gd name="connsiteY174-19488" fmla="*/ 302178 h 6858000"/>
              <a:gd name="connsiteX175-19489" fmla="*/ 103243 w 1605470"/>
              <a:gd name="connsiteY175-19490" fmla="*/ 211375 h 6858000"/>
              <a:gd name="connsiteX176-19491" fmla="*/ 94571 w 1605470"/>
              <a:gd name="connsiteY176-19492" fmla="*/ 184179 h 6858000"/>
              <a:gd name="connsiteX177-19493" fmla="*/ 13437 w 1605470"/>
              <a:gd name="connsiteY177-19494" fmla="*/ 19287 h 6858000"/>
              <a:gd name="connsiteX178-19495" fmla="*/ 0 w 1605470"/>
              <a:gd name="connsiteY178-19496" fmla="*/ 0 h 6858000"/>
              <a:gd name="connsiteX0-19497" fmla="*/ 0 w 1605470"/>
              <a:gd name="connsiteY0-19498" fmla="*/ 0 h 6858000"/>
              <a:gd name="connsiteX1-19499" fmla="*/ 1605470 w 1605470"/>
              <a:gd name="connsiteY1-19500" fmla="*/ 0 h 6858000"/>
              <a:gd name="connsiteX2-19501" fmla="*/ 1605470 w 1605470"/>
              <a:gd name="connsiteY2-19502" fmla="*/ 6858000 h 6858000"/>
              <a:gd name="connsiteX3-19503" fmla="*/ 154105 w 1605470"/>
              <a:gd name="connsiteY3-19504" fmla="*/ 6858000 h 6858000"/>
              <a:gd name="connsiteX4-19505" fmla="*/ 154246 w 1605470"/>
              <a:gd name="connsiteY4-19506" fmla="*/ 6857735 h 6858000"/>
              <a:gd name="connsiteX5-19507" fmla="*/ 166295 w 1605470"/>
              <a:gd name="connsiteY5-19508" fmla="*/ 6809549 h 6858000"/>
              <a:gd name="connsiteX6-19509" fmla="*/ 198506 w 1605470"/>
              <a:gd name="connsiteY6-19510" fmla="*/ 6715115 h 6858000"/>
              <a:gd name="connsiteX7-19511" fmla="*/ 208357 w 1605470"/>
              <a:gd name="connsiteY7-19512" fmla="*/ 6680170 h 6858000"/>
              <a:gd name="connsiteX8-19513" fmla="*/ 233907 w 1605470"/>
              <a:gd name="connsiteY8-19514" fmla="*/ 6621207 h 6858000"/>
              <a:gd name="connsiteX9-19515" fmla="*/ 250564 w 1605470"/>
              <a:gd name="connsiteY9-19516" fmla="*/ 6596265 h 6858000"/>
              <a:gd name="connsiteX10-19517" fmla="*/ 250443 w 1605470"/>
              <a:gd name="connsiteY10-19518" fmla="*/ 6594818 h 6858000"/>
              <a:gd name="connsiteX11-19519" fmla="*/ 254688 w 1605470"/>
              <a:gd name="connsiteY11-19520" fmla="*/ 6593735 h 6858000"/>
              <a:gd name="connsiteX12-19521" fmla="*/ 257885 w 1605470"/>
              <a:gd name="connsiteY12-19522" fmla="*/ 6589172 h 6858000"/>
              <a:gd name="connsiteX13-19523" fmla="*/ 261179 w 1605470"/>
              <a:gd name="connsiteY13-19524" fmla="*/ 6574442 h 6858000"/>
              <a:gd name="connsiteX14-19525" fmla="*/ 261519 w 1605470"/>
              <a:gd name="connsiteY14-19526" fmla="*/ 6568530 h 6858000"/>
              <a:gd name="connsiteX15-19527" fmla="*/ 263928 w 1605470"/>
              <a:gd name="connsiteY15-19528" fmla="*/ 6560674 h 6858000"/>
              <a:gd name="connsiteX16-19529" fmla="*/ 264273 w 1605470"/>
              <a:gd name="connsiteY16-19530" fmla="*/ 6560598 h 6858000"/>
              <a:gd name="connsiteX17-19531" fmla="*/ 265970 w 1605470"/>
              <a:gd name="connsiteY17-19532" fmla="*/ 6553006 h 6858000"/>
              <a:gd name="connsiteX18-19533" fmla="*/ 270666 w 1605470"/>
              <a:gd name="connsiteY18-19534" fmla="*/ 6514360 h 6858000"/>
              <a:gd name="connsiteX19-19535" fmla="*/ 312320 w 1605470"/>
              <a:gd name="connsiteY19-19536" fmla="*/ 6478062 h 6858000"/>
              <a:gd name="connsiteX20-19537" fmla="*/ 323009 w 1605470"/>
              <a:gd name="connsiteY20-19538" fmla="*/ 6460325 h 6858000"/>
              <a:gd name="connsiteX21-19539" fmla="*/ 330242 w 1605470"/>
              <a:gd name="connsiteY21-19540" fmla="*/ 6451488 h 6858000"/>
              <a:gd name="connsiteX22-19541" fmla="*/ 331677 w 1605470"/>
              <a:gd name="connsiteY22-19542" fmla="*/ 6451348 h 6858000"/>
              <a:gd name="connsiteX23-19543" fmla="*/ 336035 w 1605470"/>
              <a:gd name="connsiteY23-19544" fmla="*/ 6414240 h 6858000"/>
              <a:gd name="connsiteX24-19545" fmla="*/ 338911 w 1605470"/>
              <a:gd name="connsiteY24-19546" fmla="*/ 6410269 h 6858000"/>
              <a:gd name="connsiteX25-19547" fmla="*/ 338811 w 1605470"/>
              <a:gd name="connsiteY25-19548" fmla="*/ 6384857 h 6858000"/>
              <a:gd name="connsiteX26-19549" fmla="*/ 340328 w 1605470"/>
              <a:gd name="connsiteY26-19550" fmla="*/ 6372381 h 6858000"/>
              <a:gd name="connsiteX27-19551" fmla="*/ 337522 w 1605470"/>
              <a:gd name="connsiteY27-19552" fmla="*/ 6367510 h 6858000"/>
              <a:gd name="connsiteX28-19553" fmla="*/ 341402 w 1605470"/>
              <a:gd name="connsiteY28-19554" fmla="*/ 6349778 h 6858000"/>
              <a:gd name="connsiteX29-19555" fmla="*/ 343067 w 1605470"/>
              <a:gd name="connsiteY29-19556" fmla="*/ 6348250 h 6858000"/>
              <a:gd name="connsiteX30-19557" fmla="*/ 341730 w 1605470"/>
              <a:gd name="connsiteY30-19558" fmla="*/ 6331735 h 6858000"/>
              <a:gd name="connsiteX31-19559" fmla="*/ 369864 w 1605470"/>
              <a:gd name="connsiteY31-19560" fmla="*/ 6211940 h 6858000"/>
              <a:gd name="connsiteX32-19561" fmla="*/ 411359 w 1605470"/>
              <a:gd name="connsiteY32-19562" fmla="*/ 6113913 h 6858000"/>
              <a:gd name="connsiteX33-19563" fmla="*/ 415652 w 1605470"/>
              <a:gd name="connsiteY33-19564" fmla="*/ 6028119 h 6858000"/>
              <a:gd name="connsiteX34-19565" fmla="*/ 442432 w 1605470"/>
              <a:gd name="connsiteY34-19566" fmla="*/ 5934687 h 6858000"/>
              <a:gd name="connsiteX35-19567" fmla="*/ 489472 w 1605470"/>
              <a:gd name="connsiteY35-19568" fmla="*/ 5732419 h 6858000"/>
              <a:gd name="connsiteX36-19569" fmla="*/ 512623 w 1605470"/>
              <a:gd name="connsiteY36-19570" fmla="*/ 5685392 h 6858000"/>
              <a:gd name="connsiteX37-19571" fmla="*/ 510261 w 1605470"/>
              <a:gd name="connsiteY37-19572" fmla="*/ 5634527 h 6858000"/>
              <a:gd name="connsiteX38-19573" fmla="*/ 523992 w 1605470"/>
              <a:gd name="connsiteY38-19574" fmla="*/ 5619557 h 6858000"/>
              <a:gd name="connsiteX39-19575" fmla="*/ 526609 w 1605470"/>
              <a:gd name="connsiteY39-19576" fmla="*/ 5617081 h 6858000"/>
              <a:gd name="connsiteX40-19577" fmla="*/ 531653 w 1605470"/>
              <a:gd name="connsiteY40-19578" fmla="*/ 5604904 h 6858000"/>
              <a:gd name="connsiteX41-19579" fmla="*/ 539863 w 1605470"/>
              <a:gd name="connsiteY41-19580" fmla="*/ 5604298 h 6858000"/>
              <a:gd name="connsiteX42-19581" fmla="*/ 552319 w 1605470"/>
              <a:gd name="connsiteY42-19582" fmla="*/ 5587997 h 6858000"/>
              <a:gd name="connsiteX43-19583" fmla="*/ 559710 w 1605470"/>
              <a:gd name="connsiteY43-19584" fmla="*/ 5564796 h 6858000"/>
              <a:gd name="connsiteX44-19585" fmla="*/ 587214 w 1605470"/>
              <a:gd name="connsiteY44-19586" fmla="*/ 5451511 h 6858000"/>
              <a:gd name="connsiteX45-19587" fmla="*/ 608019 w 1605470"/>
              <a:gd name="connsiteY45-19588" fmla="*/ 5385461 h 6858000"/>
              <a:gd name="connsiteX46-19589" fmla="*/ 622750 w 1605470"/>
              <a:gd name="connsiteY46-19590" fmla="*/ 5363084 h 6858000"/>
              <a:gd name="connsiteX47-19591" fmla="*/ 638731 w 1605470"/>
              <a:gd name="connsiteY47-19592" fmla="*/ 5330009 h 6858000"/>
              <a:gd name="connsiteX48-19593" fmla="*/ 672224 w 1605470"/>
              <a:gd name="connsiteY48-19594" fmla="*/ 5273739 h 6858000"/>
              <a:gd name="connsiteX49-19595" fmla="*/ 681823 w 1605470"/>
              <a:gd name="connsiteY49-19596" fmla="*/ 5241779 h 6858000"/>
              <a:gd name="connsiteX50-19597" fmla="*/ 693049 w 1605470"/>
              <a:gd name="connsiteY50-19598" fmla="*/ 5225268 h 6858000"/>
              <a:gd name="connsiteX51-19599" fmla="*/ 694069 w 1605470"/>
              <a:gd name="connsiteY51-19600" fmla="*/ 5217684 h 6858000"/>
              <a:gd name="connsiteX52-19601" fmla="*/ 701410 w 1605470"/>
              <a:gd name="connsiteY52-19602" fmla="*/ 5193377 h 6858000"/>
              <a:gd name="connsiteX53-19603" fmla="*/ 704713 w 1605470"/>
              <a:gd name="connsiteY53-19604" fmla="*/ 5179288 h 6858000"/>
              <a:gd name="connsiteX54-19605" fmla="*/ 705697 w 1605470"/>
              <a:gd name="connsiteY54-19606" fmla="*/ 5173621 h 6858000"/>
              <a:gd name="connsiteX55-19607" fmla="*/ 701331 w 1605470"/>
              <a:gd name="connsiteY55-19608" fmla="*/ 5159961 h 6858000"/>
              <a:gd name="connsiteX56-19609" fmla="*/ 708008 w 1605470"/>
              <a:gd name="connsiteY56-19610" fmla="*/ 5144295 h 6858000"/>
              <a:gd name="connsiteX57-19611" fmla="*/ 704941 w 1605470"/>
              <a:gd name="connsiteY57-19612" fmla="*/ 5125185 h 6858000"/>
              <a:gd name="connsiteX58-19613" fmla="*/ 711771 w 1605470"/>
              <a:gd name="connsiteY58-19614" fmla="*/ 5121884 h 6858000"/>
              <a:gd name="connsiteX59-19615" fmla="*/ 721092 w 1605470"/>
              <a:gd name="connsiteY59-19616" fmla="*/ 5108383 h 6858000"/>
              <a:gd name="connsiteX60-19617" fmla="*/ 717045 w 1605470"/>
              <a:gd name="connsiteY60-19618" fmla="*/ 5094705 h 6858000"/>
              <a:gd name="connsiteX61-19619" fmla="*/ 718807 w 1605470"/>
              <a:gd name="connsiteY61-19620" fmla="*/ 5067850 h 6858000"/>
              <a:gd name="connsiteX62-19621" fmla="*/ 721538 w 1605470"/>
              <a:gd name="connsiteY62-19622" fmla="*/ 5060861 h 6858000"/>
              <a:gd name="connsiteX63-19623" fmla="*/ 718242 w 1605470"/>
              <a:gd name="connsiteY63-19624" fmla="*/ 5034192 h 6858000"/>
              <a:gd name="connsiteX64-19625" fmla="*/ 719796 w 1605470"/>
              <a:gd name="connsiteY64-19626" fmla="*/ 4993030 h 6858000"/>
              <a:gd name="connsiteX65-19627" fmla="*/ 726705 w 1605470"/>
              <a:gd name="connsiteY65-19628" fmla="*/ 4946844 h 6858000"/>
              <a:gd name="connsiteX66-19629" fmla="*/ 722561 w 1605470"/>
              <a:gd name="connsiteY66-19630" fmla="*/ 4932692 h 6858000"/>
              <a:gd name="connsiteX67-19631" fmla="*/ 724935 w 1605470"/>
              <a:gd name="connsiteY67-19632" fmla="*/ 4821504 h 6858000"/>
              <a:gd name="connsiteX68-19633" fmla="*/ 732118 w 1605470"/>
              <a:gd name="connsiteY68-19634" fmla="*/ 4801535 h 6858000"/>
              <a:gd name="connsiteX69-19635" fmla="*/ 739787 w 1605470"/>
              <a:gd name="connsiteY69-19636" fmla="*/ 4797794 h 6858000"/>
              <a:gd name="connsiteX70-19637" fmla="*/ 741081 w 1605470"/>
              <a:gd name="connsiteY70-19638" fmla="*/ 4784526 h 6858000"/>
              <a:gd name="connsiteX71-19639" fmla="*/ 742865 w 1605470"/>
              <a:gd name="connsiteY71-19640" fmla="*/ 4781211 h 6858000"/>
              <a:gd name="connsiteX72-19641" fmla="*/ 751652 w 1605470"/>
              <a:gd name="connsiteY72-19642" fmla="*/ 4761984 h 6858000"/>
              <a:gd name="connsiteX73-19643" fmla="*/ 747700 w 1605470"/>
              <a:gd name="connsiteY73-19644" fmla="*/ 4690749 h 6858000"/>
              <a:gd name="connsiteX74-19645" fmla="*/ 743180 w 1605470"/>
              <a:gd name="connsiteY74-19646" fmla="*/ 4613201 h 6858000"/>
              <a:gd name="connsiteX75-19647" fmla="*/ 738263 w 1605470"/>
              <a:gd name="connsiteY75-19648" fmla="*/ 4444346 h 6858000"/>
              <a:gd name="connsiteX76-19649" fmla="*/ 756542 w 1605470"/>
              <a:gd name="connsiteY76-19650" fmla="*/ 4350346 h 6858000"/>
              <a:gd name="connsiteX77-19651" fmla="*/ 715481 w 1605470"/>
              <a:gd name="connsiteY77-19652" fmla="*/ 4214165 h 6858000"/>
              <a:gd name="connsiteX78-19653" fmla="*/ 719554 w 1605470"/>
              <a:gd name="connsiteY78-19654" fmla="*/ 4090296 h 6858000"/>
              <a:gd name="connsiteX79-19655" fmla="*/ 704810 w 1605470"/>
              <a:gd name="connsiteY79-19656" fmla="*/ 4033999 h 6858000"/>
              <a:gd name="connsiteX80-19657" fmla="*/ 705959 w 1605470"/>
              <a:gd name="connsiteY80-19658" fmla="*/ 4031933 h 6858000"/>
              <a:gd name="connsiteX81-19659" fmla="*/ 704535 w 1605470"/>
              <a:gd name="connsiteY81-19660" fmla="*/ 4013953 h 6858000"/>
              <a:gd name="connsiteX82-19661" fmla="*/ 700443 w 1605470"/>
              <a:gd name="connsiteY82-19662" fmla="*/ 4010511 h 6858000"/>
              <a:gd name="connsiteX83-19663" fmla="*/ 698282 w 1605470"/>
              <a:gd name="connsiteY83-19664" fmla="*/ 3998331 h 6858000"/>
              <a:gd name="connsiteX84-19665" fmla="*/ 690830 w 1605470"/>
              <a:gd name="connsiteY84-19666" fmla="*/ 3974753 h 6858000"/>
              <a:gd name="connsiteX85-19667" fmla="*/ 692428 w 1605470"/>
              <a:gd name="connsiteY85-19668" fmla="*/ 3969950 h 6858000"/>
              <a:gd name="connsiteX86-19669" fmla="*/ 685850 w 1605470"/>
              <a:gd name="connsiteY86-19670" fmla="*/ 3933779 h 6858000"/>
              <a:gd name="connsiteX87-19671" fmla="*/ 687181 w 1605470"/>
              <a:gd name="connsiteY87-19672" fmla="*/ 3933093 h 6858000"/>
              <a:gd name="connsiteX88-19673" fmla="*/ 691535 w 1605470"/>
              <a:gd name="connsiteY88-19674" fmla="*/ 3922082 h 6858000"/>
              <a:gd name="connsiteX89-19675" fmla="*/ 696613 w 1605470"/>
              <a:gd name="connsiteY89-19676" fmla="*/ 3901461 h 6858000"/>
              <a:gd name="connsiteX90-19677" fmla="*/ 719207 w 1605470"/>
              <a:gd name="connsiteY90-19678" fmla="*/ 3813873 h 6858000"/>
              <a:gd name="connsiteX91-19679" fmla="*/ 718632 w 1605470"/>
              <a:gd name="connsiteY91-19680" fmla="*/ 3806161 h 6858000"/>
              <a:gd name="connsiteX92-19681" fmla="*/ 718939 w 1605470"/>
              <a:gd name="connsiteY92-19682" fmla="*/ 3805957 h 6858000"/>
              <a:gd name="connsiteX93-19683" fmla="*/ 718966 w 1605470"/>
              <a:gd name="connsiteY93-19684" fmla="*/ 3797724 h 6858000"/>
              <a:gd name="connsiteX94-19685" fmla="*/ 717581 w 1605470"/>
              <a:gd name="connsiteY94-19686" fmla="*/ 3792098 h 6858000"/>
              <a:gd name="connsiteX95-19687" fmla="*/ 716465 w 1605470"/>
              <a:gd name="connsiteY95-19688" fmla="*/ 3777135 h 6858000"/>
              <a:gd name="connsiteX96-19689" fmla="*/ 718198 w 1605470"/>
              <a:gd name="connsiteY96-19690" fmla="*/ 3771656 h 6858000"/>
              <a:gd name="connsiteX97-19691" fmla="*/ 721941 w 1605470"/>
              <a:gd name="connsiteY97-19692" fmla="*/ 3769007 h 6858000"/>
              <a:gd name="connsiteX98-19693" fmla="*/ 721407 w 1605470"/>
              <a:gd name="connsiteY98-19694" fmla="*/ 3767709 h 6858000"/>
              <a:gd name="connsiteX99-19695" fmla="*/ 730103 w 1605470"/>
              <a:gd name="connsiteY99-19696" fmla="*/ 3738082 h 6858000"/>
              <a:gd name="connsiteX100-19697" fmla="*/ 737449 w 1605470"/>
              <a:gd name="connsiteY100-19698" fmla="*/ 3673397 h 6858000"/>
              <a:gd name="connsiteX101-19699" fmla="*/ 736745 w 1605470"/>
              <a:gd name="connsiteY101-19700" fmla="*/ 3637109 h 6858000"/>
              <a:gd name="connsiteX102-19701" fmla="*/ 740188 w 1605470"/>
              <a:gd name="connsiteY102-19702" fmla="*/ 3536883 h 6858000"/>
              <a:gd name="connsiteX103-19703" fmla="*/ 747726 w 1605470"/>
              <a:gd name="connsiteY103-19704" fmla="*/ 3435652 h 6858000"/>
              <a:gd name="connsiteX104-19705" fmla="*/ 774383 w 1605470"/>
              <a:gd name="connsiteY104-19706" fmla="*/ 3381564 h 6858000"/>
              <a:gd name="connsiteX105-19707" fmla="*/ 774870 w 1605470"/>
              <a:gd name="connsiteY105-19708" fmla="*/ 3375761 h 6858000"/>
              <a:gd name="connsiteX106-19709" fmla="*/ 770510 w 1605470"/>
              <a:gd name="connsiteY106-19710" fmla="*/ 3361844 h 6858000"/>
              <a:gd name="connsiteX107-19711" fmla="*/ 767933 w 1605470"/>
              <a:gd name="connsiteY107-19712" fmla="*/ 3356929 h 6858000"/>
              <a:gd name="connsiteX108-19713" fmla="*/ 766158 w 1605470"/>
              <a:gd name="connsiteY108-19714" fmla="*/ 3349058 h 6858000"/>
              <a:gd name="connsiteX109-19715" fmla="*/ 766414 w 1605470"/>
              <a:gd name="connsiteY109-19716" fmla="*/ 3348763 h 6858000"/>
              <a:gd name="connsiteX110-19717" fmla="*/ 764166 w 1605470"/>
              <a:gd name="connsiteY110-19718" fmla="*/ 3341588 h 6858000"/>
              <a:gd name="connsiteX111-19719" fmla="*/ 749397 w 1605470"/>
              <a:gd name="connsiteY111-19720" fmla="*/ 3307769 h 6858000"/>
              <a:gd name="connsiteX112-19721" fmla="*/ 766960 w 1605470"/>
              <a:gd name="connsiteY112-19722" fmla="*/ 3250522 h 6858000"/>
              <a:gd name="connsiteX113-19723" fmla="*/ 767385 w 1605470"/>
              <a:gd name="connsiteY113-19724" fmla="*/ 3229163 h 6858000"/>
              <a:gd name="connsiteX114-19725" fmla="*/ 769208 w 1605470"/>
              <a:gd name="connsiteY114-19726" fmla="*/ 3217217 h 6858000"/>
              <a:gd name="connsiteX115-19727" fmla="*/ 770350 w 1605470"/>
              <a:gd name="connsiteY115-19728" fmla="*/ 3216125 h 6858000"/>
              <a:gd name="connsiteX116-19729" fmla="*/ 756043 w 1605470"/>
              <a:gd name="connsiteY116-19730" fmla="*/ 3183755 h 6858000"/>
              <a:gd name="connsiteX117-19731" fmla="*/ 756544 w 1605470"/>
              <a:gd name="connsiteY117-19732" fmla="*/ 3178642 h 6858000"/>
              <a:gd name="connsiteX118-19733" fmla="*/ 744144 w 1605470"/>
              <a:gd name="connsiteY118-19734" fmla="*/ 3158586 h 6858000"/>
              <a:gd name="connsiteX119-19735" fmla="*/ 739378 w 1605470"/>
              <a:gd name="connsiteY119-19736" fmla="*/ 3147669 h 6858000"/>
              <a:gd name="connsiteX120-19737" fmla="*/ 734648 w 1605470"/>
              <a:gd name="connsiteY120-19738" fmla="*/ 3145733 h 6858000"/>
              <a:gd name="connsiteX121-19739" fmla="*/ 729329 w 1605470"/>
              <a:gd name="connsiteY121-19740" fmla="*/ 3129034 h 6858000"/>
              <a:gd name="connsiteX122-19741" fmla="*/ 729994 w 1605470"/>
              <a:gd name="connsiteY122-19742" fmla="*/ 3126682 h 6858000"/>
              <a:gd name="connsiteX123-19743" fmla="*/ 720862 w 1605470"/>
              <a:gd name="connsiteY123-19744" fmla="*/ 3114519 h 6858000"/>
              <a:gd name="connsiteX124-19745" fmla="*/ 707471 w 1605470"/>
              <a:gd name="connsiteY124-19746" fmla="*/ 3106272 h 6858000"/>
              <a:gd name="connsiteX125-19747" fmla="*/ 680201 w 1605470"/>
              <a:gd name="connsiteY125-19748" fmla="*/ 2958185 h 6858000"/>
              <a:gd name="connsiteX126-19749" fmla="*/ 622815 w 1605470"/>
              <a:gd name="connsiteY126-19750" fmla="*/ 2762989 h 6858000"/>
              <a:gd name="connsiteX127-19751" fmla="*/ 571733 w 1605470"/>
              <a:gd name="connsiteY127-19752" fmla="*/ 2554718 h 6858000"/>
              <a:gd name="connsiteX128-19753" fmla="*/ 551827 w 1605470"/>
              <a:gd name="connsiteY128-19754" fmla="*/ 2485734 h 6858000"/>
              <a:gd name="connsiteX129-19755" fmla="*/ 542550 w 1605470"/>
              <a:gd name="connsiteY129-19756" fmla="*/ 2447068 h 6858000"/>
              <a:gd name="connsiteX130-19757" fmla="*/ 529511 w 1605470"/>
              <a:gd name="connsiteY130-19758" fmla="*/ 2425819 h 6858000"/>
              <a:gd name="connsiteX131-19759" fmla="*/ 528878 w 1605470"/>
              <a:gd name="connsiteY131-19760" fmla="*/ 2408971 h 6858000"/>
              <a:gd name="connsiteX132-19761" fmla="*/ 535510 w 1605470"/>
              <a:gd name="connsiteY132-19762" fmla="*/ 2402874 h 6858000"/>
              <a:gd name="connsiteX133-19763" fmla="*/ 538122 w 1605470"/>
              <a:gd name="connsiteY133-19764" fmla="*/ 2381443 h 6858000"/>
              <a:gd name="connsiteX134-19765" fmla="*/ 514451 w 1605470"/>
              <a:gd name="connsiteY134-19766" fmla="*/ 2261920 h 6858000"/>
              <a:gd name="connsiteX135-19767" fmla="*/ 486968 w 1605470"/>
              <a:gd name="connsiteY135-19768" fmla="*/ 2182937 h 6858000"/>
              <a:gd name="connsiteX136-19769" fmla="*/ 488555 w 1605470"/>
              <a:gd name="connsiteY136-19770" fmla="*/ 2155135 h 6858000"/>
              <a:gd name="connsiteX137-19771" fmla="*/ 486013 w 1605470"/>
              <a:gd name="connsiteY137-19772" fmla="*/ 2118008 h 6858000"/>
              <a:gd name="connsiteX138-19773" fmla="*/ 487006 w 1605470"/>
              <a:gd name="connsiteY138-19774" fmla="*/ 2050531 h 6858000"/>
              <a:gd name="connsiteX139-19775" fmla="*/ 478812 w 1605470"/>
              <a:gd name="connsiteY139-19776" fmla="*/ 1963269 h 6858000"/>
              <a:gd name="connsiteX140-19777" fmla="*/ 442619 w 1605470"/>
              <a:gd name="connsiteY140-19778" fmla="*/ 1910499 h 6858000"/>
              <a:gd name="connsiteX141-19779" fmla="*/ 446785 w 1605470"/>
              <a:gd name="connsiteY141-19780" fmla="*/ 1903212 h 6858000"/>
              <a:gd name="connsiteX142-19781" fmla="*/ 436547 w 1605470"/>
              <a:gd name="connsiteY142-19782" fmla="*/ 1861531 h 6858000"/>
              <a:gd name="connsiteX143-19783" fmla="*/ 390346 w 1605470"/>
              <a:gd name="connsiteY143-19784" fmla="*/ 1732919 h 6858000"/>
              <a:gd name="connsiteX144-19785" fmla="*/ 362657 w 1605470"/>
              <a:gd name="connsiteY144-19786" fmla="*/ 1663540 h 6858000"/>
              <a:gd name="connsiteX145-19787" fmla="*/ 361783 w 1605470"/>
              <a:gd name="connsiteY145-19788" fmla="*/ 1615777 h 6858000"/>
              <a:gd name="connsiteX146-19789" fmla="*/ 342578 w 1605470"/>
              <a:gd name="connsiteY146-19790" fmla="*/ 1563678 h 6858000"/>
              <a:gd name="connsiteX147-19791" fmla="*/ 355658 w 1605470"/>
              <a:gd name="connsiteY147-19792" fmla="*/ 1519474 h 6858000"/>
              <a:gd name="connsiteX148-19793" fmla="*/ 348400 w 1605470"/>
              <a:gd name="connsiteY148-19794" fmla="*/ 1477995 h 6858000"/>
              <a:gd name="connsiteX149-19795" fmla="*/ 334485 w 1605470"/>
              <a:gd name="connsiteY149-19796" fmla="*/ 1373769 h 6858000"/>
              <a:gd name="connsiteX150-19797" fmla="*/ 342792 w 1605470"/>
              <a:gd name="connsiteY150-19798" fmla="*/ 1307086 h 6858000"/>
              <a:gd name="connsiteX151-19799" fmla="*/ 343980 w 1605470"/>
              <a:gd name="connsiteY151-19800" fmla="*/ 1189033 h 6858000"/>
              <a:gd name="connsiteX152-19801" fmla="*/ 348665 w 1605470"/>
              <a:gd name="connsiteY152-19802" fmla="*/ 1168288 h 6858000"/>
              <a:gd name="connsiteX153-19803" fmla="*/ 340947 w 1605470"/>
              <a:gd name="connsiteY153-19804" fmla="*/ 1142577 h 6858000"/>
              <a:gd name="connsiteX154-19805" fmla="*/ 330253 w 1605470"/>
              <a:gd name="connsiteY154-19806" fmla="*/ 1088484 h 6858000"/>
              <a:gd name="connsiteX155-19807" fmla="*/ 318989 w 1605470"/>
              <a:gd name="connsiteY155-19808" fmla="*/ 1016103 h 6858000"/>
              <a:gd name="connsiteX156-19809" fmla="*/ 320445 w 1605470"/>
              <a:gd name="connsiteY156-19810" fmla="*/ 932283 h 6858000"/>
              <a:gd name="connsiteX157-19811" fmla="*/ 322681 w 1605470"/>
              <a:gd name="connsiteY157-19812" fmla="*/ 915925 h 6858000"/>
              <a:gd name="connsiteX158-19813" fmla="*/ 315310 w 1605470"/>
              <a:gd name="connsiteY158-19814" fmla="*/ 896999 h 6858000"/>
              <a:gd name="connsiteX159-19815" fmla="*/ 284718 w 1605470"/>
              <a:gd name="connsiteY159-19816" fmla="*/ 821517 h 6858000"/>
              <a:gd name="connsiteX160-19817" fmla="*/ 263668 w 1605470"/>
              <a:gd name="connsiteY160-19818" fmla="*/ 751353 h 6858000"/>
              <a:gd name="connsiteX161-19819" fmla="*/ 263226 w 1605470"/>
              <a:gd name="connsiteY161-19820" fmla="*/ 721230 h 6858000"/>
              <a:gd name="connsiteX162-19821" fmla="*/ 248897 w 1605470"/>
              <a:gd name="connsiteY162-19822" fmla="*/ 681659 h 6858000"/>
              <a:gd name="connsiteX163-19823" fmla="*/ 234316 w 1605470"/>
              <a:gd name="connsiteY163-19824" fmla="*/ 635218 h 6858000"/>
              <a:gd name="connsiteX164-19825" fmla="*/ 239327 w 1605470"/>
              <a:gd name="connsiteY164-19826" fmla="*/ 613763 h 6858000"/>
              <a:gd name="connsiteX165-19827" fmla="*/ 225269 w 1605470"/>
              <a:gd name="connsiteY165-19828" fmla="*/ 598582 h 6858000"/>
              <a:gd name="connsiteX166-19829" fmla="*/ 224950 w 1605470"/>
              <a:gd name="connsiteY166-19830" fmla="*/ 576846 h 6858000"/>
              <a:gd name="connsiteX167-19831" fmla="*/ 204576 w 1605470"/>
              <a:gd name="connsiteY167-19832" fmla="*/ 530055 h 6858000"/>
              <a:gd name="connsiteX168-19833" fmla="*/ 219064 w 1605470"/>
              <a:gd name="connsiteY168-19834" fmla="*/ 469651 h 6858000"/>
              <a:gd name="connsiteX169-19835" fmla="*/ 195012 w 1605470"/>
              <a:gd name="connsiteY169-19836" fmla="*/ 448559 h 6858000"/>
              <a:gd name="connsiteX170-19837" fmla="*/ 201434 w 1605470"/>
              <a:gd name="connsiteY170-19838" fmla="*/ 441529 h 6858000"/>
              <a:gd name="connsiteX171-19839" fmla="*/ 200655 w 1605470"/>
              <a:gd name="connsiteY171-19840" fmla="*/ 428927 h 6858000"/>
              <a:gd name="connsiteX172-19841" fmla="*/ 190059 w 1605470"/>
              <a:gd name="connsiteY172-19842" fmla="*/ 430161 h 6858000"/>
              <a:gd name="connsiteX173-19843" fmla="*/ 167079 w 1605470"/>
              <a:gd name="connsiteY173-19844" fmla="*/ 367211 h 6858000"/>
              <a:gd name="connsiteX174-19845" fmla="*/ 124571 w 1605470"/>
              <a:gd name="connsiteY174-19846" fmla="*/ 302178 h 6858000"/>
              <a:gd name="connsiteX175-19847" fmla="*/ 103243 w 1605470"/>
              <a:gd name="connsiteY175-19848" fmla="*/ 211375 h 6858000"/>
              <a:gd name="connsiteX176-19849" fmla="*/ 94571 w 1605470"/>
              <a:gd name="connsiteY176-19850" fmla="*/ 184179 h 6858000"/>
              <a:gd name="connsiteX177-19851" fmla="*/ 13437 w 1605470"/>
              <a:gd name="connsiteY177-19852" fmla="*/ 19287 h 6858000"/>
              <a:gd name="connsiteX178-19853" fmla="*/ 0 w 1605470"/>
              <a:gd name="connsiteY178-19854" fmla="*/ 0 h 6858000"/>
              <a:gd name="connsiteX0-19855" fmla="*/ 0 w 1605470"/>
              <a:gd name="connsiteY0-19856" fmla="*/ 0 h 6858000"/>
              <a:gd name="connsiteX1-19857" fmla="*/ 1605470 w 1605470"/>
              <a:gd name="connsiteY1-19858" fmla="*/ 0 h 6858000"/>
              <a:gd name="connsiteX2-19859" fmla="*/ 1605470 w 1605470"/>
              <a:gd name="connsiteY2-19860" fmla="*/ 6858000 h 6858000"/>
              <a:gd name="connsiteX3-19861" fmla="*/ 154105 w 1605470"/>
              <a:gd name="connsiteY3-19862" fmla="*/ 6858000 h 6858000"/>
              <a:gd name="connsiteX4-19863" fmla="*/ 154246 w 1605470"/>
              <a:gd name="connsiteY4-19864" fmla="*/ 6857735 h 6858000"/>
              <a:gd name="connsiteX5-19865" fmla="*/ 166295 w 1605470"/>
              <a:gd name="connsiteY5-19866" fmla="*/ 6809549 h 6858000"/>
              <a:gd name="connsiteX6-19867" fmla="*/ 198506 w 1605470"/>
              <a:gd name="connsiteY6-19868" fmla="*/ 6715115 h 6858000"/>
              <a:gd name="connsiteX7-19869" fmla="*/ 208357 w 1605470"/>
              <a:gd name="connsiteY7-19870" fmla="*/ 6680170 h 6858000"/>
              <a:gd name="connsiteX8-19871" fmla="*/ 233907 w 1605470"/>
              <a:gd name="connsiteY8-19872" fmla="*/ 6621207 h 6858000"/>
              <a:gd name="connsiteX9-19873" fmla="*/ 250564 w 1605470"/>
              <a:gd name="connsiteY9-19874" fmla="*/ 6596265 h 6858000"/>
              <a:gd name="connsiteX10-19875" fmla="*/ 250443 w 1605470"/>
              <a:gd name="connsiteY10-19876" fmla="*/ 6594818 h 6858000"/>
              <a:gd name="connsiteX11-19877" fmla="*/ 254688 w 1605470"/>
              <a:gd name="connsiteY11-19878" fmla="*/ 6593735 h 6858000"/>
              <a:gd name="connsiteX12-19879" fmla="*/ 257885 w 1605470"/>
              <a:gd name="connsiteY12-19880" fmla="*/ 6589172 h 6858000"/>
              <a:gd name="connsiteX13-19881" fmla="*/ 261179 w 1605470"/>
              <a:gd name="connsiteY13-19882" fmla="*/ 6574442 h 6858000"/>
              <a:gd name="connsiteX14-19883" fmla="*/ 261519 w 1605470"/>
              <a:gd name="connsiteY14-19884" fmla="*/ 6568530 h 6858000"/>
              <a:gd name="connsiteX15-19885" fmla="*/ 263928 w 1605470"/>
              <a:gd name="connsiteY15-19886" fmla="*/ 6560674 h 6858000"/>
              <a:gd name="connsiteX16-19887" fmla="*/ 264273 w 1605470"/>
              <a:gd name="connsiteY16-19888" fmla="*/ 6560598 h 6858000"/>
              <a:gd name="connsiteX17-19889" fmla="*/ 265970 w 1605470"/>
              <a:gd name="connsiteY17-19890" fmla="*/ 6553006 h 6858000"/>
              <a:gd name="connsiteX18-19891" fmla="*/ 270666 w 1605470"/>
              <a:gd name="connsiteY18-19892" fmla="*/ 6514360 h 6858000"/>
              <a:gd name="connsiteX19-19893" fmla="*/ 312320 w 1605470"/>
              <a:gd name="connsiteY19-19894" fmla="*/ 6478062 h 6858000"/>
              <a:gd name="connsiteX20-19895" fmla="*/ 323009 w 1605470"/>
              <a:gd name="connsiteY20-19896" fmla="*/ 6460325 h 6858000"/>
              <a:gd name="connsiteX21-19897" fmla="*/ 330242 w 1605470"/>
              <a:gd name="connsiteY21-19898" fmla="*/ 6451488 h 6858000"/>
              <a:gd name="connsiteX22-19899" fmla="*/ 331677 w 1605470"/>
              <a:gd name="connsiteY22-19900" fmla="*/ 6451348 h 6858000"/>
              <a:gd name="connsiteX23-19901" fmla="*/ 336035 w 1605470"/>
              <a:gd name="connsiteY23-19902" fmla="*/ 6414240 h 6858000"/>
              <a:gd name="connsiteX24-19903" fmla="*/ 338911 w 1605470"/>
              <a:gd name="connsiteY24-19904" fmla="*/ 6410269 h 6858000"/>
              <a:gd name="connsiteX25-19905" fmla="*/ 338811 w 1605470"/>
              <a:gd name="connsiteY25-19906" fmla="*/ 6384857 h 6858000"/>
              <a:gd name="connsiteX26-19907" fmla="*/ 340328 w 1605470"/>
              <a:gd name="connsiteY26-19908" fmla="*/ 6372381 h 6858000"/>
              <a:gd name="connsiteX27-19909" fmla="*/ 337522 w 1605470"/>
              <a:gd name="connsiteY27-19910" fmla="*/ 6367510 h 6858000"/>
              <a:gd name="connsiteX28-19911" fmla="*/ 341402 w 1605470"/>
              <a:gd name="connsiteY28-19912" fmla="*/ 6349778 h 6858000"/>
              <a:gd name="connsiteX29-19913" fmla="*/ 343067 w 1605470"/>
              <a:gd name="connsiteY29-19914" fmla="*/ 6348250 h 6858000"/>
              <a:gd name="connsiteX30-19915" fmla="*/ 359101 w 1605470"/>
              <a:gd name="connsiteY30-19916" fmla="*/ 6281972 h 6858000"/>
              <a:gd name="connsiteX31-19917" fmla="*/ 369864 w 1605470"/>
              <a:gd name="connsiteY31-19918" fmla="*/ 6211940 h 6858000"/>
              <a:gd name="connsiteX32-19919" fmla="*/ 411359 w 1605470"/>
              <a:gd name="connsiteY32-19920" fmla="*/ 6113913 h 6858000"/>
              <a:gd name="connsiteX33-19921" fmla="*/ 415652 w 1605470"/>
              <a:gd name="connsiteY33-19922" fmla="*/ 6028119 h 6858000"/>
              <a:gd name="connsiteX34-19923" fmla="*/ 442432 w 1605470"/>
              <a:gd name="connsiteY34-19924" fmla="*/ 5934687 h 6858000"/>
              <a:gd name="connsiteX35-19925" fmla="*/ 489472 w 1605470"/>
              <a:gd name="connsiteY35-19926" fmla="*/ 5732419 h 6858000"/>
              <a:gd name="connsiteX36-19927" fmla="*/ 512623 w 1605470"/>
              <a:gd name="connsiteY36-19928" fmla="*/ 5685392 h 6858000"/>
              <a:gd name="connsiteX37-19929" fmla="*/ 510261 w 1605470"/>
              <a:gd name="connsiteY37-19930" fmla="*/ 5634527 h 6858000"/>
              <a:gd name="connsiteX38-19931" fmla="*/ 523992 w 1605470"/>
              <a:gd name="connsiteY38-19932" fmla="*/ 5619557 h 6858000"/>
              <a:gd name="connsiteX39-19933" fmla="*/ 526609 w 1605470"/>
              <a:gd name="connsiteY39-19934" fmla="*/ 5617081 h 6858000"/>
              <a:gd name="connsiteX40-19935" fmla="*/ 531653 w 1605470"/>
              <a:gd name="connsiteY40-19936" fmla="*/ 5604904 h 6858000"/>
              <a:gd name="connsiteX41-19937" fmla="*/ 539863 w 1605470"/>
              <a:gd name="connsiteY41-19938" fmla="*/ 5604298 h 6858000"/>
              <a:gd name="connsiteX42-19939" fmla="*/ 552319 w 1605470"/>
              <a:gd name="connsiteY42-19940" fmla="*/ 5587997 h 6858000"/>
              <a:gd name="connsiteX43-19941" fmla="*/ 559710 w 1605470"/>
              <a:gd name="connsiteY43-19942" fmla="*/ 5564796 h 6858000"/>
              <a:gd name="connsiteX44-19943" fmla="*/ 587214 w 1605470"/>
              <a:gd name="connsiteY44-19944" fmla="*/ 5451511 h 6858000"/>
              <a:gd name="connsiteX45-19945" fmla="*/ 608019 w 1605470"/>
              <a:gd name="connsiteY45-19946" fmla="*/ 5385461 h 6858000"/>
              <a:gd name="connsiteX46-19947" fmla="*/ 622750 w 1605470"/>
              <a:gd name="connsiteY46-19948" fmla="*/ 5363084 h 6858000"/>
              <a:gd name="connsiteX47-19949" fmla="*/ 638731 w 1605470"/>
              <a:gd name="connsiteY47-19950" fmla="*/ 5330009 h 6858000"/>
              <a:gd name="connsiteX48-19951" fmla="*/ 672224 w 1605470"/>
              <a:gd name="connsiteY48-19952" fmla="*/ 5273739 h 6858000"/>
              <a:gd name="connsiteX49-19953" fmla="*/ 681823 w 1605470"/>
              <a:gd name="connsiteY49-19954" fmla="*/ 5241779 h 6858000"/>
              <a:gd name="connsiteX50-19955" fmla="*/ 693049 w 1605470"/>
              <a:gd name="connsiteY50-19956" fmla="*/ 5225268 h 6858000"/>
              <a:gd name="connsiteX51-19957" fmla="*/ 694069 w 1605470"/>
              <a:gd name="connsiteY51-19958" fmla="*/ 5217684 h 6858000"/>
              <a:gd name="connsiteX52-19959" fmla="*/ 701410 w 1605470"/>
              <a:gd name="connsiteY52-19960" fmla="*/ 5193377 h 6858000"/>
              <a:gd name="connsiteX53-19961" fmla="*/ 704713 w 1605470"/>
              <a:gd name="connsiteY53-19962" fmla="*/ 5179288 h 6858000"/>
              <a:gd name="connsiteX54-19963" fmla="*/ 705697 w 1605470"/>
              <a:gd name="connsiteY54-19964" fmla="*/ 5173621 h 6858000"/>
              <a:gd name="connsiteX55-19965" fmla="*/ 701331 w 1605470"/>
              <a:gd name="connsiteY55-19966" fmla="*/ 5159961 h 6858000"/>
              <a:gd name="connsiteX56-19967" fmla="*/ 708008 w 1605470"/>
              <a:gd name="connsiteY56-19968" fmla="*/ 5144295 h 6858000"/>
              <a:gd name="connsiteX57-19969" fmla="*/ 704941 w 1605470"/>
              <a:gd name="connsiteY57-19970" fmla="*/ 5125185 h 6858000"/>
              <a:gd name="connsiteX58-19971" fmla="*/ 711771 w 1605470"/>
              <a:gd name="connsiteY58-19972" fmla="*/ 5121884 h 6858000"/>
              <a:gd name="connsiteX59-19973" fmla="*/ 721092 w 1605470"/>
              <a:gd name="connsiteY59-19974" fmla="*/ 5108383 h 6858000"/>
              <a:gd name="connsiteX60-19975" fmla="*/ 717045 w 1605470"/>
              <a:gd name="connsiteY60-19976" fmla="*/ 5094705 h 6858000"/>
              <a:gd name="connsiteX61-19977" fmla="*/ 718807 w 1605470"/>
              <a:gd name="connsiteY61-19978" fmla="*/ 5067850 h 6858000"/>
              <a:gd name="connsiteX62-19979" fmla="*/ 721538 w 1605470"/>
              <a:gd name="connsiteY62-19980" fmla="*/ 5060861 h 6858000"/>
              <a:gd name="connsiteX63-19981" fmla="*/ 718242 w 1605470"/>
              <a:gd name="connsiteY63-19982" fmla="*/ 5034192 h 6858000"/>
              <a:gd name="connsiteX64-19983" fmla="*/ 719796 w 1605470"/>
              <a:gd name="connsiteY64-19984" fmla="*/ 4993030 h 6858000"/>
              <a:gd name="connsiteX65-19985" fmla="*/ 726705 w 1605470"/>
              <a:gd name="connsiteY65-19986" fmla="*/ 4946844 h 6858000"/>
              <a:gd name="connsiteX66-19987" fmla="*/ 722561 w 1605470"/>
              <a:gd name="connsiteY66-19988" fmla="*/ 4932692 h 6858000"/>
              <a:gd name="connsiteX67-19989" fmla="*/ 724935 w 1605470"/>
              <a:gd name="connsiteY67-19990" fmla="*/ 4821504 h 6858000"/>
              <a:gd name="connsiteX68-19991" fmla="*/ 732118 w 1605470"/>
              <a:gd name="connsiteY68-19992" fmla="*/ 4801535 h 6858000"/>
              <a:gd name="connsiteX69-19993" fmla="*/ 739787 w 1605470"/>
              <a:gd name="connsiteY69-19994" fmla="*/ 4797794 h 6858000"/>
              <a:gd name="connsiteX70-19995" fmla="*/ 741081 w 1605470"/>
              <a:gd name="connsiteY70-19996" fmla="*/ 4784526 h 6858000"/>
              <a:gd name="connsiteX71-19997" fmla="*/ 742865 w 1605470"/>
              <a:gd name="connsiteY71-19998" fmla="*/ 4781211 h 6858000"/>
              <a:gd name="connsiteX72-19999" fmla="*/ 751652 w 1605470"/>
              <a:gd name="connsiteY72-20000" fmla="*/ 4761984 h 6858000"/>
              <a:gd name="connsiteX73-20001" fmla="*/ 747700 w 1605470"/>
              <a:gd name="connsiteY73-20002" fmla="*/ 4690749 h 6858000"/>
              <a:gd name="connsiteX74-20003" fmla="*/ 743180 w 1605470"/>
              <a:gd name="connsiteY74-20004" fmla="*/ 4613201 h 6858000"/>
              <a:gd name="connsiteX75-20005" fmla="*/ 738263 w 1605470"/>
              <a:gd name="connsiteY75-20006" fmla="*/ 4444346 h 6858000"/>
              <a:gd name="connsiteX76-20007" fmla="*/ 756542 w 1605470"/>
              <a:gd name="connsiteY76-20008" fmla="*/ 4350346 h 6858000"/>
              <a:gd name="connsiteX77-20009" fmla="*/ 715481 w 1605470"/>
              <a:gd name="connsiteY77-20010" fmla="*/ 4214165 h 6858000"/>
              <a:gd name="connsiteX78-20011" fmla="*/ 719554 w 1605470"/>
              <a:gd name="connsiteY78-20012" fmla="*/ 4090296 h 6858000"/>
              <a:gd name="connsiteX79-20013" fmla="*/ 704810 w 1605470"/>
              <a:gd name="connsiteY79-20014" fmla="*/ 4033999 h 6858000"/>
              <a:gd name="connsiteX80-20015" fmla="*/ 705959 w 1605470"/>
              <a:gd name="connsiteY80-20016" fmla="*/ 4031933 h 6858000"/>
              <a:gd name="connsiteX81-20017" fmla="*/ 704535 w 1605470"/>
              <a:gd name="connsiteY81-20018" fmla="*/ 4013953 h 6858000"/>
              <a:gd name="connsiteX82-20019" fmla="*/ 700443 w 1605470"/>
              <a:gd name="connsiteY82-20020" fmla="*/ 4010511 h 6858000"/>
              <a:gd name="connsiteX83-20021" fmla="*/ 698282 w 1605470"/>
              <a:gd name="connsiteY83-20022" fmla="*/ 3998331 h 6858000"/>
              <a:gd name="connsiteX84-20023" fmla="*/ 690830 w 1605470"/>
              <a:gd name="connsiteY84-20024" fmla="*/ 3974753 h 6858000"/>
              <a:gd name="connsiteX85-20025" fmla="*/ 692428 w 1605470"/>
              <a:gd name="connsiteY85-20026" fmla="*/ 3969950 h 6858000"/>
              <a:gd name="connsiteX86-20027" fmla="*/ 685850 w 1605470"/>
              <a:gd name="connsiteY86-20028" fmla="*/ 3933779 h 6858000"/>
              <a:gd name="connsiteX87-20029" fmla="*/ 687181 w 1605470"/>
              <a:gd name="connsiteY87-20030" fmla="*/ 3933093 h 6858000"/>
              <a:gd name="connsiteX88-20031" fmla="*/ 691535 w 1605470"/>
              <a:gd name="connsiteY88-20032" fmla="*/ 3922082 h 6858000"/>
              <a:gd name="connsiteX89-20033" fmla="*/ 696613 w 1605470"/>
              <a:gd name="connsiteY89-20034" fmla="*/ 3901461 h 6858000"/>
              <a:gd name="connsiteX90-20035" fmla="*/ 719207 w 1605470"/>
              <a:gd name="connsiteY90-20036" fmla="*/ 3813873 h 6858000"/>
              <a:gd name="connsiteX91-20037" fmla="*/ 718632 w 1605470"/>
              <a:gd name="connsiteY91-20038" fmla="*/ 3806161 h 6858000"/>
              <a:gd name="connsiteX92-20039" fmla="*/ 718939 w 1605470"/>
              <a:gd name="connsiteY92-20040" fmla="*/ 3805957 h 6858000"/>
              <a:gd name="connsiteX93-20041" fmla="*/ 718966 w 1605470"/>
              <a:gd name="connsiteY93-20042" fmla="*/ 3797724 h 6858000"/>
              <a:gd name="connsiteX94-20043" fmla="*/ 717581 w 1605470"/>
              <a:gd name="connsiteY94-20044" fmla="*/ 3792098 h 6858000"/>
              <a:gd name="connsiteX95-20045" fmla="*/ 716465 w 1605470"/>
              <a:gd name="connsiteY95-20046" fmla="*/ 3777135 h 6858000"/>
              <a:gd name="connsiteX96-20047" fmla="*/ 718198 w 1605470"/>
              <a:gd name="connsiteY96-20048" fmla="*/ 3771656 h 6858000"/>
              <a:gd name="connsiteX97-20049" fmla="*/ 721941 w 1605470"/>
              <a:gd name="connsiteY97-20050" fmla="*/ 3769007 h 6858000"/>
              <a:gd name="connsiteX98-20051" fmla="*/ 721407 w 1605470"/>
              <a:gd name="connsiteY98-20052" fmla="*/ 3767709 h 6858000"/>
              <a:gd name="connsiteX99-20053" fmla="*/ 730103 w 1605470"/>
              <a:gd name="connsiteY99-20054" fmla="*/ 3738082 h 6858000"/>
              <a:gd name="connsiteX100-20055" fmla="*/ 737449 w 1605470"/>
              <a:gd name="connsiteY100-20056" fmla="*/ 3673397 h 6858000"/>
              <a:gd name="connsiteX101-20057" fmla="*/ 736745 w 1605470"/>
              <a:gd name="connsiteY101-20058" fmla="*/ 3637109 h 6858000"/>
              <a:gd name="connsiteX102-20059" fmla="*/ 740188 w 1605470"/>
              <a:gd name="connsiteY102-20060" fmla="*/ 3536883 h 6858000"/>
              <a:gd name="connsiteX103-20061" fmla="*/ 747726 w 1605470"/>
              <a:gd name="connsiteY103-20062" fmla="*/ 3435652 h 6858000"/>
              <a:gd name="connsiteX104-20063" fmla="*/ 774383 w 1605470"/>
              <a:gd name="connsiteY104-20064" fmla="*/ 3381564 h 6858000"/>
              <a:gd name="connsiteX105-20065" fmla="*/ 774870 w 1605470"/>
              <a:gd name="connsiteY105-20066" fmla="*/ 3375761 h 6858000"/>
              <a:gd name="connsiteX106-20067" fmla="*/ 770510 w 1605470"/>
              <a:gd name="connsiteY106-20068" fmla="*/ 3361844 h 6858000"/>
              <a:gd name="connsiteX107-20069" fmla="*/ 767933 w 1605470"/>
              <a:gd name="connsiteY107-20070" fmla="*/ 3356929 h 6858000"/>
              <a:gd name="connsiteX108-20071" fmla="*/ 766158 w 1605470"/>
              <a:gd name="connsiteY108-20072" fmla="*/ 3349058 h 6858000"/>
              <a:gd name="connsiteX109-20073" fmla="*/ 766414 w 1605470"/>
              <a:gd name="connsiteY109-20074" fmla="*/ 3348763 h 6858000"/>
              <a:gd name="connsiteX110-20075" fmla="*/ 764166 w 1605470"/>
              <a:gd name="connsiteY110-20076" fmla="*/ 3341588 h 6858000"/>
              <a:gd name="connsiteX111-20077" fmla="*/ 749397 w 1605470"/>
              <a:gd name="connsiteY111-20078" fmla="*/ 3307769 h 6858000"/>
              <a:gd name="connsiteX112-20079" fmla="*/ 766960 w 1605470"/>
              <a:gd name="connsiteY112-20080" fmla="*/ 3250522 h 6858000"/>
              <a:gd name="connsiteX113-20081" fmla="*/ 767385 w 1605470"/>
              <a:gd name="connsiteY113-20082" fmla="*/ 3229163 h 6858000"/>
              <a:gd name="connsiteX114-20083" fmla="*/ 769208 w 1605470"/>
              <a:gd name="connsiteY114-20084" fmla="*/ 3217217 h 6858000"/>
              <a:gd name="connsiteX115-20085" fmla="*/ 770350 w 1605470"/>
              <a:gd name="connsiteY115-20086" fmla="*/ 3216125 h 6858000"/>
              <a:gd name="connsiteX116-20087" fmla="*/ 756043 w 1605470"/>
              <a:gd name="connsiteY116-20088" fmla="*/ 3183755 h 6858000"/>
              <a:gd name="connsiteX117-20089" fmla="*/ 756544 w 1605470"/>
              <a:gd name="connsiteY117-20090" fmla="*/ 3178642 h 6858000"/>
              <a:gd name="connsiteX118-20091" fmla="*/ 744144 w 1605470"/>
              <a:gd name="connsiteY118-20092" fmla="*/ 3158586 h 6858000"/>
              <a:gd name="connsiteX119-20093" fmla="*/ 739378 w 1605470"/>
              <a:gd name="connsiteY119-20094" fmla="*/ 3147669 h 6858000"/>
              <a:gd name="connsiteX120-20095" fmla="*/ 734648 w 1605470"/>
              <a:gd name="connsiteY120-20096" fmla="*/ 3145733 h 6858000"/>
              <a:gd name="connsiteX121-20097" fmla="*/ 729329 w 1605470"/>
              <a:gd name="connsiteY121-20098" fmla="*/ 3129034 h 6858000"/>
              <a:gd name="connsiteX122-20099" fmla="*/ 729994 w 1605470"/>
              <a:gd name="connsiteY122-20100" fmla="*/ 3126682 h 6858000"/>
              <a:gd name="connsiteX123-20101" fmla="*/ 720862 w 1605470"/>
              <a:gd name="connsiteY123-20102" fmla="*/ 3114519 h 6858000"/>
              <a:gd name="connsiteX124-20103" fmla="*/ 707471 w 1605470"/>
              <a:gd name="connsiteY124-20104" fmla="*/ 3106272 h 6858000"/>
              <a:gd name="connsiteX125-20105" fmla="*/ 680201 w 1605470"/>
              <a:gd name="connsiteY125-20106" fmla="*/ 2958185 h 6858000"/>
              <a:gd name="connsiteX126-20107" fmla="*/ 622815 w 1605470"/>
              <a:gd name="connsiteY126-20108" fmla="*/ 2762989 h 6858000"/>
              <a:gd name="connsiteX127-20109" fmla="*/ 571733 w 1605470"/>
              <a:gd name="connsiteY127-20110" fmla="*/ 2554718 h 6858000"/>
              <a:gd name="connsiteX128-20111" fmla="*/ 551827 w 1605470"/>
              <a:gd name="connsiteY128-20112" fmla="*/ 2485734 h 6858000"/>
              <a:gd name="connsiteX129-20113" fmla="*/ 542550 w 1605470"/>
              <a:gd name="connsiteY129-20114" fmla="*/ 2447068 h 6858000"/>
              <a:gd name="connsiteX130-20115" fmla="*/ 529511 w 1605470"/>
              <a:gd name="connsiteY130-20116" fmla="*/ 2425819 h 6858000"/>
              <a:gd name="connsiteX131-20117" fmla="*/ 528878 w 1605470"/>
              <a:gd name="connsiteY131-20118" fmla="*/ 2408971 h 6858000"/>
              <a:gd name="connsiteX132-20119" fmla="*/ 535510 w 1605470"/>
              <a:gd name="connsiteY132-20120" fmla="*/ 2402874 h 6858000"/>
              <a:gd name="connsiteX133-20121" fmla="*/ 538122 w 1605470"/>
              <a:gd name="connsiteY133-20122" fmla="*/ 2381443 h 6858000"/>
              <a:gd name="connsiteX134-20123" fmla="*/ 514451 w 1605470"/>
              <a:gd name="connsiteY134-20124" fmla="*/ 2261920 h 6858000"/>
              <a:gd name="connsiteX135-20125" fmla="*/ 486968 w 1605470"/>
              <a:gd name="connsiteY135-20126" fmla="*/ 2182937 h 6858000"/>
              <a:gd name="connsiteX136-20127" fmla="*/ 488555 w 1605470"/>
              <a:gd name="connsiteY136-20128" fmla="*/ 2155135 h 6858000"/>
              <a:gd name="connsiteX137-20129" fmla="*/ 486013 w 1605470"/>
              <a:gd name="connsiteY137-20130" fmla="*/ 2118008 h 6858000"/>
              <a:gd name="connsiteX138-20131" fmla="*/ 487006 w 1605470"/>
              <a:gd name="connsiteY138-20132" fmla="*/ 2050531 h 6858000"/>
              <a:gd name="connsiteX139-20133" fmla="*/ 478812 w 1605470"/>
              <a:gd name="connsiteY139-20134" fmla="*/ 1963269 h 6858000"/>
              <a:gd name="connsiteX140-20135" fmla="*/ 442619 w 1605470"/>
              <a:gd name="connsiteY140-20136" fmla="*/ 1910499 h 6858000"/>
              <a:gd name="connsiteX141-20137" fmla="*/ 446785 w 1605470"/>
              <a:gd name="connsiteY141-20138" fmla="*/ 1903212 h 6858000"/>
              <a:gd name="connsiteX142-20139" fmla="*/ 436547 w 1605470"/>
              <a:gd name="connsiteY142-20140" fmla="*/ 1861531 h 6858000"/>
              <a:gd name="connsiteX143-20141" fmla="*/ 390346 w 1605470"/>
              <a:gd name="connsiteY143-20142" fmla="*/ 1732919 h 6858000"/>
              <a:gd name="connsiteX144-20143" fmla="*/ 362657 w 1605470"/>
              <a:gd name="connsiteY144-20144" fmla="*/ 1663540 h 6858000"/>
              <a:gd name="connsiteX145-20145" fmla="*/ 361783 w 1605470"/>
              <a:gd name="connsiteY145-20146" fmla="*/ 1615777 h 6858000"/>
              <a:gd name="connsiteX146-20147" fmla="*/ 342578 w 1605470"/>
              <a:gd name="connsiteY146-20148" fmla="*/ 1563678 h 6858000"/>
              <a:gd name="connsiteX147-20149" fmla="*/ 355658 w 1605470"/>
              <a:gd name="connsiteY147-20150" fmla="*/ 1519474 h 6858000"/>
              <a:gd name="connsiteX148-20151" fmla="*/ 348400 w 1605470"/>
              <a:gd name="connsiteY148-20152" fmla="*/ 1477995 h 6858000"/>
              <a:gd name="connsiteX149-20153" fmla="*/ 334485 w 1605470"/>
              <a:gd name="connsiteY149-20154" fmla="*/ 1373769 h 6858000"/>
              <a:gd name="connsiteX150-20155" fmla="*/ 342792 w 1605470"/>
              <a:gd name="connsiteY150-20156" fmla="*/ 1307086 h 6858000"/>
              <a:gd name="connsiteX151-20157" fmla="*/ 343980 w 1605470"/>
              <a:gd name="connsiteY151-20158" fmla="*/ 1189033 h 6858000"/>
              <a:gd name="connsiteX152-20159" fmla="*/ 348665 w 1605470"/>
              <a:gd name="connsiteY152-20160" fmla="*/ 1168288 h 6858000"/>
              <a:gd name="connsiteX153-20161" fmla="*/ 340947 w 1605470"/>
              <a:gd name="connsiteY153-20162" fmla="*/ 1142577 h 6858000"/>
              <a:gd name="connsiteX154-20163" fmla="*/ 330253 w 1605470"/>
              <a:gd name="connsiteY154-20164" fmla="*/ 1088484 h 6858000"/>
              <a:gd name="connsiteX155-20165" fmla="*/ 318989 w 1605470"/>
              <a:gd name="connsiteY155-20166" fmla="*/ 1016103 h 6858000"/>
              <a:gd name="connsiteX156-20167" fmla="*/ 320445 w 1605470"/>
              <a:gd name="connsiteY156-20168" fmla="*/ 932283 h 6858000"/>
              <a:gd name="connsiteX157-20169" fmla="*/ 322681 w 1605470"/>
              <a:gd name="connsiteY157-20170" fmla="*/ 915925 h 6858000"/>
              <a:gd name="connsiteX158-20171" fmla="*/ 315310 w 1605470"/>
              <a:gd name="connsiteY158-20172" fmla="*/ 896999 h 6858000"/>
              <a:gd name="connsiteX159-20173" fmla="*/ 284718 w 1605470"/>
              <a:gd name="connsiteY159-20174" fmla="*/ 821517 h 6858000"/>
              <a:gd name="connsiteX160-20175" fmla="*/ 263668 w 1605470"/>
              <a:gd name="connsiteY160-20176" fmla="*/ 751353 h 6858000"/>
              <a:gd name="connsiteX161-20177" fmla="*/ 263226 w 1605470"/>
              <a:gd name="connsiteY161-20178" fmla="*/ 721230 h 6858000"/>
              <a:gd name="connsiteX162-20179" fmla="*/ 248897 w 1605470"/>
              <a:gd name="connsiteY162-20180" fmla="*/ 681659 h 6858000"/>
              <a:gd name="connsiteX163-20181" fmla="*/ 234316 w 1605470"/>
              <a:gd name="connsiteY163-20182" fmla="*/ 635218 h 6858000"/>
              <a:gd name="connsiteX164-20183" fmla="*/ 239327 w 1605470"/>
              <a:gd name="connsiteY164-20184" fmla="*/ 613763 h 6858000"/>
              <a:gd name="connsiteX165-20185" fmla="*/ 225269 w 1605470"/>
              <a:gd name="connsiteY165-20186" fmla="*/ 598582 h 6858000"/>
              <a:gd name="connsiteX166-20187" fmla="*/ 224950 w 1605470"/>
              <a:gd name="connsiteY166-20188" fmla="*/ 576846 h 6858000"/>
              <a:gd name="connsiteX167-20189" fmla="*/ 204576 w 1605470"/>
              <a:gd name="connsiteY167-20190" fmla="*/ 530055 h 6858000"/>
              <a:gd name="connsiteX168-20191" fmla="*/ 219064 w 1605470"/>
              <a:gd name="connsiteY168-20192" fmla="*/ 469651 h 6858000"/>
              <a:gd name="connsiteX169-20193" fmla="*/ 195012 w 1605470"/>
              <a:gd name="connsiteY169-20194" fmla="*/ 448559 h 6858000"/>
              <a:gd name="connsiteX170-20195" fmla="*/ 201434 w 1605470"/>
              <a:gd name="connsiteY170-20196" fmla="*/ 441529 h 6858000"/>
              <a:gd name="connsiteX171-20197" fmla="*/ 200655 w 1605470"/>
              <a:gd name="connsiteY171-20198" fmla="*/ 428927 h 6858000"/>
              <a:gd name="connsiteX172-20199" fmla="*/ 190059 w 1605470"/>
              <a:gd name="connsiteY172-20200" fmla="*/ 430161 h 6858000"/>
              <a:gd name="connsiteX173-20201" fmla="*/ 167079 w 1605470"/>
              <a:gd name="connsiteY173-20202" fmla="*/ 367211 h 6858000"/>
              <a:gd name="connsiteX174-20203" fmla="*/ 124571 w 1605470"/>
              <a:gd name="connsiteY174-20204" fmla="*/ 302178 h 6858000"/>
              <a:gd name="connsiteX175-20205" fmla="*/ 103243 w 1605470"/>
              <a:gd name="connsiteY175-20206" fmla="*/ 211375 h 6858000"/>
              <a:gd name="connsiteX176-20207" fmla="*/ 94571 w 1605470"/>
              <a:gd name="connsiteY176-20208" fmla="*/ 184179 h 6858000"/>
              <a:gd name="connsiteX177-20209" fmla="*/ 13437 w 1605470"/>
              <a:gd name="connsiteY177-20210" fmla="*/ 19287 h 6858000"/>
              <a:gd name="connsiteX178-20211" fmla="*/ 0 w 1605470"/>
              <a:gd name="connsiteY178-20212" fmla="*/ 0 h 6858000"/>
              <a:gd name="connsiteX0-20213" fmla="*/ 0 w 1605470"/>
              <a:gd name="connsiteY0-20214" fmla="*/ 0 h 6858000"/>
              <a:gd name="connsiteX1-20215" fmla="*/ 1605470 w 1605470"/>
              <a:gd name="connsiteY1-20216" fmla="*/ 0 h 6858000"/>
              <a:gd name="connsiteX2-20217" fmla="*/ 1605470 w 1605470"/>
              <a:gd name="connsiteY2-20218" fmla="*/ 6858000 h 6858000"/>
              <a:gd name="connsiteX3-20219" fmla="*/ 154105 w 1605470"/>
              <a:gd name="connsiteY3-20220" fmla="*/ 6858000 h 6858000"/>
              <a:gd name="connsiteX4-20221" fmla="*/ 154246 w 1605470"/>
              <a:gd name="connsiteY4-20222" fmla="*/ 6857735 h 6858000"/>
              <a:gd name="connsiteX5-20223" fmla="*/ 166295 w 1605470"/>
              <a:gd name="connsiteY5-20224" fmla="*/ 6809549 h 6858000"/>
              <a:gd name="connsiteX6-20225" fmla="*/ 198506 w 1605470"/>
              <a:gd name="connsiteY6-20226" fmla="*/ 6715115 h 6858000"/>
              <a:gd name="connsiteX7-20227" fmla="*/ 208357 w 1605470"/>
              <a:gd name="connsiteY7-20228" fmla="*/ 6680170 h 6858000"/>
              <a:gd name="connsiteX8-20229" fmla="*/ 233907 w 1605470"/>
              <a:gd name="connsiteY8-20230" fmla="*/ 6621207 h 6858000"/>
              <a:gd name="connsiteX9-20231" fmla="*/ 250564 w 1605470"/>
              <a:gd name="connsiteY9-20232" fmla="*/ 6596265 h 6858000"/>
              <a:gd name="connsiteX10-20233" fmla="*/ 250443 w 1605470"/>
              <a:gd name="connsiteY10-20234" fmla="*/ 6594818 h 6858000"/>
              <a:gd name="connsiteX11-20235" fmla="*/ 254688 w 1605470"/>
              <a:gd name="connsiteY11-20236" fmla="*/ 6593735 h 6858000"/>
              <a:gd name="connsiteX12-20237" fmla="*/ 257885 w 1605470"/>
              <a:gd name="connsiteY12-20238" fmla="*/ 6589172 h 6858000"/>
              <a:gd name="connsiteX13-20239" fmla="*/ 261179 w 1605470"/>
              <a:gd name="connsiteY13-20240" fmla="*/ 6574442 h 6858000"/>
              <a:gd name="connsiteX14-20241" fmla="*/ 261519 w 1605470"/>
              <a:gd name="connsiteY14-20242" fmla="*/ 6568530 h 6858000"/>
              <a:gd name="connsiteX15-20243" fmla="*/ 263928 w 1605470"/>
              <a:gd name="connsiteY15-20244" fmla="*/ 6560674 h 6858000"/>
              <a:gd name="connsiteX16-20245" fmla="*/ 264273 w 1605470"/>
              <a:gd name="connsiteY16-20246" fmla="*/ 6560598 h 6858000"/>
              <a:gd name="connsiteX17-20247" fmla="*/ 265970 w 1605470"/>
              <a:gd name="connsiteY17-20248" fmla="*/ 6553006 h 6858000"/>
              <a:gd name="connsiteX18-20249" fmla="*/ 270666 w 1605470"/>
              <a:gd name="connsiteY18-20250" fmla="*/ 6514360 h 6858000"/>
              <a:gd name="connsiteX19-20251" fmla="*/ 312320 w 1605470"/>
              <a:gd name="connsiteY19-20252" fmla="*/ 6478062 h 6858000"/>
              <a:gd name="connsiteX20-20253" fmla="*/ 323009 w 1605470"/>
              <a:gd name="connsiteY20-20254" fmla="*/ 6460325 h 6858000"/>
              <a:gd name="connsiteX21-20255" fmla="*/ 330242 w 1605470"/>
              <a:gd name="connsiteY21-20256" fmla="*/ 6451488 h 6858000"/>
              <a:gd name="connsiteX22-20257" fmla="*/ 331677 w 1605470"/>
              <a:gd name="connsiteY22-20258" fmla="*/ 6451348 h 6858000"/>
              <a:gd name="connsiteX23-20259" fmla="*/ 336035 w 1605470"/>
              <a:gd name="connsiteY23-20260" fmla="*/ 6414240 h 6858000"/>
              <a:gd name="connsiteX24-20261" fmla="*/ 338911 w 1605470"/>
              <a:gd name="connsiteY24-20262" fmla="*/ 6410269 h 6858000"/>
              <a:gd name="connsiteX25-20263" fmla="*/ 338811 w 1605470"/>
              <a:gd name="connsiteY25-20264" fmla="*/ 6384857 h 6858000"/>
              <a:gd name="connsiteX26-20265" fmla="*/ 340328 w 1605470"/>
              <a:gd name="connsiteY26-20266" fmla="*/ 6372381 h 6858000"/>
              <a:gd name="connsiteX27-20267" fmla="*/ 337522 w 1605470"/>
              <a:gd name="connsiteY27-20268" fmla="*/ 6367510 h 6858000"/>
              <a:gd name="connsiteX28-20269" fmla="*/ 341402 w 1605470"/>
              <a:gd name="connsiteY28-20270" fmla="*/ 6349778 h 6858000"/>
              <a:gd name="connsiteX29-20271" fmla="*/ 343067 w 1605470"/>
              <a:gd name="connsiteY29-20272" fmla="*/ 6348250 h 6858000"/>
              <a:gd name="connsiteX30-20273" fmla="*/ 359101 w 1605470"/>
              <a:gd name="connsiteY30-20274" fmla="*/ 6281972 h 6858000"/>
              <a:gd name="connsiteX31-20275" fmla="*/ 369864 w 1605470"/>
              <a:gd name="connsiteY31-20276" fmla="*/ 6211940 h 6858000"/>
              <a:gd name="connsiteX32-20277" fmla="*/ 411359 w 1605470"/>
              <a:gd name="connsiteY32-20278" fmla="*/ 6113913 h 6858000"/>
              <a:gd name="connsiteX33-20279" fmla="*/ 415652 w 1605470"/>
              <a:gd name="connsiteY33-20280" fmla="*/ 6028119 h 6858000"/>
              <a:gd name="connsiteX34-20281" fmla="*/ 442432 w 1605470"/>
              <a:gd name="connsiteY34-20282" fmla="*/ 5934687 h 6858000"/>
              <a:gd name="connsiteX35-20283" fmla="*/ 476444 w 1605470"/>
              <a:gd name="connsiteY35-20284" fmla="*/ 5765594 h 6858000"/>
              <a:gd name="connsiteX36-20285" fmla="*/ 512623 w 1605470"/>
              <a:gd name="connsiteY36-20286" fmla="*/ 5685392 h 6858000"/>
              <a:gd name="connsiteX37-20287" fmla="*/ 510261 w 1605470"/>
              <a:gd name="connsiteY37-20288" fmla="*/ 5634527 h 6858000"/>
              <a:gd name="connsiteX38-20289" fmla="*/ 523992 w 1605470"/>
              <a:gd name="connsiteY38-20290" fmla="*/ 5619557 h 6858000"/>
              <a:gd name="connsiteX39-20291" fmla="*/ 526609 w 1605470"/>
              <a:gd name="connsiteY39-20292" fmla="*/ 5617081 h 6858000"/>
              <a:gd name="connsiteX40-20293" fmla="*/ 531653 w 1605470"/>
              <a:gd name="connsiteY40-20294" fmla="*/ 5604904 h 6858000"/>
              <a:gd name="connsiteX41-20295" fmla="*/ 539863 w 1605470"/>
              <a:gd name="connsiteY41-20296" fmla="*/ 5604298 h 6858000"/>
              <a:gd name="connsiteX42-20297" fmla="*/ 552319 w 1605470"/>
              <a:gd name="connsiteY42-20298" fmla="*/ 5587997 h 6858000"/>
              <a:gd name="connsiteX43-20299" fmla="*/ 559710 w 1605470"/>
              <a:gd name="connsiteY43-20300" fmla="*/ 5564796 h 6858000"/>
              <a:gd name="connsiteX44-20301" fmla="*/ 587214 w 1605470"/>
              <a:gd name="connsiteY44-20302" fmla="*/ 5451511 h 6858000"/>
              <a:gd name="connsiteX45-20303" fmla="*/ 608019 w 1605470"/>
              <a:gd name="connsiteY45-20304" fmla="*/ 5385461 h 6858000"/>
              <a:gd name="connsiteX46-20305" fmla="*/ 622750 w 1605470"/>
              <a:gd name="connsiteY46-20306" fmla="*/ 5363084 h 6858000"/>
              <a:gd name="connsiteX47-20307" fmla="*/ 638731 w 1605470"/>
              <a:gd name="connsiteY47-20308" fmla="*/ 5330009 h 6858000"/>
              <a:gd name="connsiteX48-20309" fmla="*/ 672224 w 1605470"/>
              <a:gd name="connsiteY48-20310" fmla="*/ 5273739 h 6858000"/>
              <a:gd name="connsiteX49-20311" fmla="*/ 681823 w 1605470"/>
              <a:gd name="connsiteY49-20312" fmla="*/ 5241779 h 6858000"/>
              <a:gd name="connsiteX50-20313" fmla="*/ 693049 w 1605470"/>
              <a:gd name="connsiteY50-20314" fmla="*/ 5225268 h 6858000"/>
              <a:gd name="connsiteX51-20315" fmla="*/ 694069 w 1605470"/>
              <a:gd name="connsiteY51-20316" fmla="*/ 5217684 h 6858000"/>
              <a:gd name="connsiteX52-20317" fmla="*/ 701410 w 1605470"/>
              <a:gd name="connsiteY52-20318" fmla="*/ 5193377 h 6858000"/>
              <a:gd name="connsiteX53-20319" fmla="*/ 704713 w 1605470"/>
              <a:gd name="connsiteY53-20320" fmla="*/ 5179288 h 6858000"/>
              <a:gd name="connsiteX54-20321" fmla="*/ 705697 w 1605470"/>
              <a:gd name="connsiteY54-20322" fmla="*/ 5173621 h 6858000"/>
              <a:gd name="connsiteX55-20323" fmla="*/ 701331 w 1605470"/>
              <a:gd name="connsiteY55-20324" fmla="*/ 5159961 h 6858000"/>
              <a:gd name="connsiteX56-20325" fmla="*/ 708008 w 1605470"/>
              <a:gd name="connsiteY56-20326" fmla="*/ 5144295 h 6858000"/>
              <a:gd name="connsiteX57-20327" fmla="*/ 704941 w 1605470"/>
              <a:gd name="connsiteY57-20328" fmla="*/ 5125185 h 6858000"/>
              <a:gd name="connsiteX58-20329" fmla="*/ 711771 w 1605470"/>
              <a:gd name="connsiteY58-20330" fmla="*/ 5121884 h 6858000"/>
              <a:gd name="connsiteX59-20331" fmla="*/ 721092 w 1605470"/>
              <a:gd name="connsiteY59-20332" fmla="*/ 5108383 h 6858000"/>
              <a:gd name="connsiteX60-20333" fmla="*/ 717045 w 1605470"/>
              <a:gd name="connsiteY60-20334" fmla="*/ 5094705 h 6858000"/>
              <a:gd name="connsiteX61-20335" fmla="*/ 718807 w 1605470"/>
              <a:gd name="connsiteY61-20336" fmla="*/ 5067850 h 6858000"/>
              <a:gd name="connsiteX62-20337" fmla="*/ 721538 w 1605470"/>
              <a:gd name="connsiteY62-20338" fmla="*/ 5060861 h 6858000"/>
              <a:gd name="connsiteX63-20339" fmla="*/ 718242 w 1605470"/>
              <a:gd name="connsiteY63-20340" fmla="*/ 5034192 h 6858000"/>
              <a:gd name="connsiteX64-20341" fmla="*/ 719796 w 1605470"/>
              <a:gd name="connsiteY64-20342" fmla="*/ 4993030 h 6858000"/>
              <a:gd name="connsiteX65-20343" fmla="*/ 726705 w 1605470"/>
              <a:gd name="connsiteY65-20344" fmla="*/ 4946844 h 6858000"/>
              <a:gd name="connsiteX66-20345" fmla="*/ 722561 w 1605470"/>
              <a:gd name="connsiteY66-20346" fmla="*/ 4932692 h 6858000"/>
              <a:gd name="connsiteX67-20347" fmla="*/ 724935 w 1605470"/>
              <a:gd name="connsiteY67-20348" fmla="*/ 4821504 h 6858000"/>
              <a:gd name="connsiteX68-20349" fmla="*/ 732118 w 1605470"/>
              <a:gd name="connsiteY68-20350" fmla="*/ 4801535 h 6858000"/>
              <a:gd name="connsiteX69-20351" fmla="*/ 739787 w 1605470"/>
              <a:gd name="connsiteY69-20352" fmla="*/ 4797794 h 6858000"/>
              <a:gd name="connsiteX70-20353" fmla="*/ 741081 w 1605470"/>
              <a:gd name="connsiteY70-20354" fmla="*/ 4784526 h 6858000"/>
              <a:gd name="connsiteX71-20355" fmla="*/ 742865 w 1605470"/>
              <a:gd name="connsiteY71-20356" fmla="*/ 4781211 h 6858000"/>
              <a:gd name="connsiteX72-20357" fmla="*/ 751652 w 1605470"/>
              <a:gd name="connsiteY72-20358" fmla="*/ 4761984 h 6858000"/>
              <a:gd name="connsiteX73-20359" fmla="*/ 747700 w 1605470"/>
              <a:gd name="connsiteY73-20360" fmla="*/ 4690749 h 6858000"/>
              <a:gd name="connsiteX74-20361" fmla="*/ 743180 w 1605470"/>
              <a:gd name="connsiteY74-20362" fmla="*/ 4613201 h 6858000"/>
              <a:gd name="connsiteX75-20363" fmla="*/ 738263 w 1605470"/>
              <a:gd name="connsiteY75-20364" fmla="*/ 4444346 h 6858000"/>
              <a:gd name="connsiteX76-20365" fmla="*/ 756542 w 1605470"/>
              <a:gd name="connsiteY76-20366" fmla="*/ 4350346 h 6858000"/>
              <a:gd name="connsiteX77-20367" fmla="*/ 715481 w 1605470"/>
              <a:gd name="connsiteY77-20368" fmla="*/ 4214165 h 6858000"/>
              <a:gd name="connsiteX78-20369" fmla="*/ 719554 w 1605470"/>
              <a:gd name="connsiteY78-20370" fmla="*/ 4090296 h 6858000"/>
              <a:gd name="connsiteX79-20371" fmla="*/ 704810 w 1605470"/>
              <a:gd name="connsiteY79-20372" fmla="*/ 4033999 h 6858000"/>
              <a:gd name="connsiteX80-20373" fmla="*/ 705959 w 1605470"/>
              <a:gd name="connsiteY80-20374" fmla="*/ 4031933 h 6858000"/>
              <a:gd name="connsiteX81-20375" fmla="*/ 704535 w 1605470"/>
              <a:gd name="connsiteY81-20376" fmla="*/ 4013953 h 6858000"/>
              <a:gd name="connsiteX82-20377" fmla="*/ 700443 w 1605470"/>
              <a:gd name="connsiteY82-20378" fmla="*/ 4010511 h 6858000"/>
              <a:gd name="connsiteX83-20379" fmla="*/ 698282 w 1605470"/>
              <a:gd name="connsiteY83-20380" fmla="*/ 3998331 h 6858000"/>
              <a:gd name="connsiteX84-20381" fmla="*/ 690830 w 1605470"/>
              <a:gd name="connsiteY84-20382" fmla="*/ 3974753 h 6858000"/>
              <a:gd name="connsiteX85-20383" fmla="*/ 692428 w 1605470"/>
              <a:gd name="connsiteY85-20384" fmla="*/ 3969950 h 6858000"/>
              <a:gd name="connsiteX86-20385" fmla="*/ 685850 w 1605470"/>
              <a:gd name="connsiteY86-20386" fmla="*/ 3933779 h 6858000"/>
              <a:gd name="connsiteX87-20387" fmla="*/ 687181 w 1605470"/>
              <a:gd name="connsiteY87-20388" fmla="*/ 3933093 h 6858000"/>
              <a:gd name="connsiteX88-20389" fmla="*/ 691535 w 1605470"/>
              <a:gd name="connsiteY88-20390" fmla="*/ 3922082 h 6858000"/>
              <a:gd name="connsiteX89-20391" fmla="*/ 696613 w 1605470"/>
              <a:gd name="connsiteY89-20392" fmla="*/ 3901461 h 6858000"/>
              <a:gd name="connsiteX90-20393" fmla="*/ 719207 w 1605470"/>
              <a:gd name="connsiteY90-20394" fmla="*/ 3813873 h 6858000"/>
              <a:gd name="connsiteX91-20395" fmla="*/ 718632 w 1605470"/>
              <a:gd name="connsiteY91-20396" fmla="*/ 3806161 h 6858000"/>
              <a:gd name="connsiteX92-20397" fmla="*/ 718939 w 1605470"/>
              <a:gd name="connsiteY92-20398" fmla="*/ 3805957 h 6858000"/>
              <a:gd name="connsiteX93-20399" fmla="*/ 718966 w 1605470"/>
              <a:gd name="connsiteY93-20400" fmla="*/ 3797724 h 6858000"/>
              <a:gd name="connsiteX94-20401" fmla="*/ 717581 w 1605470"/>
              <a:gd name="connsiteY94-20402" fmla="*/ 3792098 h 6858000"/>
              <a:gd name="connsiteX95-20403" fmla="*/ 716465 w 1605470"/>
              <a:gd name="connsiteY95-20404" fmla="*/ 3777135 h 6858000"/>
              <a:gd name="connsiteX96-20405" fmla="*/ 718198 w 1605470"/>
              <a:gd name="connsiteY96-20406" fmla="*/ 3771656 h 6858000"/>
              <a:gd name="connsiteX97-20407" fmla="*/ 721941 w 1605470"/>
              <a:gd name="connsiteY97-20408" fmla="*/ 3769007 h 6858000"/>
              <a:gd name="connsiteX98-20409" fmla="*/ 721407 w 1605470"/>
              <a:gd name="connsiteY98-20410" fmla="*/ 3767709 h 6858000"/>
              <a:gd name="connsiteX99-20411" fmla="*/ 730103 w 1605470"/>
              <a:gd name="connsiteY99-20412" fmla="*/ 3738082 h 6858000"/>
              <a:gd name="connsiteX100-20413" fmla="*/ 737449 w 1605470"/>
              <a:gd name="connsiteY100-20414" fmla="*/ 3673397 h 6858000"/>
              <a:gd name="connsiteX101-20415" fmla="*/ 736745 w 1605470"/>
              <a:gd name="connsiteY101-20416" fmla="*/ 3637109 h 6858000"/>
              <a:gd name="connsiteX102-20417" fmla="*/ 740188 w 1605470"/>
              <a:gd name="connsiteY102-20418" fmla="*/ 3536883 h 6858000"/>
              <a:gd name="connsiteX103-20419" fmla="*/ 747726 w 1605470"/>
              <a:gd name="connsiteY103-20420" fmla="*/ 3435652 h 6858000"/>
              <a:gd name="connsiteX104-20421" fmla="*/ 774383 w 1605470"/>
              <a:gd name="connsiteY104-20422" fmla="*/ 3381564 h 6858000"/>
              <a:gd name="connsiteX105-20423" fmla="*/ 774870 w 1605470"/>
              <a:gd name="connsiteY105-20424" fmla="*/ 3375761 h 6858000"/>
              <a:gd name="connsiteX106-20425" fmla="*/ 770510 w 1605470"/>
              <a:gd name="connsiteY106-20426" fmla="*/ 3361844 h 6858000"/>
              <a:gd name="connsiteX107-20427" fmla="*/ 767933 w 1605470"/>
              <a:gd name="connsiteY107-20428" fmla="*/ 3356929 h 6858000"/>
              <a:gd name="connsiteX108-20429" fmla="*/ 766158 w 1605470"/>
              <a:gd name="connsiteY108-20430" fmla="*/ 3349058 h 6858000"/>
              <a:gd name="connsiteX109-20431" fmla="*/ 766414 w 1605470"/>
              <a:gd name="connsiteY109-20432" fmla="*/ 3348763 h 6858000"/>
              <a:gd name="connsiteX110-20433" fmla="*/ 764166 w 1605470"/>
              <a:gd name="connsiteY110-20434" fmla="*/ 3341588 h 6858000"/>
              <a:gd name="connsiteX111-20435" fmla="*/ 749397 w 1605470"/>
              <a:gd name="connsiteY111-20436" fmla="*/ 3307769 h 6858000"/>
              <a:gd name="connsiteX112-20437" fmla="*/ 766960 w 1605470"/>
              <a:gd name="connsiteY112-20438" fmla="*/ 3250522 h 6858000"/>
              <a:gd name="connsiteX113-20439" fmla="*/ 767385 w 1605470"/>
              <a:gd name="connsiteY113-20440" fmla="*/ 3229163 h 6858000"/>
              <a:gd name="connsiteX114-20441" fmla="*/ 769208 w 1605470"/>
              <a:gd name="connsiteY114-20442" fmla="*/ 3217217 h 6858000"/>
              <a:gd name="connsiteX115-20443" fmla="*/ 770350 w 1605470"/>
              <a:gd name="connsiteY115-20444" fmla="*/ 3216125 h 6858000"/>
              <a:gd name="connsiteX116-20445" fmla="*/ 756043 w 1605470"/>
              <a:gd name="connsiteY116-20446" fmla="*/ 3183755 h 6858000"/>
              <a:gd name="connsiteX117-20447" fmla="*/ 756544 w 1605470"/>
              <a:gd name="connsiteY117-20448" fmla="*/ 3178642 h 6858000"/>
              <a:gd name="connsiteX118-20449" fmla="*/ 744144 w 1605470"/>
              <a:gd name="connsiteY118-20450" fmla="*/ 3158586 h 6858000"/>
              <a:gd name="connsiteX119-20451" fmla="*/ 739378 w 1605470"/>
              <a:gd name="connsiteY119-20452" fmla="*/ 3147669 h 6858000"/>
              <a:gd name="connsiteX120-20453" fmla="*/ 734648 w 1605470"/>
              <a:gd name="connsiteY120-20454" fmla="*/ 3145733 h 6858000"/>
              <a:gd name="connsiteX121-20455" fmla="*/ 729329 w 1605470"/>
              <a:gd name="connsiteY121-20456" fmla="*/ 3129034 h 6858000"/>
              <a:gd name="connsiteX122-20457" fmla="*/ 729994 w 1605470"/>
              <a:gd name="connsiteY122-20458" fmla="*/ 3126682 h 6858000"/>
              <a:gd name="connsiteX123-20459" fmla="*/ 720862 w 1605470"/>
              <a:gd name="connsiteY123-20460" fmla="*/ 3114519 h 6858000"/>
              <a:gd name="connsiteX124-20461" fmla="*/ 707471 w 1605470"/>
              <a:gd name="connsiteY124-20462" fmla="*/ 3106272 h 6858000"/>
              <a:gd name="connsiteX125-20463" fmla="*/ 680201 w 1605470"/>
              <a:gd name="connsiteY125-20464" fmla="*/ 2958185 h 6858000"/>
              <a:gd name="connsiteX126-20465" fmla="*/ 622815 w 1605470"/>
              <a:gd name="connsiteY126-20466" fmla="*/ 2762989 h 6858000"/>
              <a:gd name="connsiteX127-20467" fmla="*/ 571733 w 1605470"/>
              <a:gd name="connsiteY127-20468" fmla="*/ 2554718 h 6858000"/>
              <a:gd name="connsiteX128-20469" fmla="*/ 551827 w 1605470"/>
              <a:gd name="connsiteY128-20470" fmla="*/ 2485734 h 6858000"/>
              <a:gd name="connsiteX129-20471" fmla="*/ 542550 w 1605470"/>
              <a:gd name="connsiteY129-20472" fmla="*/ 2447068 h 6858000"/>
              <a:gd name="connsiteX130-20473" fmla="*/ 529511 w 1605470"/>
              <a:gd name="connsiteY130-20474" fmla="*/ 2425819 h 6858000"/>
              <a:gd name="connsiteX131-20475" fmla="*/ 528878 w 1605470"/>
              <a:gd name="connsiteY131-20476" fmla="*/ 2408971 h 6858000"/>
              <a:gd name="connsiteX132-20477" fmla="*/ 535510 w 1605470"/>
              <a:gd name="connsiteY132-20478" fmla="*/ 2402874 h 6858000"/>
              <a:gd name="connsiteX133-20479" fmla="*/ 538122 w 1605470"/>
              <a:gd name="connsiteY133-20480" fmla="*/ 2381443 h 6858000"/>
              <a:gd name="connsiteX134-20481" fmla="*/ 514451 w 1605470"/>
              <a:gd name="connsiteY134-20482" fmla="*/ 2261920 h 6858000"/>
              <a:gd name="connsiteX135-20483" fmla="*/ 486968 w 1605470"/>
              <a:gd name="connsiteY135-20484" fmla="*/ 2182937 h 6858000"/>
              <a:gd name="connsiteX136-20485" fmla="*/ 488555 w 1605470"/>
              <a:gd name="connsiteY136-20486" fmla="*/ 2155135 h 6858000"/>
              <a:gd name="connsiteX137-20487" fmla="*/ 486013 w 1605470"/>
              <a:gd name="connsiteY137-20488" fmla="*/ 2118008 h 6858000"/>
              <a:gd name="connsiteX138-20489" fmla="*/ 487006 w 1605470"/>
              <a:gd name="connsiteY138-20490" fmla="*/ 2050531 h 6858000"/>
              <a:gd name="connsiteX139-20491" fmla="*/ 478812 w 1605470"/>
              <a:gd name="connsiteY139-20492" fmla="*/ 1963269 h 6858000"/>
              <a:gd name="connsiteX140-20493" fmla="*/ 442619 w 1605470"/>
              <a:gd name="connsiteY140-20494" fmla="*/ 1910499 h 6858000"/>
              <a:gd name="connsiteX141-20495" fmla="*/ 446785 w 1605470"/>
              <a:gd name="connsiteY141-20496" fmla="*/ 1903212 h 6858000"/>
              <a:gd name="connsiteX142-20497" fmla="*/ 436547 w 1605470"/>
              <a:gd name="connsiteY142-20498" fmla="*/ 1861531 h 6858000"/>
              <a:gd name="connsiteX143-20499" fmla="*/ 390346 w 1605470"/>
              <a:gd name="connsiteY143-20500" fmla="*/ 1732919 h 6858000"/>
              <a:gd name="connsiteX144-20501" fmla="*/ 362657 w 1605470"/>
              <a:gd name="connsiteY144-20502" fmla="*/ 1663540 h 6858000"/>
              <a:gd name="connsiteX145-20503" fmla="*/ 361783 w 1605470"/>
              <a:gd name="connsiteY145-20504" fmla="*/ 1615777 h 6858000"/>
              <a:gd name="connsiteX146-20505" fmla="*/ 342578 w 1605470"/>
              <a:gd name="connsiteY146-20506" fmla="*/ 1563678 h 6858000"/>
              <a:gd name="connsiteX147-20507" fmla="*/ 355658 w 1605470"/>
              <a:gd name="connsiteY147-20508" fmla="*/ 1519474 h 6858000"/>
              <a:gd name="connsiteX148-20509" fmla="*/ 348400 w 1605470"/>
              <a:gd name="connsiteY148-20510" fmla="*/ 1477995 h 6858000"/>
              <a:gd name="connsiteX149-20511" fmla="*/ 334485 w 1605470"/>
              <a:gd name="connsiteY149-20512" fmla="*/ 1373769 h 6858000"/>
              <a:gd name="connsiteX150-20513" fmla="*/ 342792 w 1605470"/>
              <a:gd name="connsiteY150-20514" fmla="*/ 1307086 h 6858000"/>
              <a:gd name="connsiteX151-20515" fmla="*/ 343980 w 1605470"/>
              <a:gd name="connsiteY151-20516" fmla="*/ 1189033 h 6858000"/>
              <a:gd name="connsiteX152-20517" fmla="*/ 348665 w 1605470"/>
              <a:gd name="connsiteY152-20518" fmla="*/ 1168288 h 6858000"/>
              <a:gd name="connsiteX153-20519" fmla="*/ 340947 w 1605470"/>
              <a:gd name="connsiteY153-20520" fmla="*/ 1142577 h 6858000"/>
              <a:gd name="connsiteX154-20521" fmla="*/ 330253 w 1605470"/>
              <a:gd name="connsiteY154-20522" fmla="*/ 1088484 h 6858000"/>
              <a:gd name="connsiteX155-20523" fmla="*/ 318989 w 1605470"/>
              <a:gd name="connsiteY155-20524" fmla="*/ 1016103 h 6858000"/>
              <a:gd name="connsiteX156-20525" fmla="*/ 320445 w 1605470"/>
              <a:gd name="connsiteY156-20526" fmla="*/ 932283 h 6858000"/>
              <a:gd name="connsiteX157-20527" fmla="*/ 322681 w 1605470"/>
              <a:gd name="connsiteY157-20528" fmla="*/ 915925 h 6858000"/>
              <a:gd name="connsiteX158-20529" fmla="*/ 315310 w 1605470"/>
              <a:gd name="connsiteY158-20530" fmla="*/ 896999 h 6858000"/>
              <a:gd name="connsiteX159-20531" fmla="*/ 284718 w 1605470"/>
              <a:gd name="connsiteY159-20532" fmla="*/ 821517 h 6858000"/>
              <a:gd name="connsiteX160-20533" fmla="*/ 263668 w 1605470"/>
              <a:gd name="connsiteY160-20534" fmla="*/ 751353 h 6858000"/>
              <a:gd name="connsiteX161-20535" fmla="*/ 263226 w 1605470"/>
              <a:gd name="connsiteY161-20536" fmla="*/ 721230 h 6858000"/>
              <a:gd name="connsiteX162-20537" fmla="*/ 248897 w 1605470"/>
              <a:gd name="connsiteY162-20538" fmla="*/ 681659 h 6858000"/>
              <a:gd name="connsiteX163-20539" fmla="*/ 234316 w 1605470"/>
              <a:gd name="connsiteY163-20540" fmla="*/ 635218 h 6858000"/>
              <a:gd name="connsiteX164-20541" fmla="*/ 239327 w 1605470"/>
              <a:gd name="connsiteY164-20542" fmla="*/ 613763 h 6858000"/>
              <a:gd name="connsiteX165-20543" fmla="*/ 225269 w 1605470"/>
              <a:gd name="connsiteY165-20544" fmla="*/ 598582 h 6858000"/>
              <a:gd name="connsiteX166-20545" fmla="*/ 224950 w 1605470"/>
              <a:gd name="connsiteY166-20546" fmla="*/ 576846 h 6858000"/>
              <a:gd name="connsiteX167-20547" fmla="*/ 204576 w 1605470"/>
              <a:gd name="connsiteY167-20548" fmla="*/ 530055 h 6858000"/>
              <a:gd name="connsiteX168-20549" fmla="*/ 219064 w 1605470"/>
              <a:gd name="connsiteY168-20550" fmla="*/ 469651 h 6858000"/>
              <a:gd name="connsiteX169-20551" fmla="*/ 195012 w 1605470"/>
              <a:gd name="connsiteY169-20552" fmla="*/ 448559 h 6858000"/>
              <a:gd name="connsiteX170-20553" fmla="*/ 201434 w 1605470"/>
              <a:gd name="connsiteY170-20554" fmla="*/ 441529 h 6858000"/>
              <a:gd name="connsiteX171-20555" fmla="*/ 200655 w 1605470"/>
              <a:gd name="connsiteY171-20556" fmla="*/ 428927 h 6858000"/>
              <a:gd name="connsiteX172-20557" fmla="*/ 190059 w 1605470"/>
              <a:gd name="connsiteY172-20558" fmla="*/ 430161 h 6858000"/>
              <a:gd name="connsiteX173-20559" fmla="*/ 167079 w 1605470"/>
              <a:gd name="connsiteY173-20560" fmla="*/ 367211 h 6858000"/>
              <a:gd name="connsiteX174-20561" fmla="*/ 124571 w 1605470"/>
              <a:gd name="connsiteY174-20562" fmla="*/ 302178 h 6858000"/>
              <a:gd name="connsiteX175-20563" fmla="*/ 103243 w 1605470"/>
              <a:gd name="connsiteY175-20564" fmla="*/ 211375 h 6858000"/>
              <a:gd name="connsiteX176-20565" fmla="*/ 94571 w 1605470"/>
              <a:gd name="connsiteY176-20566" fmla="*/ 184179 h 6858000"/>
              <a:gd name="connsiteX177-20567" fmla="*/ 13437 w 1605470"/>
              <a:gd name="connsiteY177-20568" fmla="*/ 19287 h 6858000"/>
              <a:gd name="connsiteX178-20569" fmla="*/ 0 w 1605470"/>
              <a:gd name="connsiteY178-20570" fmla="*/ 0 h 6858000"/>
              <a:gd name="connsiteX0-20571" fmla="*/ 0 w 1605470"/>
              <a:gd name="connsiteY0-20572" fmla="*/ 0 h 6858000"/>
              <a:gd name="connsiteX1-20573" fmla="*/ 1605470 w 1605470"/>
              <a:gd name="connsiteY1-20574" fmla="*/ 0 h 6858000"/>
              <a:gd name="connsiteX2-20575" fmla="*/ 1605470 w 1605470"/>
              <a:gd name="connsiteY2-20576" fmla="*/ 6858000 h 6858000"/>
              <a:gd name="connsiteX3-20577" fmla="*/ 154105 w 1605470"/>
              <a:gd name="connsiteY3-20578" fmla="*/ 6858000 h 6858000"/>
              <a:gd name="connsiteX4-20579" fmla="*/ 154246 w 1605470"/>
              <a:gd name="connsiteY4-20580" fmla="*/ 6857735 h 6858000"/>
              <a:gd name="connsiteX5-20581" fmla="*/ 166295 w 1605470"/>
              <a:gd name="connsiteY5-20582" fmla="*/ 6809549 h 6858000"/>
              <a:gd name="connsiteX6-20583" fmla="*/ 198506 w 1605470"/>
              <a:gd name="connsiteY6-20584" fmla="*/ 6715115 h 6858000"/>
              <a:gd name="connsiteX7-20585" fmla="*/ 208357 w 1605470"/>
              <a:gd name="connsiteY7-20586" fmla="*/ 6680170 h 6858000"/>
              <a:gd name="connsiteX8-20587" fmla="*/ 233907 w 1605470"/>
              <a:gd name="connsiteY8-20588" fmla="*/ 6621207 h 6858000"/>
              <a:gd name="connsiteX9-20589" fmla="*/ 250564 w 1605470"/>
              <a:gd name="connsiteY9-20590" fmla="*/ 6596265 h 6858000"/>
              <a:gd name="connsiteX10-20591" fmla="*/ 250443 w 1605470"/>
              <a:gd name="connsiteY10-20592" fmla="*/ 6594818 h 6858000"/>
              <a:gd name="connsiteX11-20593" fmla="*/ 254688 w 1605470"/>
              <a:gd name="connsiteY11-20594" fmla="*/ 6593735 h 6858000"/>
              <a:gd name="connsiteX12-20595" fmla="*/ 257885 w 1605470"/>
              <a:gd name="connsiteY12-20596" fmla="*/ 6589172 h 6858000"/>
              <a:gd name="connsiteX13-20597" fmla="*/ 261179 w 1605470"/>
              <a:gd name="connsiteY13-20598" fmla="*/ 6574442 h 6858000"/>
              <a:gd name="connsiteX14-20599" fmla="*/ 261519 w 1605470"/>
              <a:gd name="connsiteY14-20600" fmla="*/ 6568530 h 6858000"/>
              <a:gd name="connsiteX15-20601" fmla="*/ 263928 w 1605470"/>
              <a:gd name="connsiteY15-20602" fmla="*/ 6560674 h 6858000"/>
              <a:gd name="connsiteX16-20603" fmla="*/ 264273 w 1605470"/>
              <a:gd name="connsiteY16-20604" fmla="*/ 6560598 h 6858000"/>
              <a:gd name="connsiteX17-20605" fmla="*/ 265970 w 1605470"/>
              <a:gd name="connsiteY17-20606" fmla="*/ 6553006 h 6858000"/>
              <a:gd name="connsiteX18-20607" fmla="*/ 270666 w 1605470"/>
              <a:gd name="connsiteY18-20608" fmla="*/ 6514360 h 6858000"/>
              <a:gd name="connsiteX19-20609" fmla="*/ 312320 w 1605470"/>
              <a:gd name="connsiteY19-20610" fmla="*/ 6478062 h 6858000"/>
              <a:gd name="connsiteX20-20611" fmla="*/ 323009 w 1605470"/>
              <a:gd name="connsiteY20-20612" fmla="*/ 6460325 h 6858000"/>
              <a:gd name="connsiteX21-20613" fmla="*/ 330242 w 1605470"/>
              <a:gd name="connsiteY21-20614" fmla="*/ 6451488 h 6858000"/>
              <a:gd name="connsiteX22-20615" fmla="*/ 331677 w 1605470"/>
              <a:gd name="connsiteY22-20616" fmla="*/ 6451348 h 6858000"/>
              <a:gd name="connsiteX23-20617" fmla="*/ 336035 w 1605470"/>
              <a:gd name="connsiteY23-20618" fmla="*/ 6414240 h 6858000"/>
              <a:gd name="connsiteX24-20619" fmla="*/ 338911 w 1605470"/>
              <a:gd name="connsiteY24-20620" fmla="*/ 6410269 h 6858000"/>
              <a:gd name="connsiteX25-20621" fmla="*/ 338811 w 1605470"/>
              <a:gd name="connsiteY25-20622" fmla="*/ 6384857 h 6858000"/>
              <a:gd name="connsiteX26-20623" fmla="*/ 340328 w 1605470"/>
              <a:gd name="connsiteY26-20624" fmla="*/ 6372381 h 6858000"/>
              <a:gd name="connsiteX27-20625" fmla="*/ 337522 w 1605470"/>
              <a:gd name="connsiteY27-20626" fmla="*/ 6367510 h 6858000"/>
              <a:gd name="connsiteX28-20627" fmla="*/ 341402 w 1605470"/>
              <a:gd name="connsiteY28-20628" fmla="*/ 6349778 h 6858000"/>
              <a:gd name="connsiteX29-20629" fmla="*/ 343067 w 1605470"/>
              <a:gd name="connsiteY29-20630" fmla="*/ 6348250 h 6858000"/>
              <a:gd name="connsiteX30-20631" fmla="*/ 359101 w 1605470"/>
              <a:gd name="connsiteY30-20632" fmla="*/ 6281972 h 6858000"/>
              <a:gd name="connsiteX31-20633" fmla="*/ 369864 w 1605470"/>
              <a:gd name="connsiteY31-20634" fmla="*/ 6211940 h 6858000"/>
              <a:gd name="connsiteX32-20635" fmla="*/ 411359 w 1605470"/>
              <a:gd name="connsiteY32-20636" fmla="*/ 6113913 h 6858000"/>
              <a:gd name="connsiteX33-20637" fmla="*/ 415652 w 1605470"/>
              <a:gd name="connsiteY33-20638" fmla="*/ 6028119 h 6858000"/>
              <a:gd name="connsiteX34-20639" fmla="*/ 442432 w 1605470"/>
              <a:gd name="connsiteY34-20640" fmla="*/ 5934687 h 6858000"/>
              <a:gd name="connsiteX35-20641" fmla="*/ 476444 w 1605470"/>
              <a:gd name="connsiteY35-20642" fmla="*/ 5765594 h 6858000"/>
              <a:gd name="connsiteX36-20643" fmla="*/ 508280 w 1605470"/>
              <a:gd name="connsiteY36-20644" fmla="*/ 5693685 h 6858000"/>
              <a:gd name="connsiteX37-20645" fmla="*/ 510261 w 1605470"/>
              <a:gd name="connsiteY37-20646" fmla="*/ 5634527 h 6858000"/>
              <a:gd name="connsiteX38-20647" fmla="*/ 523992 w 1605470"/>
              <a:gd name="connsiteY38-20648" fmla="*/ 5619557 h 6858000"/>
              <a:gd name="connsiteX39-20649" fmla="*/ 526609 w 1605470"/>
              <a:gd name="connsiteY39-20650" fmla="*/ 5617081 h 6858000"/>
              <a:gd name="connsiteX40-20651" fmla="*/ 531653 w 1605470"/>
              <a:gd name="connsiteY40-20652" fmla="*/ 5604904 h 6858000"/>
              <a:gd name="connsiteX41-20653" fmla="*/ 539863 w 1605470"/>
              <a:gd name="connsiteY41-20654" fmla="*/ 5604298 h 6858000"/>
              <a:gd name="connsiteX42-20655" fmla="*/ 552319 w 1605470"/>
              <a:gd name="connsiteY42-20656" fmla="*/ 5587997 h 6858000"/>
              <a:gd name="connsiteX43-20657" fmla="*/ 559710 w 1605470"/>
              <a:gd name="connsiteY43-20658" fmla="*/ 5564796 h 6858000"/>
              <a:gd name="connsiteX44-20659" fmla="*/ 587214 w 1605470"/>
              <a:gd name="connsiteY44-20660" fmla="*/ 5451511 h 6858000"/>
              <a:gd name="connsiteX45-20661" fmla="*/ 608019 w 1605470"/>
              <a:gd name="connsiteY45-20662" fmla="*/ 5385461 h 6858000"/>
              <a:gd name="connsiteX46-20663" fmla="*/ 622750 w 1605470"/>
              <a:gd name="connsiteY46-20664" fmla="*/ 5363084 h 6858000"/>
              <a:gd name="connsiteX47-20665" fmla="*/ 638731 w 1605470"/>
              <a:gd name="connsiteY47-20666" fmla="*/ 5330009 h 6858000"/>
              <a:gd name="connsiteX48-20667" fmla="*/ 672224 w 1605470"/>
              <a:gd name="connsiteY48-20668" fmla="*/ 5273739 h 6858000"/>
              <a:gd name="connsiteX49-20669" fmla="*/ 681823 w 1605470"/>
              <a:gd name="connsiteY49-20670" fmla="*/ 5241779 h 6858000"/>
              <a:gd name="connsiteX50-20671" fmla="*/ 693049 w 1605470"/>
              <a:gd name="connsiteY50-20672" fmla="*/ 5225268 h 6858000"/>
              <a:gd name="connsiteX51-20673" fmla="*/ 694069 w 1605470"/>
              <a:gd name="connsiteY51-20674" fmla="*/ 5217684 h 6858000"/>
              <a:gd name="connsiteX52-20675" fmla="*/ 701410 w 1605470"/>
              <a:gd name="connsiteY52-20676" fmla="*/ 5193377 h 6858000"/>
              <a:gd name="connsiteX53-20677" fmla="*/ 704713 w 1605470"/>
              <a:gd name="connsiteY53-20678" fmla="*/ 5179288 h 6858000"/>
              <a:gd name="connsiteX54-20679" fmla="*/ 705697 w 1605470"/>
              <a:gd name="connsiteY54-20680" fmla="*/ 5173621 h 6858000"/>
              <a:gd name="connsiteX55-20681" fmla="*/ 701331 w 1605470"/>
              <a:gd name="connsiteY55-20682" fmla="*/ 5159961 h 6858000"/>
              <a:gd name="connsiteX56-20683" fmla="*/ 708008 w 1605470"/>
              <a:gd name="connsiteY56-20684" fmla="*/ 5144295 h 6858000"/>
              <a:gd name="connsiteX57-20685" fmla="*/ 704941 w 1605470"/>
              <a:gd name="connsiteY57-20686" fmla="*/ 5125185 h 6858000"/>
              <a:gd name="connsiteX58-20687" fmla="*/ 711771 w 1605470"/>
              <a:gd name="connsiteY58-20688" fmla="*/ 5121884 h 6858000"/>
              <a:gd name="connsiteX59-20689" fmla="*/ 721092 w 1605470"/>
              <a:gd name="connsiteY59-20690" fmla="*/ 5108383 h 6858000"/>
              <a:gd name="connsiteX60-20691" fmla="*/ 717045 w 1605470"/>
              <a:gd name="connsiteY60-20692" fmla="*/ 5094705 h 6858000"/>
              <a:gd name="connsiteX61-20693" fmla="*/ 718807 w 1605470"/>
              <a:gd name="connsiteY61-20694" fmla="*/ 5067850 h 6858000"/>
              <a:gd name="connsiteX62-20695" fmla="*/ 721538 w 1605470"/>
              <a:gd name="connsiteY62-20696" fmla="*/ 5060861 h 6858000"/>
              <a:gd name="connsiteX63-20697" fmla="*/ 718242 w 1605470"/>
              <a:gd name="connsiteY63-20698" fmla="*/ 5034192 h 6858000"/>
              <a:gd name="connsiteX64-20699" fmla="*/ 719796 w 1605470"/>
              <a:gd name="connsiteY64-20700" fmla="*/ 4993030 h 6858000"/>
              <a:gd name="connsiteX65-20701" fmla="*/ 726705 w 1605470"/>
              <a:gd name="connsiteY65-20702" fmla="*/ 4946844 h 6858000"/>
              <a:gd name="connsiteX66-20703" fmla="*/ 722561 w 1605470"/>
              <a:gd name="connsiteY66-20704" fmla="*/ 4932692 h 6858000"/>
              <a:gd name="connsiteX67-20705" fmla="*/ 724935 w 1605470"/>
              <a:gd name="connsiteY67-20706" fmla="*/ 4821504 h 6858000"/>
              <a:gd name="connsiteX68-20707" fmla="*/ 732118 w 1605470"/>
              <a:gd name="connsiteY68-20708" fmla="*/ 4801535 h 6858000"/>
              <a:gd name="connsiteX69-20709" fmla="*/ 739787 w 1605470"/>
              <a:gd name="connsiteY69-20710" fmla="*/ 4797794 h 6858000"/>
              <a:gd name="connsiteX70-20711" fmla="*/ 741081 w 1605470"/>
              <a:gd name="connsiteY70-20712" fmla="*/ 4784526 h 6858000"/>
              <a:gd name="connsiteX71-20713" fmla="*/ 742865 w 1605470"/>
              <a:gd name="connsiteY71-20714" fmla="*/ 4781211 h 6858000"/>
              <a:gd name="connsiteX72-20715" fmla="*/ 751652 w 1605470"/>
              <a:gd name="connsiteY72-20716" fmla="*/ 4761984 h 6858000"/>
              <a:gd name="connsiteX73-20717" fmla="*/ 747700 w 1605470"/>
              <a:gd name="connsiteY73-20718" fmla="*/ 4690749 h 6858000"/>
              <a:gd name="connsiteX74-20719" fmla="*/ 743180 w 1605470"/>
              <a:gd name="connsiteY74-20720" fmla="*/ 4613201 h 6858000"/>
              <a:gd name="connsiteX75-20721" fmla="*/ 738263 w 1605470"/>
              <a:gd name="connsiteY75-20722" fmla="*/ 4444346 h 6858000"/>
              <a:gd name="connsiteX76-20723" fmla="*/ 756542 w 1605470"/>
              <a:gd name="connsiteY76-20724" fmla="*/ 4350346 h 6858000"/>
              <a:gd name="connsiteX77-20725" fmla="*/ 715481 w 1605470"/>
              <a:gd name="connsiteY77-20726" fmla="*/ 4214165 h 6858000"/>
              <a:gd name="connsiteX78-20727" fmla="*/ 719554 w 1605470"/>
              <a:gd name="connsiteY78-20728" fmla="*/ 4090296 h 6858000"/>
              <a:gd name="connsiteX79-20729" fmla="*/ 704810 w 1605470"/>
              <a:gd name="connsiteY79-20730" fmla="*/ 4033999 h 6858000"/>
              <a:gd name="connsiteX80-20731" fmla="*/ 705959 w 1605470"/>
              <a:gd name="connsiteY80-20732" fmla="*/ 4031933 h 6858000"/>
              <a:gd name="connsiteX81-20733" fmla="*/ 704535 w 1605470"/>
              <a:gd name="connsiteY81-20734" fmla="*/ 4013953 h 6858000"/>
              <a:gd name="connsiteX82-20735" fmla="*/ 700443 w 1605470"/>
              <a:gd name="connsiteY82-20736" fmla="*/ 4010511 h 6858000"/>
              <a:gd name="connsiteX83-20737" fmla="*/ 698282 w 1605470"/>
              <a:gd name="connsiteY83-20738" fmla="*/ 3998331 h 6858000"/>
              <a:gd name="connsiteX84-20739" fmla="*/ 690830 w 1605470"/>
              <a:gd name="connsiteY84-20740" fmla="*/ 3974753 h 6858000"/>
              <a:gd name="connsiteX85-20741" fmla="*/ 692428 w 1605470"/>
              <a:gd name="connsiteY85-20742" fmla="*/ 3969950 h 6858000"/>
              <a:gd name="connsiteX86-20743" fmla="*/ 685850 w 1605470"/>
              <a:gd name="connsiteY86-20744" fmla="*/ 3933779 h 6858000"/>
              <a:gd name="connsiteX87-20745" fmla="*/ 687181 w 1605470"/>
              <a:gd name="connsiteY87-20746" fmla="*/ 3933093 h 6858000"/>
              <a:gd name="connsiteX88-20747" fmla="*/ 691535 w 1605470"/>
              <a:gd name="connsiteY88-20748" fmla="*/ 3922082 h 6858000"/>
              <a:gd name="connsiteX89-20749" fmla="*/ 696613 w 1605470"/>
              <a:gd name="connsiteY89-20750" fmla="*/ 3901461 h 6858000"/>
              <a:gd name="connsiteX90-20751" fmla="*/ 719207 w 1605470"/>
              <a:gd name="connsiteY90-20752" fmla="*/ 3813873 h 6858000"/>
              <a:gd name="connsiteX91-20753" fmla="*/ 718632 w 1605470"/>
              <a:gd name="connsiteY91-20754" fmla="*/ 3806161 h 6858000"/>
              <a:gd name="connsiteX92-20755" fmla="*/ 718939 w 1605470"/>
              <a:gd name="connsiteY92-20756" fmla="*/ 3805957 h 6858000"/>
              <a:gd name="connsiteX93-20757" fmla="*/ 718966 w 1605470"/>
              <a:gd name="connsiteY93-20758" fmla="*/ 3797724 h 6858000"/>
              <a:gd name="connsiteX94-20759" fmla="*/ 717581 w 1605470"/>
              <a:gd name="connsiteY94-20760" fmla="*/ 3792098 h 6858000"/>
              <a:gd name="connsiteX95-20761" fmla="*/ 716465 w 1605470"/>
              <a:gd name="connsiteY95-20762" fmla="*/ 3777135 h 6858000"/>
              <a:gd name="connsiteX96-20763" fmla="*/ 718198 w 1605470"/>
              <a:gd name="connsiteY96-20764" fmla="*/ 3771656 h 6858000"/>
              <a:gd name="connsiteX97-20765" fmla="*/ 721941 w 1605470"/>
              <a:gd name="connsiteY97-20766" fmla="*/ 3769007 h 6858000"/>
              <a:gd name="connsiteX98-20767" fmla="*/ 721407 w 1605470"/>
              <a:gd name="connsiteY98-20768" fmla="*/ 3767709 h 6858000"/>
              <a:gd name="connsiteX99-20769" fmla="*/ 730103 w 1605470"/>
              <a:gd name="connsiteY99-20770" fmla="*/ 3738082 h 6858000"/>
              <a:gd name="connsiteX100-20771" fmla="*/ 737449 w 1605470"/>
              <a:gd name="connsiteY100-20772" fmla="*/ 3673397 h 6858000"/>
              <a:gd name="connsiteX101-20773" fmla="*/ 736745 w 1605470"/>
              <a:gd name="connsiteY101-20774" fmla="*/ 3637109 h 6858000"/>
              <a:gd name="connsiteX102-20775" fmla="*/ 740188 w 1605470"/>
              <a:gd name="connsiteY102-20776" fmla="*/ 3536883 h 6858000"/>
              <a:gd name="connsiteX103-20777" fmla="*/ 747726 w 1605470"/>
              <a:gd name="connsiteY103-20778" fmla="*/ 3435652 h 6858000"/>
              <a:gd name="connsiteX104-20779" fmla="*/ 774383 w 1605470"/>
              <a:gd name="connsiteY104-20780" fmla="*/ 3381564 h 6858000"/>
              <a:gd name="connsiteX105-20781" fmla="*/ 774870 w 1605470"/>
              <a:gd name="connsiteY105-20782" fmla="*/ 3375761 h 6858000"/>
              <a:gd name="connsiteX106-20783" fmla="*/ 770510 w 1605470"/>
              <a:gd name="connsiteY106-20784" fmla="*/ 3361844 h 6858000"/>
              <a:gd name="connsiteX107-20785" fmla="*/ 767933 w 1605470"/>
              <a:gd name="connsiteY107-20786" fmla="*/ 3356929 h 6858000"/>
              <a:gd name="connsiteX108-20787" fmla="*/ 766158 w 1605470"/>
              <a:gd name="connsiteY108-20788" fmla="*/ 3349058 h 6858000"/>
              <a:gd name="connsiteX109-20789" fmla="*/ 766414 w 1605470"/>
              <a:gd name="connsiteY109-20790" fmla="*/ 3348763 h 6858000"/>
              <a:gd name="connsiteX110-20791" fmla="*/ 764166 w 1605470"/>
              <a:gd name="connsiteY110-20792" fmla="*/ 3341588 h 6858000"/>
              <a:gd name="connsiteX111-20793" fmla="*/ 749397 w 1605470"/>
              <a:gd name="connsiteY111-20794" fmla="*/ 3307769 h 6858000"/>
              <a:gd name="connsiteX112-20795" fmla="*/ 766960 w 1605470"/>
              <a:gd name="connsiteY112-20796" fmla="*/ 3250522 h 6858000"/>
              <a:gd name="connsiteX113-20797" fmla="*/ 767385 w 1605470"/>
              <a:gd name="connsiteY113-20798" fmla="*/ 3229163 h 6858000"/>
              <a:gd name="connsiteX114-20799" fmla="*/ 769208 w 1605470"/>
              <a:gd name="connsiteY114-20800" fmla="*/ 3217217 h 6858000"/>
              <a:gd name="connsiteX115-20801" fmla="*/ 770350 w 1605470"/>
              <a:gd name="connsiteY115-20802" fmla="*/ 3216125 h 6858000"/>
              <a:gd name="connsiteX116-20803" fmla="*/ 756043 w 1605470"/>
              <a:gd name="connsiteY116-20804" fmla="*/ 3183755 h 6858000"/>
              <a:gd name="connsiteX117-20805" fmla="*/ 756544 w 1605470"/>
              <a:gd name="connsiteY117-20806" fmla="*/ 3178642 h 6858000"/>
              <a:gd name="connsiteX118-20807" fmla="*/ 744144 w 1605470"/>
              <a:gd name="connsiteY118-20808" fmla="*/ 3158586 h 6858000"/>
              <a:gd name="connsiteX119-20809" fmla="*/ 739378 w 1605470"/>
              <a:gd name="connsiteY119-20810" fmla="*/ 3147669 h 6858000"/>
              <a:gd name="connsiteX120-20811" fmla="*/ 734648 w 1605470"/>
              <a:gd name="connsiteY120-20812" fmla="*/ 3145733 h 6858000"/>
              <a:gd name="connsiteX121-20813" fmla="*/ 729329 w 1605470"/>
              <a:gd name="connsiteY121-20814" fmla="*/ 3129034 h 6858000"/>
              <a:gd name="connsiteX122-20815" fmla="*/ 729994 w 1605470"/>
              <a:gd name="connsiteY122-20816" fmla="*/ 3126682 h 6858000"/>
              <a:gd name="connsiteX123-20817" fmla="*/ 720862 w 1605470"/>
              <a:gd name="connsiteY123-20818" fmla="*/ 3114519 h 6858000"/>
              <a:gd name="connsiteX124-20819" fmla="*/ 707471 w 1605470"/>
              <a:gd name="connsiteY124-20820" fmla="*/ 3106272 h 6858000"/>
              <a:gd name="connsiteX125-20821" fmla="*/ 680201 w 1605470"/>
              <a:gd name="connsiteY125-20822" fmla="*/ 2958185 h 6858000"/>
              <a:gd name="connsiteX126-20823" fmla="*/ 622815 w 1605470"/>
              <a:gd name="connsiteY126-20824" fmla="*/ 2762989 h 6858000"/>
              <a:gd name="connsiteX127-20825" fmla="*/ 571733 w 1605470"/>
              <a:gd name="connsiteY127-20826" fmla="*/ 2554718 h 6858000"/>
              <a:gd name="connsiteX128-20827" fmla="*/ 551827 w 1605470"/>
              <a:gd name="connsiteY128-20828" fmla="*/ 2485734 h 6858000"/>
              <a:gd name="connsiteX129-20829" fmla="*/ 542550 w 1605470"/>
              <a:gd name="connsiteY129-20830" fmla="*/ 2447068 h 6858000"/>
              <a:gd name="connsiteX130-20831" fmla="*/ 529511 w 1605470"/>
              <a:gd name="connsiteY130-20832" fmla="*/ 2425819 h 6858000"/>
              <a:gd name="connsiteX131-20833" fmla="*/ 528878 w 1605470"/>
              <a:gd name="connsiteY131-20834" fmla="*/ 2408971 h 6858000"/>
              <a:gd name="connsiteX132-20835" fmla="*/ 535510 w 1605470"/>
              <a:gd name="connsiteY132-20836" fmla="*/ 2402874 h 6858000"/>
              <a:gd name="connsiteX133-20837" fmla="*/ 538122 w 1605470"/>
              <a:gd name="connsiteY133-20838" fmla="*/ 2381443 h 6858000"/>
              <a:gd name="connsiteX134-20839" fmla="*/ 514451 w 1605470"/>
              <a:gd name="connsiteY134-20840" fmla="*/ 2261920 h 6858000"/>
              <a:gd name="connsiteX135-20841" fmla="*/ 486968 w 1605470"/>
              <a:gd name="connsiteY135-20842" fmla="*/ 2182937 h 6858000"/>
              <a:gd name="connsiteX136-20843" fmla="*/ 488555 w 1605470"/>
              <a:gd name="connsiteY136-20844" fmla="*/ 2155135 h 6858000"/>
              <a:gd name="connsiteX137-20845" fmla="*/ 486013 w 1605470"/>
              <a:gd name="connsiteY137-20846" fmla="*/ 2118008 h 6858000"/>
              <a:gd name="connsiteX138-20847" fmla="*/ 487006 w 1605470"/>
              <a:gd name="connsiteY138-20848" fmla="*/ 2050531 h 6858000"/>
              <a:gd name="connsiteX139-20849" fmla="*/ 478812 w 1605470"/>
              <a:gd name="connsiteY139-20850" fmla="*/ 1963269 h 6858000"/>
              <a:gd name="connsiteX140-20851" fmla="*/ 442619 w 1605470"/>
              <a:gd name="connsiteY140-20852" fmla="*/ 1910499 h 6858000"/>
              <a:gd name="connsiteX141-20853" fmla="*/ 446785 w 1605470"/>
              <a:gd name="connsiteY141-20854" fmla="*/ 1903212 h 6858000"/>
              <a:gd name="connsiteX142-20855" fmla="*/ 436547 w 1605470"/>
              <a:gd name="connsiteY142-20856" fmla="*/ 1861531 h 6858000"/>
              <a:gd name="connsiteX143-20857" fmla="*/ 390346 w 1605470"/>
              <a:gd name="connsiteY143-20858" fmla="*/ 1732919 h 6858000"/>
              <a:gd name="connsiteX144-20859" fmla="*/ 362657 w 1605470"/>
              <a:gd name="connsiteY144-20860" fmla="*/ 1663540 h 6858000"/>
              <a:gd name="connsiteX145-20861" fmla="*/ 361783 w 1605470"/>
              <a:gd name="connsiteY145-20862" fmla="*/ 1615777 h 6858000"/>
              <a:gd name="connsiteX146-20863" fmla="*/ 342578 w 1605470"/>
              <a:gd name="connsiteY146-20864" fmla="*/ 1563678 h 6858000"/>
              <a:gd name="connsiteX147-20865" fmla="*/ 355658 w 1605470"/>
              <a:gd name="connsiteY147-20866" fmla="*/ 1519474 h 6858000"/>
              <a:gd name="connsiteX148-20867" fmla="*/ 348400 w 1605470"/>
              <a:gd name="connsiteY148-20868" fmla="*/ 1477995 h 6858000"/>
              <a:gd name="connsiteX149-20869" fmla="*/ 334485 w 1605470"/>
              <a:gd name="connsiteY149-20870" fmla="*/ 1373769 h 6858000"/>
              <a:gd name="connsiteX150-20871" fmla="*/ 342792 w 1605470"/>
              <a:gd name="connsiteY150-20872" fmla="*/ 1307086 h 6858000"/>
              <a:gd name="connsiteX151-20873" fmla="*/ 343980 w 1605470"/>
              <a:gd name="connsiteY151-20874" fmla="*/ 1189033 h 6858000"/>
              <a:gd name="connsiteX152-20875" fmla="*/ 348665 w 1605470"/>
              <a:gd name="connsiteY152-20876" fmla="*/ 1168288 h 6858000"/>
              <a:gd name="connsiteX153-20877" fmla="*/ 340947 w 1605470"/>
              <a:gd name="connsiteY153-20878" fmla="*/ 1142577 h 6858000"/>
              <a:gd name="connsiteX154-20879" fmla="*/ 330253 w 1605470"/>
              <a:gd name="connsiteY154-20880" fmla="*/ 1088484 h 6858000"/>
              <a:gd name="connsiteX155-20881" fmla="*/ 318989 w 1605470"/>
              <a:gd name="connsiteY155-20882" fmla="*/ 1016103 h 6858000"/>
              <a:gd name="connsiteX156-20883" fmla="*/ 320445 w 1605470"/>
              <a:gd name="connsiteY156-20884" fmla="*/ 932283 h 6858000"/>
              <a:gd name="connsiteX157-20885" fmla="*/ 322681 w 1605470"/>
              <a:gd name="connsiteY157-20886" fmla="*/ 915925 h 6858000"/>
              <a:gd name="connsiteX158-20887" fmla="*/ 315310 w 1605470"/>
              <a:gd name="connsiteY158-20888" fmla="*/ 896999 h 6858000"/>
              <a:gd name="connsiteX159-20889" fmla="*/ 284718 w 1605470"/>
              <a:gd name="connsiteY159-20890" fmla="*/ 821517 h 6858000"/>
              <a:gd name="connsiteX160-20891" fmla="*/ 263668 w 1605470"/>
              <a:gd name="connsiteY160-20892" fmla="*/ 751353 h 6858000"/>
              <a:gd name="connsiteX161-20893" fmla="*/ 263226 w 1605470"/>
              <a:gd name="connsiteY161-20894" fmla="*/ 721230 h 6858000"/>
              <a:gd name="connsiteX162-20895" fmla="*/ 248897 w 1605470"/>
              <a:gd name="connsiteY162-20896" fmla="*/ 681659 h 6858000"/>
              <a:gd name="connsiteX163-20897" fmla="*/ 234316 w 1605470"/>
              <a:gd name="connsiteY163-20898" fmla="*/ 635218 h 6858000"/>
              <a:gd name="connsiteX164-20899" fmla="*/ 239327 w 1605470"/>
              <a:gd name="connsiteY164-20900" fmla="*/ 613763 h 6858000"/>
              <a:gd name="connsiteX165-20901" fmla="*/ 225269 w 1605470"/>
              <a:gd name="connsiteY165-20902" fmla="*/ 598582 h 6858000"/>
              <a:gd name="connsiteX166-20903" fmla="*/ 224950 w 1605470"/>
              <a:gd name="connsiteY166-20904" fmla="*/ 576846 h 6858000"/>
              <a:gd name="connsiteX167-20905" fmla="*/ 204576 w 1605470"/>
              <a:gd name="connsiteY167-20906" fmla="*/ 530055 h 6858000"/>
              <a:gd name="connsiteX168-20907" fmla="*/ 219064 w 1605470"/>
              <a:gd name="connsiteY168-20908" fmla="*/ 469651 h 6858000"/>
              <a:gd name="connsiteX169-20909" fmla="*/ 195012 w 1605470"/>
              <a:gd name="connsiteY169-20910" fmla="*/ 448559 h 6858000"/>
              <a:gd name="connsiteX170-20911" fmla="*/ 201434 w 1605470"/>
              <a:gd name="connsiteY170-20912" fmla="*/ 441529 h 6858000"/>
              <a:gd name="connsiteX171-20913" fmla="*/ 200655 w 1605470"/>
              <a:gd name="connsiteY171-20914" fmla="*/ 428927 h 6858000"/>
              <a:gd name="connsiteX172-20915" fmla="*/ 190059 w 1605470"/>
              <a:gd name="connsiteY172-20916" fmla="*/ 430161 h 6858000"/>
              <a:gd name="connsiteX173-20917" fmla="*/ 167079 w 1605470"/>
              <a:gd name="connsiteY173-20918" fmla="*/ 367211 h 6858000"/>
              <a:gd name="connsiteX174-20919" fmla="*/ 124571 w 1605470"/>
              <a:gd name="connsiteY174-20920" fmla="*/ 302178 h 6858000"/>
              <a:gd name="connsiteX175-20921" fmla="*/ 103243 w 1605470"/>
              <a:gd name="connsiteY175-20922" fmla="*/ 211375 h 6858000"/>
              <a:gd name="connsiteX176-20923" fmla="*/ 94571 w 1605470"/>
              <a:gd name="connsiteY176-20924" fmla="*/ 184179 h 6858000"/>
              <a:gd name="connsiteX177-20925" fmla="*/ 13437 w 1605470"/>
              <a:gd name="connsiteY177-20926" fmla="*/ 19287 h 6858000"/>
              <a:gd name="connsiteX178-20927" fmla="*/ 0 w 1605470"/>
              <a:gd name="connsiteY178-20928" fmla="*/ 0 h 6858000"/>
              <a:gd name="connsiteX0-20929" fmla="*/ 0 w 1605470"/>
              <a:gd name="connsiteY0-20930" fmla="*/ 0 h 6858000"/>
              <a:gd name="connsiteX1-20931" fmla="*/ 1605470 w 1605470"/>
              <a:gd name="connsiteY1-20932" fmla="*/ 0 h 6858000"/>
              <a:gd name="connsiteX2-20933" fmla="*/ 1605470 w 1605470"/>
              <a:gd name="connsiteY2-20934" fmla="*/ 6858000 h 6858000"/>
              <a:gd name="connsiteX3-20935" fmla="*/ 154105 w 1605470"/>
              <a:gd name="connsiteY3-20936" fmla="*/ 6858000 h 6858000"/>
              <a:gd name="connsiteX4-20937" fmla="*/ 154246 w 1605470"/>
              <a:gd name="connsiteY4-20938" fmla="*/ 6857735 h 6858000"/>
              <a:gd name="connsiteX5-20939" fmla="*/ 166295 w 1605470"/>
              <a:gd name="connsiteY5-20940" fmla="*/ 6809549 h 6858000"/>
              <a:gd name="connsiteX6-20941" fmla="*/ 198506 w 1605470"/>
              <a:gd name="connsiteY6-20942" fmla="*/ 6715115 h 6858000"/>
              <a:gd name="connsiteX7-20943" fmla="*/ 208357 w 1605470"/>
              <a:gd name="connsiteY7-20944" fmla="*/ 6680170 h 6858000"/>
              <a:gd name="connsiteX8-20945" fmla="*/ 233907 w 1605470"/>
              <a:gd name="connsiteY8-20946" fmla="*/ 6621207 h 6858000"/>
              <a:gd name="connsiteX9-20947" fmla="*/ 250564 w 1605470"/>
              <a:gd name="connsiteY9-20948" fmla="*/ 6596265 h 6858000"/>
              <a:gd name="connsiteX10-20949" fmla="*/ 250443 w 1605470"/>
              <a:gd name="connsiteY10-20950" fmla="*/ 6594818 h 6858000"/>
              <a:gd name="connsiteX11-20951" fmla="*/ 254688 w 1605470"/>
              <a:gd name="connsiteY11-20952" fmla="*/ 6593735 h 6858000"/>
              <a:gd name="connsiteX12-20953" fmla="*/ 257885 w 1605470"/>
              <a:gd name="connsiteY12-20954" fmla="*/ 6589172 h 6858000"/>
              <a:gd name="connsiteX13-20955" fmla="*/ 261179 w 1605470"/>
              <a:gd name="connsiteY13-20956" fmla="*/ 6574442 h 6858000"/>
              <a:gd name="connsiteX14-20957" fmla="*/ 261519 w 1605470"/>
              <a:gd name="connsiteY14-20958" fmla="*/ 6568530 h 6858000"/>
              <a:gd name="connsiteX15-20959" fmla="*/ 263928 w 1605470"/>
              <a:gd name="connsiteY15-20960" fmla="*/ 6560674 h 6858000"/>
              <a:gd name="connsiteX16-20961" fmla="*/ 264273 w 1605470"/>
              <a:gd name="connsiteY16-20962" fmla="*/ 6560598 h 6858000"/>
              <a:gd name="connsiteX17-20963" fmla="*/ 265970 w 1605470"/>
              <a:gd name="connsiteY17-20964" fmla="*/ 6553006 h 6858000"/>
              <a:gd name="connsiteX18-20965" fmla="*/ 270666 w 1605470"/>
              <a:gd name="connsiteY18-20966" fmla="*/ 6514360 h 6858000"/>
              <a:gd name="connsiteX19-20967" fmla="*/ 312320 w 1605470"/>
              <a:gd name="connsiteY19-20968" fmla="*/ 6478062 h 6858000"/>
              <a:gd name="connsiteX20-20969" fmla="*/ 323009 w 1605470"/>
              <a:gd name="connsiteY20-20970" fmla="*/ 6460325 h 6858000"/>
              <a:gd name="connsiteX21-20971" fmla="*/ 330242 w 1605470"/>
              <a:gd name="connsiteY21-20972" fmla="*/ 6451488 h 6858000"/>
              <a:gd name="connsiteX22-20973" fmla="*/ 331677 w 1605470"/>
              <a:gd name="connsiteY22-20974" fmla="*/ 6451348 h 6858000"/>
              <a:gd name="connsiteX23-20975" fmla="*/ 336035 w 1605470"/>
              <a:gd name="connsiteY23-20976" fmla="*/ 6414240 h 6858000"/>
              <a:gd name="connsiteX24-20977" fmla="*/ 338911 w 1605470"/>
              <a:gd name="connsiteY24-20978" fmla="*/ 6410269 h 6858000"/>
              <a:gd name="connsiteX25-20979" fmla="*/ 338811 w 1605470"/>
              <a:gd name="connsiteY25-20980" fmla="*/ 6384857 h 6858000"/>
              <a:gd name="connsiteX26-20981" fmla="*/ 340328 w 1605470"/>
              <a:gd name="connsiteY26-20982" fmla="*/ 6372381 h 6858000"/>
              <a:gd name="connsiteX27-20983" fmla="*/ 337522 w 1605470"/>
              <a:gd name="connsiteY27-20984" fmla="*/ 6367510 h 6858000"/>
              <a:gd name="connsiteX28-20985" fmla="*/ 341402 w 1605470"/>
              <a:gd name="connsiteY28-20986" fmla="*/ 6349778 h 6858000"/>
              <a:gd name="connsiteX29-20987" fmla="*/ 343067 w 1605470"/>
              <a:gd name="connsiteY29-20988" fmla="*/ 6348250 h 6858000"/>
              <a:gd name="connsiteX30-20989" fmla="*/ 359101 w 1605470"/>
              <a:gd name="connsiteY30-20990" fmla="*/ 6281972 h 6858000"/>
              <a:gd name="connsiteX31-20991" fmla="*/ 369864 w 1605470"/>
              <a:gd name="connsiteY31-20992" fmla="*/ 6211940 h 6858000"/>
              <a:gd name="connsiteX32-20993" fmla="*/ 411359 w 1605470"/>
              <a:gd name="connsiteY32-20994" fmla="*/ 6113913 h 6858000"/>
              <a:gd name="connsiteX33-20995" fmla="*/ 415652 w 1605470"/>
              <a:gd name="connsiteY33-20996" fmla="*/ 6028119 h 6858000"/>
              <a:gd name="connsiteX34-20997" fmla="*/ 442432 w 1605470"/>
              <a:gd name="connsiteY34-20998" fmla="*/ 5934687 h 6858000"/>
              <a:gd name="connsiteX35-20999" fmla="*/ 476444 w 1605470"/>
              <a:gd name="connsiteY35-21000" fmla="*/ 5765594 h 6858000"/>
              <a:gd name="connsiteX36-21001" fmla="*/ 508280 w 1605470"/>
              <a:gd name="connsiteY36-21002" fmla="*/ 5693685 h 6858000"/>
              <a:gd name="connsiteX37-21003" fmla="*/ 510261 w 1605470"/>
              <a:gd name="connsiteY37-21004" fmla="*/ 5634527 h 6858000"/>
              <a:gd name="connsiteX38-21005" fmla="*/ 523992 w 1605470"/>
              <a:gd name="connsiteY38-21006" fmla="*/ 5619557 h 6858000"/>
              <a:gd name="connsiteX39-21007" fmla="*/ 531653 w 1605470"/>
              <a:gd name="connsiteY39-21008" fmla="*/ 5604904 h 6858000"/>
              <a:gd name="connsiteX40-21009" fmla="*/ 539863 w 1605470"/>
              <a:gd name="connsiteY40-21010" fmla="*/ 5604298 h 6858000"/>
              <a:gd name="connsiteX41-21011" fmla="*/ 552319 w 1605470"/>
              <a:gd name="connsiteY41-21012" fmla="*/ 5587997 h 6858000"/>
              <a:gd name="connsiteX42-21013" fmla="*/ 559710 w 1605470"/>
              <a:gd name="connsiteY42-21014" fmla="*/ 5564796 h 6858000"/>
              <a:gd name="connsiteX43-21015" fmla="*/ 587214 w 1605470"/>
              <a:gd name="connsiteY43-21016" fmla="*/ 5451511 h 6858000"/>
              <a:gd name="connsiteX44-21017" fmla="*/ 608019 w 1605470"/>
              <a:gd name="connsiteY44-21018" fmla="*/ 5385461 h 6858000"/>
              <a:gd name="connsiteX45-21019" fmla="*/ 622750 w 1605470"/>
              <a:gd name="connsiteY45-21020" fmla="*/ 5363084 h 6858000"/>
              <a:gd name="connsiteX46-21021" fmla="*/ 638731 w 1605470"/>
              <a:gd name="connsiteY46-21022" fmla="*/ 5330009 h 6858000"/>
              <a:gd name="connsiteX47-21023" fmla="*/ 672224 w 1605470"/>
              <a:gd name="connsiteY47-21024" fmla="*/ 5273739 h 6858000"/>
              <a:gd name="connsiteX48-21025" fmla="*/ 681823 w 1605470"/>
              <a:gd name="connsiteY48-21026" fmla="*/ 5241779 h 6858000"/>
              <a:gd name="connsiteX49-21027" fmla="*/ 693049 w 1605470"/>
              <a:gd name="connsiteY49-21028" fmla="*/ 5225268 h 6858000"/>
              <a:gd name="connsiteX50-21029" fmla="*/ 694069 w 1605470"/>
              <a:gd name="connsiteY50-21030" fmla="*/ 5217684 h 6858000"/>
              <a:gd name="connsiteX51-21031" fmla="*/ 701410 w 1605470"/>
              <a:gd name="connsiteY51-21032" fmla="*/ 5193377 h 6858000"/>
              <a:gd name="connsiteX52-21033" fmla="*/ 704713 w 1605470"/>
              <a:gd name="connsiteY52-21034" fmla="*/ 5179288 h 6858000"/>
              <a:gd name="connsiteX53-21035" fmla="*/ 705697 w 1605470"/>
              <a:gd name="connsiteY53-21036" fmla="*/ 5173621 h 6858000"/>
              <a:gd name="connsiteX54-21037" fmla="*/ 701331 w 1605470"/>
              <a:gd name="connsiteY54-21038" fmla="*/ 5159961 h 6858000"/>
              <a:gd name="connsiteX55-21039" fmla="*/ 708008 w 1605470"/>
              <a:gd name="connsiteY55-21040" fmla="*/ 5144295 h 6858000"/>
              <a:gd name="connsiteX56-21041" fmla="*/ 704941 w 1605470"/>
              <a:gd name="connsiteY56-21042" fmla="*/ 5125185 h 6858000"/>
              <a:gd name="connsiteX57-21043" fmla="*/ 711771 w 1605470"/>
              <a:gd name="connsiteY57-21044" fmla="*/ 5121884 h 6858000"/>
              <a:gd name="connsiteX58-21045" fmla="*/ 721092 w 1605470"/>
              <a:gd name="connsiteY58-21046" fmla="*/ 5108383 h 6858000"/>
              <a:gd name="connsiteX59-21047" fmla="*/ 717045 w 1605470"/>
              <a:gd name="connsiteY59-21048" fmla="*/ 5094705 h 6858000"/>
              <a:gd name="connsiteX60-21049" fmla="*/ 718807 w 1605470"/>
              <a:gd name="connsiteY60-21050" fmla="*/ 5067850 h 6858000"/>
              <a:gd name="connsiteX61-21051" fmla="*/ 721538 w 1605470"/>
              <a:gd name="connsiteY61-21052" fmla="*/ 5060861 h 6858000"/>
              <a:gd name="connsiteX62-21053" fmla="*/ 718242 w 1605470"/>
              <a:gd name="connsiteY62-21054" fmla="*/ 5034192 h 6858000"/>
              <a:gd name="connsiteX63-21055" fmla="*/ 719796 w 1605470"/>
              <a:gd name="connsiteY63-21056" fmla="*/ 4993030 h 6858000"/>
              <a:gd name="connsiteX64-21057" fmla="*/ 726705 w 1605470"/>
              <a:gd name="connsiteY64-21058" fmla="*/ 4946844 h 6858000"/>
              <a:gd name="connsiteX65-21059" fmla="*/ 722561 w 1605470"/>
              <a:gd name="connsiteY65-21060" fmla="*/ 4932692 h 6858000"/>
              <a:gd name="connsiteX66-21061" fmla="*/ 724935 w 1605470"/>
              <a:gd name="connsiteY66-21062" fmla="*/ 4821504 h 6858000"/>
              <a:gd name="connsiteX67-21063" fmla="*/ 732118 w 1605470"/>
              <a:gd name="connsiteY67-21064" fmla="*/ 4801535 h 6858000"/>
              <a:gd name="connsiteX68-21065" fmla="*/ 739787 w 1605470"/>
              <a:gd name="connsiteY68-21066" fmla="*/ 4797794 h 6858000"/>
              <a:gd name="connsiteX69-21067" fmla="*/ 741081 w 1605470"/>
              <a:gd name="connsiteY69-21068" fmla="*/ 4784526 h 6858000"/>
              <a:gd name="connsiteX70-21069" fmla="*/ 742865 w 1605470"/>
              <a:gd name="connsiteY70-21070" fmla="*/ 4781211 h 6858000"/>
              <a:gd name="connsiteX71-21071" fmla="*/ 751652 w 1605470"/>
              <a:gd name="connsiteY71-21072" fmla="*/ 4761984 h 6858000"/>
              <a:gd name="connsiteX72-21073" fmla="*/ 747700 w 1605470"/>
              <a:gd name="connsiteY72-21074" fmla="*/ 4690749 h 6858000"/>
              <a:gd name="connsiteX73-21075" fmla="*/ 743180 w 1605470"/>
              <a:gd name="connsiteY73-21076" fmla="*/ 4613201 h 6858000"/>
              <a:gd name="connsiteX74-21077" fmla="*/ 738263 w 1605470"/>
              <a:gd name="connsiteY74-21078" fmla="*/ 4444346 h 6858000"/>
              <a:gd name="connsiteX75-21079" fmla="*/ 756542 w 1605470"/>
              <a:gd name="connsiteY75-21080" fmla="*/ 4350346 h 6858000"/>
              <a:gd name="connsiteX76-21081" fmla="*/ 715481 w 1605470"/>
              <a:gd name="connsiteY76-21082" fmla="*/ 4214165 h 6858000"/>
              <a:gd name="connsiteX77-21083" fmla="*/ 719554 w 1605470"/>
              <a:gd name="connsiteY77-21084" fmla="*/ 4090296 h 6858000"/>
              <a:gd name="connsiteX78-21085" fmla="*/ 704810 w 1605470"/>
              <a:gd name="connsiteY78-21086" fmla="*/ 4033999 h 6858000"/>
              <a:gd name="connsiteX79-21087" fmla="*/ 705959 w 1605470"/>
              <a:gd name="connsiteY79-21088" fmla="*/ 4031933 h 6858000"/>
              <a:gd name="connsiteX80-21089" fmla="*/ 704535 w 1605470"/>
              <a:gd name="connsiteY80-21090" fmla="*/ 4013953 h 6858000"/>
              <a:gd name="connsiteX81-21091" fmla="*/ 700443 w 1605470"/>
              <a:gd name="connsiteY81-21092" fmla="*/ 4010511 h 6858000"/>
              <a:gd name="connsiteX82-21093" fmla="*/ 698282 w 1605470"/>
              <a:gd name="connsiteY82-21094" fmla="*/ 3998331 h 6858000"/>
              <a:gd name="connsiteX83-21095" fmla="*/ 690830 w 1605470"/>
              <a:gd name="connsiteY83-21096" fmla="*/ 3974753 h 6858000"/>
              <a:gd name="connsiteX84-21097" fmla="*/ 692428 w 1605470"/>
              <a:gd name="connsiteY84-21098" fmla="*/ 3969950 h 6858000"/>
              <a:gd name="connsiteX85-21099" fmla="*/ 685850 w 1605470"/>
              <a:gd name="connsiteY85-21100" fmla="*/ 3933779 h 6858000"/>
              <a:gd name="connsiteX86-21101" fmla="*/ 687181 w 1605470"/>
              <a:gd name="connsiteY86-21102" fmla="*/ 3933093 h 6858000"/>
              <a:gd name="connsiteX87-21103" fmla="*/ 691535 w 1605470"/>
              <a:gd name="connsiteY87-21104" fmla="*/ 3922082 h 6858000"/>
              <a:gd name="connsiteX88-21105" fmla="*/ 696613 w 1605470"/>
              <a:gd name="connsiteY88-21106" fmla="*/ 3901461 h 6858000"/>
              <a:gd name="connsiteX89-21107" fmla="*/ 719207 w 1605470"/>
              <a:gd name="connsiteY89-21108" fmla="*/ 3813873 h 6858000"/>
              <a:gd name="connsiteX90-21109" fmla="*/ 718632 w 1605470"/>
              <a:gd name="connsiteY90-21110" fmla="*/ 3806161 h 6858000"/>
              <a:gd name="connsiteX91-21111" fmla="*/ 718939 w 1605470"/>
              <a:gd name="connsiteY91-21112" fmla="*/ 3805957 h 6858000"/>
              <a:gd name="connsiteX92-21113" fmla="*/ 718966 w 1605470"/>
              <a:gd name="connsiteY92-21114" fmla="*/ 3797724 h 6858000"/>
              <a:gd name="connsiteX93-21115" fmla="*/ 717581 w 1605470"/>
              <a:gd name="connsiteY93-21116" fmla="*/ 3792098 h 6858000"/>
              <a:gd name="connsiteX94-21117" fmla="*/ 716465 w 1605470"/>
              <a:gd name="connsiteY94-21118" fmla="*/ 3777135 h 6858000"/>
              <a:gd name="connsiteX95-21119" fmla="*/ 718198 w 1605470"/>
              <a:gd name="connsiteY95-21120" fmla="*/ 3771656 h 6858000"/>
              <a:gd name="connsiteX96-21121" fmla="*/ 721941 w 1605470"/>
              <a:gd name="connsiteY96-21122" fmla="*/ 3769007 h 6858000"/>
              <a:gd name="connsiteX97-21123" fmla="*/ 721407 w 1605470"/>
              <a:gd name="connsiteY97-21124" fmla="*/ 3767709 h 6858000"/>
              <a:gd name="connsiteX98-21125" fmla="*/ 730103 w 1605470"/>
              <a:gd name="connsiteY98-21126" fmla="*/ 3738082 h 6858000"/>
              <a:gd name="connsiteX99-21127" fmla="*/ 737449 w 1605470"/>
              <a:gd name="connsiteY99-21128" fmla="*/ 3673397 h 6858000"/>
              <a:gd name="connsiteX100-21129" fmla="*/ 736745 w 1605470"/>
              <a:gd name="connsiteY100-21130" fmla="*/ 3637109 h 6858000"/>
              <a:gd name="connsiteX101-21131" fmla="*/ 740188 w 1605470"/>
              <a:gd name="connsiteY101-21132" fmla="*/ 3536883 h 6858000"/>
              <a:gd name="connsiteX102-21133" fmla="*/ 747726 w 1605470"/>
              <a:gd name="connsiteY102-21134" fmla="*/ 3435652 h 6858000"/>
              <a:gd name="connsiteX103-21135" fmla="*/ 774383 w 1605470"/>
              <a:gd name="connsiteY103-21136" fmla="*/ 3381564 h 6858000"/>
              <a:gd name="connsiteX104-21137" fmla="*/ 774870 w 1605470"/>
              <a:gd name="connsiteY104-21138" fmla="*/ 3375761 h 6858000"/>
              <a:gd name="connsiteX105-21139" fmla="*/ 770510 w 1605470"/>
              <a:gd name="connsiteY105-21140" fmla="*/ 3361844 h 6858000"/>
              <a:gd name="connsiteX106-21141" fmla="*/ 767933 w 1605470"/>
              <a:gd name="connsiteY106-21142" fmla="*/ 3356929 h 6858000"/>
              <a:gd name="connsiteX107-21143" fmla="*/ 766158 w 1605470"/>
              <a:gd name="connsiteY107-21144" fmla="*/ 3349058 h 6858000"/>
              <a:gd name="connsiteX108-21145" fmla="*/ 766414 w 1605470"/>
              <a:gd name="connsiteY108-21146" fmla="*/ 3348763 h 6858000"/>
              <a:gd name="connsiteX109-21147" fmla="*/ 764166 w 1605470"/>
              <a:gd name="connsiteY109-21148" fmla="*/ 3341588 h 6858000"/>
              <a:gd name="connsiteX110-21149" fmla="*/ 749397 w 1605470"/>
              <a:gd name="connsiteY110-21150" fmla="*/ 3307769 h 6858000"/>
              <a:gd name="connsiteX111-21151" fmla="*/ 766960 w 1605470"/>
              <a:gd name="connsiteY111-21152" fmla="*/ 3250522 h 6858000"/>
              <a:gd name="connsiteX112-21153" fmla="*/ 767385 w 1605470"/>
              <a:gd name="connsiteY112-21154" fmla="*/ 3229163 h 6858000"/>
              <a:gd name="connsiteX113-21155" fmla="*/ 769208 w 1605470"/>
              <a:gd name="connsiteY113-21156" fmla="*/ 3217217 h 6858000"/>
              <a:gd name="connsiteX114-21157" fmla="*/ 770350 w 1605470"/>
              <a:gd name="connsiteY114-21158" fmla="*/ 3216125 h 6858000"/>
              <a:gd name="connsiteX115-21159" fmla="*/ 756043 w 1605470"/>
              <a:gd name="connsiteY115-21160" fmla="*/ 3183755 h 6858000"/>
              <a:gd name="connsiteX116-21161" fmla="*/ 756544 w 1605470"/>
              <a:gd name="connsiteY116-21162" fmla="*/ 3178642 h 6858000"/>
              <a:gd name="connsiteX117-21163" fmla="*/ 744144 w 1605470"/>
              <a:gd name="connsiteY117-21164" fmla="*/ 3158586 h 6858000"/>
              <a:gd name="connsiteX118-21165" fmla="*/ 739378 w 1605470"/>
              <a:gd name="connsiteY118-21166" fmla="*/ 3147669 h 6858000"/>
              <a:gd name="connsiteX119-21167" fmla="*/ 734648 w 1605470"/>
              <a:gd name="connsiteY119-21168" fmla="*/ 3145733 h 6858000"/>
              <a:gd name="connsiteX120-21169" fmla="*/ 729329 w 1605470"/>
              <a:gd name="connsiteY120-21170" fmla="*/ 3129034 h 6858000"/>
              <a:gd name="connsiteX121-21171" fmla="*/ 729994 w 1605470"/>
              <a:gd name="connsiteY121-21172" fmla="*/ 3126682 h 6858000"/>
              <a:gd name="connsiteX122-21173" fmla="*/ 720862 w 1605470"/>
              <a:gd name="connsiteY122-21174" fmla="*/ 3114519 h 6858000"/>
              <a:gd name="connsiteX123-21175" fmla="*/ 707471 w 1605470"/>
              <a:gd name="connsiteY123-21176" fmla="*/ 3106272 h 6858000"/>
              <a:gd name="connsiteX124-21177" fmla="*/ 680201 w 1605470"/>
              <a:gd name="connsiteY124-21178" fmla="*/ 2958185 h 6858000"/>
              <a:gd name="connsiteX125-21179" fmla="*/ 622815 w 1605470"/>
              <a:gd name="connsiteY125-21180" fmla="*/ 2762989 h 6858000"/>
              <a:gd name="connsiteX126-21181" fmla="*/ 571733 w 1605470"/>
              <a:gd name="connsiteY126-21182" fmla="*/ 2554718 h 6858000"/>
              <a:gd name="connsiteX127-21183" fmla="*/ 551827 w 1605470"/>
              <a:gd name="connsiteY127-21184" fmla="*/ 2485734 h 6858000"/>
              <a:gd name="connsiteX128-21185" fmla="*/ 542550 w 1605470"/>
              <a:gd name="connsiteY128-21186" fmla="*/ 2447068 h 6858000"/>
              <a:gd name="connsiteX129-21187" fmla="*/ 529511 w 1605470"/>
              <a:gd name="connsiteY129-21188" fmla="*/ 2425819 h 6858000"/>
              <a:gd name="connsiteX130-21189" fmla="*/ 528878 w 1605470"/>
              <a:gd name="connsiteY130-21190" fmla="*/ 2408971 h 6858000"/>
              <a:gd name="connsiteX131-21191" fmla="*/ 535510 w 1605470"/>
              <a:gd name="connsiteY131-21192" fmla="*/ 2402874 h 6858000"/>
              <a:gd name="connsiteX132-21193" fmla="*/ 538122 w 1605470"/>
              <a:gd name="connsiteY132-21194" fmla="*/ 2381443 h 6858000"/>
              <a:gd name="connsiteX133-21195" fmla="*/ 514451 w 1605470"/>
              <a:gd name="connsiteY133-21196" fmla="*/ 2261920 h 6858000"/>
              <a:gd name="connsiteX134-21197" fmla="*/ 486968 w 1605470"/>
              <a:gd name="connsiteY134-21198" fmla="*/ 2182937 h 6858000"/>
              <a:gd name="connsiteX135-21199" fmla="*/ 488555 w 1605470"/>
              <a:gd name="connsiteY135-21200" fmla="*/ 2155135 h 6858000"/>
              <a:gd name="connsiteX136-21201" fmla="*/ 486013 w 1605470"/>
              <a:gd name="connsiteY136-21202" fmla="*/ 2118008 h 6858000"/>
              <a:gd name="connsiteX137-21203" fmla="*/ 487006 w 1605470"/>
              <a:gd name="connsiteY137-21204" fmla="*/ 2050531 h 6858000"/>
              <a:gd name="connsiteX138-21205" fmla="*/ 478812 w 1605470"/>
              <a:gd name="connsiteY138-21206" fmla="*/ 1963269 h 6858000"/>
              <a:gd name="connsiteX139-21207" fmla="*/ 442619 w 1605470"/>
              <a:gd name="connsiteY139-21208" fmla="*/ 1910499 h 6858000"/>
              <a:gd name="connsiteX140-21209" fmla="*/ 446785 w 1605470"/>
              <a:gd name="connsiteY140-21210" fmla="*/ 1903212 h 6858000"/>
              <a:gd name="connsiteX141-21211" fmla="*/ 436547 w 1605470"/>
              <a:gd name="connsiteY141-21212" fmla="*/ 1861531 h 6858000"/>
              <a:gd name="connsiteX142-21213" fmla="*/ 390346 w 1605470"/>
              <a:gd name="connsiteY142-21214" fmla="*/ 1732919 h 6858000"/>
              <a:gd name="connsiteX143-21215" fmla="*/ 362657 w 1605470"/>
              <a:gd name="connsiteY143-21216" fmla="*/ 1663540 h 6858000"/>
              <a:gd name="connsiteX144-21217" fmla="*/ 361783 w 1605470"/>
              <a:gd name="connsiteY144-21218" fmla="*/ 1615777 h 6858000"/>
              <a:gd name="connsiteX145-21219" fmla="*/ 342578 w 1605470"/>
              <a:gd name="connsiteY145-21220" fmla="*/ 1563678 h 6858000"/>
              <a:gd name="connsiteX146-21221" fmla="*/ 355658 w 1605470"/>
              <a:gd name="connsiteY146-21222" fmla="*/ 1519474 h 6858000"/>
              <a:gd name="connsiteX147-21223" fmla="*/ 348400 w 1605470"/>
              <a:gd name="connsiteY147-21224" fmla="*/ 1477995 h 6858000"/>
              <a:gd name="connsiteX148-21225" fmla="*/ 334485 w 1605470"/>
              <a:gd name="connsiteY148-21226" fmla="*/ 1373769 h 6858000"/>
              <a:gd name="connsiteX149-21227" fmla="*/ 342792 w 1605470"/>
              <a:gd name="connsiteY149-21228" fmla="*/ 1307086 h 6858000"/>
              <a:gd name="connsiteX150-21229" fmla="*/ 343980 w 1605470"/>
              <a:gd name="connsiteY150-21230" fmla="*/ 1189033 h 6858000"/>
              <a:gd name="connsiteX151-21231" fmla="*/ 348665 w 1605470"/>
              <a:gd name="connsiteY151-21232" fmla="*/ 1168288 h 6858000"/>
              <a:gd name="connsiteX152-21233" fmla="*/ 340947 w 1605470"/>
              <a:gd name="connsiteY152-21234" fmla="*/ 1142577 h 6858000"/>
              <a:gd name="connsiteX153-21235" fmla="*/ 330253 w 1605470"/>
              <a:gd name="connsiteY153-21236" fmla="*/ 1088484 h 6858000"/>
              <a:gd name="connsiteX154-21237" fmla="*/ 318989 w 1605470"/>
              <a:gd name="connsiteY154-21238" fmla="*/ 1016103 h 6858000"/>
              <a:gd name="connsiteX155-21239" fmla="*/ 320445 w 1605470"/>
              <a:gd name="connsiteY155-21240" fmla="*/ 932283 h 6858000"/>
              <a:gd name="connsiteX156-21241" fmla="*/ 322681 w 1605470"/>
              <a:gd name="connsiteY156-21242" fmla="*/ 915925 h 6858000"/>
              <a:gd name="connsiteX157-21243" fmla="*/ 315310 w 1605470"/>
              <a:gd name="connsiteY157-21244" fmla="*/ 896999 h 6858000"/>
              <a:gd name="connsiteX158-21245" fmla="*/ 284718 w 1605470"/>
              <a:gd name="connsiteY158-21246" fmla="*/ 821517 h 6858000"/>
              <a:gd name="connsiteX159-21247" fmla="*/ 263668 w 1605470"/>
              <a:gd name="connsiteY159-21248" fmla="*/ 751353 h 6858000"/>
              <a:gd name="connsiteX160-21249" fmla="*/ 263226 w 1605470"/>
              <a:gd name="connsiteY160-21250" fmla="*/ 721230 h 6858000"/>
              <a:gd name="connsiteX161-21251" fmla="*/ 248897 w 1605470"/>
              <a:gd name="connsiteY161-21252" fmla="*/ 681659 h 6858000"/>
              <a:gd name="connsiteX162-21253" fmla="*/ 234316 w 1605470"/>
              <a:gd name="connsiteY162-21254" fmla="*/ 635218 h 6858000"/>
              <a:gd name="connsiteX163-21255" fmla="*/ 239327 w 1605470"/>
              <a:gd name="connsiteY163-21256" fmla="*/ 613763 h 6858000"/>
              <a:gd name="connsiteX164-21257" fmla="*/ 225269 w 1605470"/>
              <a:gd name="connsiteY164-21258" fmla="*/ 598582 h 6858000"/>
              <a:gd name="connsiteX165-21259" fmla="*/ 224950 w 1605470"/>
              <a:gd name="connsiteY165-21260" fmla="*/ 576846 h 6858000"/>
              <a:gd name="connsiteX166-21261" fmla="*/ 204576 w 1605470"/>
              <a:gd name="connsiteY166-21262" fmla="*/ 530055 h 6858000"/>
              <a:gd name="connsiteX167-21263" fmla="*/ 219064 w 1605470"/>
              <a:gd name="connsiteY167-21264" fmla="*/ 469651 h 6858000"/>
              <a:gd name="connsiteX168-21265" fmla="*/ 195012 w 1605470"/>
              <a:gd name="connsiteY168-21266" fmla="*/ 448559 h 6858000"/>
              <a:gd name="connsiteX169-21267" fmla="*/ 201434 w 1605470"/>
              <a:gd name="connsiteY169-21268" fmla="*/ 441529 h 6858000"/>
              <a:gd name="connsiteX170-21269" fmla="*/ 200655 w 1605470"/>
              <a:gd name="connsiteY170-21270" fmla="*/ 428927 h 6858000"/>
              <a:gd name="connsiteX171-21271" fmla="*/ 190059 w 1605470"/>
              <a:gd name="connsiteY171-21272" fmla="*/ 430161 h 6858000"/>
              <a:gd name="connsiteX172-21273" fmla="*/ 167079 w 1605470"/>
              <a:gd name="connsiteY172-21274" fmla="*/ 367211 h 6858000"/>
              <a:gd name="connsiteX173-21275" fmla="*/ 124571 w 1605470"/>
              <a:gd name="connsiteY173-21276" fmla="*/ 302178 h 6858000"/>
              <a:gd name="connsiteX174-21277" fmla="*/ 103243 w 1605470"/>
              <a:gd name="connsiteY174-21278" fmla="*/ 211375 h 6858000"/>
              <a:gd name="connsiteX175-21279" fmla="*/ 94571 w 1605470"/>
              <a:gd name="connsiteY175-21280" fmla="*/ 184179 h 6858000"/>
              <a:gd name="connsiteX176-21281" fmla="*/ 13437 w 1605470"/>
              <a:gd name="connsiteY176-21282" fmla="*/ 19287 h 6858000"/>
              <a:gd name="connsiteX177-21283" fmla="*/ 0 w 1605470"/>
              <a:gd name="connsiteY177-21284" fmla="*/ 0 h 6858000"/>
              <a:gd name="connsiteX0-21285" fmla="*/ 0 w 1605470"/>
              <a:gd name="connsiteY0-21286" fmla="*/ 0 h 6858000"/>
              <a:gd name="connsiteX1-21287" fmla="*/ 1605470 w 1605470"/>
              <a:gd name="connsiteY1-21288" fmla="*/ 0 h 6858000"/>
              <a:gd name="connsiteX2-21289" fmla="*/ 1605470 w 1605470"/>
              <a:gd name="connsiteY2-21290" fmla="*/ 6858000 h 6858000"/>
              <a:gd name="connsiteX3-21291" fmla="*/ 154105 w 1605470"/>
              <a:gd name="connsiteY3-21292" fmla="*/ 6858000 h 6858000"/>
              <a:gd name="connsiteX4-21293" fmla="*/ 154246 w 1605470"/>
              <a:gd name="connsiteY4-21294" fmla="*/ 6857735 h 6858000"/>
              <a:gd name="connsiteX5-21295" fmla="*/ 166295 w 1605470"/>
              <a:gd name="connsiteY5-21296" fmla="*/ 6809549 h 6858000"/>
              <a:gd name="connsiteX6-21297" fmla="*/ 198506 w 1605470"/>
              <a:gd name="connsiteY6-21298" fmla="*/ 6715115 h 6858000"/>
              <a:gd name="connsiteX7-21299" fmla="*/ 208357 w 1605470"/>
              <a:gd name="connsiteY7-21300" fmla="*/ 6680170 h 6858000"/>
              <a:gd name="connsiteX8-21301" fmla="*/ 233907 w 1605470"/>
              <a:gd name="connsiteY8-21302" fmla="*/ 6621207 h 6858000"/>
              <a:gd name="connsiteX9-21303" fmla="*/ 250564 w 1605470"/>
              <a:gd name="connsiteY9-21304" fmla="*/ 6596265 h 6858000"/>
              <a:gd name="connsiteX10-21305" fmla="*/ 250443 w 1605470"/>
              <a:gd name="connsiteY10-21306" fmla="*/ 6594818 h 6858000"/>
              <a:gd name="connsiteX11-21307" fmla="*/ 254688 w 1605470"/>
              <a:gd name="connsiteY11-21308" fmla="*/ 6593735 h 6858000"/>
              <a:gd name="connsiteX12-21309" fmla="*/ 257885 w 1605470"/>
              <a:gd name="connsiteY12-21310" fmla="*/ 6589172 h 6858000"/>
              <a:gd name="connsiteX13-21311" fmla="*/ 261179 w 1605470"/>
              <a:gd name="connsiteY13-21312" fmla="*/ 6574442 h 6858000"/>
              <a:gd name="connsiteX14-21313" fmla="*/ 261519 w 1605470"/>
              <a:gd name="connsiteY14-21314" fmla="*/ 6568530 h 6858000"/>
              <a:gd name="connsiteX15-21315" fmla="*/ 263928 w 1605470"/>
              <a:gd name="connsiteY15-21316" fmla="*/ 6560674 h 6858000"/>
              <a:gd name="connsiteX16-21317" fmla="*/ 264273 w 1605470"/>
              <a:gd name="connsiteY16-21318" fmla="*/ 6560598 h 6858000"/>
              <a:gd name="connsiteX17-21319" fmla="*/ 265970 w 1605470"/>
              <a:gd name="connsiteY17-21320" fmla="*/ 6553006 h 6858000"/>
              <a:gd name="connsiteX18-21321" fmla="*/ 270666 w 1605470"/>
              <a:gd name="connsiteY18-21322" fmla="*/ 6514360 h 6858000"/>
              <a:gd name="connsiteX19-21323" fmla="*/ 312320 w 1605470"/>
              <a:gd name="connsiteY19-21324" fmla="*/ 6478062 h 6858000"/>
              <a:gd name="connsiteX20-21325" fmla="*/ 323009 w 1605470"/>
              <a:gd name="connsiteY20-21326" fmla="*/ 6460325 h 6858000"/>
              <a:gd name="connsiteX21-21327" fmla="*/ 330242 w 1605470"/>
              <a:gd name="connsiteY21-21328" fmla="*/ 6451488 h 6858000"/>
              <a:gd name="connsiteX22-21329" fmla="*/ 331677 w 1605470"/>
              <a:gd name="connsiteY22-21330" fmla="*/ 6451348 h 6858000"/>
              <a:gd name="connsiteX23-21331" fmla="*/ 336035 w 1605470"/>
              <a:gd name="connsiteY23-21332" fmla="*/ 6414240 h 6858000"/>
              <a:gd name="connsiteX24-21333" fmla="*/ 338911 w 1605470"/>
              <a:gd name="connsiteY24-21334" fmla="*/ 6410269 h 6858000"/>
              <a:gd name="connsiteX25-21335" fmla="*/ 338811 w 1605470"/>
              <a:gd name="connsiteY25-21336" fmla="*/ 6384857 h 6858000"/>
              <a:gd name="connsiteX26-21337" fmla="*/ 340328 w 1605470"/>
              <a:gd name="connsiteY26-21338" fmla="*/ 6372381 h 6858000"/>
              <a:gd name="connsiteX27-21339" fmla="*/ 337522 w 1605470"/>
              <a:gd name="connsiteY27-21340" fmla="*/ 6367510 h 6858000"/>
              <a:gd name="connsiteX28-21341" fmla="*/ 341402 w 1605470"/>
              <a:gd name="connsiteY28-21342" fmla="*/ 6349778 h 6858000"/>
              <a:gd name="connsiteX29-21343" fmla="*/ 343067 w 1605470"/>
              <a:gd name="connsiteY29-21344" fmla="*/ 6348250 h 6858000"/>
              <a:gd name="connsiteX30-21345" fmla="*/ 359101 w 1605470"/>
              <a:gd name="connsiteY30-21346" fmla="*/ 6281972 h 6858000"/>
              <a:gd name="connsiteX31-21347" fmla="*/ 369864 w 1605470"/>
              <a:gd name="connsiteY31-21348" fmla="*/ 6211940 h 6858000"/>
              <a:gd name="connsiteX32-21349" fmla="*/ 411359 w 1605470"/>
              <a:gd name="connsiteY32-21350" fmla="*/ 6113913 h 6858000"/>
              <a:gd name="connsiteX33-21351" fmla="*/ 415652 w 1605470"/>
              <a:gd name="connsiteY33-21352" fmla="*/ 6028119 h 6858000"/>
              <a:gd name="connsiteX34-21353" fmla="*/ 442432 w 1605470"/>
              <a:gd name="connsiteY34-21354" fmla="*/ 5934687 h 6858000"/>
              <a:gd name="connsiteX35-21355" fmla="*/ 476444 w 1605470"/>
              <a:gd name="connsiteY35-21356" fmla="*/ 5765594 h 6858000"/>
              <a:gd name="connsiteX36-21357" fmla="*/ 508280 w 1605470"/>
              <a:gd name="connsiteY36-21358" fmla="*/ 5693685 h 6858000"/>
              <a:gd name="connsiteX37-21359" fmla="*/ 523992 w 1605470"/>
              <a:gd name="connsiteY37-21360" fmla="*/ 5619557 h 6858000"/>
              <a:gd name="connsiteX38-21361" fmla="*/ 531653 w 1605470"/>
              <a:gd name="connsiteY38-21362" fmla="*/ 5604904 h 6858000"/>
              <a:gd name="connsiteX39-21363" fmla="*/ 539863 w 1605470"/>
              <a:gd name="connsiteY39-21364" fmla="*/ 5604298 h 6858000"/>
              <a:gd name="connsiteX40-21365" fmla="*/ 552319 w 1605470"/>
              <a:gd name="connsiteY40-21366" fmla="*/ 5587997 h 6858000"/>
              <a:gd name="connsiteX41-21367" fmla="*/ 559710 w 1605470"/>
              <a:gd name="connsiteY41-21368" fmla="*/ 5564796 h 6858000"/>
              <a:gd name="connsiteX42-21369" fmla="*/ 587214 w 1605470"/>
              <a:gd name="connsiteY42-21370" fmla="*/ 5451511 h 6858000"/>
              <a:gd name="connsiteX43-21371" fmla="*/ 608019 w 1605470"/>
              <a:gd name="connsiteY43-21372" fmla="*/ 5385461 h 6858000"/>
              <a:gd name="connsiteX44-21373" fmla="*/ 622750 w 1605470"/>
              <a:gd name="connsiteY44-21374" fmla="*/ 5363084 h 6858000"/>
              <a:gd name="connsiteX45-21375" fmla="*/ 638731 w 1605470"/>
              <a:gd name="connsiteY45-21376" fmla="*/ 5330009 h 6858000"/>
              <a:gd name="connsiteX46-21377" fmla="*/ 672224 w 1605470"/>
              <a:gd name="connsiteY46-21378" fmla="*/ 5273739 h 6858000"/>
              <a:gd name="connsiteX47-21379" fmla="*/ 681823 w 1605470"/>
              <a:gd name="connsiteY47-21380" fmla="*/ 5241779 h 6858000"/>
              <a:gd name="connsiteX48-21381" fmla="*/ 693049 w 1605470"/>
              <a:gd name="connsiteY48-21382" fmla="*/ 5225268 h 6858000"/>
              <a:gd name="connsiteX49-21383" fmla="*/ 694069 w 1605470"/>
              <a:gd name="connsiteY49-21384" fmla="*/ 5217684 h 6858000"/>
              <a:gd name="connsiteX50-21385" fmla="*/ 701410 w 1605470"/>
              <a:gd name="connsiteY50-21386" fmla="*/ 5193377 h 6858000"/>
              <a:gd name="connsiteX51-21387" fmla="*/ 704713 w 1605470"/>
              <a:gd name="connsiteY51-21388" fmla="*/ 5179288 h 6858000"/>
              <a:gd name="connsiteX52-21389" fmla="*/ 705697 w 1605470"/>
              <a:gd name="connsiteY52-21390" fmla="*/ 5173621 h 6858000"/>
              <a:gd name="connsiteX53-21391" fmla="*/ 701331 w 1605470"/>
              <a:gd name="connsiteY53-21392" fmla="*/ 5159961 h 6858000"/>
              <a:gd name="connsiteX54-21393" fmla="*/ 708008 w 1605470"/>
              <a:gd name="connsiteY54-21394" fmla="*/ 5144295 h 6858000"/>
              <a:gd name="connsiteX55-21395" fmla="*/ 704941 w 1605470"/>
              <a:gd name="connsiteY55-21396" fmla="*/ 5125185 h 6858000"/>
              <a:gd name="connsiteX56-21397" fmla="*/ 711771 w 1605470"/>
              <a:gd name="connsiteY56-21398" fmla="*/ 5121884 h 6858000"/>
              <a:gd name="connsiteX57-21399" fmla="*/ 721092 w 1605470"/>
              <a:gd name="connsiteY57-21400" fmla="*/ 5108383 h 6858000"/>
              <a:gd name="connsiteX58-21401" fmla="*/ 717045 w 1605470"/>
              <a:gd name="connsiteY58-21402" fmla="*/ 5094705 h 6858000"/>
              <a:gd name="connsiteX59-21403" fmla="*/ 718807 w 1605470"/>
              <a:gd name="connsiteY59-21404" fmla="*/ 5067850 h 6858000"/>
              <a:gd name="connsiteX60-21405" fmla="*/ 721538 w 1605470"/>
              <a:gd name="connsiteY60-21406" fmla="*/ 5060861 h 6858000"/>
              <a:gd name="connsiteX61-21407" fmla="*/ 718242 w 1605470"/>
              <a:gd name="connsiteY61-21408" fmla="*/ 5034192 h 6858000"/>
              <a:gd name="connsiteX62-21409" fmla="*/ 719796 w 1605470"/>
              <a:gd name="connsiteY62-21410" fmla="*/ 4993030 h 6858000"/>
              <a:gd name="connsiteX63-21411" fmla="*/ 726705 w 1605470"/>
              <a:gd name="connsiteY63-21412" fmla="*/ 4946844 h 6858000"/>
              <a:gd name="connsiteX64-21413" fmla="*/ 722561 w 1605470"/>
              <a:gd name="connsiteY64-21414" fmla="*/ 4932692 h 6858000"/>
              <a:gd name="connsiteX65-21415" fmla="*/ 724935 w 1605470"/>
              <a:gd name="connsiteY65-21416" fmla="*/ 4821504 h 6858000"/>
              <a:gd name="connsiteX66-21417" fmla="*/ 732118 w 1605470"/>
              <a:gd name="connsiteY66-21418" fmla="*/ 4801535 h 6858000"/>
              <a:gd name="connsiteX67-21419" fmla="*/ 739787 w 1605470"/>
              <a:gd name="connsiteY67-21420" fmla="*/ 4797794 h 6858000"/>
              <a:gd name="connsiteX68-21421" fmla="*/ 741081 w 1605470"/>
              <a:gd name="connsiteY68-21422" fmla="*/ 4784526 h 6858000"/>
              <a:gd name="connsiteX69-21423" fmla="*/ 742865 w 1605470"/>
              <a:gd name="connsiteY69-21424" fmla="*/ 4781211 h 6858000"/>
              <a:gd name="connsiteX70-21425" fmla="*/ 751652 w 1605470"/>
              <a:gd name="connsiteY70-21426" fmla="*/ 4761984 h 6858000"/>
              <a:gd name="connsiteX71-21427" fmla="*/ 747700 w 1605470"/>
              <a:gd name="connsiteY71-21428" fmla="*/ 4690749 h 6858000"/>
              <a:gd name="connsiteX72-21429" fmla="*/ 743180 w 1605470"/>
              <a:gd name="connsiteY72-21430" fmla="*/ 4613201 h 6858000"/>
              <a:gd name="connsiteX73-21431" fmla="*/ 738263 w 1605470"/>
              <a:gd name="connsiteY73-21432" fmla="*/ 4444346 h 6858000"/>
              <a:gd name="connsiteX74-21433" fmla="*/ 756542 w 1605470"/>
              <a:gd name="connsiteY74-21434" fmla="*/ 4350346 h 6858000"/>
              <a:gd name="connsiteX75-21435" fmla="*/ 715481 w 1605470"/>
              <a:gd name="connsiteY75-21436" fmla="*/ 4214165 h 6858000"/>
              <a:gd name="connsiteX76-21437" fmla="*/ 719554 w 1605470"/>
              <a:gd name="connsiteY76-21438" fmla="*/ 4090296 h 6858000"/>
              <a:gd name="connsiteX77-21439" fmla="*/ 704810 w 1605470"/>
              <a:gd name="connsiteY77-21440" fmla="*/ 4033999 h 6858000"/>
              <a:gd name="connsiteX78-21441" fmla="*/ 705959 w 1605470"/>
              <a:gd name="connsiteY78-21442" fmla="*/ 4031933 h 6858000"/>
              <a:gd name="connsiteX79-21443" fmla="*/ 704535 w 1605470"/>
              <a:gd name="connsiteY79-21444" fmla="*/ 4013953 h 6858000"/>
              <a:gd name="connsiteX80-21445" fmla="*/ 700443 w 1605470"/>
              <a:gd name="connsiteY80-21446" fmla="*/ 4010511 h 6858000"/>
              <a:gd name="connsiteX81-21447" fmla="*/ 698282 w 1605470"/>
              <a:gd name="connsiteY81-21448" fmla="*/ 3998331 h 6858000"/>
              <a:gd name="connsiteX82-21449" fmla="*/ 690830 w 1605470"/>
              <a:gd name="connsiteY82-21450" fmla="*/ 3974753 h 6858000"/>
              <a:gd name="connsiteX83-21451" fmla="*/ 692428 w 1605470"/>
              <a:gd name="connsiteY83-21452" fmla="*/ 3969950 h 6858000"/>
              <a:gd name="connsiteX84-21453" fmla="*/ 685850 w 1605470"/>
              <a:gd name="connsiteY84-21454" fmla="*/ 3933779 h 6858000"/>
              <a:gd name="connsiteX85-21455" fmla="*/ 687181 w 1605470"/>
              <a:gd name="connsiteY85-21456" fmla="*/ 3933093 h 6858000"/>
              <a:gd name="connsiteX86-21457" fmla="*/ 691535 w 1605470"/>
              <a:gd name="connsiteY86-21458" fmla="*/ 3922082 h 6858000"/>
              <a:gd name="connsiteX87-21459" fmla="*/ 696613 w 1605470"/>
              <a:gd name="connsiteY87-21460" fmla="*/ 3901461 h 6858000"/>
              <a:gd name="connsiteX88-21461" fmla="*/ 719207 w 1605470"/>
              <a:gd name="connsiteY88-21462" fmla="*/ 3813873 h 6858000"/>
              <a:gd name="connsiteX89-21463" fmla="*/ 718632 w 1605470"/>
              <a:gd name="connsiteY89-21464" fmla="*/ 3806161 h 6858000"/>
              <a:gd name="connsiteX90-21465" fmla="*/ 718939 w 1605470"/>
              <a:gd name="connsiteY90-21466" fmla="*/ 3805957 h 6858000"/>
              <a:gd name="connsiteX91-21467" fmla="*/ 718966 w 1605470"/>
              <a:gd name="connsiteY91-21468" fmla="*/ 3797724 h 6858000"/>
              <a:gd name="connsiteX92-21469" fmla="*/ 717581 w 1605470"/>
              <a:gd name="connsiteY92-21470" fmla="*/ 3792098 h 6858000"/>
              <a:gd name="connsiteX93-21471" fmla="*/ 716465 w 1605470"/>
              <a:gd name="connsiteY93-21472" fmla="*/ 3777135 h 6858000"/>
              <a:gd name="connsiteX94-21473" fmla="*/ 718198 w 1605470"/>
              <a:gd name="connsiteY94-21474" fmla="*/ 3771656 h 6858000"/>
              <a:gd name="connsiteX95-21475" fmla="*/ 721941 w 1605470"/>
              <a:gd name="connsiteY95-21476" fmla="*/ 3769007 h 6858000"/>
              <a:gd name="connsiteX96-21477" fmla="*/ 721407 w 1605470"/>
              <a:gd name="connsiteY96-21478" fmla="*/ 3767709 h 6858000"/>
              <a:gd name="connsiteX97-21479" fmla="*/ 730103 w 1605470"/>
              <a:gd name="connsiteY97-21480" fmla="*/ 3738082 h 6858000"/>
              <a:gd name="connsiteX98-21481" fmla="*/ 737449 w 1605470"/>
              <a:gd name="connsiteY98-21482" fmla="*/ 3673397 h 6858000"/>
              <a:gd name="connsiteX99-21483" fmla="*/ 736745 w 1605470"/>
              <a:gd name="connsiteY99-21484" fmla="*/ 3637109 h 6858000"/>
              <a:gd name="connsiteX100-21485" fmla="*/ 740188 w 1605470"/>
              <a:gd name="connsiteY100-21486" fmla="*/ 3536883 h 6858000"/>
              <a:gd name="connsiteX101-21487" fmla="*/ 747726 w 1605470"/>
              <a:gd name="connsiteY101-21488" fmla="*/ 3435652 h 6858000"/>
              <a:gd name="connsiteX102-21489" fmla="*/ 774383 w 1605470"/>
              <a:gd name="connsiteY102-21490" fmla="*/ 3381564 h 6858000"/>
              <a:gd name="connsiteX103-21491" fmla="*/ 774870 w 1605470"/>
              <a:gd name="connsiteY103-21492" fmla="*/ 3375761 h 6858000"/>
              <a:gd name="connsiteX104-21493" fmla="*/ 770510 w 1605470"/>
              <a:gd name="connsiteY104-21494" fmla="*/ 3361844 h 6858000"/>
              <a:gd name="connsiteX105-21495" fmla="*/ 767933 w 1605470"/>
              <a:gd name="connsiteY105-21496" fmla="*/ 3356929 h 6858000"/>
              <a:gd name="connsiteX106-21497" fmla="*/ 766158 w 1605470"/>
              <a:gd name="connsiteY106-21498" fmla="*/ 3349058 h 6858000"/>
              <a:gd name="connsiteX107-21499" fmla="*/ 766414 w 1605470"/>
              <a:gd name="connsiteY107-21500" fmla="*/ 3348763 h 6858000"/>
              <a:gd name="connsiteX108-21501" fmla="*/ 764166 w 1605470"/>
              <a:gd name="connsiteY108-21502" fmla="*/ 3341588 h 6858000"/>
              <a:gd name="connsiteX109-21503" fmla="*/ 749397 w 1605470"/>
              <a:gd name="connsiteY109-21504" fmla="*/ 3307769 h 6858000"/>
              <a:gd name="connsiteX110-21505" fmla="*/ 766960 w 1605470"/>
              <a:gd name="connsiteY110-21506" fmla="*/ 3250522 h 6858000"/>
              <a:gd name="connsiteX111-21507" fmla="*/ 767385 w 1605470"/>
              <a:gd name="connsiteY111-21508" fmla="*/ 3229163 h 6858000"/>
              <a:gd name="connsiteX112-21509" fmla="*/ 769208 w 1605470"/>
              <a:gd name="connsiteY112-21510" fmla="*/ 3217217 h 6858000"/>
              <a:gd name="connsiteX113-21511" fmla="*/ 770350 w 1605470"/>
              <a:gd name="connsiteY113-21512" fmla="*/ 3216125 h 6858000"/>
              <a:gd name="connsiteX114-21513" fmla="*/ 756043 w 1605470"/>
              <a:gd name="connsiteY114-21514" fmla="*/ 3183755 h 6858000"/>
              <a:gd name="connsiteX115-21515" fmla="*/ 756544 w 1605470"/>
              <a:gd name="connsiteY115-21516" fmla="*/ 3178642 h 6858000"/>
              <a:gd name="connsiteX116-21517" fmla="*/ 744144 w 1605470"/>
              <a:gd name="connsiteY116-21518" fmla="*/ 3158586 h 6858000"/>
              <a:gd name="connsiteX117-21519" fmla="*/ 739378 w 1605470"/>
              <a:gd name="connsiteY117-21520" fmla="*/ 3147669 h 6858000"/>
              <a:gd name="connsiteX118-21521" fmla="*/ 734648 w 1605470"/>
              <a:gd name="connsiteY118-21522" fmla="*/ 3145733 h 6858000"/>
              <a:gd name="connsiteX119-21523" fmla="*/ 729329 w 1605470"/>
              <a:gd name="connsiteY119-21524" fmla="*/ 3129034 h 6858000"/>
              <a:gd name="connsiteX120-21525" fmla="*/ 729994 w 1605470"/>
              <a:gd name="connsiteY120-21526" fmla="*/ 3126682 h 6858000"/>
              <a:gd name="connsiteX121-21527" fmla="*/ 720862 w 1605470"/>
              <a:gd name="connsiteY121-21528" fmla="*/ 3114519 h 6858000"/>
              <a:gd name="connsiteX122-21529" fmla="*/ 707471 w 1605470"/>
              <a:gd name="connsiteY122-21530" fmla="*/ 3106272 h 6858000"/>
              <a:gd name="connsiteX123-21531" fmla="*/ 680201 w 1605470"/>
              <a:gd name="connsiteY123-21532" fmla="*/ 2958185 h 6858000"/>
              <a:gd name="connsiteX124-21533" fmla="*/ 622815 w 1605470"/>
              <a:gd name="connsiteY124-21534" fmla="*/ 2762989 h 6858000"/>
              <a:gd name="connsiteX125-21535" fmla="*/ 571733 w 1605470"/>
              <a:gd name="connsiteY125-21536" fmla="*/ 2554718 h 6858000"/>
              <a:gd name="connsiteX126-21537" fmla="*/ 551827 w 1605470"/>
              <a:gd name="connsiteY126-21538" fmla="*/ 2485734 h 6858000"/>
              <a:gd name="connsiteX127-21539" fmla="*/ 542550 w 1605470"/>
              <a:gd name="connsiteY127-21540" fmla="*/ 2447068 h 6858000"/>
              <a:gd name="connsiteX128-21541" fmla="*/ 529511 w 1605470"/>
              <a:gd name="connsiteY128-21542" fmla="*/ 2425819 h 6858000"/>
              <a:gd name="connsiteX129-21543" fmla="*/ 528878 w 1605470"/>
              <a:gd name="connsiteY129-21544" fmla="*/ 2408971 h 6858000"/>
              <a:gd name="connsiteX130-21545" fmla="*/ 535510 w 1605470"/>
              <a:gd name="connsiteY130-21546" fmla="*/ 2402874 h 6858000"/>
              <a:gd name="connsiteX131-21547" fmla="*/ 538122 w 1605470"/>
              <a:gd name="connsiteY131-21548" fmla="*/ 2381443 h 6858000"/>
              <a:gd name="connsiteX132-21549" fmla="*/ 514451 w 1605470"/>
              <a:gd name="connsiteY132-21550" fmla="*/ 2261920 h 6858000"/>
              <a:gd name="connsiteX133-21551" fmla="*/ 486968 w 1605470"/>
              <a:gd name="connsiteY133-21552" fmla="*/ 2182937 h 6858000"/>
              <a:gd name="connsiteX134-21553" fmla="*/ 488555 w 1605470"/>
              <a:gd name="connsiteY134-21554" fmla="*/ 2155135 h 6858000"/>
              <a:gd name="connsiteX135-21555" fmla="*/ 486013 w 1605470"/>
              <a:gd name="connsiteY135-21556" fmla="*/ 2118008 h 6858000"/>
              <a:gd name="connsiteX136-21557" fmla="*/ 487006 w 1605470"/>
              <a:gd name="connsiteY136-21558" fmla="*/ 2050531 h 6858000"/>
              <a:gd name="connsiteX137-21559" fmla="*/ 478812 w 1605470"/>
              <a:gd name="connsiteY137-21560" fmla="*/ 1963269 h 6858000"/>
              <a:gd name="connsiteX138-21561" fmla="*/ 442619 w 1605470"/>
              <a:gd name="connsiteY138-21562" fmla="*/ 1910499 h 6858000"/>
              <a:gd name="connsiteX139-21563" fmla="*/ 446785 w 1605470"/>
              <a:gd name="connsiteY139-21564" fmla="*/ 1903212 h 6858000"/>
              <a:gd name="connsiteX140-21565" fmla="*/ 436547 w 1605470"/>
              <a:gd name="connsiteY140-21566" fmla="*/ 1861531 h 6858000"/>
              <a:gd name="connsiteX141-21567" fmla="*/ 390346 w 1605470"/>
              <a:gd name="connsiteY141-21568" fmla="*/ 1732919 h 6858000"/>
              <a:gd name="connsiteX142-21569" fmla="*/ 362657 w 1605470"/>
              <a:gd name="connsiteY142-21570" fmla="*/ 1663540 h 6858000"/>
              <a:gd name="connsiteX143-21571" fmla="*/ 361783 w 1605470"/>
              <a:gd name="connsiteY143-21572" fmla="*/ 1615777 h 6858000"/>
              <a:gd name="connsiteX144-21573" fmla="*/ 342578 w 1605470"/>
              <a:gd name="connsiteY144-21574" fmla="*/ 1563678 h 6858000"/>
              <a:gd name="connsiteX145-21575" fmla="*/ 355658 w 1605470"/>
              <a:gd name="connsiteY145-21576" fmla="*/ 1519474 h 6858000"/>
              <a:gd name="connsiteX146-21577" fmla="*/ 348400 w 1605470"/>
              <a:gd name="connsiteY146-21578" fmla="*/ 1477995 h 6858000"/>
              <a:gd name="connsiteX147-21579" fmla="*/ 334485 w 1605470"/>
              <a:gd name="connsiteY147-21580" fmla="*/ 1373769 h 6858000"/>
              <a:gd name="connsiteX148-21581" fmla="*/ 342792 w 1605470"/>
              <a:gd name="connsiteY148-21582" fmla="*/ 1307086 h 6858000"/>
              <a:gd name="connsiteX149-21583" fmla="*/ 343980 w 1605470"/>
              <a:gd name="connsiteY149-21584" fmla="*/ 1189033 h 6858000"/>
              <a:gd name="connsiteX150-21585" fmla="*/ 348665 w 1605470"/>
              <a:gd name="connsiteY150-21586" fmla="*/ 1168288 h 6858000"/>
              <a:gd name="connsiteX151-21587" fmla="*/ 340947 w 1605470"/>
              <a:gd name="connsiteY151-21588" fmla="*/ 1142577 h 6858000"/>
              <a:gd name="connsiteX152-21589" fmla="*/ 330253 w 1605470"/>
              <a:gd name="connsiteY152-21590" fmla="*/ 1088484 h 6858000"/>
              <a:gd name="connsiteX153-21591" fmla="*/ 318989 w 1605470"/>
              <a:gd name="connsiteY153-21592" fmla="*/ 1016103 h 6858000"/>
              <a:gd name="connsiteX154-21593" fmla="*/ 320445 w 1605470"/>
              <a:gd name="connsiteY154-21594" fmla="*/ 932283 h 6858000"/>
              <a:gd name="connsiteX155-21595" fmla="*/ 322681 w 1605470"/>
              <a:gd name="connsiteY155-21596" fmla="*/ 915925 h 6858000"/>
              <a:gd name="connsiteX156-21597" fmla="*/ 315310 w 1605470"/>
              <a:gd name="connsiteY156-21598" fmla="*/ 896999 h 6858000"/>
              <a:gd name="connsiteX157-21599" fmla="*/ 284718 w 1605470"/>
              <a:gd name="connsiteY157-21600" fmla="*/ 821517 h 6858000"/>
              <a:gd name="connsiteX158-21601" fmla="*/ 263668 w 1605470"/>
              <a:gd name="connsiteY158-21602" fmla="*/ 751353 h 6858000"/>
              <a:gd name="connsiteX159-21603" fmla="*/ 263226 w 1605470"/>
              <a:gd name="connsiteY159-21604" fmla="*/ 721230 h 6858000"/>
              <a:gd name="connsiteX160-21605" fmla="*/ 248897 w 1605470"/>
              <a:gd name="connsiteY160-21606" fmla="*/ 681659 h 6858000"/>
              <a:gd name="connsiteX161-21607" fmla="*/ 234316 w 1605470"/>
              <a:gd name="connsiteY161-21608" fmla="*/ 635218 h 6858000"/>
              <a:gd name="connsiteX162-21609" fmla="*/ 239327 w 1605470"/>
              <a:gd name="connsiteY162-21610" fmla="*/ 613763 h 6858000"/>
              <a:gd name="connsiteX163-21611" fmla="*/ 225269 w 1605470"/>
              <a:gd name="connsiteY163-21612" fmla="*/ 598582 h 6858000"/>
              <a:gd name="connsiteX164-21613" fmla="*/ 224950 w 1605470"/>
              <a:gd name="connsiteY164-21614" fmla="*/ 576846 h 6858000"/>
              <a:gd name="connsiteX165-21615" fmla="*/ 204576 w 1605470"/>
              <a:gd name="connsiteY165-21616" fmla="*/ 530055 h 6858000"/>
              <a:gd name="connsiteX166-21617" fmla="*/ 219064 w 1605470"/>
              <a:gd name="connsiteY166-21618" fmla="*/ 469651 h 6858000"/>
              <a:gd name="connsiteX167-21619" fmla="*/ 195012 w 1605470"/>
              <a:gd name="connsiteY167-21620" fmla="*/ 448559 h 6858000"/>
              <a:gd name="connsiteX168-21621" fmla="*/ 201434 w 1605470"/>
              <a:gd name="connsiteY168-21622" fmla="*/ 441529 h 6858000"/>
              <a:gd name="connsiteX169-21623" fmla="*/ 200655 w 1605470"/>
              <a:gd name="connsiteY169-21624" fmla="*/ 428927 h 6858000"/>
              <a:gd name="connsiteX170-21625" fmla="*/ 190059 w 1605470"/>
              <a:gd name="connsiteY170-21626" fmla="*/ 430161 h 6858000"/>
              <a:gd name="connsiteX171-21627" fmla="*/ 167079 w 1605470"/>
              <a:gd name="connsiteY171-21628" fmla="*/ 367211 h 6858000"/>
              <a:gd name="connsiteX172-21629" fmla="*/ 124571 w 1605470"/>
              <a:gd name="connsiteY172-21630" fmla="*/ 302178 h 6858000"/>
              <a:gd name="connsiteX173-21631" fmla="*/ 103243 w 1605470"/>
              <a:gd name="connsiteY173-21632" fmla="*/ 211375 h 6858000"/>
              <a:gd name="connsiteX174-21633" fmla="*/ 94571 w 1605470"/>
              <a:gd name="connsiteY174-21634" fmla="*/ 184179 h 6858000"/>
              <a:gd name="connsiteX175-21635" fmla="*/ 13437 w 1605470"/>
              <a:gd name="connsiteY175-21636" fmla="*/ 19287 h 6858000"/>
              <a:gd name="connsiteX176-21637" fmla="*/ 0 w 1605470"/>
              <a:gd name="connsiteY176-21638" fmla="*/ 0 h 6858000"/>
              <a:gd name="connsiteX0-21639" fmla="*/ 0 w 1605470"/>
              <a:gd name="connsiteY0-21640" fmla="*/ 0 h 6858000"/>
              <a:gd name="connsiteX1-21641" fmla="*/ 1605470 w 1605470"/>
              <a:gd name="connsiteY1-21642" fmla="*/ 0 h 6858000"/>
              <a:gd name="connsiteX2-21643" fmla="*/ 1605470 w 1605470"/>
              <a:gd name="connsiteY2-21644" fmla="*/ 6858000 h 6858000"/>
              <a:gd name="connsiteX3-21645" fmla="*/ 154105 w 1605470"/>
              <a:gd name="connsiteY3-21646" fmla="*/ 6858000 h 6858000"/>
              <a:gd name="connsiteX4-21647" fmla="*/ 154246 w 1605470"/>
              <a:gd name="connsiteY4-21648" fmla="*/ 6857735 h 6858000"/>
              <a:gd name="connsiteX5-21649" fmla="*/ 166295 w 1605470"/>
              <a:gd name="connsiteY5-21650" fmla="*/ 6809549 h 6858000"/>
              <a:gd name="connsiteX6-21651" fmla="*/ 198506 w 1605470"/>
              <a:gd name="connsiteY6-21652" fmla="*/ 6715115 h 6858000"/>
              <a:gd name="connsiteX7-21653" fmla="*/ 208357 w 1605470"/>
              <a:gd name="connsiteY7-21654" fmla="*/ 6680170 h 6858000"/>
              <a:gd name="connsiteX8-21655" fmla="*/ 233907 w 1605470"/>
              <a:gd name="connsiteY8-21656" fmla="*/ 6621207 h 6858000"/>
              <a:gd name="connsiteX9-21657" fmla="*/ 250564 w 1605470"/>
              <a:gd name="connsiteY9-21658" fmla="*/ 6596265 h 6858000"/>
              <a:gd name="connsiteX10-21659" fmla="*/ 250443 w 1605470"/>
              <a:gd name="connsiteY10-21660" fmla="*/ 6594818 h 6858000"/>
              <a:gd name="connsiteX11-21661" fmla="*/ 254688 w 1605470"/>
              <a:gd name="connsiteY11-21662" fmla="*/ 6593735 h 6858000"/>
              <a:gd name="connsiteX12-21663" fmla="*/ 257885 w 1605470"/>
              <a:gd name="connsiteY12-21664" fmla="*/ 6589172 h 6858000"/>
              <a:gd name="connsiteX13-21665" fmla="*/ 261179 w 1605470"/>
              <a:gd name="connsiteY13-21666" fmla="*/ 6574442 h 6858000"/>
              <a:gd name="connsiteX14-21667" fmla="*/ 261519 w 1605470"/>
              <a:gd name="connsiteY14-21668" fmla="*/ 6568530 h 6858000"/>
              <a:gd name="connsiteX15-21669" fmla="*/ 263928 w 1605470"/>
              <a:gd name="connsiteY15-21670" fmla="*/ 6560674 h 6858000"/>
              <a:gd name="connsiteX16-21671" fmla="*/ 264273 w 1605470"/>
              <a:gd name="connsiteY16-21672" fmla="*/ 6560598 h 6858000"/>
              <a:gd name="connsiteX17-21673" fmla="*/ 265970 w 1605470"/>
              <a:gd name="connsiteY17-21674" fmla="*/ 6553006 h 6858000"/>
              <a:gd name="connsiteX18-21675" fmla="*/ 270666 w 1605470"/>
              <a:gd name="connsiteY18-21676" fmla="*/ 6514360 h 6858000"/>
              <a:gd name="connsiteX19-21677" fmla="*/ 312320 w 1605470"/>
              <a:gd name="connsiteY19-21678" fmla="*/ 6478062 h 6858000"/>
              <a:gd name="connsiteX20-21679" fmla="*/ 323009 w 1605470"/>
              <a:gd name="connsiteY20-21680" fmla="*/ 6460325 h 6858000"/>
              <a:gd name="connsiteX21-21681" fmla="*/ 330242 w 1605470"/>
              <a:gd name="connsiteY21-21682" fmla="*/ 6451488 h 6858000"/>
              <a:gd name="connsiteX22-21683" fmla="*/ 331677 w 1605470"/>
              <a:gd name="connsiteY22-21684" fmla="*/ 6451348 h 6858000"/>
              <a:gd name="connsiteX23-21685" fmla="*/ 336035 w 1605470"/>
              <a:gd name="connsiteY23-21686" fmla="*/ 6414240 h 6858000"/>
              <a:gd name="connsiteX24-21687" fmla="*/ 338911 w 1605470"/>
              <a:gd name="connsiteY24-21688" fmla="*/ 6410269 h 6858000"/>
              <a:gd name="connsiteX25-21689" fmla="*/ 338811 w 1605470"/>
              <a:gd name="connsiteY25-21690" fmla="*/ 6384857 h 6858000"/>
              <a:gd name="connsiteX26-21691" fmla="*/ 340328 w 1605470"/>
              <a:gd name="connsiteY26-21692" fmla="*/ 6372381 h 6858000"/>
              <a:gd name="connsiteX27-21693" fmla="*/ 337522 w 1605470"/>
              <a:gd name="connsiteY27-21694" fmla="*/ 6367510 h 6858000"/>
              <a:gd name="connsiteX28-21695" fmla="*/ 341402 w 1605470"/>
              <a:gd name="connsiteY28-21696" fmla="*/ 6349778 h 6858000"/>
              <a:gd name="connsiteX29-21697" fmla="*/ 343067 w 1605470"/>
              <a:gd name="connsiteY29-21698" fmla="*/ 6348250 h 6858000"/>
              <a:gd name="connsiteX30-21699" fmla="*/ 359101 w 1605470"/>
              <a:gd name="connsiteY30-21700" fmla="*/ 6281972 h 6858000"/>
              <a:gd name="connsiteX31-21701" fmla="*/ 369864 w 1605470"/>
              <a:gd name="connsiteY31-21702" fmla="*/ 6211940 h 6858000"/>
              <a:gd name="connsiteX32-21703" fmla="*/ 411359 w 1605470"/>
              <a:gd name="connsiteY32-21704" fmla="*/ 6113913 h 6858000"/>
              <a:gd name="connsiteX33-21705" fmla="*/ 415652 w 1605470"/>
              <a:gd name="connsiteY33-21706" fmla="*/ 6028119 h 6858000"/>
              <a:gd name="connsiteX34-21707" fmla="*/ 442432 w 1605470"/>
              <a:gd name="connsiteY34-21708" fmla="*/ 5934687 h 6858000"/>
              <a:gd name="connsiteX35-21709" fmla="*/ 476444 w 1605470"/>
              <a:gd name="connsiteY35-21710" fmla="*/ 5765594 h 6858000"/>
              <a:gd name="connsiteX36-21711" fmla="*/ 508280 w 1605470"/>
              <a:gd name="connsiteY36-21712" fmla="*/ 5693685 h 6858000"/>
              <a:gd name="connsiteX37-21713" fmla="*/ 523992 w 1605470"/>
              <a:gd name="connsiteY37-21714" fmla="*/ 5619557 h 6858000"/>
              <a:gd name="connsiteX38-21715" fmla="*/ 531653 w 1605470"/>
              <a:gd name="connsiteY38-21716" fmla="*/ 5604904 h 6858000"/>
              <a:gd name="connsiteX39-21717" fmla="*/ 539863 w 1605470"/>
              <a:gd name="connsiteY39-21718" fmla="*/ 5604298 h 6858000"/>
              <a:gd name="connsiteX40-21719" fmla="*/ 552319 w 1605470"/>
              <a:gd name="connsiteY40-21720" fmla="*/ 5587997 h 6858000"/>
              <a:gd name="connsiteX41-21721" fmla="*/ 564053 w 1605470"/>
              <a:gd name="connsiteY41-21722" fmla="*/ 5539915 h 6858000"/>
              <a:gd name="connsiteX42-21723" fmla="*/ 587214 w 1605470"/>
              <a:gd name="connsiteY42-21724" fmla="*/ 5451511 h 6858000"/>
              <a:gd name="connsiteX43-21725" fmla="*/ 608019 w 1605470"/>
              <a:gd name="connsiteY43-21726" fmla="*/ 5385461 h 6858000"/>
              <a:gd name="connsiteX44-21727" fmla="*/ 622750 w 1605470"/>
              <a:gd name="connsiteY44-21728" fmla="*/ 5363084 h 6858000"/>
              <a:gd name="connsiteX45-21729" fmla="*/ 638731 w 1605470"/>
              <a:gd name="connsiteY45-21730" fmla="*/ 5330009 h 6858000"/>
              <a:gd name="connsiteX46-21731" fmla="*/ 672224 w 1605470"/>
              <a:gd name="connsiteY46-21732" fmla="*/ 5273739 h 6858000"/>
              <a:gd name="connsiteX47-21733" fmla="*/ 681823 w 1605470"/>
              <a:gd name="connsiteY47-21734" fmla="*/ 5241779 h 6858000"/>
              <a:gd name="connsiteX48-21735" fmla="*/ 693049 w 1605470"/>
              <a:gd name="connsiteY48-21736" fmla="*/ 5225268 h 6858000"/>
              <a:gd name="connsiteX49-21737" fmla="*/ 694069 w 1605470"/>
              <a:gd name="connsiteY49-21738" fmla="*/ 5217684 h 6858000"/>
              <a:gd name="connsiteX50-21739" fmla="*/ 701410 w 1605470"/>
              <a:gd name="connsiteY50-21740" fmla="*/ 5193377 h 6858000"/>
              <a:gd name="connsiteX51-21741" fmla="*/ 704713 w 1605470"/>
              <a:gd name="connsiteY51-21742" fmla="*/ 5179288 h 6858000"/>
              <a:gd name="connsiteX52-21743" fmla="*/ 705697 w 1605470"/>
              <a:gd name="connsiteY52-21744" fmla="*/ 5173621 h 6858000"/>
              <a:gd name="connsiteX53-21745" fmla="*/ 701331 w 1605470"/>
              <a:gd name="connsiteY53-21746" fmla="*/ 5159961 h 6858000"/>
              <a:gd name="connsiteX54-21747" fmla="*/ 708008 w 1605470"/>
              <a:gd name="connsiteY54-21748" fmla="*/ 5144295 h 6858000"/>
              <a:gd name="connsiteX55-21749" fmla="*/ 704941 w 1605470"/>
              <a:gd name="connsiteY55-21750" fmla="*/ 5125185 h 6858000"/>
              <a:gd name="connsiteX56-21751" fmla="*/ 711771 w 1605470"/>
              <a:gd name="connsiteY56-21752" fmla="*/ 5121884 h 6858000"/>
              <a:gd name="connsiteX57-21753" fmla="*/ 721092 w 1605470"/>
              <a:gd name="connsiteY57-21754" fmla="*/ 5108383 h 6858000"/>
              <a:gd name="connsiteX58-21755" fmla="*/ 717045 w 1605470"/>
              <a:gd name="connsiteY58-21756" fmla="*/ 5094705 h 6858000"/>
              <a:gd name="connsiteX59-21757" fmla="*/ 718807 w 1605470"/>
              <a:gd name="connsiteY59-21758" fmla="*/ 5067850 h 6858000"/>
              <a:gd name="connsiteX60-21759" fmla="*/ 721538 w 1605470"/>
              <a:gd name="connsiteY60-21760" fmla="*/ 5060861 h 6858000"/>
              <a:gd name="connsiteX61-21761" fmla="*/ 718242 w 1605470"/>
              <a:gd name="connsiteY61-21762" fmla="*/ 5034192 h 6858000"/>
              <a:gd name="connsiteX62-21763" fmla="*/ 719796 w 1605470"/>
              <a:gd name="connsiteY62-21764" fmla="*/ 4993030 h 6858000"/>
              <a:gd name="connsiteX63-21765" fmla="*/ 726705 w 1605470"/>
              <a:gd name="connsiteY63-21766" fmla="*/ 4946844 h 6858000"/>
              <a:gd name="connsiteX64-21767" fmla="*/ 722561 w 1605470"/>
              <a:gd name="connsiteY64-21768" fmla="*/ 4932692 h 6858000"/>
              <a:gd name="connsiteX65-21769" fmla="*/ 724935 w 1605470"/>
              <a:gd name="connsiteY65-21770" fmla="*/ 4821504 h 6858000"/>
              <a:gd name="connsiteX66-21771" fmla="*/ 732118 w 1605470"/>
              <a:gd name="connsiteY66-21772" fmla="*/ 4801535 h 6858000"/>
              <a:gd name="connsiteX67-21773" fmla="*/ 739787 w 1605470"/>
              <a:gd name="connsiteY67-21774" fmla="*/ 4797794 h 6858000"/>
              <a:gd name="connsiteX68-21775" fmla="*/ 741081 w 1605470"/>
              <a:gd name="connsiteY68-21776" fmla="*/ 4784526 h 6858000"/>
              <a:gd name="connsiteX69-21777" fmla="*/ 742865 w 1605470"/>
              <a:gd name="connsiteY69-21778" fmla="*/ 4781211 h 6858000"/>
              <a:gd name="connsiteX70-21779" fmla="*/ 751652 w 1605470"/>
              <a:gd name="connsiteY70-21780" fmla="*/ 4761984 h 6858000"/>
              <a:gd name="connsiteX71-21781" fmla="*/ 747700 w 1605470"/>
              <a:gd name="connsiteY71-21782" fmla="*/ 4690749 h 6858000"/>
              <a:gd name="connsiteX72-21783" fmla="*/ 743180 w 1605470"/>
              <a:gd name="connsiteY72-21784" fmla="*/ 4613201 h 6858000"/>
              <a:gd name="connsiteX73-21785" fmla="*/ 738263 w 1605470"/>
              <a:gd name="connsiteY73-21786" fmla="*/ 4444346 h 6858000"/>
              <a:gd name="connsiteX74-21787" fmla="*/ 756542 w 1605470"/>
              <a:gd name="connsiteY74-21788" fmla="*/ 4350346 h 6858000"/>
              <a:gd name="connsiteX75-21789" fmla="*/ 715481 w 1605470"/>
              <a:gd name="connsiteY75-21790" fmla="*/ 4214165 h 6858000"/>
              <a:gd name="connsiteX76-21791" fmla="*/ 719554 w 1605470"/>
              <a:gd name="connsiteY76-21792" fmla="*/ 4090296 h 6858000"/>
              <a:gd name="connsiteX77-21793" fmla="*/ 704810 w 1605470"/>
              <a:gd name="connsiteY77-21794" fmla="*/ 4033999 h 6858000"/>
              <a:gd name="connsiteX78-21795" fmla="*/ 705959 w 1605470"/>
              <a:gd name="connsiteY78-21796" fmla="*/ 4031933 h 6858000"/>
              <a:gd name="connsiteX79-21797" fmla="*/ 704535 w 1605470"/>
              <a:gd name="connsiteY79-21798" fmla="*/ 4013953 h 6858000"/>
              <a:gd name="connsiteX80-21799" fmla="*/ 700443 w 1605470"/>
              <a:gd name="connsiteY80-21800" fmla="*/ 4010511 h 6858000"/>
              <a:gd name="connsiteX81-21801" fmla="*/ 698282 w 1605470"/>
              <a:gd name="connsiteY81-21802" fmla="*/ 3998331 h 6858000"/>
              <a:gd name="connsiteX82-21803" fmla="*/ 690830 w 1605470"/>
              <a:gd name="connsiteY82-21804" fmla="*/ 3974753 h 6858000"/>
              <a:gd name="connsiteX83-21805" fmla="*/ 692428 w 1605470"/>
              <a:gd name="connsiteY83-21806" fmla="*/ 3969950 h 6858000"/>
              <a:gd name="connsiteX84-21807" fmla="*/ 685850 w 1605470"/>
              <a:gd name="connsiteY84-21808" fmla="*/ 3933779 h 6858000"/>
              <a:gd name="connsiteX85-21809" fmla="*/ 687181 w 1605470"/>
              <a:gd name="connsiteY85-21810" fmla="*/ 3933093 h 6858000"/>
              <a:gd name="connsiteX86-21811" fmla="*/ 691535 w 1605470"/>
              <a:gd name="connsiteY86-21812" fmla="*/ 3922082 h 6858000"/>
              <a:gd name="connsiteX87-21813" fmla="*/ 696613 w 1605470"/>
              <a:gd name="connsiteY87-21814" fmla="*/ 3901461 h 6858000"/>
              <a:gd name="connsiteX88-21815" fmla="*/ 719207 w 1605470"/>
              <a:gd name="connsiteY88-21816" fmla="*/ 3813873 h 6858000"/>
              <a:gd name="connsiteX89-21817" fmla="*/ 718632 w 1605470"/>
              <a:gd name="connsiteY89-21818" fmla="*/ 3806161 h 6858000"/>
              <a:gd name="connsiteX90-21819" fmla="*/ 718939 w 1605470"/>
              <a:gd name="connsiteY90-21820" fmla="*/ 3805957 h 6858000"/>
              <a:gd name="connsiteX91-21821" fmla="*/ 718966 w 1605470"/>
              <a:gd name="connsiteY91-21822" fmla="*/ 3797724 h 6858000"/>
              <a:gd name="connsiteX92-21823" fmla="*/ 717581 w 1605470"/>
              <a:gd name="connsiteY92-21824" fmla="*/ 3792098 h 6858000"/>
              <a:gd name="connsiteX93-21825" fmla="*/ 716465 w 1605470"/>
              <a:gd name="connsiteY93-21826" fmla="*/ 3777135 h 6858000"/>
              <a:gd name="connsiteX94-21827" fmla="*/ 718198 w 1605470"/>
              <a:gd name="connsiteY94-21828" fmla="*/ 3771656 h 6858000"/>
              <a:gd name="connsiteX95-21829" fmla="*/ 721941 w 1605470"/>
              <a:gd name="connsiteY95-21830" fmla="*/ 3769007 h 6858000"/>
              <a:gd name="connsiteX96-21831" fmla="*/ 721407 w 1605470"/>
              <a:gd name="connsiteY96-21832" fmla="*/ 3767709 h 6858000"/>
              <a:gd name="connsiteX97-21833" fmla="*/ 730103 w 1605470"/>
              <a:gd name="connsiteY97-21834" fmla="*/ 3738082 h 6858000"/>
              <a:gd name="connsiteX98-21835" fmla="*/ 737449 w 1605470"/>
              <a:gd name="connsiteY98-21836" fmla="*/ 3673397 h 6858000"/>
              <a:gd name="connsiteX99-21837" fmla="*/ 736745 w 1605470"/>
              <a:gd name="connsiteY99-21838" fmla="*/ 3637109 h 6858000"/>
              <a:gd name="connsiteX100-21839" fmla="*/ 740188 w 1605470"/>
              <a:gd name="connsiteY100-21840" fmla="*/ 3536883 h 6858000"/>
              <a:gd name="connsiteX101-21841" fmla="*/ 747726 w 1605470"/>
              <a:gd name="connsiteY101-21842" fmla="*/ 3435652 h 6858000"/>
              <a:gd name="connsiteX102-21843" fmla="*/ 774383 w 1605470"/>
              <a:gd name="connsiteY102-21844" fmla="*/ 3381564 h 6858000"/>
              <a:gd name="connsiteX103-21845" fmla="*/ 774870 w 1605470"/>
              <a:gd name="connsiteY103-21846" fmla="*/ 3375761 h 6858000"/>
              <a:gd name="connsiteX104-21847" fmla="*/ 770510 w 1605470"/>
              <a:gd name="connsiteY104-21848" fmla="*/ 3361844 h 6858000"/>
              <a:gd name="connsiteX105-21849" fmla="*/ 767933 w 1605470"/>
              <a:gd name="connsiteY105-21850" fmla="*/ 3356929 h 6858000"/>
              <a:gd name="connsiteX106-21851" fmla="*/ 766158 w 1605470"/>
              <a:gd name="connsiteY106-21852" fmla="*/ 3349058 h 6858000"/>
              <a:gd name="connsiteX107-21853" fmla="*/ 766414 w 1605470"/>
              <a:gd name="connsiteY107-21854" fmla="*/ 3348763 h 6858000"/>
              <a:gd name="connsiteX108-21855" fmla="*/ 764166 w 1605470"/>
              <a:gd name="connsiteY108-21856" fmla="*/ 3341588 h 6858000"/>
              <a:gd name="connsiteX109-21857" fmla="*/ 749397 w 1605470"/>
              <a:gd name="connsiteY109-21858" fmla="*/ 3307769 h 6858000"/>
              <a:gd name="connsiteX110-21859" fmla="*/ 766960 w 1605470"/>
              <a:gd name="connsiteY110-21860" fmla="*/ 3250522 h 6858000"/>
              <a:gd name="connsiteX111-21861" fmla="*/ 767385 w 1605470"/>
              <a:gd name="connsiteY111-21862" fmla="*/ 3229163 h 6858000"/>
              <a:gd name="connsiteX112-21863" fmla="*/ 769208 w 1605470"/>
              <a:gd name="connsiteY112-21864" fmla="*/ 3217217 h 6858000"/>
              <a:gd name="connsiteX113-21865" fmla="*/ 770350 w 1605470"/>
              <a:gd name="connsiteY113-21866" fmla="*/ 3216125 h 6858000"/>
              <a:gd name="connsiteX114-21867" fmla="*/ 756043 w 1605470"/>
              <a:gd name="connsiteY114-21868" fmla="*/ 3183755 h 6858000"/>
              <a:gd name="connsiteX115-21869" fmla="*/ 756544 w 1605470"/>
              <a:gd name="connsiteY115-21870" fmla="*/ 3178642 h 6858000"/>
              <a:gd name="connsiteX116-21871" fmla="*/ 744144 w 1605470"/>
              <a:gd name="connsiteY116-21872" fmla="*/ 3158586 h 6858000"/>
              <a:gd name="connsiteX117-21873" fmla="*/ 739378 w 1605470"/>
              <a:gd name="connsiteY117-21874" fmla="*/ 3147669 h 6858000"/>
              <a:gd name="connsiteX118-21875" fmla="*/ 734648 w 1605470"/>
              <a:gd name="connsiteY118-21876" fmla="*/ 3145733 h 6858000"/>
              <a:gd name="connsiteX119-21877" fmla="*/ 729329 w 1605470"/>
              <a:gd name="connsiteY119-21878" fmla="*/ 3129034 h 6858000"/>
              <a:gd name="connsiteX120-21879" fmla="*/ 729994 w 1605470"/>
              <a:gd name="connsiteY120-21880" fmla="*/ 3126682 h 6858000"/>
              <a:gd name="connsiteX121-21881" fmla="*/ 720862 w 1605470"/>
              <a:gd name="connsiteY121-21882" fmla="*/ 3114519 h 6858000"/>
              <a:gd name="connsiteX122-21883" fmla="*/ 707471 w 1605470"/>
              <a:gd name="connsiteY122-21884" fmla="*/ 3106272 h 6858000"/>
              <a:gd name="connsiteX123-21885" fmla="*/ 680201 w 1605470"/>
              <a:gd name="connsiteY123-21886" fmla="*/ 2958185 h 6858000"/>
              <a:gd name="connsiteX124-21887" fmla="*/ 622815 w 1605470"/>
              <a:gd name="connsiteY124-21888" fmla="*/ 2762989 h 6858000"/>
              <a:gd name="connsiteX125-21889" fmla="*/ 571733 w 1605470"/>
              <a:gd name="connsiteY125-21890" fmla="*/ 2554718 h 6858000"/>
              <a:gd name="connsiteX126-21891" fmla="*/ 551827 w 1605470"/>
              <a:gd name="connsiteY126-21892" fmla="*/ 2485734 h 6858000"/>
              <a:gd name="connsiteX127-21893" fmla="*/ 542550 w 1605470"/>
              <a:gd name="connsiteY127-21894" fmla="*/ 2447068 h 6858000"/>
              <a:gd name="connsiteX128-21895" fmla="*/ 529511 w 1605470"/>
              <a:gd name="connsiteY128-21896" fmla="*/ 2425819 h 6858000"/>
              <a:gd name="connsiteX129-21897" fmla="*/ 528878 w 1605470"/>
              <a:gd name="connsiteY129-21898" fmla="*/ 2408971 h 6858000"/>
              <a:gd name="connsiteX130-21899" fmla="*/ 535510 w 1605470"/>
              <a:gd name="connsiteY130-21900" fmla="*/ 2402874 h 6858000"/>
              <a:gd name="connsiteX131-21901" fmla="*/ 538122 w 1605470"/>
              <a:gd name="connsiteY131-21902" fmla="*/ 2381443 h 6858000"/>
              <a:gd name="connsiteX132-21903" fmla="*/ 514451 w 1605470"/>
              <a:gd name="connsiteY132-21904" fmla="*/ 2261920 h 6858000"/>
              <a:gd name="connsiteX133-21905" fmla="*/ 486968 w 1605470"/>
              <a:gd name="connsiteY133-21906" fmla="*/ 2182937 h 6858000"/>
              <a:gd name="connsiteX134-21907" fmla="*/ 488555 w 1605470"/>
              <a:gd name="connsiteY134-21908" fmla="*/ 2155135 h 6858000"/>
              <a:gd name="connsiteX135-21909" fmla="*/ 486013 w 1605470"/>
              <a:gd name="connsiteY135-21910" fmla="*/ 2118008 h 6858000"/>
              <a:gd name="connsiteX136-21911" fmla="*/ 487006 w 1605470"/>
              <a:gd name="connsiteY136-21912" fmla="*/ 2050531 h 6858000"/>
              <a:gd name="connsiteX137-21913" fmla="*/ 478812 w 1605470"/>
              <a:gd name="connsiteY137-21914" fmla="*/ 1963269 h 6858000"/>
              <a:gd name="connsiteX138-21915" fmla="*/ 442619 w 1605470"/>
              <a:gd name="connsiteY138-21916" fmla="*/ 1910499 h 6858000"/>
              <a:gd name="connsiteX139-21917" fmla="*/ 446785 w 1605470"/>
              <a:gd name="connsiteY139-21918" fmla="*/ 1903212 h 6858000"/>
              <a:gd name="connsiteX140-21919" fmla="*/ 436547 w 1605470"/>
              <a:gd name="connsiteY140-21920" fmla="*/ 1861531 h 6858000"/>
              <a:gd name="connsiteX141-21921" fmla="*/ 390346 w 1605470"/>
              <a:gd name="connsiteY141-21922" fmla="*/ 1732919 h 6858000"/>
              <a:gd name="connsiteX142-21923" fmla="*/ 362657 w 1605470"/>
              <a:gd name="connsiteY142-21924" fmla="*/ 1663540 h 6858000"/>
              <a:gd name="connsiteX143-21925" fmla="*/ 361783 w 1605470"/>
              <a:gd name="connsiteY143-21926" fmla="*/ 1615777 h 6858000"/>
              <a:gd name="connsiteX144-21927" fmla="*/ 342578 w 1605470"/>
              <a:gd name="connsiteY144-21928" fmla="*/ 1563678 h 6858000"/>
              <a:gd name="connsiteX145-21929" fmla="*/ 355658 w 1605470"/>
              <a:gd name="connsiteY145-21930" fmla="*/ 1519474 h 6858000"/>
              <a:gd name="connsiteX146-21931" fmla="*/ 348400 w 1605470"/>
              <a:gd name="connsiteY146-21932" fmla="*/ 1477995 h 6858000"/>
              <a:gd name="connsiteX147-21933" fmla="*/ 334485 w 1605470"/>
              <a:gd name="connsiteY147-21934" fmla="*/ 1373769 h 6858000"/>
              <a:gd name="connsiteX148-21935" fmla="*/ 342792 w 1605470"/>
              <a:gd name="connsiteY148-21936" fmla="*/ 1307086 h 6858000"/>
              <a:gd name="connsiteX149-21937" fmla="*/ 343980 w 1605470"/>
              <a:gd name="connsiteY149-21938" fmla="*/ 1189033 h 6858000"/>
              <a:gd name="connsiteX150-21939" fmla="*/ 348665 w 1605470"/>
              <a:gd name="connsiteY150-21940" fmla="*/ 1168288 h 6858000"/>
              <a:gd name="connsiteX151-21941" fmla="*/ 340947 w 1605470"/>
              <a:gd name="connsiteY151-21942" fmla="*/ 1142577 h 6858000"/>
              <a:gd name="connsiteX152-21943" fmla="*/ 330253 w 1605470"/>
              <a:gd name="connsiteY152-21944" fmla="*/ 1088484 h 6858000"/>
              <a:gd name="connsiteX153-21945" fmla="*/ 318989 w 1605470"/>
              <a:gd name="connsiteY153-21946" fmla="*/ 1016103 h 6858000"/>
              <a:gd name="connsiteX154-21947" fmla="*/ 320445 w 1605470"/>
              <a:gd name="connsiteY154-21948" fmla="*/ 932283 h 6858000"/>
              <a:gd name="connsiteX155-21949" fmla="*/ 322681 w 1605470"/>
              <a:gd name="connsiteY155-21950" fmla="*/ 915925 h 6858000"/>
              <a:gd name="connsiteX156-21951" fmla="*/ 315310 w 1605470"/>
              <a:gd name="connsiteY156-21952" fmla="*/ 896999 h 6858000"/>
              <a:gd name="connsiteX157-21953" fmla="*/ 284718 w 1605470"/>
              <a:gd name="connsiteY157-21954" fmla="*/ 821517 h 6858000"/>
              <a:gd name="connsiteX158-21955" fmla="*/ 263668 w 1605470"/>
              <a:gd name="connsiteY158-21956" fmla="*/ 751353 h 6858000"/>
              <a:gd name="connsiteX159-21957" fmla="*/ 263226 w 1605470"/>
              <a:gd name="connsiteY159-21958" fmla="*/ 721230 h 6858000"/>
              <a:gd name="connsiteX160-21959" fmla="*/ 248897 w 1605470"/>
              <a:gd name="connsiteY160-21960" fmla="*/ 681659 h 6858000"/>
              <a:gd name="connsiteX161-21961" fmla="*/ 234316 w 1605470"/>
              <a:gd name="connsiteY161-21962" fmla="*/ 635218 h 6858000"/>
              <a:gd name="connsiteX162-21963" fmla="*/ 239327 w 1605470"/>
              <a:gd name="connsiteY162-21964" fmla="*/ 613763 h 6858000"/>
              <a:gd name="connsiteX163-21965" fmla="*/ 225269 w 1605470"/>
              <a:gd name="connsiteY163-21966" fmla="*/ 598582 h 6858000"/>
              <a:gd name="connsiteX164-21967" fmla="*/ 224950 w 1605470"/>
              <a:gd name="connsiteY164-21968" fmla="*/ 576846 h 6858000"/>
              <a:gd name="connsiteX165-21969" fmla="*/ 204576 w 1605470"/>
              <a:gd name="connsiteY165-21970" fmla="*/ 530055 h 6858000"/>
              <a:gd name="connsiteX166-21971" fmla="*/ 219064 w 1605470"/>
              <a:gd name="connsiteY166-21972" fmla="*/ 469651 h 6858000"/>
              <a:gd name="connsiteX167-21973" fmla="*/ 195012 w 1605470"/>
              <a:gd name="connsiteY167-21974" fmla="*/ 448559 h 6858000"/>
              <a:gd name="connsiteX168-21975" fmla="*/ 201434 w 1605470"/>
              <a:gd name="connsiteY168-21976" fmla="*/ 441529 h 6858000"/>
              <a:gd name="connsiteX169-21977" fmla="*/ 200655 w 1605470"/>
              <a:gd name="connsiteY169-21978" fmla="*/ 428927 h 6858000"/>
              <a:gd name="connsiteX170-21979" fmla="*/ 190059 w 1605470"/>
              <a:gd name="connsiteY170-21980" fmla="*/ 430161 h 6858000"/>
              <a:gd name="connsiteX171-21981" fmla="*/ 167079 w 1605470"/>
              <a:gd name="connsiteY171-21982" fmla="*/ 367211 h 6858000"/>
              <a:gd name="connsiteX172-21983" fmla="*/ 124571 w 1605470"/>
              <a:gd name="connsiteY172-21984" fmla="*/ 302178 h 6858000"/>
              <a:gd name="connsiteX173-21985" fmla="*/ 103243 w 1605470"/>
              <a:gd name="connsiteY173-21986" fmla="*/ 211375 h 6858000"/>
              <a:gd name="connsiteX174-21987" fmla="*/ 94571 w 1605470"/>
              <a:gd name="connsiteY174-21988" fmla="*/ 184179 h 6858000"/>
              <a:gd name="connsiteX175-21989" fmla="*/ 13437 w 1605470"/>
              <a:gd name="connsiteY175-21990" fmla="*/ 19287 h 6858000"/>
              <a:gd name="connsiteX176-21991" fmla="*/ 0 w 1605470"/>
              <a:gd name="connsiteY176-21992" fmla="*/ 0 h 6858000"/>
              <a:gd name="connsiteX0-21993" fmla="*/ 0 w 1605470"/>
              <a:gd name="connsiteY0-21994" fmla="*/ 0 h 6858000"/>
              <a:gd name="connsiteX1-21995" fmla="*/ 1605470 w 1605470"/>
              <a:gd name="connsiteY1-21996" fmla="*/ 0 h 6858000"/>
              <a:gd name="connsiteX2-21997" fmla="*/ 1605470 w 1605470"/>
              <a:gd name="connsiteY2-21998" fmla="*/ 6858000 h 6858000"/>
              <a:gd name="connsiteX3-21999" fmla="*/ 154105 w 1605470"/>
              <a:gd name="connsiteY3-22000" fmla="*/ 6858000 h 6858000"/>
              <a:gd name="connsiteX4-22001" fmla="*/ 154246 w 1605470"/>
              <a:gd name="connsiteY4-22002" fmla="*/ 6857735 h 6858000"/>
              <a:gd name="connsiteX5-22003" fmla="*/ 166295 w 1605470"/>
              <a:gd name="connsiteY5-22004" fmla="*/ 6809549 h 6858000"/>
              <a:gd name="connsiteX6-22005" fmla="*/ 198506 w 1605470"/>
              <a:gd name="connsiteY6-22006" fmla="*/ 6715115 h 6858000"/>
              <a:gd name="connsiteX7-22007" fmla="*/ 208357 w 1605470"/>
              <a:gd name="connsiteY7-22008" fmla="*/ 6680170 h 6858000"/>
              <a:gd name="connsiteX8-22009" fmla="*/ 233907 w 1605470"/>
              <a:gd name="connsiteY8-22010" fmla="*/ 6621207 h 6858000"/>
              <a:gd name="connsiteX9-22011" fmla="*/ 250564 w 1605470"/>
              <a:gd name="connsiteY9-22012" fmla="*/ 6596265 h 6858000"/>
              <a:gd name="connsiteX10-22013" fmla="*/ 250443 w 1605470"/>
              <a:gd name="connsiteY10-22014" fmla="*/ 6594818 h 6858000"/>
              <a:gd name="connsiteX11-22015" fmla="*/ 254688 w 1605470"/>
              <a:gd name="connsiteY11-22016" fmla="*/ 6593735 h 6858000"/>
              <a:gd name="connsiteX12-22017" fmla="*/ 257885 w 1605470"/>
              <a:gd name="connsiteY12-22018" fmla="*/ 6589172 h 6858000"/>
              <a:gd name="connsiteX13-22019" fmla="*/ 261179 w 1605470"/>
              <a:gd name="connsiteY13-22020" fmla="*/ 6574442 h 6858000"/>
              <a:gd name="connsiteX14-22021" fmla="*/ 261519 w 1605470"/>
              <a:gd name="connsiteY14-22022" fmla="*/ 6568530 h 6858000"/>
              <a:gd name="connsiteX15-22023" fmla="*/ 263928 w 1605470"/>
              <a:gd name="connsiteY15-22024" fmla="*/ 6560674 h 6858000"/>
              <a:gd name="connsiteX16-22025" fmla="*/ 264273 w 1605470"/>
              <a:gd name="connsiteY16-22026" fmla="*/ 6560598 h 6858000"/>
              <a:gd name="connsiteX17-22027" fmla="*/ 265970 w 1605470"/>
              <a:gd name="connsiteY17-22028" fmla="*/ 6553006 h 6858000"/>
              <a:gd name="connsiteX18-22029" fmla="*/ 270666 w 1605470"/>
              <a:gd name="connsiteY18-22030" fmla="*/ 6514360 h 6858000"/>
              <a:gd name="connsiteX19-22031" fmla="*/ 312320 w 1605470"/>
              <a:gd name="connsiteY19-22032" fmla="*/ 6478062 h 6858000"/>
              <a:gd name="connsiteX20-22033" fmla="*/ 323009 w 1605470"/>
              <a:gd name="connsiteY20-22034" fmla="*/ 6460325 h 6858000"/>
              <a:gd name="connsiteX21-22035" fmla="*/ 330242 w 1605470"/>
              <a:gd name="connsiteY21-22036" fmla="*/ 6451488 h 6858000"/>
              <a:gd name="connsiteX22-22037" fmla="*/ 331677 w 1605470"/>
              <a:gd name="connsiteY22-22038" fmla="*/ 6451348 h 6858000"/>
              <a:gd name="connsiteX23-22039" fmla="*/ 336035 w 1605470"/>
              <a:gd name="connsiteY23-22040" fmla="*/ 6414240 h 6858000"/>
              <a:gd name="connsiteX24-22041" fmla="*/ 338911 w 1605470"/>
              <a:gd name="connsiteY24-22042" fmla="*/ 6410269 h 6858000"/>
              <a:gd name="connsiteX25-22043" fmla="*/ 338811 w 1605470"/>
              <a:gd name="connsiteY25-22044" fmla="*/ 6384857 h 6858000"/>
              <a:gd name="connsiteX26-22045" fmla="*/ 340328 w 1605470"/>
              <a:gd name="connsiteY26-22046" fmla="*/ 6372381 h 6858000"/>
              <a:gd name="connsiteX27-22047" fmla="*/ 337522 w 1605470"/>
              <a:gd name="connsiteY27-22048" fmla="*/ 6367510 h 6858000"/>
              <a:gd name="connsiteX28-22049" fmla="*/ 341402 w 1605470"/>
              <a:gd name="connsiteY28-22050" fmla="*/ 6349778 h 6858000"/>
              <a:gd name="connsiteX29-22051" fmla="*/ 343067 w 1605470"/>
              <a:gd name="connsiteY29-22052" fmla="*/ 6348250 h 6858000"/>
              <a:gd name="connsiteX30-22053" fmla="*/ 359101 w 1605470"/>
              <a:gd name="connsiteY30-22054" fmla="*/ 6281972 h 6858000"/>
              <a:gd name="connsiteX31-22055" fmla="*/ 369864 w 1605470"/>
              <a:gd name="connsiteY31-22056" fmla="*/ 6211940 h 6858000"/>
              <a:gd name="connsiteX32-22057" fmla="*/ 411359 w 1605470"/>
              <a:gd name="connsiteY32-22058" fmla="*/ 6113913 h 6858000"/>
              <a:gd name="connsiteX33-22059" fmla="*/ 415652 w 1605470"/>
              <a:gd name="connsiteY33-22060" fmla="*/ 6028119 h 6858000"/>
              <a:gd name="connsiteX34-22061" fmla="*/ 442432 w 1605470"/>
              <a:gd name="connsiteY34-22062" fmla="*/ 5934687 h 6858000"/>
              <a:gd name="connsiteX35-22063" fmla="*/ 476444 w 1605470"/>
              <a:gd name="connsiteY35-22064" fmla="*/ 5765594 h 6858000"/>
              <a:gd name="connsiteX36-22065" fmla="*/ 508280 w 1605470"/>
              <a:gd name="connsiteY36-22066" fmla="*/ 5693685 h 6858000"/>
              <a:gd name="connsiteX37-22067" fmla="*/ 523992 w 1605470"/>
              <a:gd name="connsiteY37-22068" fmla="*/ 5619557 h 6858000"/>
              <a:gd name="connsiteX38-22069" fmla="*/ 531653 w 1605470"/>
              <a:gd name="connsiteY38-22070" fmla="*/ 5604904 h 6858000"/>
              <a:gd name="connsiteX39-22071" fmla="*/ 539863 w 1605470"/>
              <a:gd name="connsiteY39-22072" fmla="*/ 5604298 h 6858000"/>
              <a:gd name="connsiteX40-22073" fmla="*/ 552319 w 1605470"/>
              <a:gd name="connsiteY40-22074" fmla="*/ 5587997 h 6858000"/>
              <a:gd name="connsiteX41-22075" fmla="*/ 564053 w 1605470"/>
              <a:gd name="connsiteY41-22076" fmla="*/ 5539915 h 6858000"/>
              <a:gd name="connsiteX42-22077" fmla="*/ 587214 w 1605470"/>
              <a:gd name="connsiteY42-22078" fmla="*/ 5451511 h 6858000"/>
              <a:gd name="connsiteX43-22079" fmla="*/ 608019 w 1605470"/>
              <a:gd name="connsiteY43-22080" fmla="*/ 5385461 h 6858000"/>
              <a:gd name="connsiteX44-22081" fmla="*/ 622750 w 1605470"/>
              <a:gd name="connsiteY44-22082" fmla="*/ 5363084 h 6858000"/>
              <a:gd name="connsiteX45-22083" fmla="*/ 638731 w 1605470"/>
              <a:gd name="connsiteY45-22084" fmla="*/ 5330009 h 6858000"/>
              <a:gd name="connsiteX46-22085" fmla="*/ 672224 w 1605470"/>
              <a:gd name="connsiteY46-22086" fmla="*/ 5273739 h 6858000"/>
              <a:gd name="connsiteX47-22087" fmla="*/ 681823 w 1605470"/>
              <a:gd name="connsiteY47-22088" fmla="*/ 5241779 h 6858000"/>
              <a:gd name="connsiteX48-22089" fmla="*/ 693049 w 1605470"/>
              <a:gd name="connsiteY48-22090" fmla="*/ 5225268 h 6858000"/>
              <a:gd name="connsiteX49-22091" fmla="*/ 694069 w 1605470"/>
              <a:gd name="connsiteY49-22092" fmla="*/ 5217684 h 6858000"/>
              <a:gd name="connsiteX50-22093" fmla="*/ 701410 w 1605470"/>
              <a:gd name="connsiteY50-22094" fmla="*/ 5193377 h 6858000"/>
              <a:gd name="connsiteX51-22095" fmla="*/ 704713 w 1605470"/>
              <a:gd name="connsiteY51-22096" fmla="*/ 5179288 h 6858000"/>
              <a:gd name="connsiteX52-22097" fmla="*/ 705697 w 1605470"/>
              <a:gd name="connsiteY52-22098" fmla="*/ 5173621 h 6858000"/>
              <a:gd name="connsiteX53-22099" fmla="*/ 701331 w 1605470"/>
              <a:gd name="connsiteY53-22100" fmla="*/ 5159961 h 6858000"/>
              <a:gd name="connsiteX54-22101" fmla="*/ 708008 w 1605470"/>
              <a:gd name="connsiteY54-22102" fmla="*/ 5144295 h 6858000"/>
              <a:gd name="connsiteX55-22103" fmla="*/ 704941 w 1605470"/>
              <a:gd name="connsiteY55-22104" fmla="*/ 5125185 h 6858000"/>
              <a:gd name="connsiteX56-22105" fmla="*/ 711771 w 1605470"/>
              <a:gd name="connsiteY56-22106" fmla="*/ 5121884 h 6858000"/>
              <a:gd name="connsiteX57-22107" fmla="*/ 721092 w 1605470"/>
              <a:gd name="connsiteY57-22108" fmla="*/ 5108383 h 6858000"/>
              <a:gd name="connsiteX58-22109" fmla="*/ 717045 w 1605470"/>
              <a:gd name="connsiteY58-22110" fmla="*/ 5094705 h 6858000"/>
              <a:gd name="connsiteX59-22111" fmla="*/ 718807 w 1605470"/>
              <a:gd name="connsiteY59-22112" fmla="*/ 5067850 h 6858000"/>
              <a:gd name="connsiteX60-22113" fmla="*/ 721538 w 1605470"/>
              <a:gd name="connsiteY60-22114" fmla="*/ 5060861 h 6858000"/>
              <a:gd name="connsiteX61-22115" fmla="*/ 718242 w 1605470"/>
              <a:gd name="connsiteY61-22116" fmla="*/ 5034192 h 6858000"/>
              <a:gd name="connsiteX62-22117" fmla="*/ 719796 w 1605470"/>
              <a:gd name="connsiteY62-22118" fmla="*/ 4993030 h 6858000"/>
              <a:gd name="connsiteX63-22119" fmla="*/ 726705 w 1605470"/>
              <a:gd name="connsiteY63-22120" fmla="*/ 4946844 h 6858000"/>
              <a:gd name="connsiteX64-22121" fmla="*/ 722561 w 1605470"/>
              <a:gd name="connsiteY64-22122" fmla="*/ 4932692 h 6858000"/>
              <a:gd name="connsiteX65-22123" fmla="*/ 724935 w 1605470"/>
              <a:gd name="connsiteY65-22124" fmla="*/ 4821504 h 6858000"/>
              <a:gd name="connsiteX66-22125" fmla="*/ 732118 w 1605470"/>
              <a:gd name="connsiteY66-22126" fmla="*/ 4801535 h 6858000"/>
              <a:gd name="connsiteX67-22127" fmla="*/ 739787 w 1605470"/>
              <a:gd name="connsiteY67-22128" fmla="*/ 4797794 h 6858000"/>
              <a:gd name="connsiteX68-22129" fmla="*/ 741081 w 1605470"/>
              <a:gd name="connsiteY68-22130" fmla="*/ 4784526 h 6858000"/>
              <a:gd name="connsiteX69-22131" fmla="*/ 742865 w 1605470"/>
              <a:gd name="connsiteY69-22132" fmla="*/ 4781211 h 6858000"/>
              <a:gd name="connsiteX70-22133" fmla="*/ 751652 w 1605470"/>
              <a:gd name="connsiteY70-22134" fmla="*/ 4761984 h 6858000"/>
              <a:gd name="connsiteX71-22135" fmla="*/ 747700 w 1605470"/>
              <a:gd name="connsiteY71-22136" fmla="*/ 4690749 h 6858000"/>
              <a:gd name="connsiteX72-22137" fmla="*/ 743180 w 1605470"/>
              <a:gd name="connsiteY72-22138" fmla="*/ 4584173 h 6858000"/>
              <a:gd name="connsiteX73-22139" fmla="*/ 738263 w 1605470"/>
              <a:gd name="connsiteY73-22140" fmla="*/ 4444346 h 6858000"/>
              <a:gd name="connsiteX74-22141" fmla="*/ 756542 w 1605470"/>
              <a:gd name="connsiteY74-22142" fmla="*/ 4350346 h 6858000"/>
              <a:gd name="connsiteX75-22143" fmla="*/ 715481 w 1605470"/>
              <a:gd name="connsiteY75-22144" fmla="*/ 4214165 h 6858000"/>
              <a:gd name="connsiteX76-22145" fmla="*/ 719554 w 1605470"/>
              <a:gd name="connsiteY76-22146" fmla="*/ 4090296 h 6858000"/>
              <a:gd name="connsiteX77-22147" fmla="*/ 704810 w 1605470"/>
              <a:gd name="connsiteY77-22148" fmla="*/ 4033999 h 6858000"/>
              <a:gd name="connsiteX78-22149" fmla="*/ 705959 w 1605470"/>
              <a:gd name="connsiteY78-22150" fmla="*/ 4031933 h 6858000"/>
              <a:gd name="connsiteX79-22151" fmla="*/ 704535 w 1605470"/>
              <a:gd name="connsiteY79-22152" fmla="*/ 4013953 h 6858000"/>
              <a:gd name="connsiteX80-22153" fmla="*/ 700443 w 1605470"/>
              <a:gd name="connsiteY80-22154" fmla="*/ 4010511 h 6858000"/>
              <a:gd name="connsiteX81-22155" fmla="*/ 698282 w 1605470"/>
              <a:gd name="connsiteY81-22156" fmla="*/ 3998331 h 6858000"/>
              <a:gd name="connsiteX82-22157" fmla="*/ 690830 w 1605470"/>
              <a:gd name="connsiteY82-22158" fmla="*/ 3974753 h 6858000"/>
              <a:gd name="connsiteX83-22159" fmla="*/ 692428 w 1605470"/>
              <a:gd name="connsiteY83-22160" fmla="*/ 3969950 h 6858000"/>
              <a:gd name="connsiteX84-22161" fmla="*/ 685850 w 1605470"/>
              <a:gd name="connsiteY84-22162" fmla="*/ 3933779 h 6858000"/>
              <a:gd name="connsiteX85-22163" fmla="*/ 687181 w 1605470"/>
              <a:gd name="connsiteY85-22164" fmla="*/ 3933093 h 6858000"/>
              <a:gd name="connsiteX86-22165" fmla="*/ 691535 w 1605470"/>
              <a:gd name="connsiteY86-22166" fmla="*/ 3922082 h 6858000"/>
              <a:gd name="connsiteX87-22167" fmla="*/ 696613 w 1605470"/>
              <a:gd name="connsiteY87-22168" fmla="*/ 3901461 h 6858000"/>
              <a:gd name="connsiteX88-22169" fmla="*/ 719207 w 1605470"/>
              <a:gd name="connsiteY88-22170" fmla="*/ 3813873 h 6858000"/>
              <a:gd name="connsiteX89-22171" fmla="*/ 718632 w 1605470"/>
              <a:gd name="connsiteY89-22172" fmla="*/ 3806161 h 6858000"/>
              <a:gd name="connsiteX90-22173" fmla="*/ 718939 w 1605470"/>
              <a:gd name="connsiteY90-22174" fmla="*/ 3805957 h 6858000"/>
              <a:gd name="connsiteX91-22175" fmla="*/ 718966 w 1605470"/>
              <a:gd name="connsiteY91-22176" fmla="*/ 3797724 h 6858000"/>
              <a:gd name="connsiteX92-22177" fmla="*/ 717581 w 1605470"/>
              <a:gd name="connsiteY92-22178" fmla="*/ 3792098 h 6858000"/>
              <a:gd name="connsiteX93-22179" fmla="*/ 716465 w 1605470"/>
              <a:gd name="connsiteY93-22180" fmla="*/ 3777135 h 6858000"/>
              <a:gd name="connsiteX94-22181" fmla="*/ 718198 w 1605470"/>
              <a:gd name="connsiteY94-22182" fmla="*/ 3771656 h 6858000"/>
              <a:gd name="connsiteX95-22183" fmla="*/ 721941 w 1605470"/>
              <a:gd name="connsiteY95-22184" fmla="*/ 3769007 h 6858000"/>
              <a:gd name="connsiteX96-22185" fmla="*/ 721407 w 1605470"/>
              <a:gd name="connsiteY96-22186" fmla="*/ 3767709 h 6858000"/>
              <a:gd name="connsiteX97-22187" fmla="*/ 730103 w 1605470"/>
              <a:gd name="connsiteY97-22188" fmla="*/ 3738082 h 6858000"/>
              <a:gd name="connsiteX98-22189" fmla="*/ 737449 w 1605470"/>
              <a:gd name="connsiteY98-22190" fmla="*/ 3673397 h 6858000"/>
              <a:gd name="connsiteX99-22191" fmla="*/ 736745 w 1605470"/>
              <a:gd name="connsiteY99-22192" fmla="*/ 3637109 h 6858000"/>
              <a:gd name="connsiteX100-22193" fmla="*/ 740188 w 1605470"/>
              <a:gd name="connsiteY100-22194" fmla="*/ 3536883 h 6858000"/>
              <a:gd name="connsiteX101-22195" fmla="*/ 747726 w 1605470"/>
              <a:gd name="connsiteY101-22196" fmla="*/ 3435652 h 6858000"/>
              <a:gd name="connsiteX102-22197" fmla="*/ 774383 w 1605470"/>
              <a:gd name="connsiteY102-22198" fmla="*/ 3381564 h 6858000"/>
              <a:gd name="connsiteX103-22199" fmla="*/ 774870 w 1605470"/>
              <a:gd name="connsiteY103-22200" fmla="*/ 3375761 h 6858000"/>
              <a:gd name="connsiteX104-22201" fmla="*/ 770510 w 1605470"/>
              <a:gd name="connsiteY104-22202" fmla="*/ 3361844 h 6858000"/>
              <a:gd name="connsiteX105-22203" fmla="*/ 767933 w 1605470"/>
              <a:gd name="connsiteY105-22204" fmla="*/ 3356929 h 6858000"/>
              <a:gd name="connsiteX106-22205" fmla="*/ 766158 w 1605470"/>
              <a:gd name="connsiteY106-22206" fmla="*/ 3349058 h 6858000"/>
              <a:gd name="connsiteX107-22207" fmla="*/ 766414 w 1605470"/>
              <a:gd name="connsiteY107-22208" fmla="*/ 3348763 h 6858000"/>
              <a:gd name="connsiteX108-22209" fmla="*/ 764166 w 1605470"/>
              <a:gd name="connsiteY108-22210" fmla="*/ 3341588 h 6858000"/>
              <a:gd name="connsiteX109-22211" fmla="*/ 749397 w 1605470"/>
              <a:gd name="connsiteY109-22212" fmla="*/ 3307769 h 6858000"/>
              <a:gd name="connsiteX110-22213" fmla="*/ 766960 w 1605470"/>
              <a:gd name="connsiteY110-22214" fmla="*/ 3250522 h 6858000"/>
              <a:gd name="connsiteX111-22215" fmla="*/ 767385 w 1605470"/>
              <a:gd name="connsiteY111-22216" fmla="*/ 3229163 h 6858000"/>
              <a:gd name="connsiteX112-22217" fmla="*/ 769208 w 1605470"/>
              <a:gd name="connsiteY112-22218" fmla="*/ 3217217 h 6858000"/>
              <a:gd name="connsiteX113-22219" fmla="*/ 770350 w 1605470"/>
              <a:gd name="connsiteY113-22220" fmla="*/ 3216125 h 6858000"/>
              <a:gd name="connsiteX114-22221" fmla="*/ 756043 w 1605470"/>
              <a:gd name="connsiteY114-22222" fmla="*/ 3183755 h 6858000"/>
              <a:gd name="connsiteX115-22223" fmla="*/ 756544 w 1605470"/>
              <a:gd name="connsiteY115-22224" fmla="*/ 3178642 h 6858000"/>
              <a:gd name="connsiteX116-22225" fmla="*/ 744144 w 1605470"/>
              <a:gd name="connsiteY116-22226" fmla="*/ 3158586 h 6858000"/>
              <a:gd name="connsiteX117-22227" fmla="*/ 739378 w 1605470"/>
              <a:gd name="connsiteY117-22228" fmla="*/ 3147669 h 6858000"/>
              <a:gd name="connsiteX118-22229" fmla="*/ 734648 w 1605470"/>
              <a:gd name="connsiteY118-22230" fmla="*/ 3145733 h 6858000"/>
              <a:gd name="connsiteX119-22231" fmla="*/ 729329 w 1605470"/>
              <a:gd name="connsiteY119-22232" fmla="*/ 3129034 h 6858000"/>
              <a:gd name="connsiteX120-22233" fmla="*/ 729994 w 1605470"/>
              <a:gd name="connsiteY120-22234" fmla="*/ 3126682 h 6858000"/>
              <a:gd name="connsiteX121-22235" fmla="*/ 720862 w 1605470"/>
              <a:gd name="connsiteY121-22236" fmla="*/ 3114519 h 6858000"/>
              <a:gd name="connsiteX122-22237" fmla="*/ 707471 w 1605470"/>
              <a:gd name="connsiteY122-22238" fmla="*/ 3106272 h 6858000"/>
              <a:gd name="connsiteX123-22239" fmla="*/ 680201 w 1605470"/>
              <a:gd name="connsiteY123-22240" fmla="*/ 2958185 h 6858000"/>
              <a:gd name="connsiteX124-22241" fmla="*/ 622815 w 1605470"/>
              <a:gd name="connsiteY124-22242" fmla="*/ 2762989 h 6858000"/>
              <a:gd name="connsiteX125-22243" fmla="*/ 571733 w 1605470"/>
              <a:gd name="connsiteY125-22244" fmla="*/ 2554718 h 6858000"/>
              <a:gd name="connsiteX126-22245" fmla="*/ 551827 w 1605470"/>
              <a:gd name="connsiteY126-22246" fmla="*/ 2485734 h 6858000"/>
              <a:gd name="connsiteX127-22247" fmla="*/ 542550 w 1605470"/>
              <a:gd name="connsiteY127-22248" fmla="*/ 2447068 h 6858000"/>
              <a:gd name="connsiteX128-22249" fmla="*/ 529511 w 1605470"/>
              <a:gd name="connsiteY128-22250" fmla="*/ 2425819 h 6858000"/>
              <a:gd name="connsiteX129-22251" fmla="*/ 528878 w 1605470"/>
              <a:gd name="connsiteY129-22252" fmla="*/ 2408971 h 6858000"/>
              <a:gd name="connsiteX130-22253" fmla="*/ 535510 w 1605470"/>
              <a:gd name="connsiteY130-22254" fmla="*/ 2402874 h 6858000"/>
              <a:gd name="connsiteX131-22255" fmla="*/ 538122 w 1605470"/>
              <a:gd name="connsiteY131-22256" fmla="*/ 2381443 h 6858000"/>
              <a:gd name="connsiteX132-22257" fmla="*/ 514451 w 1605470"/>
              <a:gd name="connsiteY132-22258" fmla="*/ 2261920 h 6858000"/>
              <a:gd name="connsiteX133-22259" fmla="*/ 486968 w 1605470"/>
              <a:gd name="connsiteY133-22260" fmla="*/ 2182937 h 6858000"/>
              <a:gd name="connsiteX134-22261" fmla="*/ 488555 w 1605470"/>
              <a:gd name="connsiteY134-22262" fmla="*/ 2155135 h 6858000"/>
              <a:gd name="connsiteX135-22263" fmla="*/ 486013 w 1605470"/>
              <a:gd name="connsiteY135-22264" fmla="*/ 2118008 h 6858000"/>
              <a:gd name="connsiteX136-22265" fmla="*/ 487006 w 1605470"/>
              <a:gd name="connsiteY136-22266" fmla="*/ 2050531 h 6858000"/>
              <a:gd name="connsiteX137-22267" fmla="*/ 478812 w 1605470"/>
              <a:gd name="connsiteY137-22268" fmla="*/ 1963269 h 6858000"/>
              <a:gd name="connsiteX138-22269" fmla="*/ 442619 w 1605470"/>
              <a:gd name="connsiteY138-22270" fmla="*/ 1910499 h 6858000"/>
              <a:gd name="connsiteX139-22271" fmla="*/ 446785 w 1605470"/>
              <a:gd name="connsiteY139-22272" fmla="*/ 1903212 h 6858000"/>
              <a:gd name="connsiteX140-22273" fmla="*/ 436547 w 1605470"/>
              <a:gd name="connsiteY140-22274" fmla="*/ 1861531 h 6858000"/>
              <a:gd name="connsiteX141-22275" fmla="*/ 390346 w 1605470"/>
              <a:gd name="connsiteY141-22276" fmla="*/ 1732919 h 6858000"/>
              <a:gd name="connsiteX142-22277" fmla="*/ 362657 w 1605470"/>
              <a:gd name="connsiteY142-22278" fmla="*/ 1663540 h 6858000"/>
              <a:gd name="connsiteX143-22279" fmla="*/ 361783 w 1605470"/>
              <a:gd name="connsiteY143-22280" fmla="*/ 1615777 h 6858000"/>
              <a:gd name="connsiteX144-22281" fmla="*/ 342578 w 1605470"/>
              <a:gd name="connsiteY144-22282" fmla="*/ 1563678 h 6858000"/>
              <a:gd name="connsiteX145-22283" fmla="*/ 355658 w 1605470"/>
              <a:gd name="connsiteY145-22284" fmla="*/ 1519474 h 6858000"/>
              <a:gd name="connsiteX146-22285" fmla="*/ 348400 w 1605470"/>
              <a:gd name="connsiteY146-22286" fmla="*/ 1477995 h 6858000"/>
              <a:gd name="connsiteX147-22287" fmla="*/ 334485 w 1605470"/>
              <a:gd name="connsiteY147-22288" fmla="*/ 1373769 h 6858000"/>
              <a:gd name="connsiteX148-22289" fmla="*/ 342792 w 1605470"/>
              <a:gd name="connsiteY148-22290" fmla="*/ 1307086 h 6858000"/>
              <a:gd name="connsiteX149-22291" fmla="*/ 343980 w 1605470"/>
              <a:gd name="connsiteY149-22292" fmla="*/ 1189033 h 6858000"/>
              <a:gd name="connsiteX150-22293" fmla="*/ 348665 w 1605470"/>
              <a:gd name="connsiteY150-22294" fmla="*/ 1168288 h 6858000"/>
              <a:gd name="connsiteX151-22295" fmla="*/ 340947 w 1605470"/>
              <a:gd name="connsiteY151-22296" fmla="*/ 1142577 h 6858000"/>
              <a:gd name="connsiteX152-22297" fmla="*/ 330253 w 1605470"/>
              <a:gd name="connsiteY152-22298" fmla="*/ 1088484 h 6858000"/>
              <a:gd name="connsiteX153-22299" fmla="*/ 318989 w 1605470"/>
              <a:gd name="connsiteY153-22300" fmla="*/ 1016103 h 6858000"/>
              <a:gd name="connsiteX154-22301" fmla="*/ 320445 w 1605470"/>
              <a:gd name="connsiteY154-22302" fmla="*/ 932283 h 6858000"/>
              <a:gd name="connsiteX155-22303" fmla="*/ 322681 w 1605470"/>
              <a:gd name="connsiteY155-22304" fmla="*/ 915925 h 6858000"/>
              <a:gd name="connsiteX156-22305" fmla="*/ 315310 w 1605470"/>
              <a:gd name="connsiteY156-22306" fmla="*/ 896999 h 6858000"/>
              <a:gd name="connsiteX157-22307" fmla="*/ 284718 w 1605470"/>
              <a:gd name="connsiteY157-22308" fmla="*/ 821517 h 6858000"/>
              <a:gd name="connsiteX158-22309" fmla="*/ 263668 w 1605470"/>
              <a:gd name="connsiteY158-22310" fmla="*/ 751353 h 6858000"/>
              <a:gd name="connsiteX159-22311" fmla="*/ 263226 w 1605470"/>
              <a:gd name="connsiteY159-22312" fmla="*/ 721230 h 6858000"/>
              <a:gd name="connsiteX160-22313" fmla="*/ 248897 w 1605470"/>
              <a:gd name="connsiteY160-22314" fmla="*/ 681659 h 6858000"/>
              <a:gd name="connsiteX161-22315" fmla="*/ 234316 w 1605470"/>
              <a:gd name="connsiteY161-22316" fmla="*/ 635218 h 6858000"/>
              <a:gd name="connsiteX162-22317" fmla="*/ 239327 w 1605470"/>
              <a:gd name="connsiteY162-22318" fmla="*/ 613763 h 6858000"/>
              <a:gd name="connsiteX163-22319" fmla="*/ 225269 w 1605470"/>
              <a:gd name="connsiteY163-22320" fmla="*/ 598582 h 6858000"/>
              <a:gd name="connsiteX164-22321" fmla="*/ 224950 w 1605470"/>
              <a:gd name="connsiteY164-22322" fmla="*/ 576846 h 6858000"/>
              <a:gd name="connsiteX165-22323" fmla="*/ 204576 w 1605470"/>
              <a:gd name="connsiteY165-22324" fmla="*/ 530055 h 6858000"/>
              <a:gd name="connsiteX166-22325" fmla="*/ 219064 w 1605470"/>
              <a:gd name="connsiteY166-22326" fmla="*/ 469651 h 6858000"/>
              <a:gd name="connsiteX167-22327" fmla="*/ 195012 w 1605470"/>
              <a:gd name="connsiteY167-22328" fmla="*/ 448559 h 6858000"/>
              <a:gd name="connsiteX168-22329" fmla="*/ 201434 w 1605470"/>
              <a:gd name="connsiteY168-22330" fmla="*/ 441529 h 6858000"/>
              <a:gd name="connsiteX169-22331" fmla="*/ 200655 w 1605470"/>
              <a:gd name="connsiteY169-22332" fmla="*/ 428927 h 6858000"/>
              <a:gd name="connsiteX170-22333" fmla="*/ 190059 w 1605470"/>
              <a:gd name="connsiteY170-22334" fmla="*/ 430161 h 6858000"/>
              <a:gd name="connsiteX171-22335" fmla="*/ 167079 w 1605470"/>
              <a:gd name="connsiteY171-22336" fmla="*/ 367211 h 6858000"/>
              <a:gd name="connsiteX172-22337" fmla="*/ 124571 w 1605470"/>
              <a:gd name="connsiteY172-22338" fmla="*/ 302178 h 6858000"/>
              <a:gd name="connsiteX173-22339" fmla="*/ 103243 w 1605470"/>
              <a:gd name="connsiteY173-22340" fmla="*/ 211375 h 6858000"/>
              <a:gd name="connsiteX174-22341" fmla="*/ 94571 w 1605470"/>
              <a:gd name="connsiteY174-22342" fmla="*/ 184179 h 6858000"/>
              <a:gd name="connsiteX175-22343" fmla="*/ 13437 w 1605470"/>
              <a:gd name="connsiteY175-22344" fmla="*/ 19287 h 6858000"/>
              <a:gd name="connsiteX176-22345" fmla="*/ 0 w 1605470"/>
              <a:gd name="connsiteY176-22346" fmla="*/ 0 h 6858000"/>
              <a:gd name="connsiteX0-22347" fmla="*/ 0 w 1605470"/>
              <a:gd name="connsiteY0-22348" fmla="*/ 0 h 6858000"/>
              <a:gd name="connsiteX1-22349" fmla="*/ 1605470 w 1605470"/>
              <a:gd name="connsiteY1-22350" fmla="*/ 0 h 6858000"/>
              <a:gd name="connsiteX2-22351" fmla="*/ 1605470 w 1605470"/>
              <a:gd name="connsiteY2-22352" fmla="*/ 6858000 h 6858000"/>
              <a:gd name="connsiteX3-22353" fmla="*/ 154105 w 1605470"/>
              <a:gd name="connsiteY3-22354" fmla="*/ 6858000 h 6858000"/>
              <a:gd name="connsiteX4-22355" fmla="*/ 154246 w 1605470"/>
              <a:gd name="connsiteY4-22356" fmla="*/ 6857735 h 6858000"/>
              <a:gd name="connsiteX5-22357" fmla="*/ 166295 w 1605470"/>
              <a:gd name="connsiteY5-22358" fmla="*/ 6809549 h 6858000"/>
              <a:gd name="connsiteX6-22359" fmla="*/ 198506 w 1605470"/>
              <a:gd name="connsiteY6-22360" fmla="*/ 6715115 h 6858000"/>
              <a:gd name="connsiteX7-22361" fmla="*/ 208357 w 1605470"/>
              <a:gd name="connsiteY7-22362" fmla="*/ 6680170 h 6858000"/>
              <a:gd name="connsiteX8-22363" fmla="*/ 233907 w 1605470"/>
              <a:gd name="connsiteY8-22364" fmla="*/ 6621207 h 6858000"/>
              <a:gd name="connsiteX9-22365" fmla="*/ 250564 w 1605470"/>
              <a:gd name="connsiteY9-22366" fmla="*/ 6596265 h 6858000"/>
              <a:gd name="connsiteX10-22367" fmla="*/ 250443 w 1605470"/>
              <a:gd name="connsiteY10-22368" fmla="*/ 6594818 h 6858000"/>
              <a:gd name="connsiteX11-22369" fmla="*/ 254688 w 1605470"/>
              <a:gd name="connsiteY11-22370" fmla="*/ 6593735 h 6858000"/>
              <a:gd name="connsiteX12-22371" fmla="*/ 257885 w 1605470"/>
              <a:gd name="connsiteY12-22372" fmla="*/ 6589172 h 6858000"/>
              <a:gd name="connsiteX13-22373" fmla="*/ 261179 w 1605470"/>
              <a:gd name="connsiteY13-22374" fmla="*/ 6574442 h 6858000"/>
              <a:gd name="connsiteX14-22375" fmla="*/ 261519 w 1605470"/>
              <a:gd name="connsiteY14-22376" fmla="*/ 6568530 h 6858000"/>
              <a:gd name="connsiteX15-22377" fmla="*/ 263928 w 1605470"/>
              <a:gd name="connsiteY15-22378" fmla="*/ 6560674 h 6858000"/>
              <a:gd name="connsiteX16-22379" fmla="*/ 264273 w 1605470"/>
              <a:gd name="connsiteY16-22380" fmla="*/ 6560598 h 6858000"/>
              <a:gd name="connsiteX17-22381" fmla="*/ 265970 w 1605470"/>
              <a:gd name="connsiteY17-22382" fmla="*/ 6553006 h 6858000"/>
              <a:gd name="connsiteX18-22383" fmla="*/ 270666 w 1605470"/>
              <a:gd name="connsiteY18-22384" fmla="*/ 6514360 h 6858000"/>
              <a:gd name="connsiteX19-22385" fmla="*/ 312320 w 1605470"/>
              <a:gd name="connsiteY19-22386" fmla="*/ 6478062 h 6858000"/>
              <a:gd name="connsiteX20-22387" fmla="*/ 323009 w 1605470"/>
              <a:gd name="connsiteY20-22388" fmla="*/ 6460325 h 6858000"/>
              <a:gd name="connsiteX21-22389" fmla="*/ 330242 w 1605470"/>
              <a:gd name="connsiteY21-22390" fmla="*/ 6451488 h 6858000"/>
              <a:gd name="connsiteX22-22391" fmla="*/ 331677 w 1605470"/>
              <a:gd name="connsiteY22-22392" fmla="*/ 6451348 h 6858000"/>
              <a:gd name="connsiteX23-22393" fmla="*/ 336035 w 1605470"/>
              <a:gd name="connsiteY23-22394" fmla="*/ 6414240 h 6858000"/>
              <a:gd name="connsiteX24-22395" fmla="*/ 338911 w 1605470"/>
              <a:gd name="connsiteY24-22396" fmla="*/ 6410269 h 6858000"/>
              <a:gd name="connsiteX25-22397" fmla="*/ 338811 w 1605470"/>
              <a:gd name="connsiteY25-22398" fmla="*/ 6384857 h 6858000"/>
              <a:gd name="connsiteX26-22399" fmla="*/ 340328 w 1605470"/>
              <a:gd name="connsiteY26-22400" fmla="*/ 6372381 h 6858000"/>
              <a:gd name="connsiteX27-22401" fmla="*/ 337522 w 1605470"/>
              <a:gd name="connsiteY27-22402" fmla="*/ 6367510 h 6858000"/>
              <a:gd name="connsiteX28-22403" fmla="*/ 341402 w 1605470"/>
              <a:gd name="connsiteY28-22404" fmla="*/ 6349778 h 6858000"/>
              <a:gd name="connsiteX29-22405" fmla="*/ 343067 w 1605470"/>
              <a:gd name="connsiteY29-22406" fmla="*/ 6348250 h 6858000"/>
              <a:gd name="connsiteX30-22407" fmla="*/ 359101 w 1605470"/>
              <a:gd name="connsiteY30-22408" fmla="*/ 6281972 h 6858000"/>
              <a:gd name="connsiteX31-22409" fmla="*/ 369864 w 1605470"/>
              <a:gd name="connsiteY31-22410" fmla="*/ 6211940 h 6858000"/>
              <a:gd name="connsiteX32-22411" fmla="*/ 411359 w 1605470"/>
              <a:gd name="connsiteY32-22412" fmla="*/ 6113913 h 6858000"/>
              <a:gd name="connsiteX33-22413" fmla="*/ 415652 w 1605470"/>
              <a:gd name="connsiteY33-22414" fmla="*/ 6028119 h 6858000"/>
              <a:gd name="connsiteX34-22415" fmla="*/ 442432 w 1605470"/>
              <a:gd name="connsiteY34-22416" fmla="*/ 5934687 h 6858000"/>
              <a:gd name="connsiteX35-22417" fmla="*/ 476444 w 1605470"/>
              <a:gd name="connsiteY35-22418" fmla="*/ 5765594 h 6858000"/>
              <a:gd name="connsiteX36-22419" fmla="*/ 508280 w 1605470"/>
              <a:gd name="connsiteY36-22420" fmla="*/ 5693685 h 6858000"/>
              <a:gd name="connsiteX37-22421" fmla="*/ 523992 w 1605470"/>
              <a:gd name="connsiteY37-22422" fmla="*/ 5619557 h 6858000"/>
              <a:gd name="connsiteX38-22423" fmla="*/ 531653 w 1605470"/>
              <a:gd name="connsiteY38-22424" fmla="*/ 5604904 h 6858000"/>
              <a:gd name="connsiteX39-22425" fmla="*/ 539863 w 1605470"/>
              <a:gd name="connsiteY39-22426" fmla="*/ 5604298 h 6858000"/>
              <a:gd name="connsiteX40-22427" fmla="*/ 552319 w 1605470"/>
              <a:gd name="connsiteY40-22428" fmla="*/ 5587997 h 6858000"/>
              <a:gd name="connsiteX41-22429" fmla="*/ 564053 w 1605470"/>
              <a:gd name="connsiteY41-22430" fmla="*/ 5539915 h 6858000"/>
              <a:gd name="connsiteX42-22431" fmla="*/ 587214 w 1605470"/>
              <a:gd name="connsiteY42-22432" fmla="*/ 5451511 h 6858000"/>
              <a:gd name="connsiteX43-22433" fmla="*/ 608019 w 1605470"/>
              <a:gd name="connsiteY43-22434" fmla="*/ 5385461 h 6858000"/>
              <a:gd name="connsiteX44-22435" fmla="*/ 622750 w 1605470"/>
              <a:gd name="connsiteY44-22436" fmla="*/ 5363084 h 6858000"/>
              <a:gd name="connsiteX45-22437" fmla="*/ 638731 w 1605470"/>
              <a:gd name="connsiteY45-22438" fmla="*/ 5330009 h 6858000"/>
              <a:gd name="connsiteX46-22439" fmla="*/ 672224 w 1605470"/>
              <a:gd name="connsiteY46-22440" fmla="*/ 5273739 h 6858000"/>
              <a:gd name="connsiteX47-22441" fmla="*/ 681823 w 1605470"/>
              <a:gd name="connsiteY47-22442" fmla="*/ 5241779 h 6858000"/>
              <a:gd name="connsiteX48-22443" fmla="*/ 693049 w 1605470"/>
              <a:gd name="connsiteY48-22444" fmla="*/ 5225268 h 6858000"/>
              <a:gd name="connsiteX49-22445" fmla="*/ 694069 w 1605470"/>
              <a:gd name="connsiteY49-22446" fmla="*/ 5217684 h 6858000"/>
              <a:gd name="connsiteX50-22447" fmla="*/ 701410 w 1605470"/>
              <a:gd name="connsiteY50-22448" fmla="*/ 5193377 h 6858000"/>
              <a:gd name="connsiteX51-22449" fmla="*/ 704713 w 1605470"/>
              <a:gd name="connsiteY51-22450" fmla="*/ 5179288 h 6858000"/>
              <a:gd name="connsiteX52-22451" fmla="*/ 705697 w 1605470"/>
              <a:gd name="connsiteY52-22452" fmla="*/ 5173621 h 6858000"/>
              <a:gd name="connsiteX53-22453" fmla="*/ 701331 w 1605470"/>
              <a:gd name="connsiteY53-22454" fmla="*/ 5159961 h 6858000"/>
              <a:gd name="connsiteX54-22455" fmla="*/ 708008 w 1605470"/>
              <a:gd name="connsiteY54-22456" fmla="*/ 5144295 h 6858000"/>
              <a:gd name="connsiteX55-22457" fmla="*/ 704941 w 1605470"/>
              <a:gd name="connsiteY55-22458" fmla="*/ 5125185 h 6858000"/>
              <a:gd name="connsiteX56-22459" fmla="*/ 711771 w 1605470"/>
              <a:gd name="connsiteY56-22460" fmla="*/ 5121884 h 6858000"/>
              <a:gd name="connsiteX57-22461" fmla="*/ 721092 w 1605470"/>
              <a:gd name="connsiteY57-22462" fmla="*/ 5108383 h 6858000"/>
              <a:gd name="connsiteX58-22463" fmla="*/ 717045 w 1605470"/>
              <a:gd name="connsiteY58-22464" fmla="*/ 5094705 h 6858000"/>
              <a:gd name="connsiteX59-22465" fmla="*/ 718807 w 1605470"/>
              <a:gd name="connsiteY59-22466" fmla="*/ 5067850 h 6858000"/>
              <a:gd name="connsiteX60-22467" fmla="*/ 721538 w 1605470"/>
              <a:gd name="connsiteY60-22468" fmla="*/ 5060861 h 6858000"/>
              <a:gd name="connsiteX61-22469" fmla="*/ 718242 w 1605470"/>
              <a:gd name="connsiteY61-22470" fmla="*/ 5034192 h 6858000"/>
              <a:gd name="connsiteX62-22471" fmla="*/ 719796 w 1605470"/>
              <a:gd name="connsiteY62-22472" fmla="*/ 4993030 h 6858000"/>
              <a:gd name="connsiteX63-22473" fmla="*/ 726705 w 1605470"/>
              <a:gd name="connsiteY63-22474" fmla="*/ 4946844 h 6858000"/>
              <a:gd name="connsiteX64-22475" fmla="*/ 722561 w 1605470"/>
              <a:gd name="connsiteY64-22476" fmla="*/ 4932692 h 6858000"/>
              <a:gd name="connsiteX65-22477" fmla="*/ 724935 w 1605470"/>
              <a:gd name="connsiteY65-22478" fmla="*/ 4821504 h 6858000"/>
              <a:gd name="connsiteX66-22479" fmla="*/ 732118 w 1605470"/>
              <a:gd name="connsiteY66-22480" fmla="*/ 4801535 h 6858000"/>
              <a:gd name="connsiteX67-22481" fmla="*/ 739787 w 1605470"/>
              <a:gd name="connsiteY67-22482" fmla="*/ 4797794 h 6858000"/>
              <a:gd name="connsiteX68-22483" fmla="*/ 741081 w 1605470"/>
              <a:gd name="connsiteY68-22484" fmla="*/ 4784526 h 6858000"/>
              <a:gd name="connsiteX69-22485" fmla="*/ 742865 w 1605470"/>
              <a:gd name="connsiteY69-22486" fmla="*/ 4781211 h 6858000"/>
              <a:gd name="connsiteX70-22487" fmla="*/ 751652 w 1605470"/>
              <a:gd name="connsiteY70-22488" fmla="*/ 4761984 h 6858000"/>
              <a:gd name="connsiteX71-22489" fmla="*/ 747700 w 1605470"/>
              <a:gd name="connsiteY71-22490" fmla="*/ 4690749 h 6858000"/>
              <a:gd name="connsiteX72-22491" fmla="*/ 743180 w 1605470"/>
              <a:gd name="connsiteY72-22492" fmla="*/ 4584173 h 6858000"/>
              <a:gd name="connsiteX73-22493" fmla="*/ 738263 w 1605470"/>
              <a:gd name="connsiteY73-22494" fmla="*/ 4444346 h 6858000"/>
              <a:gd name="connsiteX74-22495" fmla="*/ 756542 w 1605470"/>
              <a:gd name="connsiteY74-22496" fmla="*/ 4350346 h 6858000"/>
              <a:gd name="connsiteX75-22497" fmla="*/ 715481 w 1605470"/>
              <a:gd name="connsiteY75-22498" fmla="*/ 4214165 h 6858000"/>
              <a:gd name="connsiteX76-22499" fmla="*/ 719554 w 1605470"/>
              <a:gd name="connsiteY76-22500" fmla="*/ 4090296 h 6858000"/>
              <a:gd name="connsiteX77-22501" fmla="*/ 704810 w 1605470"/>
              <a:gd name="connsiteY77-22502" fmla="*/ 4033999 h 6858000"/>
              <a:gd name="connsiteX78-22503" fmla="*/ 705959 w 1605470"/>
              <a:gd name="connsiteY78-22504" fmla="*/ 4031933 h 6858000"/>
              <a:gd name="connsiteX79-22505" fmla="*/ 704535 w 1605470"/>
              <a:gd name="connsiteY79-22506" fmla="*/ 4013953 h 6858000"/>
              <a:gd name="connsiteX80-22507" fmla="*/ 700443 w 1605470"/>
              <a:gd name="connsiteY80-22508" fmla="*/ 4010511 h 6858000"/>
              <a:gd name="connsiteX81-22509" fmla="*/ 698282 w 1605470"/>
              <a:gd name="connsiteY81-22510" fmla="*/ 3998331 h 6858000"/>
              <a:gd name="connsiteX82-22511" fmla="*/ 690830 w 1605470"/>
              <a:gd name="connsiteY82-22512" fmla="*/ 3974753 h 6858000"/>
              <a:gd name="connsiteX83-22513" fmla="*/ 692428 w 1605470"/>
              <a:gd name="connsiteY83-22514" fmla="*/ 3969950 h 6858000"/>
              <a:gd name="connsiteX84-22515" fmla="*/ 685850 w 1605470"/>
              <a:gd name="connsiteY84-22516" fmla="*/ 3933779 h 6858000"/>
              <a:gd name="connsiteX85-22517" fmla="*/ 687181 w 1605470"/>
              <a:gd name="connsiteY85-22518" fmla="*/ 3933093 h 6858000"/>
              <a:gd name="connsiteX86-22519" fmla="*/ 691535 w 1605470"/>
              <a:gd name="connsiteY86-22520" fmla="*/ 3922082 h 6858000"/>
              <a:gd name="connsiteX87-22521" fmla="*/ 696613 w 1605470"/>
              <a:gd name="connsiteY87-22522" fmla="*/ 3901461 h 6858000"/>
              <a:gd name="connsiteX88-22523" fmla="*/ 719207 w 1605470"/>
              <a:gd name="connsiteY88-22524" fmla="*/ 3813873 h 6858000"/>
              <a:gd name="connsiteX89-22525" fmla="*/ 718632 w 1605470"/>
              <a:gd name="connsiteY89-22526" fmla="*/ 3806161 h 6858000"/>
              <a:gd name="connsiteX90-22527" fmla="*/ 718939 w 1605470"/>
              <a:gd name="connsiteY90-22528" fmla="*/ 3805957 h 6858000"/>
              <a:gd name="connsiteX91-22529" fmla="*/ 718966 w 1605470"/>
              <a:gd name="connsiteY91-22530" fmla="*/ 3797724 h 6858000"/>
              <a:gd name="connsiteX92-22531" fmla="*/ 717581 w 1605470"/>
              <a:gd name="connsiteY92-22532" fmla="*/ 3792098 h 6858000"/>
              <a:gd name="connsiteX93-22533" fmla="*/ 716465 w 1605470"/>
              <a:gd name="connsiteY93-22534" fmla="*/ 3777135 h 6858000"/>
              <a:gd name="connsiteX94-22535" fmla="*/ 718198 w 1605470"/>
              <a:gd name="connsiteY94-22536" fmla="*/ 3771656 h 6858000"/>
              <a:gd name="connsiteX95-22537" fmla="*/ 721941 w 1605470"/>
              <a:gd name="connsiteY95-22538" fmla="*/ 3769007 h 6858000"/>
              <a:gd name="connsiteX96-22539" fmla="*/ 721407 w 1605470"/>
              <a:gd name="connsiteY96-22540" fmla="*/ 3767709 h 6858000"/>
              <a:gd name="connsiteX97-22541" fmla="*/ 730103 w 1605470"/>
              <a:gd name="connsiteY97-22542" fmla="*/ 3738082 h 6858000"/>
              <a:gd name="connsiteX98-22543" fmla="*/ 737449 w 1605470"/>
              <a:gd name="connsiteY98-22544" fmla="*/ 3673397 h 6858000"/>
              <a:gd name="connsiteX99-22545" fmla="*/ 736745 w 1605470"/>
              <a:gd name="connsiteY99-22546" fmla="*/ 3637109 h 6858000"/>
              <a:gd name="connsiteX100-22547" fmla="*/ 740188 w 1605470"/>
              <a:gd name="connsiteY100-22548" fmla="*/ 3536883 h 6858000"/>
              <a:gd name="connsiteX101-22549" fmla="*/ 747726 w 1605470"/>
              <a:gd name="connsiteY101-22550" fmla="*/ 3435652 h 6858000"/>
              <a:gd name="connsiteX102-22551" fmla="*/ 774383 w 1605470"/>
              <a:gd name="connsiteY102-22552" fmla="*/ 3381564 h 6858000"/>
              <a:gd name="connsiteX103-22553" fmla="*/ 774870 w 1605470"/>
              <a:gd name="connsiteY103-22554" fmla="*/ 3375761 h 6858000"/>
              <a:gd name="connsiteX104-22555" fmla="*/ 770510 w 1605470"/>
              <a:gd name="connsiteY104-22556" fmla="*/ 3361844 h 6858000"/>
              <a:gd name="connsiteX105-22557" fmla="*/ 767933 w 1605470"/>
              <a:gd name="connsiteY105-22558" fmla="*/ 3356929 h 6858000"/>
              <a:gd name="connsiteX106-22559" fmla="*/ 766158 w 1605470"/>
              <a:gd name="connsiteY106-22560" fmla="*/ 3349058 h 6858000"/>
              <a:gd name="connsiteX107-22561" fmla="*/ 766414 w 1605470"/>
              <a:gd name="connsiteY107-22562" fmla="*/ 3348763 h 6858000"/>
              <a:gd name="connsiteX108-22563" fmla="*/ 764166 w 1605470"/>
              <a:gd name="connsiteY108-22564" fmla="*/ 3341588 h 6858000"/>
              <a:gd name="connsiteX109-22565" fmla="*/ 749397 w 1605470"/>
              <a:gd name="connsiteY109-22566" fmla="*/ 3307769 h 6858000"/>
              <a:gd name="connsiteX110-22567" fmla="*/ 766960 w 1605470"/>
              <a:gd name="connsiteY110-22568" fmla="*/ 3250522 h 6858000"/>
              <a:gd name="connsiteX111-22569" fmla="*/ 767385 w 1605470"/>
              <a:gd name="connsiteY111-22570" fmla="*/ 3229163 h 6858000"/>
              <a:gd name="connsiteX112-22571" fmla="*/ 769208 w 1605470"/>
              <a:gd name="connsiteY112-22572" fmla="*/ 3217217 h 6858000"/>
              <a:gd name="connsiteX113-22573" fmla="*/ 770350 w 1605470"/>
              <a:gd name="connsiteY113-22574" fmla="*/ 3216125 h 6858000"/>
              <a:gd name="connsiteX114-22575" fmla="*/ 756043 w 1605470"/>
              <a:gd name="connsiteY114-22576" fmla="*/ 3183755 h 6858000"/>
              <a:gd name="connsiteX115-22577" fmla="*/ 756544 w 1605470"/>
              <a:gd name="connsiteY115-22578" fmla="*/ 3178642 h 6858000"/>
              <a:gd name="connsiteX116-22579" fmla="*/ 744144 w 1605470"/>
              <a:gd name="connsiteY116-22580" fmla="*/ 3158586 h 6858000"/>
              <a:gd name="connsiteX117-22581" fmla="*/ 739378 w 1605470"/>
              <a:gd name="connsiteY117-22582" fmla="*/ 3147669 h 6858000"/>
              <a:gd name="connsiteX118-22583" fmla="*/ 734648 w 1605470"/>
              <a:gd name="connsiteY118-22584" fmla="*/ 3145733 h 6858000"/>
              <a:gd name="connsiteX119-22585" fmla="*/ 729329 w 1605470"/>
              <a:gd name="connsiteY119-22586" fmla="*/ 3129034 h 6858000"/>
              <a:gd name="connsiteX120-22587" fmla="*/ 729994 w 1605470"/>
              <a:gd name="connsiteY120-22588" fmla="*/ 3126682 h 6858000"/>
              <a:gd name="connsiteX121-22589" fmla="*/ 720862 w 1605470"/>
              <a:gd name="connsiteY121-22590" fmla="*/ 3114519 h 6858000"/>
              <a:gd name="connsiteX122-22591" fmla="*/ 707471 w 1605470"/>
              <a:gd name="connsiteY122-22592" fmla="*/ 3106272 h 6858000"/>
              <a:gd name="connsiteX123-22593" fmla="*/ 680201 w 1605470"/>
              <a:gd name="connsiteY123-22594" fmla="*/ 2958185 h 6858000"/>
              <a:gd name="connsiteX124-22595" fmla="*/ 622815 w 1605470"/>
              <a:gd name="connsiteY124-22596" fmla="*/ 2762989 h 6858000"/>
              <a:gd name="connsiteX125-22597" fmla="*/ 571733 w 1605470"/>
              <a:gd name="connsiteY125-22598" fmla="*/ 2554718 h 6858000"/>
              <a:gd name="connsiteX126-22599" fmla="*/ 551827 w 1605470"/>
              <a:gd name="connsiteY126-22600" fmla="*/ 2485734 h 6858000"/>
              <a:gd name="connsiteX127-22601" fmla="*/ 542550 w 1605470"/>
              <a:gd name="connsiteY127-22602" fmla="*/ 2447068 h 6858000"/>
              <a:gd name="connsiteX128-22603" fmla="*/ 529511 w 1605470"/>
              <a:gd name="connsiteY128-22604" fmla="*/ 2425819 h 6858000"/>
              <a:gd name="connsiteX129-22605" fmla="*/ 528878 w 1605470"/>
              <a:gd name="connsiteY129-22606" fmla="*/ 2408971 h 6858000"/>
              <a:gd name="connsiteX130-22607" fmla="*/ 535510 w 1605470"/>
              <a:gd name="connsiteY130-22608" fmla="*/ 2402874 h 6858000"/>
              <a:gd name="connsiteX131-22609" fmla="*/ 538122 w 1605470"/>
              <a:gd name="connsiteY131-22610" fmla="*/ 2381443 h 6858000"/>
              <a:gd name="connsiteX132-22611" fmla="*/ 514451 w 1605470"/>
              <a:gd name="connsiteY132-22612" fmla="*/ 2261920 h 6858000"/>
              <a:gd name="connsiteX133-22613" fmla="*/ 486968 w 1605470"/>
              <a:gd name="connsiteY133-22614" fmla="*/ 2182937 h 6858000"/>
              <a:gd name="connsiteX134-22615" fmla="*/ 488555 w 1605470"/>
              <a:gd name="connsiteY134-22616" fmla="*/ 2155135 h 6858000"/>
              <a:gd name="connsiteX135-22617" fmla="*/ 486013 w 1605470"/>
              <a:gd name="connsiteY135-22618" fmla="*/ 2118008 h 6858000"/>
              <a:gd name="connsiteX136-22619" fmla="*/ 487006 w 1605470"/>
              <a:gd name="connsiteY136-22620" fmla="*/ 2050531 h 6858000"/>
              <a:gd name="connsiteX137-22621" fmla="*/ 478812 w 1605470"/>
              <a:gd name="connsiteY137-22622" fmla="*/ 1963269 h 6858000"/>
              <a:gd name="connsiteX138-22623" fmla="*/ 442619 w 1605470"/>
              <a:gd name="connsiteY138-22624" fmla="*/ 1910499 h 6858000"/>
              <a:gd name="connsiteX139-22625" fmla="*/ 446785 w 1605470"/>
              <a:gd name="connsiteY139-22626" fmla="*/ 1903212 h 6858000"/>
              <a:gd name="connsiteX140-22627" fmla="*/ 436547 w 1605470"/>
              <a:gd name="connsiteY140-22628" fmla="*/ 1861531 h 6858000"/>
              <a:gd name="connsiteX141-22629" fmla="*/ 390346 w 1605470"/>
              <a:gd name="connsiteY141-22630" fmla="*/ 1732919 h 6858000"/>
              <a:gd name="connsiteX142-22631" fmla="*/ 362657 w 1605470"/>
              <a:gd name="connsiteY142-22632" fmla="*/ 1663540 h 6858000"/>
              <a:gd name="connsiteX143-22633" fmla="*/ 361783 w 1605470"/>
              <a:gd name="connsiteY143-22634" fmla="*/ 1615777 h 6858000"/>
              <a:gd name="connsiteX144-22635" fmla="*/ 342578 w 1605470"/>
              <a:gd name="connsiteY144-22636" fmla="*/ 1563678 h 6858000"/>
              <a:gd name="connsiteX145-22637" fmla="*/ 355658 w 1605470"/>
              <a:gd name="connsiteY145-22638" fmla="*/ 1519474 h 6858000"/>
              <a:gd name="connsiteX146-22639" fmla="*/ 348400 w 1605470"/>
              <a:gd name="connsiteY146-22640" fmla="*/ 1477995 h 6858000"/>
              <a:gd name="connsiteX147-22641" fmla="*/ 334485 w 1605470"/>
              <a:gd name="connsiteY147-22642" fmla="*/ 1373769 h 6858000"/>
              <a:gd name="connsiteX148-22643" fmla="*/ 342792 w 1605470"/>
              <a:gd name="connsiteY148-22644" fmla="*/ 1307086 h 6858000"/>
              <a:gd name="connsiteX149-22645" fmla="*/ 343980 w 1605470"/>
              <a:gd name="connsiteY149-22646" fmla="*/ 1189033 h 6858000"/>
              <a:gd name="connsiteX150-22647" fmla="*/ 348665 w 1605470"/>
              <a:gd name="connsiteY150-22648" fmla="*/ 1168288 h 6858000"/>
              <a:gd name="connsiteX151-22649" fmla="*/ 340947 w 1605470"/>
              <a:gd name="connsiteY151-22650" fmla="*/ 1142577 h 6858000"/>
              <a:gd name="connsiteX152-22651" fmla="*/ 330253 w 1605470"/>
              <a:gd name="connsiteY152-22652" fmla="*/ 1088484 h 6858000"/>
              <a:gd name="connsiteX153-22653" fmla="*/ 318989 w 1605470"/>
              <a:gd name="connsiteY153-22654" fmla="*/ 1016103 h 6858000"/>
              <a:gd name="connsiteX154-22655" fmla="*/ 320445 w 1605470"/>
              <a:gd name="connsiteY154-22656" fmla="*/ 932283 h 6858000"/>
              <a:gd name="connsiteX155-22657" fmla="*/ 322681 w 1605470"/>
              <a:gd name="connsiteY155-22658" fmla="*/ 915925 h 6858000"/>
              <a:gd name="connsiteX156-22659" fmla="*/ 315310 w 1605470"/>
              <a:gd name="connsiteY156-22660" fmla="*/ 896999 h 6858000"/>
              <a:gd name="connsiteX157-22661" fmla="*/ 284718 w 1605470"/>
              <a:gd name="connsiteY157-22662" fmla="*/ 821517 h 6858000"/>
              <a:gd name="connsiteX158-22663" fmla="*/ 263668 w 1605470"/>
              <a:gd name="connsiteY158-22664" fmla="*/ 751353 h 6858000"/>
              <a:gd name="connsiteX159-22665" fmla="*/ 263226 w 1605470"/>
              <a:gd name="connsiteY159-22666" fmla="*/ 721230 h 6858000"/>
              <a:gd name="connsiteX160-22667" fmla="*/ 248897 w 1605470"/>
              <a:gd name="connsiteY160-22668" fmla="*/ 681659 h 6858000"/>
              <a:gd name="connsiteX161-22669" fmla="*/ 234316 w 1605470"/>
              <a:gd name="connsiteY161-22670" fmla="*/ 635218 h 6858000"/>
              <a:gd name="connsiteX162-22671" fmla="*/ 239327 w 1605470"/>
              <a:gd name="connsiteY162-22672" fmla="*/ 613763 h 6858000"/>
              <a:gd name="connsiteX163-22673" fmla="*/ 225269 w 1605470"/>
              <a:gd name="connsiteY163-22674" fmla="*/ 598582 h 6858000"/>
              <a:gd name="connsiteX164-22675" fmla="*/ 224950 w 1605470"/>
              <a:gd name="connsiteY164-22676" fmla="*/ 576846 h 6858000"/>
              <a:gd name="connsiteX165-22677" fmla="*/ 204576 w 1605470"/>
              <a:gd name="connsiteY165-22678" fmla="*/ 530055 h 6858000"/>
              <a:gd name="connsiteX166-22679" fmla="*/ 219064 w 1605470"/>
              <a:gd name="connsiteY166-22680" fmla="*/ 469651 h 6858000"/>
              <a:gd name="connsiteX167-22681" fmla="*/ 195012 w 1605470"/>
              <a:gd name="connsiteY167-22682" fmla="*/ 448559 h 6858000"/>
              <a:gd name="connsiteX168-22683" fmla="*/ 201434 w 1605470"/>
              <a:gd name="connsiteY168-22684" fmla="*/ 441529 h 6858000"/>
              <a:gd name="connsiteX169-22685" fmla="*/ 200655 w 1605470"/>
              <a:gd name="connsiteY169-22686" fmla="*/ 428927 h 6858000"/>
              <a:gd name="connsiteX170-22687" fmla="*/ 190059 w 1605470"/>
              <a:gd name="connsiteY170-22688" fmla="*/ 430161 h 6858000"/>
              <a:gd name="connsiteX171-22689" fmla="*/ 167079 w 1605470"/>
              <a:gd name="connsiteY171-22690" fmla="*/ 367211 h 6858000"/>
              <a:gd name="connsiteX172-22691" fmla="*/ 124571 w 1605470"/>
              <a:gd name="connsiteY172-22692" fmla="*/ 302178 h 6858000"/>
              <a:gd name="connsiteX173-22693" fmla="*/ 103243 w 1605470"/>
              <a:gd name="connsiteY173-22694" fmla="*/ 211375 h 6858000"/>
              <a:gd name="connsiteX174-22695" fmla="*/ 94571 w 1605470"/>
              <a:gd name="connsiteY174-22696" fmla="*/ 184179 h 6858000"/>
              <a:gd name="connsiteX175-22697" fmla="*/ 13437 w 1605470"/>
              <a:gd name="connsiteY175-22698" fmla="*/ 19287 h 6858000"/>
              <a:gd name="connsiteX176-22699" fmla="*/ 0 w 1605470"/>
              <a:gd name="connsiteY176-22700" fmla="*/ 0 h 6858000"/>
              <a:gd name="connsiteX0-22701" fmla="*/ 0 w 1605470"/>
              <a:gd name="connsiteY0-22702" fmla="*/ 0 h 6858000"/>
              <a:gd name="connsiteX1-22703" fmla="*/ 1605470 w 1605470"/>
              <a:gd name="connsiteY1-22704" fmla="*/ 0 h 6858000"/>
              <a:gd name="connsiteX2-22705" fmla="*/ 1605470 w 1605470"/>
              <a:gd name="connsiteY2-22706" fmla="*/ 6858000 h 6858000"/>
              <a:gd name="connsiteX3-22707" fmla="*/ 154105 w 1605470"/>
              <a:gd name="connsiteY3-22708" fmla="*/ 6858000 h 6858000"/>
              <a:gd name="connsiteX4-22709" fmla="*/ 154246 w 1605470"/>
              <a:gd name="connsiteY4-22710" fmla="*/ 6857735 h 6858000"/>
              <a:gd name="connsiteX5-22711" fmla="*/ 166295 w 1605470"/>
              <a:gd name="connsiteY5-22712" fmla="*/ 6809549 h 6858000"/>
              <a:gd name="connsiteX6-22713" fmla="*/ 198506 w 1605470"/>
              <a:gd name="connsiteY6-22714" fmla="*/ 6715115 h 6858000"/>
              <a:gd name="connsiteX7-22715" fmla="*/ 208357 w 1605470"/>
              <a:gd name="connsiteY7-22716" fmla="*/ 6680170 h 6858000"/>
              <a:gd name="connsiteX8-22717" fmla="*/ 233907 w 1605470"/>
              <a:gd name="connsiteY8-22718" fmla="*/ 6621207 h 6858000"/>
              <a:gd name="connsiteX9-22719" fmla="*/ 250564 w 1605470"/>
              <a:gd name="connsiteY9-22720" fmla="*/ 6596265 h 6858000"/>
              <a:gd name="connsiteX10-22721" fmla="*/ 250443 w 1605470"/>
              <a:gd name="connsiteY10-22722" fmla="*/ 6594818 h 6858000"/>
              <a:gd name="connsiteX11-22723" fmla="*/ 254688 w 1605470"/>
              <a:gd name="connsiteY11-22724" fmla="*/ 6593735 h 6858000"/>
              <a:gd name="connsiteX12-22725" fmla="*/ 257885 w 1605470"/>
              <a:gd name="connsiteY12-22726" fmla="*/ 6589172 h 6858000"/>
              <a:gd name="connsiteX13-22727" fmla="*/ 261179 w 1605470"/>
              <a:gd name="connsiteY13-22728" fmla="*/ 6574442 h 6858000"/>
              <a:gd name="connsiteX14-22729" fmla="*/ 261519 w 1605470"/>
              <a:gd name="connsiteY14-22730" fmla="*/ 6568530 h 6858000"/>
              <a:gd name="connsiteX15-22731" fmla="*/ 263928 w 1605470"/>
              <a:gd name="connsiteY15-22732" fmla="*/ 6560674 h 6858000"/>
              <a:gd name="connsiteX16-22733" fmla="*/ 264273 w 1605470"/>
              <a:gd name="connsiteY16-22734" fmla="*/ 6560598 h 6858000"/>
              <a:gd name="connsiteX17-22735" fmla="*/ 265970 w 1605470"/>
              <a:gd name="connsiteY17-22736" fmla="*/ 6553006 h 6858000"/>
              <a:gd name="connsiteX18-22737" fmla="*/ 270666 w 1605470"/>
              <a:gd name="connsiteY18-22738" fmla="*/ 6514360 h 6858000"/>
              <a:gd name="connsiteX19-22739" fmla="*/ 312320 w 1605470"/>
              <a:gd name="connsiteY19-22740" fmla="*/ 6478062 h 6858000"/>
              <a:gd name="connsiteX20-22741" fmla="*/ 323009 w 1605470"/>
              <a:gd name="connsiteY20-22742" fmla="*/ 6460325 h 6858000"/>
              <a:gd name="connsiteX21-22743" fmla="*/ 330242 w 1605470"/>
              <a:gd name="connsiteY21-22744" fmla="*/ 6451488 h 6858000"/>
              <a:gd name="connsiteX22-22745" fmla="*/ 331677 w 1605470"/>
              <a:gd name="connsiteY22-22746" fmla="*/ 6451348 h 6858000"/>
              <a:gd name="connsiteX23-22747" fmla="*/ 336035 w 1605470"/>
              <a:gd name="connsiteY23-22748" fmla="*/ 6414240 h 6858000"/>
              <a:gd name="connsiteX24-22749" fmla="*/ 338911 w 1605470"/>
              <a:gd name="connsiteY24-22750" fmla="*/ 6410269 h 6858000"/>
              <a:gd name="connsiteX25-22751" fmla="*/ 338811 w 1605470"/>
              <a:gd name="connsiteY25-22752" fmla="*/ 6384857 h 6858000"/>
              <a:gd name="connsiteX26-22753" fmla="*/ 340328 w 1605470"/>
              <a:gd name="connsiteY26-22754" fmla="*/ 6372381 h 6858000"/>
              <a:gd name="connsiteX27-22755" fmla="*/ 337522 w 1605470"/>
              <a:gd name="connsiteY27-22756" fmla="*/ 6367510 h 6858000"/>
              <a:gd name="connsiteX28-22757" fmla="*/ 341402 w 1605470"/>
              <a:gd name="connsiteY28-22758" fmla="*/ 6349778 h 6858000"/>
              <a:gd name="connsiteX29-22759" fmla="*/ 343067 w 1605470"/>
              <a:gd name="connsiteY29-22760" fmla="*/ 6348250 h 6858000"/>
              <a:gd name="connsiteX30-22761" fmla="*/ 359101 w 1605470"/>
              <a:gd name="connsiteY30-22762" fmla="*/ 6281972 h 6858000"/>
              <a:gd name="connsiteX31-22763" fmla="*/ 369864 w 1605470"/>
              <a:gd name="connsiteY31-22764" fmla="*/ 6211940 h 6858000"/>
              <a:gd name="connsiteX32-22765" fmla="*/ 411359 w 1605470"/>
              <a:gd name="connsiteY32-22766" fmla="*/ 6113913 h 6858000"/>
              <a:gd name="connsiteX33-22767" fmla="*/ 415652 w 1605470"/>
              <a:gd name="connsiteY33-22768" fmla="*/ 6028119 h 6858000"/>
              <a:gd name="connsiteX34-22769" fmla="*/ 442432 w 1605470"/>
              <a:gd name="connsiteY34-22770" fmla="*/ 5934687 h 6858000"/>
              <a:gd name="connsiteX35-22771" fmla="*/ 476444 w 1605470"/>
              <a:gd name="connsiteY35-22772" fmla="*/ 5765594 h 6858000"/>
              <a:gd name="connsiteX36-22773" fmla="*/ 508280 w 1605470"/>
              <a:gd name="connsiteY36-22774" fmla="*/ 5693685 h 6858000"/>
              <a:gd name="connsiteX37-22775" fmla="*/ 523992 w 1605470"/>
              <a:gd name="connsiteY37-22776" fmla="*/ 5619557 h 6858000"/>
              <a:gd name="connsiteX38-22777" fmla="*/ 531653 w 1605470"/>
              <a:gd name="connsiteY38-22778" fmla="*/ 5604904 h 6858000"/>
              <a:gd name="connsiteX39-22779" fmla="*/ 539863 w 1605470"/>
              <a:gd name="connsiteY39-22780" fmla="*/ 5604298 h 6858000"/>
              <a:gd name="connsiteX40-22781" fmla="*/ 552319 w 1605470"/>
              <a:gd name="connsiteY40-22782" fmla="*/ 5587997 h 6858000"/>
              <a:gd name="connsiteX41-22783" fmla="*/ 564053 w 1605470"/>
              <a:gd name="connsiteY41-22784" fmla="*/ 5539915 h 6858000"/>
              <a:gd name="connsiteX42-22785" fmla="*/ 587214 w 1605470"/>
              <a:gd name="connsiteY42-22786" fmla="*/ 5451511 h 6858000"/>
              <a:gd name="connsiteX43-22787" fmla="*/ 608019 w 1605470"/>
              <a:gd name="connsiteY43-22788" fmla="*/ 5385461 h 6858000"/>
              <a:gd name="connsiteX44-22789" fmla="*/ 622750 w 1605470"/>
              <a:gd name="connsiteY44-22790" fmla="*/ 5363084 h 6858000"/>
              <a:gd name="connsiteX45-22791" fmla="*/ 638731 w 1605470"/>
              <a:gd name="connsiteY45-22792" fmla="*/ 5330009 h 6858000"/>
              <a:gd name="connsiteX46-22793" fmla="*/ 672224 w 1605470"/>
              <a:gd name="connsiteY46-22794" fmla="*/ 5273739 h 6858000"/>
              <a:gd name="connsiteX47-22795" fmla="*/ 681823 w 1605470"/>
              <a:gd name="connsiteY47-22796" fmla="*/ 5241779 h 6858000"/>
              <a:gd name="connsiteX48-22797" fmla="*/ 693049 w 1605470"/>
              <a:gd name="connsiteY48-22798" fmla="*/ 5225268 h 6858000"/>
              <a:gd name="connsiteX49-22799" fmla="*/ 694069 w 1605470"/>
              <a:gd name="connsiteY49-22800" fmla="*/ 5217684 h 6858000"/>
              <a:gd name="connsiteX50-22801" fmla="*/ 701410 w 1605470"/>
              <a:gd name="connsiteY50-22802" fmla="*/ 5193377 h 6858000"/>
              <a:gd name="connsiteX51-22803" fmla="*/ 704713 w 1605470"/>
              <a:gd name="connsiteY51-22804" fmla="*/ 5179288 h 6858000"/>
              <a:gd name="connsiteX52-22805" fmla="*/ 705697 w 1605470"/>
              <a:gd name="connsiteY52-22806" fmla="*/ 5173621 h 6858000"/>
              <a:gd name="connsiteX53-22807" fmla="*/ 701331 w 1605470"/>
              <a:gd name="connsiteY53-22808" fmla="*/ 5159961 h 6858000"/>
              <a:gd name="connsiteX54-22809" fmla="*/ 708008 w 1605470"/>
              <a:gd name="connsiteY54-22810" fmla="*/ 5144295 h 6858000"/>
              <a:gd name="connsiteX55-22811" fmla="*/ 704941 w 1605470"/>
              <a:gd name="connsiteY55-22812" fmla="*/ 5125185 h 6858000"/>
              <a:gd name="connsiteX56-22813" fmla="*/ 711771 w 1605470"/>
              <a:gd name="connsiteY56-22814" fmla="*/ 5121884 h 6858000"/>
              <a:gd name="connsiteX57-22815" fmla="*/ 721092 w 1605470"/>
              <a:gd name="connsiteY57-22816" fmla="*/ 5108383 h 6858000"/>
              <a:gd name="connsiteX58-22817" fmla="*/ 718807 w 1605470"/>
              <a:gd name="connsiteY58-22818" fmla="*/ 5067850 h 6858000"/>
              <a:gd name="connsiteX59-22819" fmla="*/ 721538 w 1605470"/>
              <a:gd name="connsiteY59-22820" fmla="*/ 5060861 h 6858000"/>
              <a:gd name="connsiteX60-22821" fmla="*/ 718242 w 1605470"/>
              <a:gd name="connsiteY60-22822" fmla="*/ 5034192 h 6858000"/>
              <a:gd name="connsiteX61-22823" fmla="*/ 719796 w 1605470"/>
              <a:gd name="connsiteY61-22824" fmla="*/ 4993030 h 6858000"/>
              <a:gd name="connsiteX62-22825" fmla="*/ 726705 w 1605470"/>
              <a:gd name="connsiteY62-22826" fmla="*/ 4946844 h 6858000"/>
              <a:gd name="connsiteX63-22827" fmla="*/ 722561 w 1605470"/>
              <a:gd name="connsiteY63-22828" fmla="*/ 4932692 h 6858000"/>
              <a:gd name="connsiteX64-22829" fmla="*/ 724935 w 1605470"/>
              <a:gd name="connsiteY64-22830" fmla="*/ 4821504 h 6858000"/>
              <a:gd name="connsiteX65-22831" fmla="*/ 732118 w 1605470"/>
              <a:gd name="connsiteY65-22832" fmla="*/ 4801535 h 6858000"/>
              <a:gd name="connsiteX66-22833" fmla="*/ 739787 w 1605470"/>
              <a:gd name="connsiteY66-22834" fmla="*/ 4797794 h 6858000"/>
              <a:gd name="connsiteX67-22835" fmla="*/ 741081 w 1605470"/>
              <a:gd name="connsiteY67-22836" fmla="*/ 4784526 h 6858000"/>
              <a:gd name="connsiteX68-22837" fmla="*/ 742865 w 1605470"/>
              <a:gd name="connsiteY68-22838" fmla="*/ 4781211 h 6858000"/>
              <a:gd name="connsiteX69-22839" fmla="*/ 751652 w 1605470"/>
              <a:gd name="connsiteY69-22840" fmla="*/ 4761984 h 6858000"/>
              <a:gd name="connsiteX70-22841" fmla="*/ 747700 w 1605470"/>
              <a:gd name="connsiteY70-22842" fmla="*/ 4690749 h 6858000"/>
              <a:gd name="connsiteX71-22843" fmla="*/ 743180 w 1605470"/>
              <a:gd name="connsiteY71-22844" fmla="*/ 4584173 h 6858000"/>
              <a:gd name="connsiteX72-22845" fmla="*/ 738263 w 1605470"/>
              <a:gd name="connsiteY72-22846" fmla="*/ 4444346 h 6858000"/>
              <a:gd name="connsiteX73-22847" fmla="*/ 756542 w 1605470"/>
              <a:gd name="connsiteY73-22848" fmla="*/ 4350346 h 6858000"/>
              <a:gd name="connsiteX74-22849" fmla="*/ 715481 w 1605470"/>
              <a:gd name="connsiteY74-22850" fmla="*/ 4214165 h 6858000"/>
              <a:gd name="connsiteX75-22851" fmla="*/ 719554 w 1605470"/>
              <a:gd name="connsiteY75-22852" fmla="*/ 4090296 h 6858000"/>
              <a:gd name="connsiteX76-22853" fmla="*/ 704810 w 1605470"/>
              <a:gd name="connsiteY76-22854" fmla="*/ 4033999 h 6858000"/>
              <a:gd name="connsiteX77-22855" fmla="*/ 705959 w 1605470"/>
              <a:gd name="connsiteY77-22856" fmla="*/ 4031933 h 6858000"/>
              <a:gd name="connsiteX78-22857" fmla="*/ 704535 w 1605470"/>
              <a:gd name="connsiteY78-22858" fmla="*/ 4013953 h 6858000"/>
              <a:gd name="connsiteX79-22859" fmla="*/ 700443 w 1605470"/>
              <a:gd name="connsiteY79-22860" fmla="*/ 4010511 h 6858000"/>
              <a:gd name="connsiteX80-22861" fmla="*/ 698282 w 1605470"/>
              <a:gd name="connsiteY80-22862" fmla="*/ 3998331 h 6858000"/>
              <a:gd name="connsiteX81-22863" fmla="*/ 690830 w 1605470"/>
              <a:gd name="connsiteY81-22864" fmla="*/ 3974753 h 6858000"/>
              <a:gd name="connsiteX82-22865" fmla="*/ 692428 w 1605470"/>
              <a:gd name="connsiteY82-22866" fmla="*/ 3969950 h 6858000"/>
              <a:gd name="connsiteX83-22867" fmla="*/ 685850 w 1605470"/>
              <a:gd name="connsiteY83-22868" fmla="*/ 3933779 h 6858000"/>
              <a:gd name="connsiteX84-22869" fmla="*/ 687181 w 1605470"/>
              <a:gd name="connsiteY84-22870" fmla="*/ 3933093 h 6858000"/>
              <a:gd name="connsiteX85-22871" fmla="*/ 691535 w 1605470"/>
              <a:gd name="connsiteY85-22872" fmla="*/ 3922082 h 6858000"/>
              <a:gd name="connsiteX86-22873" fmla="*/ 696613 w 1605470"/>
              <a:gd name="connsiteY86-22874" fmla="*/ 3901461 h 6858000"/>
              <a:gd name="connsiteX87-22875" fmla="*/ 719207 w 1605470"/>
              <a:gd name="connsiteY87-22876" fmla="*/ 3813873 h 6858000"/>
              <a:gd name="connsiteX88-22877" fmla="*/ 718632 w 1605470"/>
              <a:gd name="connsiteY88-22878" fmla="*/ 3806161 h 6858000"/>
              <a:gd name="connsiteX89-22879" fmla="*/ 718939 w 1605470"/>
              <a:gd name="connsiteY89-22880" fmla="*/ 3805957 h 6858000"/>
              <a:gd name="connsiteX90-22881" fmla="*/ 718966 w 1605470"/>
              <a:gd name="connsiteY90-22882" fmla="*/ 3797724 h 6858000"/>
              <a:gd name="connsiteX91-22883" fmla="*/ 717581 w 1605470"/>
              <a:gd name="connsiteY91-22884" fmla="*/ 3792098 h 6858000"/>
              <a:gd name="connsiteX92-22885" fmla="*/ 716465 w 1605470"/>
              <a:gd name="connsiteY92-22886" fmla="*/ 3777135 h 6858000"/>
              <a:gd name="connsiteX93-22887" fmla="*/ 718198 w 1605470"/>
              <a:gd name="connsiteY93-22888" fmla="*/ 3771656 h 6858000"/>
              <a:gd name="connsiteX94-22889" fmla="*/ 721941 w 1605470"/>
              <a:gd name="connsiteY94-22890" fmla="*/ 3769007 h 6858000"/>
              <a:gd name="connsiteX95-22891" fmla="*/ 721407 w 1605470"/>
              <a:gd name="connsiteY95-22892" fmla="*/ 3767709 h 6858000"/>
              <a:gd name="connsiteX96-22893" fmla="*/ 730103 w 1605470"/>
              <a:gd name="connsiteY96-22894" fmla="*/ 3738082 h 6858000"/>
              <a:gd name="connsiteX97-22895" fmla="*/ 737449 w 1605470"/>
              <a:gd name="connsiteY97-22896" fmla="*/ 3673397 h 6858000"/>
              <a:gd name="connsiteX98-22897" fmla="*/ 736745 w 1605470"/>
              <a:gd name="connsiteY98-22898" fmla="*/ 3637109 h 6858000"/>
              <a:gd name="connsiteX99-22899" fmla="*/ 740188 w 1605470"/>
              <a:gd name="connsiteY99-22900" fmla="*/ 3536883 h 6858000"/>
              <a:gd name="connsiteX100-22901" fmla="*/ 747726 w 1605470"/>
              <a:gd name="connsiteY100-22902" fmla="*/ 3435652 h 6858000"/>
              <a:gd name="connsiteX101-22903" fmla="*/ 774383 w 1605470"/>
              <a:gd name="connsiteY101-22904" fmla="*/ 3381564 h 6858000"/>
              <a:gd name="connsiteX102-22905" fmla="*/ 774870 w 1605470"/>
              <a:gd name="connsiteY102-22906" fmla="*/ 3375761 h 6858000"/>
              <a:gd name="connsiteX103-22907" fmla="*/ 770510 w 1605470"/>
              <a:gd name="connsiteY103-22908" fmla="*/ 3361844 h 6858000"/>
              <a:gd name="connsiteX104-22909" fmla="*/ 767933 w 1605470"/>
              <a:gd name="connsiteY104-22910" fmla="*/ 3356929 h 6858000"/>
              <a:gd name="connsiteX105-22911" fmla="*/ 766158 w 1605470"/>
              <a:gd name="connsiteY105-22912" fmla="*/ 3349058 h 6858000"/>
              <a:gd name="connsiteX106-22913" fmla="*/ 766414 w 1605470"/>
              <a:gd name="connsiteY106-22914" fmla="*/ 3348763 h 6858000"/>
              <a:gd name="connsiteX107-22915" fmla="*/ 764166 w 1605470"/>
              <a:gd name="connsiteY107-22916" fmla="*/ 3341588 h 6858000"/>
              <a:gd name="connsiteX108-22917" fmla="*/ 749397 w 1605470"/>
              <a:gd name="connsiteY108-22918" fmla="*/ 3307769 h 6858000"/>
              <a:gd name="connsiteX109-22919" fmla="*/ 766960 w 1605470"/>
              <a:gd name="connsiteY109-22920" fmla="*/ 3250522 h 6858000"/>
              <a:gd name="connsiteX110-22921" fmla="*/ 767385 w 1605470"/>
              <a:gd name="connsiteY110-22922" fmla="*/ 3229163 h 6858000"/>
              <a:gd name="connsiteX111-22923" fmla="*/ 769208 w 1605470"/>
              <a:gd name="connsiteY111-22924" fmla="*/ 3217217 h 6858000"/>
              <a:gd name="connsiteX112-22925" fmla="*/ 770350 w 1605470"/>
              <a:gd name="connsiteY112-22926" fmla="*/ 3216125 h 6858000"/>
              <a:gd name="connsiteX113-22927" fmla="*/ 756043 w 1605470"/>
              <a:gd name="connsiteY113-22928" fmla="*/ 3183755 h 6858000"/>
              <a:gd name="connsiteX114-22929" fmla="*/ 756544 w 1605470"/>
              <a:gd name="connsiteY114-22930" fmla="*/ 3178642 h 6858000"/>
              <a:gd name="connsiteX115-22931" fmla="*/ 744144 w 1605470"/>
              <a:gd name="connsiteY115-22932" fmla="*/ 3158586 h 6858000"/>
              <a:gd name="connsiteX116-22933" fmla="*/ 739378 w 1605470"/>
              <a:gd name="connsiteY116-22934" fmla="*/ 3147669 h 6858000"/>
              <a:gd name="connsiteX117-22935" fmla="*/ 734648 w 1605470"/>
              <a:gd name="connsiteY117-22936" fmla="*/ 3145733 h 6858000"/>
              <a:gd name="connsiteX118-22937" fmla="*/ 729329 w 1605470"/>
              <a:gd name="connsiteY118-22938" fmla="*/ 3129034 h 6858000"/>
              <a:gd name="connsiteX119-22939" fmla="*/ 729994 w 1605470"/>
              <a:gd name="connsiteY119-22940" fmla="*/ 3126682 h 6858000"/>
              <a:gd name="connsiteX120-22941" fmla="*/ 720862 w 1605470"/>
              <a:gd name="connsiteY120-22942" fmla="*/ 3114519 h 6858000"/>
              <a:gd name="connsiteX121-22943" fmla="*/ 707471 w 1605470"/>
              <a:gd name="connsiteY121-22944" fmla="*/ 3106272 h 6858000"/>
              <a:gd name="connsiteX122-22945" fmla="*/ 680201 w 1605470"/>
              <a:gd name="connsiteY122-22946" fmla="*/ 2958185 h 6858000"/>
              <a:gd name="connsiteX123-22947" fmla="*/ 622815 w 1605470"/>
              <a:gd name="connsiteY123-22948" fmla="*/ 2762989 h 6858000"/>
              <a:gd name="connsiteX124-22949" fmla="*/ 571733 w 1605470"/>
              <a:gd name="connsiteY124-22950" fmla="*/ 2554718 h 6858000"/>
              <a:gd name="connsiteX125-22951" fmla="*/ 551827 w 1605470"/>
              <a:gd name="connsiteY125-22952" fmla="*/ 2485734 h 6858000"/>
              <a:gd name="connsiteX126-22953" fmla="*/ 542550 w 1605470"/>
              <a:gd name="connsiteY126-22954" fmla="*/ 2447068 h 6858000"/>
              <a:gd name="connsiteX127-22955" fmla="*/ 529511 w 1605470"/>
              <a:gd name="connsiteY127-22956" fmla="*/ 2425819 h 6858000"/>
              <a:gd name="connsiteX128-22957" fmla="*/ 528878 w 1605470"/>
              <a:gd name="connsiteY128-22958" fmla="*/ 2408971 h 6858000"/>
              <a:gd name="connsiteX129-22959" fmla="*/ 535510 w 1605470"/>
              <a:gd name="connsiteY129-22960" fmla="*/ 2402874 h 6858000"/>
              <a:gd name="connsiteX130-22961" fmla="*/ 538122 w 1605470"/>
              <a:gd name="connsiteY130-22962" fmla="*/ 2381443 h 6858000"/>
              <a:gd name="connsiteX131-22963" fmla="*/ 514451 w 1605470"/>
              <a:gd name="connsiteY131-22964" fmla="*/ 2261920 h 6858000"/>
              <a:gd name="connsiteX132-22965" fmla="*/ 486968 w 1605470"/>
              <a:gd name="connsiteY132-22966" fmla="*/ 2182937 h 6858000"/>
              <a:gd name="connsiteX133-22967" fmla="*/ 488555 w 1605470"/>
              <a:gd name="connsiteY133-22968" fmla="*/ 2155135 h 6858000"/>
              <a:gd name="connsiteX134-22969" fmla="*/ 486013 w 1605470"/>
              <a:gd name="connsiteY134-22970" fmla="*/ 2118008 h 6858000"/>
              <a:gd name="connsiteX135-22971" fmla="*/ 487006 w 1605470"/>
              <a:gd name="connsiteY135-22972" fmla="*/ 2050531 h 6858000"/>
              <a:gd name="connsiteX136-22973" fmla="*/ 478812 w 1605470"/>
              <a:gd name="connsiteY136-22974" fmla="*/ 1963269 h 6858000"/>
              <a:gd name="connsiteX137-22975" fmla="*/ 442619 w 1605470"/>
              <a:gd name="connsiteY137-22976" fmla="*/ 1910499 h 6858000"/>
              <a:gd name="connsiteX138-22977" fmla="*/ 446785 w 1605470"/>
              <a:gd name="connsiteY138-22978" fmla="*/ 1903212 h 6858000"/>
              <a:gd name="connsiteX139-22979" fmla="*/ 436547 w 1605470"/>
              <a:gd name="connsiteY139-22980" fmla="*/ 1861531 h 6858000"/>
              <a:gd name="connsiteX140-22981" fmla="*/ 390346 w 1605470"/>
              <a:gd name="connsiteY140-22982" fmla="*/ 1732919 h 6858000"/>
              <a:gd name="connsiteX141-22983" fmla="*/ 362657 w 1605470"/>
              <a:gd name="connsiteY141-22984" fmla="*/ 1663540 h 6858000"/>
              <a:gd name="connsiteX142-22985" fmla="*/ 361783 w 1605470"/>
              <a:gd name="connsiteY142-22986" fmla="*/ 1615777 h 6858000"/>
              <a:gd name="connsiteX143-22987" fmla="*/ 342578 w 1605470"/>
              <a:gd name="connsiteY143-22988" fmla="*/ 1563678 h 6858000"/>
              <a:gd name="connsiteX144-22989" fmla="*/ 355658 w 1605470"/>
              <a:gd name="connsiteY144-22990" fmla="*/ 1519474 h 6858000"/>
              <a:gd name="connsiteX145-22991" fmla="*/ 348400 w 1605470"/>
              <a:gd name="connsiteY145-22992" fmla="*/ 1477995 h 6858000"/>
              <a:gd name="connsiteX146-22993" fmla="*/ 334485 w 1605470"/>
              <a:gd name="connsiteY146-22994" fmla="*/ 1373769 h 6858000"/>
              <a:gd name="connsiteX147-22995" fmla="*/ 342792 w 1605470"/>
              <a:gd name="connsiteY147-22996" fmla="*/ 1307086 h 6858000"/>
              <a:gd name="connsiteX148-22997" fmla="*/ 343980 w 1605470"/>
              <a:gd name="connsiteY148-22998" fmla="*/ 1189033 h 6858000"/>
              <a:gd name="connsiteX149-22999" fmla="*/ 348665 w 1605470"/>
              <a:gd name="connsiteY149-23000" fmla="*/ 1168288 h 6858000"/>
              <a:gd name="connsiteX150-23001" fmla="*/ 340947 w 1605470"/>
              <a:gd name="connsiteY150-23002" fmla="*/ 1142577 h 6858000"/>
              <a:gd name="connsiteX151-23003" fmla="*/ 330253 w 1605470"/>
              <a:gd name="connsiteY151-23004" fmla="*/ 1088484 h 6858000"/>
              <a:gd name="connsiteX152-23005" fmla="*/ 318989 w 1605470"/>
              <a:gd name="connsiteY152-23006" fmla="*/ 1016103 h 6858000"/>
              <a:gd name="connsiteX153-23007" fmla="*/ 320445 w 1605470"/>
              <a:gd name="connsiteY153-23008" fmla="*/ 932283 h 6858000"/>
              <a:gd name="connsiteX154-23009" fmla="*/ 322681 w 1605470"/>
              <a:gd name="connsiteY154-23010" fmla="*/ 915925 h 6858000"/>
              <a:gd name="connsiteX155-23011" fmla="*/ 315310 w 1605470"/>
              <a:gd name="connsiteY155-23012" fmla="*/ 896999 h 6858000"/>
              <a:gd name="connsiteX156-23013" fmla="*/ 284718 w 1605470"/>
              <a:gd name="connsiteY156-23014" fmla="*/ 821517 h 6858000"/>
              <a:gd name="connsiteX157-23015" fmla="*/ 263668 w 1605470"/>
              <a:gd name="connsiteY157-23016" fmla="*/ 751353 h 6858000"/>
              <a:gd name="connsiteX158-23017" fmla="*/ 263226 w 1605470"/>
              <a:gd name="connsiteY158-23018" fmla="*/ 721230 h 6858000"/>
              <a:gd name="connsiteX159-23019" fmla="*/ 248897 w 1605470"/>
              <a:gd name="connsiteY159-23020" fmla="*/ 681659 h 6858000"/>
              <a:gd name="connsiteX160-23021" fmla="*/ 234316 w 1605470"/>
              <a:gd name="connsiteY160-23022" fmla="*/ 635218 h 6858000"/>
              <a:gd name="connsiteX161-23023" fmla="*/ 239327 w 1605470"/>
              <a:gd name="connsiteY161-23024" fmla="*/ 613763 h 6858000"/>
              <a:gd name="connsiteX162-23025" fmla="*/ 225269 w 1605470"/>
              <a:gd name="connsiteY162-23026" fmla="*/ 598582 h 6858000"/>
              <a:gd name="connsiteX163-23027" fmla="*/ 224950 w 1605470"/>
              <a:gd name="connsiteY163-23028" fmla="*/ 576846 h 6858000"/>
              <a:gd name="connsiteX164-23029" fmla="*/ 204576 w 1605470"/>
              <a:gd name="connsiteY164-23030" fmla="*/ 530055 h 6858000"/>
              <a:gd name="connsiteX165-23031" fmla="*/ 219064 w 1605470"/>
              <a:gd name="connsiteY165-23032" fmla="*/ 469651 h 6858000"/>
              <a:gd name="connsiteX166-23033" fmla="*/ 195012 w 1605470"/>
              <a:gd name="connsiteY166-23034" fmla="*/ 448559 h 6858000"/>
              <a:gd name="connsiteX167-23035" fmla="*/ 201434 w 1605470"/>
              <a:gd name="connsiteY167-23036" fmla="*/ 441529 h 6858000"/>
              <a:gd name="connsiteX168-23037" fmla="*/ 200655 w 1605470"/>
              <a:gd name="connsiteY168-23038" fmla="*/ 428927 h 6858000"/>
              <a:gd name="connsiteX169-23039" fmla="*/ 190059 w 1605470"/>
              <a:gd name="connsiteY169-23040" fmla="*/ 430161 h 6858000"/>
              <a:gd name="connsiteX170-23041" fmla="*/ 167079 w 1605470"/>
              <a:gd name="connsiteY170-23042" fmla="*/ 367211 h 6858000"/>
              <a:gd name="connsiteX171-23043" fmla="*/ 124571 w 1605470"/>
              <a:gd name="connsiteY171-23044" fmla="*/ 302178 h 6858000"/>
              <a:gd name="connsiteX172-23045" fmla="*/ 103243 w 1605470"/>
              <a:gd name="connsiteY172-23046" fmla="*/ 211375 h 6858000"/>
              <a:gd name="connsiteX173-23047" fmla="*/ 94571 w 1605470"/>
              <a:gd name="connsiteY173-23048" fmla="*/ 184179 h 6858000"/>
              <a:gd name="connsiteX174-23049" fmla="*/ 13437 w 1605470"/>
              <a:gd name="connsiteY174-23050" fmla="*/ 19287 h 6858000"/>
              <a:gd name="connsiteX175-23051" fmla="*/ 0 w 1605470"/>
              <a:gd name="connsiteY175-23052" fmla="*/ 0 h 6858000"/>
              <a:gd name="connsiteX0-23053" fmla="*/ 0 w 1605470"/>
              <a:gd name="connsiteY0-23054" fmla="*/ 0 h 6858000"/>
              <a:gd name="connsiteX1-23055" fmla="*/ 1605470 w 1605470"/>
              <a:gd name="connsiteY1-23056" fmla="*/ 0 h 6858000"/>
              <a:gd name="connsiteX2-23057" fmla="*/ 1605470 w 1605470"/>
              <a:gd name="connsiteY2-23058" fmla="*/ 6858000 h 6858000"/>
              <a:gd name="connsiteX3-23059" fmla="*/ 154105 w 1605470"/>
              <a:gd name="connsiteY3-23060" fmla="*/ 6858000 h 6858000"/>
              <a:gd name="connsiteX4-23061" fmla="*/ 154246 w 1605470"/>
              <a:gd name="connsiteY4-23062" fmla="*/ 6857735 h 6858000"/>
              <a:gd name="connsiteX5-23063" fmla="*/ 166295 w 1605470"/>
              <a:gd name="connsiteY5-23064" fmla="*/ 6809549 h 6858000"/>
              <a:gd name="connsiteX6-23065" fmla="*/ 198506 w 1605470"/>
              <a:gd name="connsiteY6-23066" fmla="*/ 6715115 h 6858000"/>
              <a:gd name="connsiteX7-23067" fmla="*/ 208357 w 1605470"/>
              <a:gd name="connsiteY7-23068" fmla="*/ 6680170 h 6858000"/>
              <a:gd name="connsiteX8-23069" fmla="*/ 233907 w 1605470"/>
              <a:gd name="connsiteY8-23070" fmla="*/ 6621207 h 6858000"/>
              <a:gd name="connsiteX9-23071" fmla="*/ 250564 w 1605470"/>
              <a:gd name="connsiteY9-23072" fmla="*/ 6596265 h 6858000"/>
              <a:gd name="connsiteX10-23073" fmla="*/ 250443 w 1605470"/>
              <a:gd name="connsiteY10-23074" fmla="*/ 6594818 h 6858000"/>
              <a:gd name="connsiteX11-23075" fmla="*/ 254688 w 1605470"/>
              <a:gd name="connsiteY11-23076" fmla="*/ 6593735 h 6858000"/>
              <a:gd name="connsiteX12-23077" fmla="*/ 257885 w 1605470"/>
              <a:gd name="connsiteY12-23078" fmla="*/ 6589172 h 6858000"/>
              <a:gd name="connsiteX13-23079" fmla="*/ 261179 w 1605470"/>
              <a:gd name="connsiteY13-23080" fmla="*/ 6574442 h 6858000"/>
              <a:gd name="connsiteX14-23081" fmla="*/ 261519 w 1605470"/>
              <a:gd name="connsiteY14-23082" fmla="*/ 6568530 h 6858000"/>
              <a:gd name="connsiteX15-23083" fmla="*/ 263928 w 1605470"/>
              <a:gd name="connsiteY15-23084" fmla="*/ 6560674 h 6858000"/>
              <a:gd name="connsiteX16-23085" fmla="*/ 264273 w 1605470"/>
              <a:gd name="connsiteY16-23086" fmla="*/ 6560598 h 6858000"/>
              <a:gd name="connsiteX17-23087" fmla="*/ 265970 w 1605470"/>
              <a:gd name="connsiteY17-23088" fmla="*/ 6553006 h 6858000"/>
              <a:gd name="connsiteX18-23089" fmla="*/ 270666 w 1605470"/>
              <a:gd name="connsiteY18-23090" fmla="*/ 6514360 h 6858000"/>
              <a:gd name="connsiteX19-23091" fmla="*/ 312320 w 1605470"/>
              <a:gd name="connsiteY19-23092" fmla="*/ 6478062 h 6858000"/>
              <a:gd name="connsiteX20-23093" fmla="*/ 323009 w 1605470"/>
              <a:gd name="connsiteY20-23094" fmla="*/ 6460325 h 6858000"/>
              <a:gd name="connsiteX21-23095" fmla="*/ 330242 w 1605470"/>
              <a:gd name="connsiteY21-23096" fmla="*/ 6451488 h 6858000"/>
              <a:gd name="connsiteX22-23097" fmla="*/ 331677 w 1605470"/>
              <a:gd name="connsiteY22-23098" fmla="*/ 6451348 h 6858000"/>
              <a:gd name="connsiteX23-23099" fmla="*/ 336035 w 1605470"/>
              <a:gd name="connsiteY23-23100" fmla="*/ 6414240 h 6858000"/>
              <a:gd name="connsiteX24-23101" fmla="*/ 338911 w 1605470"/>
              <a:gd name="connsiteY24-23102" fmla="*/ 6410269 h 6858000"/>
              <a:gd name="connsiteX25-23103" fmla="*/ 338811 w 1605470"/>
              <a:gd name="connsiteY25-23104" fmla="*/ 6384857 h 6858000"/>
              <a:gd name="connsiteX26-23105" fmla="*/ 340328 w 1605470"/>
              <a:gd name="connsiteY26-23106" fmla="*/ 6372381 h 6858000"/>
              <a:gd name="connsiteX27-23107" fmla="*/ 337522 w 1605470"/>
              <a:gd name="connsiteY27-23108" fmla="*/ 6367510 h 6858000"/>
              <a:gd name="connsiteX28-23109" fmla="*/ 341402 w 1605470"/>
              <a:gd name="connsiteY28-23110" fmla="*/ 6349778 h 6858000"/>
              <a:gd name="connsiteX29-23111" fmla="*/ 343067 w 1605470"/>
              <a:gd name="connsiteY29-23112" fmla="*/ 6348250 h 6858000"/>
              <a:gd name="connsiteX30-23113" fmla="*/ 359101 w 1605470"/>
              <a:gd name="connsiteY30-23114" fmla="*/ 6281972 h 6858000"/>
              <a:gd name="connsiteX31-23115" fmla="*/ 369864 w 1605470"/>
              <a:gd name="connsiteY31-23116" fmla="*/ 6211940 h 6858000"/>
              <a:gd name="connsiteX32-23117" fmla="*/ 411359 w 1605470"/>
              <a:gd name="connsiteY32-23118" fmla="*/ 6113913 h 6858000"/>
              <a:gd name="connsiteX33-23119" fmla="*/ 415652 w 1605470"/>
              <a:gd name="connsiteY33-23120" fmla="*/ 6028119 h 6858000"/>
              <a:gd name="connsiteX34-23121" fmla="*/ 442432 w 1605470"/>
              <a:gd name="connsiteY34-23122" fmla="*/ 5934687 h 6858000"/>
              <a:gd name="connsiteX35-23123" fmla="*/ 476444 w 1605470"/>
              <a:gd name="connsiteY35-23124" fmla="*/ 5765594 h 6858000"/>
              <a:gd name="connsiteX36-23125" fmla="*/ 508280 w 1605470"/>
              <a:gd name="connsiteY36-23126" fmla="*/ 5693685 h 6858000"/>
              <a:gd name="connsiteX37-23127" fmla="*/ 523992 w 1605470"/>
              <a:gd name="connsiteY37-23128" fmla="*/ 5619557 h 6858000"/>
              <a:gd name="connsiteX38-23129" fmla="*/ 531653 w 1605470"/>
              <a:gd name="connsiteY38-23130" fmla="*/ 5604904 h 6858000"/>
              <a:gd name="connsiteX39-23131" fmla="*/ 539863 w 1605470"/>
              <a:gd name="connsiteY39-23132" fmla="*/ 5604298 h 6858000"/>
              <a:gd name="connsiteX40-23133" fmla="*/ 552319 w 1605470"/>
              <a:gd name="connsiteY40-23134" fmla="*/ 5587997 h 6858000"/>
              <a:gd name="connsiteX41-23135" fmla="*/ 564053 w 1605470"/>
              <a:gd name="connsiteY41-23136" fmla="*/ 5539915 h 6858000"/>
              <a:gd name="connsiteX42-23137" fmla="*/ 587214 w 1605470"/>
              <a:gd name="connsiteY42-23138" fmla="*/ 5451511 h 6858000"/>
              <a:gd name="connsiteX43-23139" fmla="*/ 608019 w 1605470"/>
              <a:gd name="connsiteY43-23140" fmla="*/ 5385461 h 6858000"/>
              <a:gd name="connsiteX44-23141" fmla="*/ 622750 w 1605470"/>
              <a:gd name="connsiteY44-23142" fmla="*/ 5363084 h 6858000"/>
              <a:gd name="connsiteX45-23143" fmla="*/ 638731 w 1605470"/>
              <a:gd name="connsiteY45-23144" fmla="*/ 5330009 h 6858000"/>
              <a:gd name="connsiteX46-23145" fmla="*/ 672224 w 1605470"/>
              <a:gd name="connsiteY46-23146" fmla="*/ 5273739 h 6858000"/>
              <a:gd name="connsiteX47-23147" fmla="*/ 681823 w 1605470"/>
              <a:gd name="connsiteY47-23148" fmla="*/ 5241779 h 6858000"/>
              <a:gd name="connsiteX48-23149" fmla="*/ 693049 w 1605470"/>
              <a:gd name="connsiteY48-23150" fmla="*/ 5225268 h 6858000"/>
              <a:gd name="connsiteX49-23151" fmla="*/ 694069 w 1605470"/>
              <a:gd name="connsiteY49-23152" fmla="*/ 5217684 h 6858000"/>
              <a:gd name="connsiteX50-23153" fmla="*/ 701410 w 1605470"/>
              <a:gd name="connsiteY50-23154" fmla="*/ 5193377 h 6858000"/>
              <a:gd name="connsiteX51-23155" fmla="*/ 704713 w 1605470"/>
              <a:gd name="connsiteY51-23156" fmla="*/ 5179288 h 6858000"/>
              <a:gd name="connsiteX52-23157" fmla="*/ 705697 w 1605470"/>
              <a:gd name="connsiteY52-23158" fmla="*/ 5173621 h 6858000"/>
              <a:gd name="connsiteX53-23159" fmla="*/ 701331 w 1605470"/>
              <a:gd name="connsiteY53-23160" fmla="*/ 5159961 h 6858000"/>
              <a:gd name="connsiteX54-23161" fmla="*/ 708008 w 1605470"/>
              <a:gd name="connsiteY54-23162" fmla="*/ 5144295 h 6858000"/>
              <a:gd name="connsiteX55-23163" fmla="*/ 704941 w 1605470"/>
              <a:gd name="connsiteY55-23164" fmla="*/ 5125185 h 6858000"/>
              <a:gd name="connsiteX56-23165" fmla="*/ 711771 w 1605470"/>
              <a:gd name="connsiteY56-23166" fmla="*/ 5121884 h 6858000"/>
              <a:gd name="connsiteX57-23167" fmla="*/ 718807 w 1605470"/>
              <a:gd name="connsiteY57-23168" fmla="*/ 5067850 h 6858000"/>
              <a:gd name="connsiteX58-23169" fmla="*/ 721538 w 1605470"/>
              <a:gd name="connsiteY58-23170" fmla="*/ 5060861 h 6858000"/>
              <a:gd name="connsiteX59-23171" fmla="*/ 718242 w 1605470"/>
              <a:gd name="connsiteY59-23172" fmla="*/ 5034192 h 6858000"/>
              <a:gd name="connsiteX60-23173" fmla="*/ 719796 w 1605470"/>
              <a:gd name="connsiteY60-23174" fmla="*/ 4993030 h 6858000"/>
              <a:gd name="connsiteX61-23175" fmla="*/ 726705 w 1605470"/>
              <a:gd name="connsiteY61-23176" fmla="*/ 4946844 h 6858000"/>
              <a:gd name="connsiteX62-23177" fmla="*/ 722561 w 1605470"/>
              <a:gd name="connsiteY62-23178" fmla="*/ 4932692 h 6858000"/>
              <a:gd name="connsiteX63-23179" fmla="*/ 724935 w 1605470"/>
              <a:gd name="connsiteY63-23180" fmla="*/ 4821504 h 6858000"/>
              <a:gd name="connsiteX64-23181" fmla="*/ 732118 w 1605470"/>
              <a:gd name="connsiteY64-23182" fmla="*/ 4801535 h 6858000"/>
              <a:gd name="connsiteX65-23183" fmla="*/ 739787 w 1605470"/>
              <a:gd name="connsiteY65-23184" fmla="*/ 4797794 h 6858000"/>
              <a:gd name="connsiteX66-23185" fmla="*/ 741081 w 1605470"/>
              <a:gd name="connsiteY66-23186" fmla="*/ 4784526 h 6858000"/>
              <a:gd name="connsiteX67-23187" fmla="*/ 742865 w 1605470"/>
              <a:gd name="connsiteY67-23188" fmla="*/ 4781211 h 6858000"/>
              <a:gd name="connsiteX68-23189" fmla="*/ 751652 w 1605470"/>
              <a:gd name="connsiteY68-23190" fmla="*/ 4761984 h 6858000"/>
              <a:gd name="connsiteX69-23191" fmla="*/ 747700 w 1605470"/>
              <a:gd name="connsiteY69-23192" fmla="*/ 4690749 h 6858000"/>
              <a:gd name="connsiteX70-23193" fmla="*/ 743180 w 1605470"/>
              <a:gd name="connsiteY70-23194" fmla="*/ 4584173 h 6858000"/>
              <a:gd name="connsiteX71-23195" fmla="*/ 738263 w 1605470"/>
              <a:gd name="connsiteY71-23196" fmla="*/ 4444346 h 6858000"/>
              <a:gd name="connsiteX72-23197" fmla="*/ 756542 w 1605470"/>
              <a:gd name="connsiteY72-23198" fmla="*/ 4350346 h 6858000"/>
              <a:gd name="connsiteX73-23199" fmla="*/ 715481 w 1605470"/>
              <a:gd name="connsiteY73-23200" fmla="*/ 4214165 h 6858000"/>
              <a:gd name="connsiteX74-23201" fmla="*/ 719554 w 1605470"/>
              <a:gd name="connsiteY74-23202" fmla="*/ 4090296 h 6858000"/>
              <a:gd name="connsiteX75-23203" fmla="*/ 704810 w 1605470"/>
              <a:gd name="connsiteY75-23204" fmla="*/ 4033999 h 6858000"/>
              <a:gd name="connsiteX76-23205" fmla="*/ 705959 w 1605470"/>
              <a:gd name="connsiteY76-23206" fmla="*/ 4031933 h 6858000"/>
              <a:gd name="connsiteX77-23207" fmla="*/ 704535 w 1605470"/>
              <a:gd name="connsiteY77-23208" fmla="*/ 4013953 h 6858000"/>
              <a:gd name="connsiteX78-23209" fmla="*/ 700443 w 1605470"/>
              <a:gd name="connsiteY78-23210" fmla="*/ 4010511 h 6858000"/>
              <a:gd name="connsiteX79-23211" fmla="*/ 698282 w 1605470"/>
              <a:gd name="connsiteY79-23212" fmla="*/ 3998331 h 6858000"/>
              <a:gd name="connsiteX80-23213" fmla="*/ 690830 w 1605470"/>
              <a:gd name="connsiteY80-23214" fmla="*/ 3974753 h 6858000"/>
              <a:gd name="connsiteX81-23215" fmla="*/ 692428 w 1605470"/>
              <a:gd name="connsiteY81-23216" fmla="*/ 3969950 h 6858000"/>
              <a:gd name="connsiteX82-23217" fmla="*/ 685850 w 1605470"/>
              <a:gd name="connsiteY82-23218" fmla="*/ 3933779 h 6858000"/>
              <a:gd name="connsiteX83-23219" fmla="*/ 687181 w 1605470"/>
              <a:gd name="connsiteY83-23220" fmla="*/ 3933093 h 6858000"/>
              <a:gd name="connsiteX84-23221" fmla="*/ 691535 w 1605470"/>
              <a:gd name="connsiteY84-23222" fmla="*/ 3922082 h 6858000"/>
              <a:gd name="connsiteX85-23223" fmla="*/ 696613 w 1605470"/>
              <a:gd name="connsiteY85-23224" fmla="*/ 3901461 h 6858000"/>
              <a:gd name="connsiteX86-23225" fmla="*/ 719207 w 1605470"/>
              <a:gd name="connsiteY86-23226" fmla="*/ 3813873 h 6858000"/>
              <a:gd name="connsiteX87-23227" fmla="*/ 718632 w 1605470"/>
              <a:gd name="connsiteY87-23228" fmla="*/ 3806161 h 6858000"/>
              <a:gd name="connsiteX88-23229" fmla="*/ 718939 w 1605470"/>
              <a:gd name="connsiteY88-23230" fmla="*/ 3805957 h 6858000"/>
              <a:gd name="connsiteX89-23231" fmla="*/ 718966 w 1605470"/>
              <a:gd name="connsiteY89-23232" fmla="*/ 3797724 h 6858000"/>
              <a:gd name="connsiteX90-23233" fmla="*/ 717581 w 1605470"/>
              <a:gd name="connsiteY90-23234" fmla="*/ 3792098 h 6858000"/>
              <a:gd name="connsiteX91-23235" fmla="*/ 716465 w 1605470"/>
              <a:gd name="connsiteY91-23236" fmla="*/ 3777135 h 6858000"/>
              <a:gd name="connsiteX92-23237" fmla="*/ 718198 w 1605470"/>
              <a:gd name="connsiteY92-23238" fmla="*/ 3771656 h 6858000"/>
              <a:gd name="connsiteX93-23239" fmla="*/ 721941 w 1605470"/>
              <a:gd name="connsiteY93-23240" fmla="*/ 3769007 h 6858000"/>
              <a:gd name="connsiteX94-23241" fmla="*/ 721407 w 1605470"/>
              <a:gd name="connsiteY94-23242" fmla="*/ 3767709 h 6858000"/>
              <a:gd name="connsiteX95-23243" fmla="*/ 730103 w 1605470"/>
              <a:gd name="connsiteY95-23244" fmla="*/ 3738082 h 6858000"/>
              <a:gd name="connsiteX96-23245" fmla="*/ 737449 w 1605470"/>
              <a:gd name="connsiteY96-23246" fmla="*/ 3673397 h 6858000"/>
              <a:gd name="connsiteX97-23247" fmla="*/ 736745 w 1605470"/>
              <a:gd name="connsiteY97-23248" fmla="*/ 3637109 h 6858000"/>
              <a:gd name="connsiteX98-23249" fmla="*/ 740188 w 1605470"/>
              <a:gd name="connsiteY98-23250" fmla="*/ 3536883 h 6858000"/>
              <a:gd name="connsiteX99-23251" fmla="*/ 747726 w 1605470"/>
              <a:gd name="connsiteY99-23252" fmla="*/ 3435652 h 6858000"/>
              <a:gd name="connsiteX100-23253" fmla="*/ 774383 w 1605470"/>
              <a:gd name="connsiteY100-23254" fmla="*/ 3381564 h 6858000"/>
              <a:gd name="connsiteX101-23255" fmla="*/ 774870 w 1605470"/>
              <a:gd name="connsiteY101-23256" fmla="*/ 3375761 h 6858000"/>
              <a:gd name="connsiteX102-23257" fmla="*/ 770510 w 1605470"/>
              <a:gd name="connsiteY102-23258" fmla="*/ 3361844 h 6858000"/>
              <a:gd name="connsiteX103-23259" fmla="*/ 767933 w 1605470"/>
              <a:gd name="connsiteY103-23260" fmla="*/ 3356929 h 6858000"/>
              <a:gd name="connsiteX104-23261" fmla="*/ 766158 w 1605470"/>
              <a:gd name="connsiteY104-23262" fmla="*/ 3349058 h 6858000"/>
              <a:gd name="connsiteX105-23263" fmla="*/ 766414 w 1605470"/>
              <a:gd name="connsiteY105-23264" fmla="*/ 3348763 h 6858000"/>
              <a:gd name="connsiteX106-23265" fmla="*/ 764166 w 1605470"/>
              <a:gd name="connsiteY106-23266" fmla="*/ 3341588 h 6858000"/>
              <a:gd name="connsiteX107-23267" fmla="*/ 749397 w 1605470"/>
              <a:gd name="connsiteY107-23268" fmla="*/ 3307769 h 6858000"/>
              <a:gd name="connsiteX108-23269" fmla="*/ 766960 w 1605470"/>
              <a:gd name="connsiteY108-23270" fmla="*/ 3250522 h 6858000"/>
              <a:gd name="connsiteX109-23271" fmla="*/ 767385 w 1605470"/>
              <a:gd name="connsiteY109-23272" fmla="*/ 3229163 h 6858000"/>
              <a:gd name="connsiteX110-23273" fmla="*/ 769208 w 1605470"/>
              <a:gd name="connsiteY110-23274" fmla="*/ 3217217 h 6858000"/>
              <a:gd name="connsiteX111-23275" fmla="*/ 770350 w 1605470"/>
              <a:gd name="connsiteY111-23276" fmla="*/ 3216125 h 6858000"/>
              <a:gd name="connsiteX112-23277" fmla="*/ 756043 w 1605470"/>
              <a:gd name="connsiteY112-23278" fmla="*/ 3183755 h 6858000"/>
              <a:gd name="connsiteX113-23279" fmla="*/ 756544 w 1605470"/>
              <a:gd name="connsiteY113-23280" fmla="*/ 3178642 h 6858000"/>
              <a:gd name="connsiteX114-23281" fmla="*/ 744144 w 1605470"/>
              <a:gd name="connsiteY114-23282" fmla="*/ 3158586 h 6858000"/>
              <a:gd name="connsiteX115-23283" fmla="*/ 739378 w 1605470"/>
              <a:gd name="connsiteY115-23284" fmla="*/ 3147669 h 6858000"/>
              <a:gd name="connsiteX116-23285" fmla="*/ 734648 w 1605470"/>
              <a:gd name="connsiteY116-23286" fmla="*/ 3145733 h 6858000"/>
              <a:gd name="connsiteX117-23287" fmla="*/ 729329 w 1605470"/>
              <a:gd name="connsiteY117-23288" fmla="*/ 3129034 h 6858000"/>
              <a:gd name="connsiteX118-23289" fmla="*/ 729994 w 1605470"/>
              <a:gd name="connsiteY118-23290" fmla="*/ 3126682 h 6858000"/>
              <a:gd name="connsiteX119-23291" fmla="*/ 720862 w 1605470"/>
              <a:gd name="connsiteY119-23292" fmla="*/ 3114519 h 6858000"/>
              <a:gd name="connsiteX120-23293" fmla="*/ 707471 w 1605470"/>
              <a:gd name="connsiteY120-23294" fmla="*/ 3106272 h 6858000"/>
              <a:gd name="connsiteX121-23295" fmla="*/ 680201 w 1605470"/>
              <a:gd name="connsiteY121-23296" fmla="*/ 2958185 h 6858000"/>
              <a:gd name="connsiteX122-23297" fmla="*/ 622815 w 1605470"/>
              <a:gd name="connsiteY122-23298" fmla="*/ 2762989 h 6858000"/>
              <a:gd name="connsiteX123-23299" fmla="*/ 571733 w 1605470"/>
              <a:gd name="connsiteY123-23300" fmla="*/ 2554718 h 6858000"/>
              <a:gd name="connsiteX124-23301" fmla="*/ 551827 w 1605470"/>
              <a:gd name="connsiteY124-23302" fmla="*/ 2485734 h 6858000"/>
              <a:gd name="connsiteX125-23303" fmla="*/ 542550 w 1605470"/>
              <a:gd name="connsiteY125-23304" fmla="*/ 2447068 h 6858000"/>
              <a:gd name="connsiteX126-23305" fmla="*/ 529511 w 1605470"/>
              <a:gd name="connsiteY126-23306" fmla="*/ 2425819 h 6858000"/>
              <a:gd name="connsiteX127-23307" fmla="*/ 528878 w 1605470"/>
              <a:gd name="connsiteY127-23308" fmla="*/ 2408971 h 6858000"/>
              <a:gd name="connsiteX128-23309" fmla="*/ 535510 w 1605470"/>
              <a:gd name="connsiteY128-23310" fmla="*/ 2402874 h 6858000"/>
              <a:gd name="connsiteX129-23311" fmla="*/ 538122 w 1605470"/>
              <a:gd name="connsiteY129-23312" fmla="*/ 2381443 h 6858000"/>
              <a:gd name="connsiteX130-23313" fmla="*/ 514451 w 1605470"/>
              <a:gd name="connsiteY130-23314" fmla="*/ 2261920 h 6858000"/>
              <a:gd name="connsiteX131-23315" fmla="*/ 486968 w 1605470"/>
              <a:gd name="connsiteY131-23316" fmla="*/ 2182937 h 6858000"/>
              <a:gd name="connsiteX132-23317" fmla="*/ 488555 w 1605470"/>
              <a:gd name="connsiteY132-23318" fmla="*/ 2155135 h 6858000"/>
              <a:gd name="connsiteX133-23319" fmla="*/ 486013 w 1605470"/>
              <a:gd name="connsiteY133-23320" fmla="*/ 2118008 h 6858000"/>
              <a:gd name="connsiteX134-23321" fmla="*/ 487006 w 1605470"/>
              <a:gd name="connsiteY134-23322" fmla="*/ 2050531 h 6858000"/>
              <a:gd name="connsiteX135-23323" fmla="*/ 478812 w 1605470"/>
              <a:gd name="connsiteY135-23324" fmla="*/ 1963269 h 6858000"/>
              <a:gd name="connsiteX136-23325" fmla="*/ 442619 w 1605470"/>
              <a:gd name="connsiteY136-23326" fmla="*/ 1910499 h 6858000"/>
              <a:gd name="connsiteX137-23327" fmla="*/ 446785 w 1605470"/>
              <a:gd name="connsiteY137-23328" fmla="*/ 1903212 h 6858000"/>
              <a:gd name="connsiteX138-23329" fmla="*/ 436547 w 1605470"/>
              <a:gd name="connsiteY138-23330" fmla="*/ 1861531 h 6858000"/>
              <a:gd name="connsiteX139-23331" fmla="*/ 390346 w 1605470"/>
              <a:gd name="connsiteY139-23332" fmla="*/ 1732919 h 6858000"/>
              <a:gd name="connsiteX140-23333" fmla="*/ 362657 w 1605470"/>
              <a:gd name="connsiteY140-23334" fmla="*/ 1663540 h 6858000"/>
              <a:gd name="connsiteX141-23335" fmla="*/ 361783 w 1605470"/>
              <a:gd name="connsiteY141-23336" fmla="*/ 1615777 h 6858000"/>
              <a:gd name="connsiteX142-23337" fmla="*/ 342578 w 1605470"/>
              <a:gd name="connsiteY142-23338" fmla="*/ 1563678 h 6858000"/>
              <a:gd name="connsiteX143-23339" fmla="*/ 355658 w 1605470"/>
              <a:gd name="connsiteY143-23340" fmla="*/ 1519474 h 6858000"/>
              <a:gd name="connsiteX144-23341" fmla="*/ 348400 w 1605470"/>
              <a:gd name="connsiteY144-23342" fmla="*/ 1477995 h 6858000"/>
              <a:gd name="connsiteX145-23343" fmla="*/ 334485 w 1605470"/>
              <a:gd name="connsiteY145-23344" fmla="*/ 1373769 h 6858000"/>
              <a:gd name="connsiteX146-23345" fmla="*/ 342792 w 1605470"/>
              <a:gd name="connsiteY146-23346" fmla="*/ 1307086 h 6858000"/>
              <a:gd name="connsiteX147-23347" fmla="*/ 343980 w 1605470"/>
              <a:gd name="connsiteY147-23348" fmla="*/ 1189033 h 6858000"/>
              <a:gd name="connsiteX148-23349" fmla="*/ 348665 w 1605470"/>
              <a:gd name="connsiteY148-23350" fmla="*/ 1168288 h 6858000"/>
              <a:gd name="connsiteX149-23351" fmla="*/ 340947 w 1605470"/>
              <a:gd name="connsiteY149-23352" fmla="*/ 1142577 h 6858000"/>
              <a:gd name="connsiteX150-23353" fmla="*/ 330253 w 1605470"/>
              <a:gd name="connsiteY150-23354" fmla="*/ 1088484 h 6858000"/>
              <a:gd name="connsiteX151-23355" fmla="*/ 318989 w 1605470"/>
              <a:gd name="connsiteY151-23356" fmla="*/ 1016103 h 6858000"/>
              <a:gd name="connsiteX152-23357" fmla="*/ 320445 w 1605470"/>
              <a:gd name="connsiteY152-23358" fmla="*/ 932283 h 6858000"/>
              <a:gd name="connsiteX153-23359" fmla="*/ 322681 w 1605470"/>
              <a:gd name="connsiteY153-23360" fmla="*/ 915925 h 6858000"/>
              <a:gd name="connsiteX154-23361" fmla="*/ 315310 w 1605470"/>
              <a:gd name="connsiteY154-23362" fmla="*/ 896999 h 6858000"/>
              <a:gd name="connsiteX155-23363" fmla="*/ 284718 w 1605470"/>
              <a:gd name="connsiteY155-23364" fmla="*/ 821517 h 6858000"/>
              <a:gd name="connsiteX156-23365" fmla="*/ 263668 w 1605470"/>
              <a:gd name="connsiteY156-23366" fmla="*/ 751353 h 6858000"/>
              <a:gd name="connsiteX157-23367" fmla="*/ 263226 w 1605470"/>
              <a:gd name="connsiteY157-23368" fmla="*/ 721230 h 6858000"/>
              <a:gd name="connsiteX158-23369" fmla="*/ 248897 w 1605470"/>
              <a:gd name="connsiteY158-23370" fmla="*/ 681659 h 6858000"/>
              <a:gd name="connsiteX159-23371" fmla="*/ 234316 w 1605470"/>
              <a:gd name="connsiteY159-23372" fmla="*/ 635218 h 6858000"/>
              <a:gd name="connsiteX160-23373" fmla="*/ 239327 w 1605470"/>
              <a:gd name="connsiteY160-23374" fmla="*/ 613763 h 6858000"/>
              <a:gd name="connsiteX161-23375" fmla="*/ 225269 w 1605470"/>
              <a:gd name="connsiteY161-23376" fmla="*/ 598582 h 6858000"/>
              <a:gd name="connsiteX162-23377" fmla="*/ 224950 w 1605470"/>
              <a:gd name="connsiteY162-23378" fmla="*/ 576846 h 6858000"/>
              <a:gd name="connsiteX163-23379" fmla="*/ 204576 w 1605470"/>
              <a:gd name="connsiteY163-23380" fmla="*/ 530055 h 6858000"/>
              <a:gd name="connsiteX164-23381" fmla="*/ 219064 w 1605470"/>
              <a:gd name="connsiteY164-23382" fmla="*/ 469651 h 6858000"/>
              <a:gd name="connsiteX165-23383" fmla="*/ 195012 w 1605470"/>
              <a:gd name="connsiteY165-23384" fmla="*/ 448559 h 6858000"/>
              <a:gd name="connsiteX166-23385" fmla="*/ 201434 w 1605470"/>
              <a:gd name="connsiteY166-23386" fmla="*/ 441529 h 6858000"/>
              <a:gd name="connsiteX167-23387" fmla="*/ 200655 w 1605470"/>
              <a:gd name="connsiteY167-23388" fmla="*/ 428927 h 6858000"/>
              <a:gd name="connsiteX168-23389" fmla="*/ 190059 w 1605470"/>
              <a:gd name="connsiteY168-23390" fmla="*/ 430161 h 6858000"/>
              <a:gd name="connsiteX169-23391" fmla="*/ 167079 w 1605470"/>
              <a:gd name="connsiteY169-23392" fmla="*/ 367211 h 6858000"/>
              <a:gd name="connsiteX170-23393" fmla="*/ 124571 w 1605470"/>
              <a:gd name="connsiteY170-23394" fmla="*/ 302178 h 6858000"/>
              <a:gd name="connsiteX171-23395" fmla="*/ 103243 w 1605470"/>
              <a:gd name="connsiteY171-23396" fmla="*/ 211375 h 6858000"/>
              <a:gd name="connsiteX172-23397" fmla="*/ 94571 w 1605470"/>
              <a:gd name="connsiteY172-23398" fmla="*/ 184179 h 6858000"/>
              <a:gd name="connsiteX173-23399" fmla="*/ 13437 w 1605470"/>
              <a:gd name="connsiteY173-23400" fmla="*/ 19287 h 6858000"/>
              <a:gd name="connsiteX174-23401" fmla="*/ 0 w 1605470"/>
              <a:gd name="connsiteY174-23402" fmla="*/ 0 h 6858000"/>
              <a:gd name="connsiteX0-23403" fmla="*/ 0 w 1605470"/>
              <a:gd name="connsiteY0-23404" fmla="*/ 0 h 6858000"/>
              <a:gd name="connsiteX1-23405" fmla="*/ 1605470 w 1605470"/>
              <a:gd name="connsiteY1-23406" fmla="*/ 0 h 6858000"/>
              <a:gd name="connsiteX2-23407" fmla="*/ 1605470 w 1605470"/>
              <a:gd name="connsiteY2-23408" fmla="*/ 6858000 h 6858000"/>
              <a:gd name="connsiteX3-23409" fmla="*/ 154105 w 1605470"/>
              <a:gd name="connsiteY3-23410" fmla="*/ 6858000 h 6858000"/>
              <a:gd name="connsiteX4-23411" fmla="*/ 154246 w 1605470"/>
              <a:gd name="connsiteY4-23412" fmla="*/ 6857735 h 6858000"/>
              <a:gd name="connsiteX5-23413" fmla="*/ 166295 w 1605470"/>
              <a:gd name="connsiteY5-23414" fmla="*/ 6809549 h 6858000"/>
              <a:gd name="connsiteX6-23415" fmla="*/ 198506 w 1605470"/>
              <a:gd name="connsiteY6-23416" fmla="*/ 6715115 h 6858000"/>
              <a:gd name="connsiteX7-23417" fmla="*/ 208357 w 1605470"/>
              <a:gd name="connsiteY7-23418" fmla="*/ 6680170 h 6858000"/>
              <a:gd name="connsiteX8-23419" fmla="*/ 233907 w 1605470"/>
              <a:gd name="connsiteY8-23420" fmla="*/ 6621207 h 6858000"/>
              <a:gd name="connsiteX9-23421" fmla="*/ 250564 w 1605470"/>
              <a:gd name="connsiteY9-23422" fmla="*/ 6596265 h 6858000"/>
              <a:gd name="connsiteX10-23423" fmla="*/ 250443 w 1605470"/>
              <a:gd name="connsiteY10-23424" fmla="*/ 6594818 h 6858000"/>
              <a:gd name="connsiteX11-23425" fmla="*/ 254688 w 1605470"/>
              <a:gd name="connsiteY11-23426" fmla="*/ 6593735 h 6858000"/>
              <a:gd name="connsiteX12-23427" fmla="*/ 257885 w 1605470"/>
              <a:gd name="connsiteY12-23428" fmla="*/ 6589172 h 6858000"/>
              <a:gd name="connsiteX13-23429" fmla="*/ 261179 w 1605470"/>
              <a:gd name="connsiteY13-23430" fmla="*/ 6574442 h 6858000"/>
              <a:gd name="connsiteX14-23431" fmla="*/ 261519 w 1605470"/>
              <a:gd name="connsiteY14-23432" fmla="*/ 6568530 h 6858000"/>
              <a:gd name="connsiteX15-23433" fmla="*/ 263928 w 1605470"/>
              <a:gd name="connsiteY15-23434" fmla="*/ 6560674 h 6858000"/>
              <a:gd name="connsiteX16-23435" fmla="*/ 264273 w 1605470"/>
              <a:gd name="connsiteY16-23436" fmla="*/ 6560598 h 6858000"/>
              <a:gd name="connsiteX17-23437" fmla="*/ 265970 w 1605470"/>
              <a:gd name="connsiteY17-23438" fmla="*/ 6553006 h 6858000"/>
              <a:gd name="connsiteX18-23439" fmla="*/ 270666 w 1605470"/>
              <a:gd name="connsiteY18-23440" fmla="*/ 6514360 h 6858000"/>
              <a:gd name="connsiteX19-23441" fmla="*/ 312320 w 1605470"/>
              <a:gd name="connsiteY19-23442" fmla="*/ 6478062 h 6858000"/>
              <a:gd name="connsiteX20-23443" fmla="*/ 323009 w 1605470"/>
              <a:gd name="connsiteY20-23444" fmla="*/ 6460325 h 6858000"/>
              <a:gd name="connsiteX21-23445" fmla="*/ 330242 w 1605470"/>
              <a:gd name="connsiteY21-23446" fmla="*/ 6451488 h 6858000"/>
              <a:gd name="connsiteX22-23447" fmla="*/ 331677 w 1605470"/>
              <a:gd name="connsiteY22-23448" fmla="*/ 6451348 h 6858000"/>
              <a:gd name="connsiteX23-23449" fmla="*/ 336035 w 1605470"/>
              <a:gd name="connsiteY23-23450" fmla="*/ 6414240 h 6858000"/>
              <a:gd name="connsiteX24-23451" fmla="*/ 338911 w 1605470"/>
              <a:gd name="connsiteY24-23452" fmla="*/ 6410269 h 6858000"/>
              <a:gd name="connsiteX25-23453" fmla="*/ 338811 w 1605470"/>
              <a:gd name="connsiteY25-23454" fmla="*/ 6384857 h 6858000"/>
              <a:gd name="connsiteX26-23455" fmla="*/ 340328 w 1605470"/>
              <a:gd name="connsiteY26-23456" fmla="*/ 6372381 h 6858000"/>
              <a:gd name="connsiteX27-23457" fmla="*/ 337522 w 1605470"/>
              <a:gd name="connsiteY27-23458" fmla="*/ 6367510 h 6858000"/>
              <a:gd name="connsiteX28-23459" fmla="*/ 341402 w 1605470"/>
              <a:gd name="connsiteY28-23460" fmla="*/ 6349778 h 6858000"/>
              <a:gd name="connsiteX29-23461" fmla="*/ 343067 w 1605470"/>
              <a:gd name="connsiteY29-23462" fmla="*/ 6348250 h 6858000"/>
              <a:gd name="connsiteX30-23463" fmla="*/ 359101 w 1605470"/>
              <a:gd name="connsiteY30-23464" fmla="*/ 6281972 h 6858000"/>
              <a:gd name="connsiteX31-23465" fmla="*/ 369864 w 1605470"/>
              <a:gd name="connsiteY31-23466" fmla="*/ 6211940 h 6858000"/>
              <a:gd name="connsiteX32-23467" fmla="*/ 411359 w 1605470"/>
              <a:gd name="connsiteY32-23468" fmla="*/ 6113913 h 6858000"/>
              <a:gd name="connsiteX33-23469" fmla="*/ 415652 w 1605470"/>
              <a:gd name="connsiteY33-23470" fmla="*/ 6028119 h 6858000"/>
              <a:gd name="connsiteX34-23471" fmla="*/ 442432 w 1605470"/>
              <a:gd name="connsiteY34-23472" fmla="*/ 5934687 h 6858000"/>
              <a:gd name="connsiteX35-23473" fmla="*/ 476444 w 1605470"/>
              <a:gd name="connsiteY35-23474" fmla="*/ 5765594 h 6858000"/>
              <a:gd name="connsiteX36-23475" fmla="*/ 508280 w 1605470"/>
              <a:gd name="connsiteY36-23476" fmla="*/ 5693685 h 6858000"/>
              <a:gd name="connsiteX37-23477" fmla="*/ 523992 w 1605470"/>
              <a:gd name="connsiteY37-23478" fmla="*/ 5619557 h 6858000"/>
              <a:gd name="connsiteX38-23479" fmla="*/ 531653 w 1605470"/>
              <a:gd name="connsiteY38-23480" fmla="*/ 5604904 h 6858000"/>
              <a:gd name="connsiteX39-23481" fmla="*/ 539863 w 1605470"/>
              <a:gd name="connsiteY39-23482" fmla="*/ 5604298 h 6858000"/>
              <a:gd name="connsiteX40-23483" fmla="*/ 552319 w 1605470"/>
              <a:gd name="connsiteY40-23484" fmla="*/ 5587997 h 6858000"/>
              <a:gd name="connsiteX41-23485" fmla="*/ 587214 w 1605470"/>
              <a:gd name="connsiteY41-23486" fmla="*/ 5451511 h 6858000"/>
              <a:gd name="connsiteX42-23487" fmla="*/ 608019 w 1605470"/>
              <a:gd name="connsiteY42-23488" fmla="*/ 5385461 h 6858000"/>
              <a:gd name="connsiteX43-23489" fmla="*/ 622750 w 1605470"/>
              <a:gd name="connsiteY43-23490" fmla="*/ 5363084 h 6858000"/>
              <a:gd name="connsiteX44-23491" fmla="*/ 638731 w 1605470"/>
              <a:gd name="connsiteY44-23492" fmla="*/ 5330009 h 6858000"/>
              <a:gd name="connsiteX45-23493" fmla="*/ 672224 w 1605470"/>
              <a:gd name="connsiteY45-23494" fmla="*/ 5273739 h 6858000"/>
              <a:gd name="connsiteX46-23495" fmla="*/ 681823 w 1605470"/>
              <a:gd name="connsiteY46-23496" fmla="*/ 5241779 h 6858000"/>
              <a:gd name="connsiteX47-23497" fmla="*/ 693049 w 1605470"/>
              <a:gd name="connsiteY47-23498" fmla="*/ 5225268 h 6858000"/>
              <a:gd name="connsiteX48-23499" fmla="*/ 694069 w 1605470"/>
              <a:gd name="connsiteY48-23500" fmla="*/ 5217684 h 6858000"/>
              <a:gd name="connsiteX49-23501" fmla="*/ 701410 w 1605470"/>
              <a:gd name="connsiteY49-23502" fmla="*/ 5193377 h 6858000"/>
              <a:gd name="connsiteX50-23503" fmla="*/ 704713 w 1605470"/>
              <a:gd name="connsiteY50-23504" fmla="*/ 5179288 h 6858000"/>
              <a:gd name="connsiteX51-23505" fmla="*/ 705697 w 1605470"/>
              <a:gd name="connsiteY51-23506" fmla="*/ 5173621 h 6858000"/>
              <a:gd name="connsiteX52-23507" fmla="*/ 701331 w 1605470"/>
              <a:gd name="connsiteY52-23508" fmla="*/ 5159961 h 6858000"/>
              <a:gd name="connsiteX53-23509" fmla="*/ 708008 w 1605470"/>
              <a:gd name="connsiteY53-23510" fmla="*/ 5144295 h 6858000"/>
              <a:gd name="connsiteX54-23511" fmla="*/ 704941 w 1605470"/>
              <a:gd name="connsiteY54-23512" fmla="*/ 5125185 h 6858000"/>
              <a:gd name="connsiteX55-23513" fmla="*/ 711771 w 1605470"/>
              <a:gd name="connsiteY55-23514" fmla="*/ 5121884 h 6858000"/>
              <a:gd name="connsiteX56-23515" fmla="*/ 718807 w 1605470"/>
              <a:gd name="connsiteY56-23516" fmla="*/ 5067850 h 6858000"/>
              <a:gd name="connsiteX57-23517" fmla="*/ 721538 w 1605470"/>
              <a:gd name="connsiteY57-23518" fmla="*/ 5060861 h 6858000"/>
              <a:gd name="connsiteX58-23519" fmla="*/ 718242 w 1605470"/>
              <a:gd name="connsiteY58-23520" fmla="*/ 5034192 h 6858000"/>
              <a:gd name="connsiteX59-23521" fmla="*/ 719796 w 1605470"/>
              <a:gd name="connsiteY59-23522" fmla="*/ 4993030 h 6858000"/>
              <a:gd name="connsiteX60-23523" fmla="*/ 726705 w 1605470"/>
              <a:gd name="connsiteY60-23524" fmla="*/ 4946844 h 6858000"/>
              <a:gd name="connsiteX61-23525" fmla="*/ 722561 w 1605470"/>
              <a:gd name="connsiteY61-23526" fmla="*/ 4932692 h 6858000"/>
              <a:gd name="connsiteX62-23527" fmla="*/ 724935 w 1605470"/>
              <a:gd name="connsiteY62-23528" fmla="*/ 4821504 h 6858000"/>
              <a:gd name="connsiteX63-23529" fmla="*/ 732118 w 1605470"/>
              <a:gd name="connsiteY63-23530" fmla="*/ 4801535 h 6858000"/>
              <a:gd name="connsiteX64-23531" fmla="*/ 739787 w 1605470"/>
              <a:gd name="connsiteY64-23532" fmla="*/ 4797794 h 6858000"/>
              <a:gd name="connsiteX65-23533" fmla="*/ 741081 w 1605470"/>
              <a:gd name="connsiteY65-23534" fmla="*/ 4784526 h 6858000"/>
              <a:gd name="connsiteX66-23535" fmla="*/ 742865 w 1605470"/>
              <a:gd name="connsiteY66-23536" fmla="*/ 4781211 h 6858000"/>
              <a:gd name="connsiteX67-23537" fmla="*/ 751652 w 1605470"/>
              <a:gd name="connsiteY67-23538" fmla="*/ 4761984 h 6858000"/>
              <a:gd name="connsiteX68-23539" fmla="*/ 747700 w 1605470"/>
              <a:gd name="connsiteY68-23540" fmla="*/ 4690749 h 6858000"/>
              <a:gd name="connsiteX69-23541" fmla="*/ 743180 w 1605470"/>
              <a:gd name="connsiteY69-23542" fmla="*/ 4584173 h 6858000"/>
              <a:gd name="connsiteX70-23543" fmla="*/ 738263 w 1605470"/>
              <a:gd name="connsiteY70-23544" fmla="*/ 4444346 h 6858000"/>
              <a:gd name="connsiteX71-23545" fmla="*/ 756542 w 1605470"/>
              <a:gd name="connsiteY71-23546" fmla="*/ 4350346 h 6858000"/>
              <a:gd name="connsiteX72-23547" fmla="*/ 715481 w 1605470"/>
              <a:gd name="connsiteY72-23548" fmla="*/ 4214165 h 6858000"/>
              <a:gd name="connsiteX73-23549" fmla="*/ 719554 w 1605470"/>
              <a:gd name="connsiteY73-23550" fmla="*/ 4090296 h 6858000"/>
              <a:gd name="connsiteX74-23551" fmla="*/ 704810 w 1605470"/>
              <a:gd name="connsiteY74-23552" fmla="*/ 4033999 h 6858000"/>
              <a:gd name="connsiteX75-23553" fmla="*/ 705959 w 1605470"/>
              <a:gd name="connsiteY75-23554" fmla="*/ 4031933 h 6858000"/>
              <a:gd name="connsiteX76-23555" fmla="*/ 704535 w 1605470"/>
              <a:gd name="connsiteY76-23556" fmla="*/ 4013953 h 6858000"/>
              <a:gd name="connsiteX77-23557" fmla="*/ 700443 w 1605470"/>
              <a:gd name="connsiteY77-23558" fmla="*/ 4010511 h 6858000"/>
              <a:gd name="connsiteX78-23559" fmla="*/ 698282 w 1605470"/>
              <a:gd name="connsiteY78-23560" fmla="*/ 3998331 h 6858000"/>
              <a:gd name="connsiteX79-23561" fmla="*/ 690830 w 1605470"/>
              <a:gd name="connsiteY79-23562" fmla="*/ 3974753 h 6858000"/>
              <a:gd name="connsiteX80-23563" fmla="*/ 692428 w 1605470"/>
              <a:gd name="connsiteY80-23564" fmla="*/ 3969950 h 6858000"/>
              <a:gd name="connsiteX81-23565" fmla="*/ 685850 w 1605470"/>
              <a:gd name="connsiteY81-23566" fmla="*/ 3933779 h 6858000"/>
              <a:gd name="connsiteX82-23567" fmla="*/ 687181 w 1605470"/>
              <a:gd name="connsiteY82-23568" fmla="*/ 3933093 h 6858000"/>
              <a:gd name="connsiteX83-23569" fmla="*/ 691535 w 1605470"/>
              <a:gd name="connsiteY83-23570" fmla="*/ 3922082 h 6858000"/>
              <a:gd name="connsiteX84-23571" fmla="*/ 696613 w 1605470"/>
              <a:gd name="connsiteY84-23572" fmla="*/ 3901461 h 6858000"/>
              <a:gd name="connsiteX85-23573" fmla="*/ 719207 w 1605470"/>
              <a:gd name="connsiteY85-23574" fmla="*/ 3813873 h 6858000"/>
              <a:gd name="connsiteX86-23575" fmla="*/ 718632 w 1605470"/>
              <a:gd name="connsiteY86-23576" fmla="*/ 3806161 h 6858000"/>
              <a:gd name="connsiteX87-23577" fmla="*/ 718939 w 1605470"/>
              <a:gd name="connsiteY87-23578" fmla="*/ 3805957 h 6858000"/>
              <a:gd name="connsiteX88-23579" fmla="*/ 718966 w 1605470"/>
              <a:gd name="connsiteY88-23580" fmla="*/ 3797724 h 6858000"/>
              <a:gd name="connsiteX89-23581" fmla="*/ 717581 w 1605470"/>
              <a:gd name="connsiteY89-23582" fmla="*/ 3792098 h 6858000"/>
              <a:gd name="connsiteX90-23583" fmla="*/ 716465 w 1605470"/>
              <a:gd name="connsiteY90-23584" fmla="*/ 3777135 h 6858000"/>
              <a:gd name="connsiteX91-23585" fmla="*/ 718198 w 1605470"/>
              <a:gd name="connsiteY91-23586" fmla="*/ 3771656 h 6858000"/>
              <a:gd name="connsiteX92-23587" fmla="*/ 721941 w 1605470"/>
              <a:gd name="connsiteY92-23588" fmla="*/ 3769007 h 6858000"/>
              <a:gd name="connsiteX93-23589" fmla="*/ 721407 w 1605470"/>
              <a:gd name="connsiteY93-23590" fmla="*/ 3767709 h 6858000"/>
              <a:gd name="connsiteX94-23591" fmla="*/ 730103 w 1605470"/>
              <a:gd name="connsiteY94-23592" fmla="*/ 3738082 h 6858000"/>
              <a:gd name="connsiteX95-23593" fmla="*/ 737449 w 1605470"/>
              <a:gd name="connsiteY95-23594" fmla="*/ 3673397 h 6858000"/>
              <a:gd name="connsiteX96-23595" fmla="*/ 736745 w 1605470"/>
              <a:gd name="connsiteY96-23596" fmla="*/ 3637109 h 6858000"/>
              <a:gd name="connsiteX97-23597" fmla="*/ 740188 w 1605470"/>
              <a:gd name="connsiteY97-23598" fmla="*/ 3536883 h 6858000"/>
              <a:gd name="connsiteX98-23599" fmla="*/ 747726 w 1605470"/>
              <a:gd name="connsiteY98-23600" fmla="*/ 3435652 h 6858000"/>
              <a:gd name="connsiteX99-23601" fmla="*/ 774383 w 1605470"/>
              <a:gd name="connsiteY99-23602" fmla="*/ 3381564 h 6858000"/>
              <a:gd name="connsiteX100-23603" fmla="*/ 774870 w 1605470"/>
              <a:gd name="connsiteY100-23604" fmla="*/ 3375761 h 6858000"/>
              <a:gd name="connsiteX101-23605" fmla="*/ 770510 w 1605470"/>
              <a:gd name="connsiteY101-23606" fmla="*/ 3361844 h 6858000"/>
              <a:gd name="connsiteX102-23607" fmla="*/ 767933 w 1605470"/>
              <a:gd name="connsiteY102-23608" fmla="*/ 3356929 h 6858000"/>
              <a:gd name="connsiteX103-23609" fmla="*/ 766158 w 1605470"/>
              <a:gd name="connsiteY103-23610" fmla="*/ 3349058 h 6858000"/>
              <a:gd name="connsiteX104-23611" fmla="*/ 766414 w 1605470"/>
              <a:gd name="connsiteY104-23612" fmla="*/ 3348763 h 6858000"/>
              <a:gd name="connsiteX105-23613" fmla="*/ 764166 w 1605470"/>
              <a:gd name="connsiteY105-23614" fmla="*/ 3341588 h 6858000"/>
              <a:gd name="connsiteX106-23615" fmla="*/ 749397 w 1605470"/>
              <a:gd name="connsiteY106-23616" fmla="*/ 3307769 h 6858000"/>
              <a:gd name="connsiteX107-23617" fmla="*/ 766960 w 1605470"/>
              <a:gd name="connsiteY107-23618" fmla="*/ 3250522 h 6858000"/>
              <a:gd name="connsiteX108-23619" fmla="*/ 767385 w 1605470"/>
              <a:gd name="connsiteY108-23620" fmla="*/ 3229163 h 6858000"/>
              <a:gd name="connsiteX109-23621" fmla="*/ 769208 w 1605470"/>
              <a:gd name="connsiteY109-23622" fmla="*/ 3217217 h 6858000"/>
              <a:gd name="connsiteX110-23623" fmla="*/ 770350 w 1605470"/>
              <a:gd name="connsiteY110-23624" fmla="*/ 3216125 h 6858000"/>
              <a:gd name="connsiteX111-23625" fmla="*/ 756043 w 1605470"/>
              <a:gd name="connsiteY111-23626" fmla="*/ 3183755 h 6858000"/>
              <a:gd name="connsiteX112-23627" fmla="*/ 756544 w 1605470"/>
              <a:gd name="connsiteY112-23628" fmla="*/ 3178642 h 6858000"/>
              <a:gd name="connsiteX113-23629" fmla="*/ 744144 w 1605470"/>
              <a:gd name="connsiteY113-23630" fmla="*/ 3158586 h 6858000"/>
              <a:gd name="connsiteX114-23631" fmla="*/ 739378 w 1605470"/>
              <a:gd name="connsiteY114-23632" fmla="*/ 3147669 h 6858000"/>
              <a:gd name="connsiteX115-23633" fmla="*/ 734648 w 1605470"/>
              <a:gd name="connsiteY115-23634" fmla="*/ 3145733 h 6858000"/>
              <a:gd name="connsiteX116-23635" fmla="*/ 729329 w 1605470"/>
              <a:gd name="connsiteY116-23636" fmla="*/ 3129034 h 6858000"/>
              <a:gd name="connsiteX117-23637" fmla="*/ 729994 w 1605470"/>
              <a:gd name="connsiteY117-23638" fmla="*/ 3126682 h 6858000"/>
              <a:gd name="connsiteX118-23639" fmla="*/ 720862 w 1605470"/>
              <a:gd name="connsiteY118-23640" fmla="*/ 3114519 h 6858000"/>
              <a:gd name="connsiteX119-23641" fmla="*/ 707471 w 1605470"/>
              <a:gd name="connsiteY119-23642" fmla="*/ 3106272 h 6858000"/>
              <a:gd name="connsiteX120-23643" fmla="*/ 680201 w 1605470"/>
              <a:gd name="connsiteY120-23644" fmla="*/ 2958185 h 6858000"/>
              <a:gd name="connsiteX121-23645" fmla="*/ 622815 w 1605470"/>
              <a:gd name="connsiteY121-23646" fmla="*/ 2762989 h 6858000"/>
              <a:gd name="connsiteX122-23647" fmla="*/ 571733 w 1605470"/>
              <a:gd name="connsiteY122-23648" fmla="*/ 2554718 h 6858000"/>
              <a:gd name="connsiteX123-23649" fmla="*/ 551827 w 1605470"/>
              <a:gd name="connsiteY123-23650" fmla="*/ 2485734 h 6858000"/>
              <a:gd name="connsiteX124-23651" fmla="*/ 542550 w 1605470"/>
              <a:gd name="connsiteY124-23652" fmla="*/ 2447068 h 6858000"/>
              <a:gd name="connsiteX125-23653" fmla="*/ 529511 w 1605470"/>
              <a:gd name="connsiteY125-23654" fmla="*/ 2425819 h 6858000"/>
              <a:gd name="connsiteX126-23655" fmla="*/ 528878 w 1605470"/>
              <a:gd name="connsiteY126-23656" fmla="*/ 2408971 h 6858000"/>
              <a:gd name="connsiteX127-23657" fmla="*/ 535510 w 1605470"/>
              <a:gd name="connsiteY127-23658" fmla="*/ 2402874 h 6858000"/>
              <a:gd name="connsiteX128-23659" fmla="*/ 538122 w 1605470"/>
              <a:gd name="connsiteY128-23660" fmla="*/ 2381443 h 6858000"/>
              <a:gd name="connsiteX129-23661" fmla="*/ 514451 w 1605470"/>
              <a:gd name="connsiteY129-23662" fmla="*/ 2261920 h 6858000"/>
              <a:gd name="connsiteX130-23663" fmla="*/ 486968 w 1605470"/>
              <a:gd name="connsiteY130-23664" fmla="*/ 2182937 h 6858000"/>
              <a:gd name="connsiteX131-23665" fmla="*/ 488555 w 1605470"/>
              <a:gd name="connsiteY131-23666" fmla="*/ 2155135 h 6858000"/>
              <a:gd name="connsiteX132-23667" fmla="*/ 486013 w 1605470"/>
              <a:gd name="connsiteY132-23668" fmla="*/ 2118008 h 6858000"/>
              <a:gd name="connsiteX133-23669" fmla="*/ 487006 w 1605470"/>
              <a:gd name="connsiteY133-23670" fmla="*/ 2050531 h 6858000"/>
              <a:gd name="connsiteX134-23671" fmla="*/ 478812 w 1605470"/>
              <a:gd name="connsiteY134-23672" fmla="*/ 1963269 h 6858000"/>
              <a:gd name="connsiteX135-23673" fmla="*/ 442619 w 1605470"/>
              <a:gd name="connsiteY135-23674" fmla="*/ 1910499 h 6858000"/>
              <a:gd name="connsiteX136-23675" fmla="*/ 446785 w 1605470"/>
              <a:gd name="connsiteY136-23676" fmla="*/ 1903212 h 6858000"/>
              <a:gd name="connsiteX137-23677" fmla="*/ 436547 w 1605470"/>
              <a:gd name="connsiteY137-23678" fmla="*/ 1861531 h 6858000"/>
              <a:gd name="connsiteX138-23679" fmla="*/ 390346 w 1605470"/>
              <a:gd name="connsiteY138-23680" fmla="*/ 1732919 h 6858000"/>
              <a:gd name="connsiteX139-23681" fmla="*/ 362657 w 1605470"/>
              <a:gd name="connsiteY139-23682" fmla="*/ 1663540 h 6858000"/>
              <a:gd name="connsiteX140-23683" fmla="*/ 361783 w 1605470"/>
              <a:gd name="connsiteY140-23684" fmla="*/ 1615777 h 6858000"/>
              <a:gd name="connsiteX141-23685" fmla="*/ 342578 w 1605470"/>
              <a:gd name="connsiteY141-23686" fmla="*/ 1563678 h 6858000"/>
              <a:gd name="connsiteX142-23687" fmla="*/ 355658 w 1605470"/>
              <a:gd name="connsiteY142-23688" fmla="*/ 1519474 h 6858000"/>
              <a:gd name="connsiteX143-23689" fmla="*/ 348400 w 1605470"/>
              <a:gd name="connsiteY143-23690" fmla="*/ 1477995 h 6858000"/>
              <a:gd name="connsiteX144-23691" fmla="*/ 334485 w 1605470"/>
              <a:gd name="connsiteY144-23692" fmla="*/ 1373769 h 6858000"/>
              <a:gd name="connsiteX145-23693" fmla="*/ 342792 w 1605470"/>
              <a:gd name="connsiteY145-23694" fmla="*/ 1307086 h 6858000"/>
              <a:gd name="connsiteX146-23695" fmla="*/ 343980 w 1605470"/>
              <a:gd name="connsiteY146-23696" fmla="*/ 1189033 h 6858000"/>
              <a:gd name="connsiteX147-23697" fmla="*/ 348665 w 1605470"/>
              <a:gd name="connsiteY147-23698" fmla="*/ 1168288 h 6858000"/>
              <a:gd name="connsiteX148-23699" fmla="*/ 340947 w 1605470"/>
              <a:gd name="connsiteY148-23700" fmla="*/ 1142577 h 6858000"/>
              <a:gd name="connsiteX149-23701" fmla="*/ 330253 w 1605470"/>
              <a:gd name="connsiteY149-23702" fmla="*/ 1088484 h 6858000"/>
              <a:gd name="connsiteX150-23703" fmla="*/ 318989 w 1605470"/>
              <a:gd name="connsiteY150-23704" fmla="*/ 1016103 h 6858000"/>
              <a:gd name="connsiteX151-23705" fmla="*/ 320445 w 1605470"/>
              <a:gd name="connsiteY151-23706" fmla="*/ 932283 h 6858000"/>
              <a:gd name="connsiteX152-23707" fmla="*/ 322681 w 1605470"/>
              <a:gd name="connsiteY152-23708" fmla="*/ 915925 h 6858000"/>
              <a:gd name="connsiteX153-23709" fmla="*/ 315310 w 1605470"/>
              <a:gd name="connsiteY153-23710" fmla="*/ 896999 h 6858000"/>
              <a:gd name="connsiteX154-23711" fmla="*/ 284718 w 1605470"/>
              <a:gd name="connsiteY154-23712" fmla="*/ 821517 h 6858000"/>
              <a:gd name="connsiteX155-23713" fmla="*/ 263668 w 1605470"/>
              <a:gd name="connsiteY155-23714" fmla="*/ 751353 h 6858000"/>
              <a:gd name="connsiteX156-23715" fmla="*/ 263226 w 1605470"/>
              <a:gd name="connsiteY156-23716" fmla="*/ 721230 h 6858000"/>
              <a:gd name="connsiteX157-23717" fmla="*/ 248897 w 1605470"/>
              <a:gd name="connsiteY157-23718" fmla="*/ 681659 h 6858000"/>
              <a:gd name="connsiteX158-23719" fmla="*/ 234316 w 1605470"/>
              <a:gd name="connsiteY158-23720" fmla="*/ 635218 h 6858000"/>
              <a:gd name="connsiteX159-23721" fmla="*/ 239327 w 1605470"/>
              <a:gd name="connsiteY159-23722" fmla="*/ 613763 h 6858000"/>
              <a:gd name="connsiteX160-23723" fmla="*/ 225269 w 1605470"/>
              <a:gd name="connsiteY160-23724" fmla="*/ 598582 h 6858000"/>
              <a:gd name="connsiteX161-23725" fmla="*/ 224950 w 1605470"/>
              <a:gd name="connsiteY161-23726" fmla="*/ 576846 h 6858000"/>
              <a:gd name="connsiteX162-23727" fmla="*/ 204576 w 1605470"/>
              <a:gd name="connsiteY162-23728" fmla="*/ 530055 h 6858000"/>
              <a:gd name="connsiteX163-23729" fmla="*/ 219064 w 1605470"/>
              <a:gd name="connsiteY163-23730" fmla="*/ 469651 h 6858000"/>
              <a:gd name="connsiteX164-23731" fmla="*/ 195012 w 1605470"/>
              <a:gd name="connsiteY164-23732" fmla="*/ 448559 h 6858000"/>
              <a:gd name="connsiteX165-23733" fmla="*/ 201434 w 1605470"/>
              <a:gd name="connsiteY165-23734" fmla="*/ 441529 h 6858000"/>
              <a:gd name="connsiteX166-23735" fmla="*/ 200655 w 1605470"/>
              <a:gd name="connsiteY166-23736" fmla="*/ 428927 h 6858000"/>
              <a:gd name="connsiteX167-23737" fmla="*/ 190059 w 1605470"/>
              <a:gd name="connsiteY167-23738" fmla="*/ 430161 h 6858000"/>
              <a:gd name="connsiteX168-23739" fmla="*/ 167079 w 1605470"/>
              <a:gd name="connsiteY168-23740" fmla="*/ 367211 h 6858000"/>
              <a:gd name="connsiteX169-23741" fmla="*/ 124571 w 1605470"/>
              <a:gd name="connsiteY169-23742" fmla="*/ 302178 h 6858000"/>
              <a:gd name="connsiteX170-23743" fmla="*/ 103243 w 1605470"/>
              <a:gd name="connsiteY170-23744" fmla="*/ 211375 h 6858000"/>
              <a:gd name="connsiteX171-23745" fmla="*/ 94571 w 1605470"/>
              <a:gd name="connsiteY171-23746" fmla="*/ 184179 h 6858000"/>
              <a:gd name="connsiteX172-23747" fmla="*/ 13437 w 1605470"/>
              <a:gd name="connsiteY172-23748" fmla="*/ 19287 h 6858000"/>
              <a:gd name="connsiteX173-23749" fmla="*/ 0 w 1605470"/>
              <a:gd name="connsiteY173-23750" fmla="*/ 0 h 6858000"/>
              <a:gd name="connsiteX0-23751" fmla="*/ 0 w 1605470"/>
              <a:gd name="connsiteY0-23752" fmla="*/ 0 h 6858000"/>
              <a:gd name="connsiteX1-23753" fmla="*/ 1605470 w 1605470"/>
              <a:gd name="connsiteY1-23754" fmla="*/ 0 h 6858000"/>
              <a:gd name="connsiteX2-23755" fmla="*/ 1605470 w 1605470"/>
              <a:gd name="connsiteY2-23756" fmla="*/ 6858000 h 6858000"/>
              <a:gd name="connsiteX3-23757" fmla="*/ 154105 w 1605470"/>
              <a:gd name="connsiteY3-23758" fmla="*/ 6858000 h 6858000"/>
              <a:gd name="connsiteX4-23759" fmla="*/ 154246 w 1605470"/>
              <a:gd name="connsiteY4-23760" fmla="*/ 6857735 h 6858000"/>
              <a:gd name="connsiteX5-23761" fmla="*/ 166295 w 1605470"/>
              <a:gd name="connsiteY5-23762" fmla="*/ 6809549 h 6858000"/>
              <a:gd name="connsiteX6-23763" fmla="*/ 198506 w 1605470"/>
              <a:gd name="connsiteY6-23764" fmla="*/ 6715115 h 6858000"/>
              <a:gd name="connsiteX7-23765" fmla="*/ 208357 w 1605470"/>
              <a:gd name="connsiteY7-23766" fmla="*/ 6680170 h 6858000"/>
              <a:gd name="connsiteX8-23767" fmla="*/ 233907 w 1605470"/>
              <a:gd name="connsiteY8-23768" fmla="*/ 6621207 h 6858000"/>
              <a:gd name="connsiteX9-23769" fmla="*/ 250564 w 1605470"/>
              <a:gd name="connsiteY9-23770" fmla="*/ 6596265 h 6858000"/>
              <a:gd name="connsiteX10-23771" fmla="*/ 250443 w 1605470"/>
              <a:gd name="connsiteY10-23772" fmla="*/ 6594818 h 6858000"/>
              <a:gd name="connsiteX11-23773" fmla="*/ 254688 w 1605470"/>
              <a:gd name="connsiteY11-23774" fmla="*/ 6593735 h 6858000"/>
              <a:gd name="connsiteX12-23775" fmla="*/ 257885 w 1605470"/>
              <a:gd name="connsiteY12-23776" fmla="*/ 6589172 h 6858000"/>
              <a:gd name="connsiteX13-23777" fmla="*/ 261179 w 1605470"/>
              <a:gd name="connsiteY13-23778" fmla="*/ 6574442 h 6858000"/>
              <a:gd name="connsiteX14-23779" fmla="*/ 261519 w 1605470"/>
              <a:gd name="connsiteY14-23780" fmla="*/ 6568530 h 6858000"/>
              <a:gd name="connsiteX15-23781" fmla="*/ 263928 w 1605470"/>
              <a:gd name="connsiteY15-23782" fmla="*/ 6560674 h 6858000"/>
              <a:gd name="connsiteX16-23783" fmla="*/ 264273 w 1605470"/>
              <a:gd name="connsiteY16-23784" fmla="*/ 6560598 h 6858000"/>
              <a:gd name="connsiteX17-23785" fmla="*/ 265970 w 1605470"/>
              <a:gd name="connsiteY17-23786" fmla="*/ 6553006 h 6858000"/>
              <a:gd name="connsiteX18-23787" fmla="*/ 270666 w 1605470"/>
              <a:gd name="connsiteY18-23788" fmla="*/ 6514360 h 6858000"/>
              <a:gd name="connsiteX19-23789" fmla="*/ 312320 w 1605470"/>
              <a:gd name="connsiteY19-23790" fmla="*/ 6478062 h 6858000"/>
              <a:gd name="connsiteX20-23791" fmla="*/ 323009 w 1605470"/>
              <a:gd name="connsiteY20-23792" fmla="*/ 6460325 h 6858000"/>
              <a:gd name="connsiteX21-23793" fmla="*/ 330242 w 1605470"/>
              <a:gd name="connsiteY21-23794" fmla="*/ 6451488 h 6858000"/>
              <a:gd name="connsiteX22-23795" fmla="*/ 331677 w 1605470"/>
              <a:gd name="connsiteY22-23796" fmla="*/ 6451348 h 6858000"/>
              <a:gd name="connsiteX23-23797" fmla="*/ 336035 w 1605470"/>
              <a:gd name="connsiteY23-23798" fmla="*/ 6414240 h 6858000"/>
              <a:gd name="connsiteX24-23799" fmla="*/ 338911 w 1605470"/>
              <a:gd name="connsiteY24-23800" fmla="*/ 6410269 h 6858000"/>
              <a:gd name="connsiteX25-23801" fmla="*/ 338811 w 1605470"/>
              <a:gd name="connsiteY25-23802" fmla="*/ 6384857 h 6858000"/>
              <a:gd name="connsiteX26-23803" fmla="*/ 340328 w 1605470"/>
              <a:gd name="connsiteY26-23804" fmla="*/ 6372381 h 6858000"/>
              <a:gd name="connsiteX27-23805" fmla="*/ 337522 w 1605470"/>
              <a:gd name="connsiteY27-23806" fmla="*/ 6367510 h 6858000"/>
              <a:gd name="connsiteX28-23807" fmla="*/ 341402 w 1605470"/>
              <a:gd name="connsiteY28-23808" fmla="*/ 6349778 h 6858000"/>
              <a:gd name="connsiteX29-23809" fmla="*/ 343067 w 1605470"/>
              <a:gd name="connsiteY29-23810" fmla="*/ 6348250 h 6858000"/>
              <a:gd name="connsiteX30-23811" fmla="*/ 359101 w 1605470"/>
              <a:gd name="connsiteY30-23812" fmla="*/ 6281972 h 6858000"/>
              <a:gd name="connsiteX31-23813" fmla="*/ 369864 w 1605470"/>
              <a:gd name="connsiteY31-23814" fmla="*/ 6211940 h 6858000"/>
              <a:gd name="connsiteX32-23815" fmla="*/ 411359 w 1605470"/>
              <a:gd name="connsiteY32-23816" fmla="*/ 6113913 h 6858000"/>
              <a:gd name="connsiteX33-23817" fmla="*/ 415652 w 1605470"/>
              <a:gd name="connsiteY33-23818" fmla="*/ 6028119 h 6858000"/>
              <a:gd name="connsiteX34-23819" fmla="*/ 442432 w 1605470"/>
              <a:gd name="connsiteY34-23820" fmla="*/ 5934687 h 6858000"/>
              <a:gd name="connsiteX35-23821" fmla="*/ 476444 w 1605470"/>
              <a:gd name="connsiteY35-23822" fmla="*/ 5765594 h 6858000"/>
              <a:gd name="connsiteX36-23823" fmla="*/ 508280 w 1605470"/>
              <a:gd name="connsiteY36-23824" fmla="*/ 5693685 h 6858000"/>
              <a:gd name="connsiteX37-23825" fmla="*/ 523992 w 1605470"/>
              <a:gd name="connsiteY37-23826" fmla="*/ 5619557 h 6858000"/>
              <a:gd name="connsiteX38-23827" fmla="*/ 531653 w 1605470"/>
              <a:gd name="connsiteY38-23828" fmla="*/ 5604904 h 6858000"/>
              <a:gd name="connsiteX39-23829" fmla="*/ 539863 w 1605470"/>
              <a:gd name="connsiteY39-23830" fmla="*/ 5604298 h 6858000"/>
              <a:gd name="connsiteX40-23831" fmla="*/ 552319 w 1605470"/>
              <a:gd name="connsiteY40-23832" fmla="*/ 5587997 h 6858000"/>
              <a:gd name="connsiteX41-23833" fmla="*/ 591557 w 1605470"/>
              <a:gd name="connsiteY41-23834" fmla="*/ 5476393 h 6858000"/>
              <a:gd name="connsiteX42-23835" fmla="*/ 608019 w 1605470"/>
              <a:gd name="connsiteY42-23836" fmla="*/ 5385461 h 6858000"/>
              <a:gd name="connsiteX43-23837" fmla="*/ 622750 w 1605470"/>
              <a:gd name="connsiteY43-23838" fmla="*/ 5363084 h 6858000"/>
              <a:gd name="connsiteX44-23839" fmla="*/ 638731 w 1605470"/>
              <a:gd name="connsiteY44-23840" fmla="*/ 5330009 h 6858000"/>
              <a:gd name="connsiteX45-23841" fmla="*/ 672224 w 1605470"/>
              <a:gd name="connsiteY45-23842" fmla="*/ 5273739 h 6858000"/>
              <a:gd name="connsiteX46-23843" fmla="*/ 681823 w 1605470"/>
              <a:gd name="connsiteY46-23844" fmla="*/ 5241779 h 6858000"/>
              <a:gd name="connsiteX47-23845" fmla="*/ 693049 w 1605470"/>
              <a:gd name="connsiteY47-23846" fmla="*/ 5225268 h 6858000"/>
              <a:gd name="connsiteX48-23847" fmla="*/ 694069 w 1605470"/>
              <a:gd name="connsiteY48-23848" fmla="*/ 5217684 h 6858000"/>
              <a:gd name="connsiteX49-23849" fmla="*/ 701410 w 1605470"/>
              <a:gd name="connsiteY49-23850" fmla="*/ 5193377 h 6858000"/>
              <a:gd name="connsiteX50-23851" fmla="*/ 704713 w 1605470"/>
              <a:gd name="connsiteY50-23852" fmla="*/ 5179288 h 6858000"/>
              <a:gd name="connsiteX51-23853" fmla="*/ 705697 w 1605470"/>
              <a:gd name="connsiteY51-23854" fmla="*/ 5173621 h 6858000"/>
              <a:gd name="connsiteX52-23855" fmla="*/ 701331 w 1605470"/>
              <a:gd name="connsiteY52-23856" fmla="*/ 5159961 h 6858000"/>
              <a:gd name="connsiteX53-23857" fmla="*/ 708008 w 1605470"/>
              <a:gd name="connsiteY53-23858" fmla="*/ 5144295 h 6858000"/>
              <a:gd name="connsiteX54-23859" fmla="*/ 704941 w 1605470"/>
              <a:gd name="connsiteY54-23860" fmla="*/ 5125185 h 6858000"/>
              <a:gd name="connsiteX55-23861" fmla="*/ 711771 w 1605470"/>
              <a:gd name="connsiteY55-23862" fmla="*/ 5121884 h 6858000"/>
              <a:gd name="connsiteX56-23863" fmla="*/ 718807 w 1605470"/>
              <a:gd name="connsiteY56-23864" fmla="*/ 5067850 h 6858000"/>
              <a:gd name="connsiteX57-23865" fmla="*/ 721538 w 1605470"/>
              <a:gd name="connsiteY57-23866" fmla="*/ 5060861 h 6858000"/>
              <a:gd name="connsiteX58-23867" fmla="*/ 718242 w 1605470"/>
              <a:gd name="connsiteY58-23868" fmla="*/ 5034192 h 6858000"/>
              <a:gd name="connsiteX59-23869" fmla="*/ 719796 w 1605470"/>
              <a:gd name="connsiteY59-23870" fmla="*/ 4993030 h 6858000"/>
              <a:gd name="connsiteX60-23871" fmla="*/ 726705 w 1605470"/>
              <a:gd name="connsiteY60-23872" fmla="*/ 4946844 h 6858000"/>
              <a:gd name="connsiteX61-23873" fmla="*/ 722561 w 1605470"/>
              <a:gd name="connsiteY61-23874" fmla="*/ 4932692 h 6858000"/>
              <a:gd name="connsiteX62-23875" fmla="*/ 724935 w 1605470"/>
              <a:gd name="connsiteY62-23876" fmla="*/ 4821504 h 6858000"/>
              <a:gd name="connsiteX63-23877" fmla="*/ 732118 w 1605470"/>
              <a:gd name="connsiteY63-23878" fmla="*/ 4801535 h 6858000"/>
              <a:gd name="connsiteX64-23879" fmla="*/ 739787 w 1605470"/>
              <a:gd name="connsiteY64-23880" fmla="*/ 4797794 h 6858000"/>
              <a:gd name="connsiteX65-23881" fmla="*/ 741081 w 1605470"/>
              <a:gd name="connsiteY65-23882" fmla="*/ 4784526 h 6858000"/>
              <a:gd name="connsiteX66-23883" fmla="*/ 742865 w 1605470"/>
              <a:gd name="connsiteY66-23884" fmla="*/ 4781211 h 6858000"/>
              <a:gd name="connsiteX67-23885" fmla="*/ 751652 w 1605470"/>
              <a:gd name="connsiteY67-23886" fmla="*/ 4761984 h 6858000"/>
              <a:gd name="connsiteX68-23887" fmla="*/ 747700 w 1605470"/>
              <a:gd name="connsiteY68-23888" fmla="*/ 4690749 h 6858000"/>
              <a:gd name="connsiteX69-23889" fmla="*/ 743180 w 1605470"/>
              <a:gd name="connsiteY69-23890" fmla="*/ 4584173 h 6858000"/>
              <a:gd name="connsiteX70-23891" fmla="*/ 738263 w 1605470"/>
              <a:gd name="connsiteY70-23892" fmla="*/ 4444346 h 6858000"/>
              <a:gd name="connsiteX71-23893" fmla="*/ 756542 w 1605470"/>
              <a:gd name="connsiteY71-23894" fmla="*/ 4350346 h 6858000"/>
              <a:gd name="connsiteX72-23895" fmla="*/ 715481 w 1605470"/>
              <a:gd name="connsiteY72-23896" fmla="*/ 4214165 h 6858000"/>
              <a:gd name="connsiteX73-23897" fmla="*/ 719554 w 1605470"/>
              <a:gd name="connsiteY73-23898" fmla="*/ 4090296 h 6858000"/>
              <a:gd name="connsiteX74-23899" fmla="*/ 704810 w 1605470"/>
              <a:gd name="connsiteY74-23900" fmla="*/ 4033999 h 6858000"/>
              <a:gd name="connsiteX75-23901" fmla="*/ 705959 w 1605470"/>
              <a:gd name="connsiteY75-23902" fmla="*/ 4031933 h 6858000"/>
              <a:gd name="connsiteX76-23903" fmla="*/ 704535 w 1605470"/>
              <a:gd name="connsiteY76-23904" fmla="*/ 4013953 h 6858000"/>
              <a:gd name="connsiteX77-23905" fmla="*/ 700443 w 1605470"/>
              <a:gd name="connsiteY77-23906" fmla="*/ 4010511 h 6858000"/>
              <a:gd name="connsiteX78-23907" fmla="*/ 698282 w 1605470"/>
              <a:gd name="connsiteY78-23908" fmla="*/ 3998331 h 6858000"/>
              <a:gd name="connsiteX79-23909" fmla="*/ 690830 w 1605470"/>
              <a:gd name="connsiteY79-23910" fmla="*/ 3974753 h 6858000"/>
              <a:gd name="connsiteX80-23911" fmla="*/ 692428 w 1605470"/>
              <a:gd name="connsiteY80-23912" fmla="*/ 3969950 h 6858000"/>
              <a:gd name="connsiteX81-23913" fmla="*/ 685850 w 1605470"/>
              <a:gd name="connsiteY81-23914" fmla="*/ 3933779 h 6858000"/>
              <a:gd name="connsiteX82-23915" fmla="*/ 687181 w 1605470"/>
              <a:gd name="connsiteY82-23916" fmla="*/ 3933093 h 6858000"/>
              <a:gd name="connsiteX83-23917" fmla="*/ 691535 w 1605470"/>
              <a:gd name="connsiteY83-23918" fmla="*/ 3922082 h 6858000"/>
              <a:gd name="connsiteX84-23919" fmla="*/ 696613 w 1605470"/>
              <a:gd name="connsiteY84-23920" fmla="*/ 3901461 h 6858000"/>
              <a:gd name="connsiteX85-23921" fmla="*/ 719207 w 1605470"/>
              <a:gd name="connsiteY85-23922" fmla="*/ 3813873 h 6858000"/>
              <a:gd name="connsiteX86-23923" fmla="*/ 718632 w 1605470"/>
              <a:gd name="connsiteY86-23924" fmla="*/ 3806161 h 6858000"/>
              <a:gd name="connsiteX87-23925" fmla="*/ 718939 w 1605470"/>
              <a:gd name="connsiteY87-23926" fmla="*/ 3805957 h 6858000"/>
              <a:gd name="connsiteX88-23927" fmla="*/ 718966 w 1605470"/>
              <a:gd name="connsiteY88-23928" fmla="*/ 3797724 h 6858000"/>
              <a:gd name="connsiteX89-23929" fmla="*/ 717581 w 1605470"/>
              <a:gd name="connsiteY89-23930" fmla="*/ 3792098 h 6858000"/>
              <a:gd name="connsiteX90-23931" fmla="*/ 716465 w 1605470"/>
              <a:gd name="connsiteY90-23932" fmla="*/ 3777135 h 6858000"/>
              <a:gd name="connsiteX91-23933" fmla="*/ 718198 w 1605470"/>
              <a:gd name="connsiteY91-23934" fmla="*/ 3771656 h 6858000"/>
              <a:gd name="connsiteX92-23935" fmla="*/ 721941 w 1605470"/>
              <a:gd name="connsiteY92-23936" fmla="*/ 3769007 h 6858000"/>
              <a:gd name="connsiteX93-23937" fmla="*/ 721407 w 1605470"/>
              <a:gd name="connsiteY93-23938" fmla="*/ 3767709 h 6858000"/>
              <a:gd name="connsiteX94-23939" fmla="*/ 730103 w 1605470"/>
              <a:gd name="connsiteY94-23940" fmla="*/ 3738082 h 6858000"/>
              <a:gd name="connsiteX95-23941" fmla="*/ 737449 w 1605470"/>
              <a:gd name="connsiteY95-23942" fmla="*/ 3673397 h 6858000"/>
              <a:gd name="connsiteX96-23943" fmla="*/ 736745 w 1605470"/>
              <a:gd name="connsiteY96-23944" fmla="*/ 3637109 h 6858000"/>
              <a:gd name="connsiteX97-23945" fmla="*/ 740188 w 1605470"/>
              <a:gd name="connsiteY97-23946" fmla="*/ 3536883 h 6858000"/>
              <a:gd name="connsiteX98-23947" fmla="*/ 747726 w 1605470"/>
              <a:gd name="connsiteY98-23948" fmla="*/ 3435652 h 6858000"/>
              <a:gd name="connsiteX99-23949" fmla="*/ 774383 w 1605470"/>
              <a:gd name="connsiteY99-23950" fmla="*/ 3381564 h 6858000"/>
              <a:gd name="connsiteX100-23951" fmla="*/ 774870 w 1605470"/>
              <a:gd name="connsiteY100-23952" fmla="*/ 3375761 h 6858000"/>
              <a:gd name="connsiteX101-23953" fmla="*/ 770510 w 1605470"/>
              <a:gd name="connsiteY101-23954" fmla="*/ 3361844 h 6858000"/>
              <a:gd name="connsiteX102-23955" fmla="*/ 767933 w 1605470"/>
              <a:gd name="connsiteY102-23956" fmla="*/ 3356929 h 6858000"/>
              <a:gd name="connsiteX103-23957" fmla="*/ 766158 w 1605470"/>
              <a:gd name="connsiteY103-23958" fmla="*/ 3349058 h 6858000"/>
              <a:gd name="connsiteX104-23959" fmla="*/ 766414 w 1605470"/>
              <a:gd name="connsiteY104-23960" fmla="*/ 3348763 h 6858000"/>
              <a:gd name="connsiteX105-23961" fmla="*/ 764166 w 1605470"/>
              <a:gd name="connsiteY105-23962" fmla="*/ 3341588 h 6858000"/>
              <a:gd name="connsiteX106-23963" fmla="*/ 749397 w 1605470"/>
              <a:gd name="connsiteY106-23964" fmla="*/ 3307769 h 6858000"/>
              <a:gd name="connsiteX107-23965" fmla="*/ 766960 w 1605470"/>
              <a:gd name="connsiteY107-23966" fmla="*/ 3250522 h 6858000"/>
              <a:gd name="connsiteX108-23967" fmla="*/ 767385 w 1605470"/>
              <a:gd name="connsiteY108-23968" fmla="*/ 3229163 h 6858000"/>
              <a:gd name="connsiteX109-23969" fmla="*/ 769208 w 1605470"/>
              <a:gd name="connsiteY109-23970" fmla="*/ 3217217 h 6858000"/>
              <a:gd name="connsiteX110-23971" fmla="*/ 770350 w 1605470"/>
              <a:gd name="connsiteY110-23972" fmla="*/ 3216125 h 6858000"/>
              <a:gd name="connsiteX111-23973" fmla="*/ 756043 w 1605470"/>
              <a:gd name="connsiteY111-23974" fmla="*/ 3183755 h 6858000"/>
              <a:gd name="connsiteX112-23975" fmla="*/ 756544 w 1605470"/>
              <a:gd name="connsiteY112-23976" fmla="*/ 3178642 h 6858000"/>
              <a:gd name="connsiteX113-23977" fmla="*/ 744144 w 1605470"/>
              <a:gd name="connsiteY113-23978" fmla="*/ 3158586 h 6858000"/>
              <a:gd name="connsiteX114-23979" fmla="*/ 739378 w 1605470"/>
              <a:gd name="connsiteY114-23980" fmla="*/ 3147669 h 6858000"/>
              <a:gd name="connsiteX115-23981" fmla="*/ 734648 w 1605470"/>
              <a:gd name="connsiteY115-23982" fmla="*/ 3145733 h 6858000"/>
              <a:gd name="connsiteX116-23983" fmla="*/ 729329 w 1605470"/>
              <a:gd name="connsiteY116-23984" fmla="*/ 3129034 h 6858000"/>
              <a:gd name="connsiteX117-23985" fmla="*/ 729994 w 1605470"/>
              <a:gd name="connsiteY117-23986" fmla="*/ 3126682 h 6858000"/>
              <a:gd name="connsiteX118-23987" fmla="*/ 720862 w 1605470"/>
              <a:gd name="connsiteY118-23988" fmla="*/ 3114519 h 6858000"/>
              <a:gd name="connsiteX119-23989" fmla="*/ 707471 w 1605470"/>
              <a:gd name="connsiteY119-23990" fmla="*/ 3106272 h 6858000"/>
              <a:gd name="connsiteX120-23991" fmla="*/ 680201 w 1605470"/>
              <a:gd name="connsiteY120-23992" fmla="*/ 2958185 h 6858000"/>
              <a:gd name="connsiteX121-23993" fmla="*/ 622815 w 1605470"/>
              <a:gd name="connsiteY121-23994" fmla="*/ 2762989 h 6858000"/>
              <a:gd name="connsiteX122-23995" fmla="*/ 571733 w 1605470"/>
              <a:gd name="connsiteY122-23996" fmla="*/ 2554718 h 6858000"/>
              <a:gd name="connsiteX123-23997" fmla="*/ 551827 w 1605470"/>
              <a:gd name="connsiteY123-23998" fmla="*/ 2485734 h 6858000"/>
              <a:gd name="connsiteX124-23999" fmla="*/ 542550 w 1605470"/>
              <a:gd name="connsiteY124-24000" fmla="*/ 2447068 h 6858000"/>
              <a:gd name="connsiteX125-24001" fmla="*/ 529511 w 1605470"/>
              <a:gd name="connsiteY125-24002" fmla="*/ 2425819 h 6858000"/>
              <a:gd name="connsiteX126-24003" fmla="*/ 528878 w 1605470"/>
              <a:gd name="connsiteY126-24004" fmla="*/ 2408971 h 6858000"/>
              <a:gd name="connsiteX127-24005" fmla="*/ 535510 w 1605470"/>
              <a:gd name="connsiteY127-24006" fmla="*/ 2402874 h 6858000"/>
              <a:gd name="connsiteX128-24007" fmla="*/ 538122 w 1605470"/>
              <a:gd name="connsiteY128-24008" fmla="*/ 2381443 h 6858000"/>
              <a:gd name="connsiteX129-24009" fmla="*/ 514451 w 1605470"/>
              <a:gd name="connsiteY129-24010" fmla="*/ 2261920 h 6858000"/>
              <a:gd name="connsiteX130-24011" fmla="*/ 486968 w 1605470"/>
              <a:gd name="connsiteY130-24012" fmla="*/ 2182937 h 6858000"/>
              <a:gd name="connsiteX131-24013" fmla="*/ 488555 w 1605470"/>
              <a:gd name="connsiteY131-24014" fmla="*/ 2155135 h 6858000"/>
              <a:gd name="connsiteX132-24015" fmla="*/ 486013 w 1605470"/>
              <a:gd name="connsiteY132-24016" fmla="*/ 2118008 h 6858000"/>
              <a:gd name="connsiteX133-24017" fmla="*/ 487006 w 1605470"/>
              <a:gd name="connsiteY133-24018" fmla="*/ 2050531 h 6858000"/>
              <a:gd name="connsiteX134-24019" fmla="*/ 478812 w 1605470"/>
              <a:gd name="connsiteY134-24020" fmla="*/ 1963269 h 6858000"/>
              <a:gd name="connsiteX135-24021" fmla="*/ 442619 w 1605470"/>
              <a:gd name="connsiteY135-24022" fmla="*/ 1910499 h 6858000"/>
              <a:gd name="connsiteX136-24023" fmla="*/ 446785 w 1605470"/>
              <a:gd name="connsiteY136-24024" fmla="*/ 1903212 h 6858000"/>
              <a:gd name="connsiteX137-24025" fmla="*/ 436547 w 1605470"/>
              <a:gd name="connsiteY137-24026" fmla="*/ 1861531 h 6858000"/>
              <a:gd name="connsiteX138-24027" fmla="*/ 390346 w 1605470"/>
              <a:gd name="connsiteY138-24028" fmla="*/ 1732919 h 6858000"/>
              <a:gd name="connsiteX139-24029" fmla="*/ 362657 w 1605470"/>
              <a:gd name="connsiteY139-24030" fmla="*/ 1663540 h 6858000"/>
              <a:gd name="connsiteX140-24031" fmla="*/ 361783 w 1605470"/>
              <a:gd name="connsiteY140-24032" fmla="*/ 1615777 h 6858000"/>
              <a:gd name="connsiteX141-24033" fmla="*/ 342578 w 1605470"/>
              <a:gd name="connsiteY141-24034" fmla="*/ 1563678 h 6858000"/>
              <a:gd name="connsiteX142-24035" fmla="*/ 355658 w 1605470"/>
              <a:gd name="connsiteY142-24036" fmla="*/ 1519474 h 6858000"/>
              <a:gd name="connsiteX143-24037" fmla="*/ 348400 w 1605470"/>
              <a:gd name="connsiteY143-24038" fmla="*/ 1477995 h 6858000"/>
              <a:gd name="connsiteX144-24039" fmla="*/ 334485 w 1605470"/>
              <a:gd name="connsiteY144-24040" fmla="*/ 1373769 h 6858000"/>
              <a:gd name="connsiteX145-24041" fmla="*/ 342792 w 1605470"/>
              <a:gd name="connsiteY145-24042" fmla="*/ 1307086 h 6858000"/>
              <a:gd name="connsiteX146-24043" fmla="*/ 343980 w 1605470"/>
              <a:gd name="connsiteY146-24044" fmla="*/ 1189033 h 6858000"/>
              <a:gd name="connsiteX147-24045" fmla="*/ 348665 w 1605470"/>
              <a:gd name="connsiteY147-24046" fmla="*/ 1168288 h 6858000"/>
              <a:gd name="connsiteX148-24047" fmla="*/ 340947 w 1605470"/>
              <a:gd name="connsiteY148-24048" fmla="*/ 1142577 h 6858000"/>
              <a:gd name="connsiteX149-24049" fmla="*/ 330253 w 1605470"/>
              <a:gd name="connsiteY149-24050" fmla="*/ 1088484 h 6858000"/>
              <a:gd name="connsiteX150-24051" fmla="*/ 318989 w 1605470"/>
              <a:gd name="connsiteY150-24052" fmla="*/ 1016103 h 6858000"/>
              <a:gd name="connsiteX151-24053" fmla="*/ 320445 w 1605470"/>
              <a:gd name="connsiteY151-24054" fmla="*/ 932283 h 6858000"/>
              <a:gd name="connsiteX152-24055" fmla="*/ 322681 w 1605470"/>
              <a:gd name="connsiteY152-24056" fmla="*/ 915925 h 6858000"/>
              <a:gd name="connsiteX153-24057" fmla="*/ 315310 w 1605470"/>
              <a:gd name="connsiteY153-24058" fmla="*/ 896999 h 6858000"/>
              <a:gd name="connsiteX154-24059" fmla="*/ 284718 w 1605470"/>
              <a:gd name="connsiteY154-24060" fmla="*/ 821517 h 6858000"/>
              <a:gd name="connsiteX155-24061" fmla="*/ 263668 w 1605470"/>
              <a:gd name="connsiteY155-24062" fmla="*/ 751353 h 6858000"/>
              <a:gd name="connsiteX156-24063" fmla="*/ 263226 w 1605470"/>
              <a:gd name="connsiteY156-24064" fmla="*/ 721230 h 6858000"/>
              <a:gd name="connsiteX157-24065" fmla="*/ 248897 w 1605470"/>
              <a:gd name="connsiteY157-24066" fmla="*/ 681659 h 6858000"/>
              <a:gd name="connsiteX158-24067" fmla="*/ 234316 w 1605470"/>
              <a:gd name="connsiteY158-24068" fmla="*/ 635218 h 6858000"/>
              <a:gd name="connsiteX159-24069" fmla="*/ 239327 w 1605470"/>
              <a:gd name="connsiteY159-24070" fmla="*/ 613763 h 6858000"/>
              <a:gd name="connsiteX160-24071" fmla="*/ 225269 w 1605470"/>
              <a:gd name="connsiteY160-24072" fmla="*/ 598582 h 6858000"/>
              <a:gd name="connsiteX161-24073" fmla="*/ 224950 w 1605470"/>
              <a:gd name="connsiteY161-24074" fmla="*/ 576846 h 6858000"/>
              <a:gd name="connsiteX162-24075" fmla="*/ 204576 w 1605470"/>
              <a:gd name="connsiteY162-24076" fmla="*/ 530055 h 6858000"/>
              <a:gd name="connsiteX163-24077" fmla="*/ 219064 w 1605470"/>
              <a:gd name="connsiteY163-24078" fmla="*/ 469651 h 6858000"/>
              <a:gd name="connsiteX164-24079" fmla="*/ 195012 w 1605470"/>
              <a:gd name="connsiteY164-24080" fmla="*/ 448559 h 6858000"/>
              <a:gd name="connsiteX165-24081" fmla="*/ 201434 w 1605470"/>
              <a:gd name="connsiteY165-24082" fmla="*/ 441529 h 6858000"/>
              <a:gd name="connsiteX166-24083" fmla="*/ 200655 w 1605470"/>
              <a:gd name="connsiteY166-24084" fmla="*/ 428927 h 6858000"/>
              <a:gd name="connsiteX167-24085" fmla="*/ 190059 w 1605470"/>
              <a:gd name="connsiteY167-24086" fmla="*/ 430161 h 6858000"/>
              <a:gd name="connsiteX168-24087" fmla="*/ 167079 w 1605470"/>
              <a:gd name="connsiteY168-24088" fmla="*/ 367211 h 6858000"/>
              <a:gd name="connsiteX169-24089" fmla="*/ 124571 w 1605470"/>
              <a:gd name="connsiteY169-24090" fmla="*/ 302178 h 6858000"/>
              <a:gd name="connsiteX170-24091" fmla="*/ 103243 w 1605470"/>
              <a:gd name="connsiteY170-24092" fmla="*/ 211375 h 6858000"/>
              <a:gd name="connsiteX171-24093" fmla="*/ 94571 w 1605470"/>
              <a:gd name="connsiteY171-24094" fmla="*/ 184179 h 6858000"/>
              <a:gd name="connsiteX172-24095" fmla="*/ 13437 w 1605470"/>
              <a:gd name="connsiteY172-24096" fmla="*/ 19287 h 6858000"/>
              <a:gd name="connsiteX173-24097" fmla="*/ 0 w 1605470"/>
              <a:gd name="connsiteY173-24098" fmla="*/ 0 h 6858000"/>
              <a:gd name="connsiteX0-24099" fmla="*/ 0 w 1605470"/>
              <a:gd name="connsiteY0-24100" fmla="*/ 0 h 6858000"/>
              <a:gd name="connsiteX1-24101" fmla="*/ 1605470 w 1605470"/>
              <a:gd name="connsiteY1-24102" fmla="*/ 0 h 6858000"/>
              <a:gd name="connsiteX2-24103" fmla="*/ 1605470 w 1605470"/>
              <a:gd name="connsiteY2-24104" fmla="*/ 6858000 h 6858000"/>
              <a:gd name="connsiteX3-24105" fmla="*/ 154105 w 1605470"/>
              <a:gd name="connsiteY3-24106" fmla="*/ 6858000 h 6858000"/>
              <a:gd name="connsiteX4-24107" fmla="*/ 154246 w 1605470"/>
              <a:gd name="connsiteY4-24108" fmla="*/ 6857735 h 6858000"/>
              <a:gd name="connsiteX5-24109" fmla="*/ 166295 w 1605470"/>
              <a:gd name="connsiteY5-24110" fmla="*/ 6809549 h 6858000"/>
              <a:gd name="connsiteX6-24111" fmla="*/ 198506 w 1605470"/>
              <a:gd name="connsiteY6-24112" fmla="*/ 6715115 h 6858000"/>
              <a:gd name="connsiteX7-24113" fmla="*/ 208357 w 1605470"/>
              <a:gd name="connsiteY7-24114" fmla="*/ 6680170 h 6858000"/>
              <a:gd name="connsiteX8-24115" fmla="*/ 233907 w 1605470"/>
              <a:gd name="connsiteY8-24116" fmla="*/ 6621207 h 6858000"/>
              <a:gd name="connsiteX9-24117" fmla="*/ 250564 w 1605470"/>
              <a:gd name="connsiteY9-24118" fmla="*/ 6596265 h 6858000"/>
              <a:gd name="connsiteX10-24119" fmla="*/ 250443 w 1605470"/>
              <a:gd name="connsiteY10-24120" fmla="*/ 6594818 h 6858000"/>
              <a:gd name="connsiteX11-24121" fmla="*/ 254688 w 1605470"/>
              <a:gd name="connsiteY11-24122" fmla="*/ 6593735 h 6858000"/>
              <a:gd name="connsiteX12-24123" fmla="*/ 257885 w 1605470"/>
              <a:gd name="connsiteY12-24124" fmla="*/ 6589172 h 6858000"/>
              <a:gd name="connsiteX13-24125" fmla="*/ 261179 w 1605470"/>
              <a:gd name="connsiteY13-24126" fmla="*/ 6574442 h 6858000"/>
              <a:gd name="connsiteX14-24127" fmla="*/ 261519 w 1605470"/>
              <a:gd name="connsiteY14-24128" fmla="*/ 6568530 h 6858000"/>
              <a:gd name="connsiteX15-24129" fmla="*/ 263928 w 1605470"/>
              <a:gd name="connsiteY15-24130" fmla="*/ 6560674 h 6858000"/>
              <a:gd name="connsiteX16-24131" fmla="*/ 264273 w 1605470"/>
              <a:gd name="connsiteY16-24132" fmla="*/ 6560598 h 6858000"/>
              <a:gd name="connsiteX17-24133" fmla="*/ 265970 w 1605470"/>
              <a:gd name="connsiteY17-24134" fmla="*/ 6553006 h 6858000"/>
              <a:gd name="connsiteX18-24135" fmla="*/ 270666 w 1605470"/>
              <a:gd name="connsiteY18-24136" fmla="*/ 6514360 h 6858000"/>
              <a:gd name="connsiteX19-24137" fmla="*/ 312320 w 1605470"/>
              <a:gd name="connsiteY19-24138" fmla="*/ 6478062 h 6858000"/>
              <a:gd name="connsiteX20-24139" fmla="*/ 323009 w 1605470"/>
              <a:gd name="connsiteY20-24140" fmla="*/ 6460325 h 6858000"/>
              <a:gd name="connsiteX21-24141" fmla="*/ 330242 w 1605470"/>
              <a:gd name="connsiteY21-24142" fmla="*/ 6451488 h 6858000"/>
              <a:gd name="connsiteX22-24143" fmla="*/ 331677 w 1605470"/>
              <a:gd name="connsiteY22-24144" fmla="*/ 6451348 h 6858000"/>
              <a:gd name="connsiteX23-24145" fmla="*/ 336035 w 1605470"/>
              <a:gd name="connsiteY23-24146" fmla="*/ 6414240 h 6858000"/>
              <a:gd name="connsiteX24-24147" fmla="*/ 338911 w 1605470"/>
              <a:gd name="connsiteY24-24148" fmla="*/ 6410269 h 6858000"/>
              <a:gd name="connsiteX25-24149" fmla="*/ 338811 w 1605470"/>
              <a:gd name="connsiteY25-24150" fmla="*/ 6384857 h 6858000"/>
              <a:gd name="connsiteX26-24151" fmla="*/ 340328 w 1605470"/>
              <a:gd name="connsiteY26-24152" fmla="*/ 6372381 h 6858000"/>
              <a:gd name="connsiteX27-24153" fmla="*/ 337522 w 1605470"/>
              <a:gd name="connsiteY27-24154" fmla="*/ 6367510 h 6858000"/>
              <a:gd name="connsiteX28-24155" fmla="*/ 341402 w 1605470"/>
              <a:gd name="connsiteY28-24156" fmla="*/ 6349778 h 6858000"/>
              <a:gd name="connsiteX29-24157" fmla="*/ 343067 w 1605470"/>
              <a:gd name="connsiteY29-24158" fmla="*/ 6348250 h 6858000"/>
              <a:gd name="connsiteX30-24159" fmla="*/ 359101 w 1605470"/>
              <a:gd name="connsiteY30-24160" fmla="*/ 6281972 h 6858000"/>
              <a:gd name="connsiteX31-24161" fmla="*/ 369864 w 1605470"/>
              <a:gd name="connsiteY31-24162" fmla="*/ 6211940 h 6858000"/>
              <a:gd name="connsiteX32-24163" fmla="*/ 411359 w 1605470"/>
              <a:gd name="connsiteY32-24164" fmla="*/ 6113913 h 6858000"/>
              <a:gd name="connsiteX33-24165" fmla="*/ 415652 w 1605470"/>
              <a:gd name="connsiteY33-24166" fmla="*/ 6028119 h 6858000"/>
              <a:gd name="connsiteX34-24167" fmla="*/ 442432 w 1605470"/>
              <a:gd name="connsiteY34-24168" fmla="*/ 5934687 h 6858000"/>
              <a:gd name="connsiteX35-24169" fmla="*/ 476444 w 1605470"/>
              <a:gd name="connsiteY35-24170" fmla="*/ 5765594 h 6858000"/>
              <a:gd name="connsiteX36-24171" fmla="*/ 508280 w 1605470"/>
              <a:gd name="connsiteY36-24172" fmla="*/ 5693685 h 6858000"/>
              <a:gd name="connsiteX37-24173" fmla="*/ 523992 w 1605470"/>
              <a:gd name="connsiteY37-24174" fmla="*/ 5619557 h 6858000"/>
              <a:gd name="connsiteX38-24175" fmla="*/ 531653 w 1605470"/>
              <a:gd name="connsiteY38-24176" fmla="*/ 5604904 h 6858000"/>
              <a:gd name="connsiteX39-24177" fmla="*/ 539863 w 1605470"/>
              <a:gd name="connsiteY39-24178" fmla="*/ 5604298 h 6858000"/>
              <a:gd name="connsiteX40-24179" fmla="*/ 552319 w 1605470"/>
              <a:gd name="connsiteY40-24180" fmla="*/ 5587997 h 6858000"/>
              <a:gd name="connsiteX41-24181" fmla="*/ 591557 w 1605470"/>
              <a:gd name="connsiteY41-24182" fmla="*/ 5476393 h 6858000"/>
              <a:gd name="connsiteX42-24183" fmla="*/ 622750 w 1605470"/>
              <a:gd name="connsiteY42-24184" fmla="*/ 5363084 h 6858000"/>
              <a:gd name="connsiteX43-24185" fmla="*/ 638731 w 1605470"/>
              <a:gd name="connsiteY43-24186" fmla="*/ 5330009 h 6858000"/>
              <a:gd name="connsiteX44-24187" fmla="*/ 672224 w 1605470"/>
              <a:gd name="connsiteY44-24188" fmla="*/ 5273739 h 6858000"/>
              <a:gd name="connsiteX45-24189" fmla="*/ 681823 w 1605470"/>
              <a:gd name="connsiteY45-24190" fmla="*/ 5241779 h 6858000"/>
              <a:gd name="connsiteX46-24191" fmla="*/ 693049 w 1605470"/>
              <a:gd name="connsiteY46-24192" fmla="*/ 5225268 h 6858000"/>
              <a:gd name="connsiteX47-24193" fmla="*/ 694069 w 1605470"/>
              <a:gd name="connsiteY47-24194" fmla="*/ 5217684 h 6858000"/>
              <a:gd name="connsiteX48-24195" fmla="*/ 701410 w 1605470"/>
              <a:gd name="connsiteY48-24196" fmla="*/ 5193377 h 6858000"/>
              <a:gd name="connsiteX49-24197" fmla="*/ 704713 w 1605470"/>
              <a:gd name="connsiteY49-24198" fmla="*/ 5179288 h 6858000"/>
              <a:gd name="connsiteX50-24199" fmla="*/ 705697 w 1605470"/>
              <a:gd name="connsiteY50-24200" fmla="*/ 5173621 h 6858000"/>
              <a:gd name="connsiteX51-24201" fmla="*/ 701331 w 1605470"/>
              <a:gd name="connsiteY51-24202" fmla="*/ 5159961 h 6858000"/>
              <a:gd name="connsiteX52-24203" fmla="*/ 708008 w 1605470"/>
              <a:gd name="connsiteY52-24204" fmla="*/ 5144295 h 6858000"/>
              <a:gd name="connsiteX53-24205" fmla="*/ 704941 w 1605470"/>
              <a:gd name="connsiteY53-24206" fmla="*/ 5125185 h 6858000"/>
              <a:gd name="connsiteX54-24207" fmla="*/ 711771 w 1605470"/>
              <a:gd name="connsiteY54-24208" fmla="*/ 5121884 h 6858000"/>
              <a:gd name="connsiteX55-24209" fmla="*/ 718807 w 1605470"/>
              <a:gd name="connsiteY55-24210" fmla="*/ 5067850 h 6858000"/>
              <a:gd name="connsiteX56-24211" fmla="*/ 721538 w 1605470"/>
              <a:gd name="connsiteY56-24212" fmla="*/ 5060861 h 6858000"/>
              <a:gd name="connsiteX57-24213" fmla="*/ 718242 w 1605470"/>
              <a:gd name="connsiteY57-24214" fmla="*/ 5034192 h 6858000"/>
              <a:gd name="connsiteX58-24215" fmla="*/ 719796 w 1605470"/>
              <a:gd name="connsiteY58-24216" fmla="*/ 4993030 h 6858000"/>
              <a:gd name="connsiteX59-24217" fmla="*/ 726705 w 1605470"/>
              <a:gd name="connsiteY59-24218" fmla="*/ 4946844 h 6858000"/>
              <a:gd name="connsiteX60-24219" fmla="*/ 722561 w 1605470"/>
              <a:gd name="connsiteY60-24220" fmla="*/ 4932692 h 6858000"/>
              <a:gd name="connsiteX61-24221" fmla="*/ 724935 w 1605470"/>
              <a:gd name="connsiteY61-24222" fmla="*/ 4821504 h 6858000"/>
              <a:gd name="connsiteX62-24223" fmla="*/ 732118 w 1605470"/>
              <a:gd name="connsiteY62-24224" fmla="*/ 4801535 h 6858000"/>
              <a:gd name="connsiteX63-24225" fmla="*/ 739787 w 1605470"/>
              <a:gd name="connsiteY63-24226" fmla="*/ 4797794 h 6858000"/>
              <a:gd name="connsiteX64-24227" fmla="*/ 741081 w 1605470"/>
              <a:gd name="connsiteY64-24228" fmla="*/ 4784526 h 6858000"/>
              <a:gd name="connsiteX65-24229" fmla="*/ 742865 w 1605470"/>
              <a:gd name="connsiteY65-24230" fmla="*/ 4781211 h 6858000"/>
              <a:gd name="connsiteX66-24231" fmla="*/ 751652 w 1605470"/>
              <a:gd name="connsiteY66-24232" fmla="*/ 4761984 h 6858000"/>
              <a:gd name="connsiteX67-24233" fmla="*/ 747700 w 1605470"/>
              <a:gd name="connsiteY67-24234" fmla="*/ 4690749 h 6858000"/>
              <a:gd name="connsiteX68-24235" fmla="*/ 743180 w 1605470"/>
              <a:gd name="connsiteY68-24236" fmla="*/ 4584173 h 6858000"/>
              <a:gd name="connsiteX69-24237" fmla="*/ 738263 w 1605470"/>
              <a:gd name="connsiteY69-24238" fmla="*/ 4444346 h 6858000"/>
              <a:gd name="connsiteX70-24239" fmla="*/ 756542 w 1605470"/>
              <a:gd name="connsiteY70-24240" fmla="*/ 4350346 h 6858000"/>
              <a:gd name="connsiteX71-24241" fmla="*/ 715481 w 1605470"/>
              <a:gd name="connsiteY71-24242" fmla="*/ 4214165 h 6858000"/>
              <a:gd name="connsiteX72-24243" fmla="*/ 719554 w 1605470"/>
              <a:gd name="connsiteY72-24244" fmla="*/ 4090296 h 6858000"/>
              <a:gd name="connsiteX73-24245" fmla="*/ 704810 w 1605470"/>
              <a:gd name="connsiteY73-24246" fmla="*/ 4033999 h 6858000"/>
              <a:gd name="connsiteX74-24247" fmla="*/ 705959 w 1605470"/>
              <a:gd name="connsiteY74-24248" fmla="*/ 4031933 h 6858000"/>
              <a:gd name="connsiteX75-24249" fmla="*/ 704535 w 1605470"/>
              <a:gd name="connsiteY75-24250" fmla="*/ 4013953 h 6858000"/>
              <a:gd name="connsiteX76-24251" fmla="*/ 700443 w 1605470"/>
              <a:gd name="connsiteY76-24252" fmla="*/ 4010511 h 6858000"/>
              <a:gd name="connsiteX77-24253" fmla="*/ 698282 w 1605470"/>
              <a:gd name="connsiteY77-24254" fmla="*/ 3998331 h 6858000"/>
              <a:gd name="connsiteX78-24255" fmla="*/ 690830 w 1605470"/>
              <a:gd name="connsiteY78-24256" fmla="*/ 3974753 h 6858000"/>
              <a:gd name="connsiteX79-24257" fmla="*/ 692428 w 1605470"/>
              <a:gd name="connsiteY79-24258" fmla="*/ 3969950 h 6858000"/>
              <a:gd name="connsiteX80-24259" fmla="*/ 685850 w 1605470"/>
              <a:gd name="connsiteY80-24260" fmla="*/ 3933779 h 6858000"/>
              <a:gd name="connsiteX81-24261" fmla="*/ 687181 w 1605470"/>
              <a:gd name="connsiteY81-24262" fmla="*/ 3933093 h 6858000"/>
              <a:gd name="connsiteX82-24263" fmla="*/ 691535 w 1605470"/>
              <a:gd name="connsiteY82-24264" fmla="*/ 3922082 h 6858000"/>
              <a:gd name="connsiteX83-24265" fmla="*/ 696613 w 1605470"/>
              <a:gd name="connsiteY83-24266" fmla="*/ 3901461 h 6858000"/>
              <a:gd name="connsiteX84-24267" fmla="*/ 719207 w 1605470"/>
              <a:gd name="connsiteY84-24268" fmla="*/ 3813873 h 6858000"/>
              <a:gd name="connsiteX85-24269" fmla="*/ 718632 w 1605470"/>
              <a:gd name="connsiteY85-24270" fmla="*/ 3806161 h 6858000"/>
              <a:gd name="connsiteX86-24271" fmla="*/ 718939 w 1605470"/>
              <a:gd name="connsiteY86-24272" fmla="*/ 3805957 h 6858000"/>
              <a:gd name="connsiteX87-24273" fmla="*/ 718966 w 1605470"/>
              <a:gd name="connsiteY87-24274" fmla="*/ 3797724 h 6858000"/>
              <a:gd name="connsiteX88-24275" fmla="*/ 717581 w 1605470"/>
              <a:gd name="connsiteY88-24276" fmla="*/ 3792098 h 6858000"/>
              <a:gd name="connsiteX89-24277" fmla="*/ 716465 w 1605470"/>
              <a:gd name="connsiteY89-24278" fmla="*/ 3777135 h 6858000"/>
              <a:gd name="connsiteX90-24279" fmla="*/ 718198 w 1605470"/>
              <a:gd name="connsiteY90-24280" fmla="*/ 3771656 h 6858000"/>
              <a:gd name="connsiteX91-24281" fmla="*/ 721941 w 1605470"/>
              <a:gd name="connsiteY91-24282" fmla="*/ 3769007 h 6858000"/>
              <a:gd name="connsiteX92-24283" fmla="*/ 721407 w 1605470"/>
              <a:gd name="connsiteY92-24284" fmla="*/ 3767709 h 6858000"/>
              <a:gd name="connsiteX93-24285" fmla="*/ 730103 w 1605470"/>
              <a:gd name="connsiteY93-24286" fmla="*/ 3738082 h 6858000"/>
              <a:gd name="connsiteX94-24287" fmla="*/ 737449 w 1605470"/>
              <a:gd name="connsiteY94-24288" fmla="*/ 3673397 h 6858000"/>
              <a:gd name="connsiteX95-24289" fmla="*/ 736745 w 1605470"/>
              <a:gd name="connsiteY95-24290" fmla="*/ 3637109 h 6858000"/>
              <a:gd name="connsiteX96-24291" fmla="*/ 740188 w 1605470"/>
              <a:gd name="connsiteY96-24292" fmla="*/ 3536883 h 6858000"/>
              <a:gd name="connsiteX97-24293" fmla="*/ 747726 w 1605470"/>
              <a:gd name="connsiteY97-24294" fmla="*/ 3435652 h 6858000"/>
              <a:gd name="connsiteX98-24295" fmla="*/ 774383 w 1605470"/>
              <a:gd name="connsiteY98-24296" fmla="*/ 3381564 h 6858000"/>
              <a:gd name="connsiteX99-24297" fmla="*/ 774870 w 1605470"/>
              <a:gd name="connsiteY99-24298" fmla="*/ 3375761 h 6858000"/>
              <a:gd name="connsiteX100-24299" fmla="*/ 770510 w 1605470"/>
              <a:gd name="connsiteY100-24300" fmla="*/ 3361844 h 6858000"/>
              <a:gd name="connsiteX101-24301" fmla="*/ 767933 w 1605470"/>
              <a:gd name="connsiteY101-24302" fmla="*/ 3356929 h 6858000"/>
              <a:gd name="connsiteX102-24303" fmla="*/ 766158 w 1605470"/>
              <a:gd name="connsiteY102-24304" fmla="*/ 3349058 h 6858000"/>
              <a:gd name="connsiteX103-24305" fmla="*/ 766414 w 1605470"/>
              <a:gd name="connsiteY103-24306" fmla="*/ 3348763 h 6858000"/>
              <a:gd name="connsiteX104-24307" fmla="*/ 764166 w 1605470"/>
              <a:gd name="connsiteY104-24308" fmla="*/ 3341588 h 6858000"/>
              <a:gd name="connsiteX105-24309" fmla="*/ 749397 w 1605470"/>
              <a:gd name="connsiteY105-24310" fmla="*/ 3307769 h 6858000"/>
              <a:gd name="connsiteX106-24311" fmla="*/ 766960 w 1605470"/>
              <a:gd name="connsiteY106-24312" fmla="*/ 3250522 h 6858000"/>
              <a:gd name="connsiteX107-24313" fmla="*/ 767385 w 1605470"/>
              <a:gd name="connsiteY107-24314" fmla="*/ 3229163 h 6858000"/>
              <a:gd name="connsiteX108-24315" fmla="*/ 769208 w 1605470"/>
              <a:gd name="connsiteY108-24316" fmla="*/ 3217217 h 6858000"/>
              <a:gd name="connsiteX109-24317" fmla="*/ 770350 w 1605470"/>
              <a:gd name="connsiteY109-24318" fmla="*/ 3216125 h 6858000"/>
              <a:gd name="connsiteX110-24319" fmla="*/ 756043 w 1605470"/>
              <a:gd name="connsiteY110-24320" fmla="*/ 3183755 h 6858000"/>
              <a:gd name="connsiteX111-24321" fmla="*/ 756544 w 1605470"/>
              <a:gd name="connsiteY111-24322" fmla="*/ 3178642 h 6858000"/>
              <a:gd name="connsiteX112-24323" fmla="*/ 744144 w 1605470"/>
              <a:gd name="connsiteY112-24324" fmla="*/ 3158586 h 6858000"/>
              <a:gd name="connsiteX113-24325" fmla="*/ 739378 w 1605470"/>
              <a:gd name="connsiteY113-24326" fmla="*/ 3147669 h 6858000"/>
              <a:gd name="connsiteX114-24327" fmla="*/ 734648 w 1605470"/>
              <a:gd name="connsiteY114-24328" fmla="*/ 3145733 h 6858000"/>
              <a:gd name="connsiteX115-24329" fmla="*/ 729329 w 1605470"/>
              <a:gd name="connsiteY115-24330" fmla="*/ 3129034 h 6858000"/>
              <a:gd name="connsiteX116-24331" fmla="*/ 729994 w 1605470"/>
              <a:gd name="connsiteY116-24332" fmla="*/ 3126682 h 6858000"/>
              <a:gd name="connsiteX117-24333" fmla="*/ 720862 w 1605470"/>
              <a:gd name="connsiteY117-24334" fmla="*/ 3114519 h 6858000"/>
              <a:gd name="connsiteX118-24335" fmla="*/ 707471 w 1605470"/>
              <a:gd name="connsiteY118-24336" fmla="*/ 3106272 h 6858000"/>
              <a:gd name="connsiteX119-24337" fmla="*/ 680201 w 1605470"/>
              <a:gd name="connsiteY119-24338" fmla="*/ 2958185 h 6858000"/>
              <a:gd name="connsiteX120-24339" fmla="*/ 622815 w 1605470"/>
              <a:gd name="connsiteY120-24340" fmla="*/ 2762989 h 6858000"/>
              <a:gd name="connsiteX121-24341" fmla="*/ 571733 w 1605470"/>
              <a:gd name="connsiteY121-24342" fmla="*/ 2554718 h 6858000"/>
              <a:gd name="connsiteX122-24343" fmla="*/ 551827 w 1605470"/>
              <a:gd name="connsiteY122-24344" fmla="*/ 2485734 h 6858000"/>
              <a:gd name="connsiteX123-24345" fmla="*/ 542550 w 1605470"/>
              <a:gd name="connsiteY123-24346" fmla="*/ 2447068 h 6858000"/>
              <a:gd name="connsiteX124-24347" fmla="*/ 529511 w 1605470"/>
              <a:gd name="connsiteY124-24348" fmla="*/ 2425819 h 6858000"/>
              <a:gd name="connsiteX125-24349" fmla="*/ 528878 w 1605470"/>
              <a:gd name="connsiteY125-24350" fmla="*/ 2408971 h 6858000"/>
              <a:gd name="connsiteX126-24351" fmla="*/ 535510 w 1605470"/>
              <a:gd name="connsiteY126-24352" fmla="*/ 2402874 h 6858000"/>
              <a:gd name="connsiteX127-24353" fmla="*/ 538122 w 1605470"/>
              <a:gd name="connsiteY127-24354" fmla="*/ 2381443 h 6858000"/>
              <a:gd name="connsiteX128-24355" fmla="*/ 514451 w 1605470"/>
              <a:gd name="connsiteY128-24356" fmla="*/ 2261920 h 6858000"/>
              <a:gd name="connsiteX129-24357" fmla="*/ 486968 w 1605470"/>
              <a:gd name="connsiteY129-24358" fmla="*/ 2182937 h 6858000"/>
              <a:gd name="connsiteX130-24359" fmla="*/ 488555 w 1605470"/>
              <a:gd name="connsiteY130-24360" fmla="*/ 2155135 h 6858000"/>
              <a:gd name="connsiteX131-24361" fmla="*/ 486013 w 1605470"/>
              <a:gd name="connsiteY131-24362" fmla="*/ 2118008 h 6858000"/>
              <a:gd name="connsiteX132-24363" fmla="*/ 487006 w 1605470"/>
              <a:gd name="connsiteY132-24364" fmla="*/ 2050531 h 6858000"/>
              <a:gd name="connsiteX133-24365" fmla="*/ 478812 w 1605470"/>
              <a:gd name="connsiteY133-24366" fmla="*/ 1963269 h 6858000"/>
              <a:gd name="connsiteX134-24367" fmla="*/ 442619 w 1605470"/>
              <a:gd name="connsiteY134-24368" fmla="*/ 1910499 h 6858000"/>
              <a:gd name="connsiteX135-24369" fmla="*/ 446785 w 1605470"/>
              <a:gd name="connsiteY135-24370" fmla="*/ 1903212 h 6858000"/>
              <a:gd name="connsiteX136-24371" fmla="*/ 436547 w 1605470"/>
              <a:gd name="connsiteY136-24372" fmla="*/ 1861531 h 6858000"/>
              <a:gd name="connsiteX137-24373" fmla="*/ 390346 w 1605470"/>
              <a:gd name="connsiteY137-24374" fmla="*/ 1732919 h 6858000"/>
              <a:gd name="connsiteX138-24375" fmla="*/ 362657 w 1605470"/>
              <a:gd name="connsiteY138-24376" fmla="*/ 1663540 h 6858000"/>
              <a:gd name="connsiteX139-24377" fmla="*/ 361783 w 1605470"/>
              <a:gd name="connsiteY139-24378" fmla="*/ 1615777 h 6858000"/>
              <a:gd name="connsiteX140-24379" fmla="*/ 342578 w 1605470"/>
              <a:gd name="connsiteY140-24380" fmla="*/ 1563678 h 6858000"/>
              <a:gd name="connsiteX141-24381" fmla="*/ 355658 w 1605470"/>
              <a:gd name="connsiteY141-24382" fmla="*/ 1519474 h 6858000"/>
              <a:gd name="connsiteX142-24383" fmla="*/ 348400 w 1605470"/>
              <a:gd name="connsiteY142-24384" fmla="*/ 1477995 h 6858000"/>
              <a:gd name="connsiteX143-24385" fmla="*/ 334485 w 1605470"/>
              <a:gd name="connsiteY143-24386" fmla="*/ 1373769 h 6858000"/>
              <a:gd name="connsiteX144-24387" fmla="*/ 342792 w 1605470"/>
              <a:gd name="connsiteY144-24388" fmla="*/ 1307086 h 6858000"/>
              <a:gd name="connsiteX145-24389" fmla="*/ 343980 w 1605470"/>
              <a:gd name="connsiteY145-24390" fmla="*/ 1189033 h 6858000"/>
              <a:gd name="connsiteX146-24391" fmla="*/ 348665 w 1605470"/>
              <a:gd name="connsiteY146-24392" fmla="*/ 1168288 h 6858000"/>
              <a:gd name="connsiteX147-24393" fmla="*/ 340947 w 1605470"/>
              <a:gd name="connsiteY147-24394" fmla="*/ 1142577 h 6858000"/>
              <a:gd name="connsiteX148-24395" fmla="*/ 330253 w 1605470"/>
              <a:gd name="connsiteY148-24396" fmla="*/ 1088484 h 6858000"/>
              <a:gd name="connsiteX149-24397" fmla="*/ 318989 w 1605470"/>
              <a:gd name="connsiteY149-24398" fmla="*/ 1016103 h 6858000"/>
              <a:gd name="connsiteX150-24399" fmla="*/ 320445 w 1605470"/>
              <a:gd name="connsiteY150-24400" fmla="*/ 932283 h 6858000"/>
              <a:gd name="connsiteX151-24401" fmla="*/ 322681 w 1605470"/>
              <a:gd name="connsiteY151-24402" fmla="*/ 915925 h 6858000"/>
              <a:gd name="connsiteX152-24403" fmla="*/ 315310 w 1605470"/>
              <a:gd name="connsiteY152-24404" fmla="*/ 896999 h 6858000"/>
              <a:gd name="connsiteX153-24405" fmla="*/ 284718 w 1605470"/>
              <a:gd name="connsiteY153-24406" fmla="*/ 821517 h 6858000"/>
              <a:gd name="connsiteX154-24407" fmla="*/ 263668 w 1605470"/>
              <a:gd name="connsiteY154-24408" fmla="*/ 751353 h 6858000"/>
              <a:gd name="connsiteX155-24409" fmla="*/ 263226 w 1605470"/>
              <a:gd name="connsiteY155-24410" fmla="*/ 721230 h 6858000"/>
              <a:gd name="connsiteX156-24411" fmla="*/ 248897 w 1605470"/>
              <a:gd name="connsiteY156-24412" fmla="*/ 681659 h 6858000"/>
              <a:gd name="connsiteX157-24413" fmla="*/ 234316 w 1605470"/>
              <a:gd name="connsiteY157-24414" fmla="*/ 635218 h 6858000"/>
              <a:gd name="connsiteX158-24415" fmla="*/ 239327 w 1605470"/>
              <a:gd name="connsiteY158-24416" fmla="*/ 613763 h 6858000"/>
              <a:gd name="connsiteX159-24417" fmla="*/ 225269 w 1605470"/>
              <a:gd name="connsiteY159-24418" fmla="*/ 598582 h 6858000"/>
              <a:gd name="connsiteX160-24419" fmla="*/ 224950 w 1605470"/>
              <a:gd name="connsiteY160-24420" fmla="*/ 576846 h 6858000"/>
              <a:gd name="connsiteX161-24421" fmla="*/ 204576 w 1605470"/>
              <a:gd name="connsiteY161-24422" fmla="*/ 530055 h 6858000"/>
              <a:gd name="connsiteX162-24423" fmla="*/ 219064 w 1605470"/>
              <a:gd name="connsiteY162-24424" fmla="*/ 469651 h 6858000"/>
              <a:gd name="connsiteX163-24425" fmla="*/ 195012 w 1605470"/>
              <a:gd name="connsiteY163-24426" fmla="*/ 448559 h 6858000"/>
              <a:gd name="connsiteX164-24427" fmla="*/ 201434 w 1605470"/>
              <a:gd name="connsiteY164-24428" fmla="*/ 441529 h 6858000"/>
              <a:gd name="connsiteX165-24429" fmla="*/ 200655 w 1605470"/>
              <a:gd name="connsiteY165-24430" fmla="*/ 428927 h 6858000"/>
              <a:gd name="connsiteX166-24431" fmla="*/ 190059 w 1605470"/>
              <a:gd name="connsiteY166-24432" fmla="*/ 430161 h 6858000"/>
              <a:gd name="connsiteX167-24433" fmla="*/ 167079 w 1605470"/>
              <a:gd name="connsiteY167-24434" fmla="*/ 367211 h 6858000"/>
              <a:gd name="connsiteX168-24435" fmla="*/ 124571 w 1605470"/>
              <a:gd name="connsiteY168-24436" fmla="*/ 302178 h 6858000"/>
              <a:gd name="connsiteX169-24437" fmla="*/ 103243 w 1605470"/>
              <a:gd name="connsiteY169-24438" fmla="*/ 211375 h 6858000"/>
              <a:gd name="connsiteX170-24439" fmla="*/ 94571 w 1605470"/>
              <a:gd name="connsiteY170-24440" fmla="*/ 184179 h 6858000"/>
              <a:gd name="connsiteX171-24441" fmla="*/ 13437 w 1605470"/>
              <a:gd name="connsiteY171-24442" fmla="*/ 19287 h 6858000"/>
              <a:gd name="connsiteX172-24443" fmla="*/ 0 w 1605470"/>
              <a:gd name="connsiteY172-24444" fmla="*/ 0 h 6858000"/>
              <a:gd name="connsiteX0-24445" fmla="*/ 0 w 1605470"/>
              <a:gd name="connsiteY0-24446" fmla="*/ 0 h 6858000"/>
              <a:gd name="connsiteX1-24447" fmla="*/ 1605470 w 1605470"/>
              <a:gd name="connsiteY1-24448" fmla="*/ 0 h 6858000"/>
              <a:gd name="connsiteX2-24449" fmla="*/ 1605470 w 1605470"/>
              <a:gd name="connsiteY2-24450" fmla="*/ 6858000 h 6858000"/>
              <a:gd name="connsiteX3-24451" fmla="*/ 154105 w 1605470"/>
              <a:gd name="connsiteY3-24452" fmla="*/ 6858000 h 6858000"/>
              <a:gd name="connsiteX4-24453" fmla="*/ 154246 w 1605470"/>
              <a:gd name="connsiteY4-24454" fmla="*/ 6857735 h 6858000"/>
              <a:gd name="connsiteX5-24455" fmla="*/ 166295 w 1605470"/>
              <a:gd name="connsiteY5-24456" fmla="*/ 6809549 h 6858000"/>
              <a:gd name="connsiteX6-24457" fmla="*/ 198506 w 1605470"/>
              <a:gd name="connsiteY6-24458" fmla="*/ 6715115 h 6858000"/>
              <a:gd name="connsiteX7-24459" fmla="*/ 208357 w 1605470"/>
              <a:gd name="connsiteY7-24460" fmla="*/ 6680170 h 6858000"/>
              <a:gd name="connsiteX8-24461" fmla="*/ 233907 w 1605470"/>
              <a:gd name="connsiteY8-24462" fmla="*/ 6621207 h 6858000"/>
              <a:gd name="connsiteX9-24463" fmla="*/ 250564 w 1605470"/>
              <a:gd name="connsiteY9-24464" fmla="*/ 6596265 h 6858000"/>
              <a:gd name="connsiteX10-24465" fmla="*/ 250443 w 1605470"/>
              <a:gd name="connsiteY10-24466" fmla="*/ 6594818 h 6858000"/>
              <a:gd name="connsiteX11-24467" fmla="*/ 254688 w 1605470"/>
              <a:gd name="connsiteY11-24468" fmla="*/ 6593735 h 6858000"/>
              <a:gd name="connsiteX12-24469" fmla="*/ 257885 w 1605470"/>
              <a:gd name="connsiteY12-24470" fmla="*/ 6589172 h 6858000"/>
              <a:gd name="connsiteX13-24471" fmla="*/ 261179 w 1605470"/>
              <a:gd name="connsiteY13-24472" fmla="*/ 6574442 h 6858000"/>
              <a:gd name="connsiteX14-24473" fmla="*/ 261519 w 1605470"/>
              <a:gd name="connsiteY14-24474" fmla="*/ 6568530 h 6858000"/>
              <a:gd name="connsiteX15-24475" fmla="*/ 263928 w 1605470"/>
              <a:gd name="connsiteY15-24476" fmla="*/ 6560674 h 6858000"/>
              <a:gd name="connsiteX16-24477" fmla="*/ 264273 w 1605470"/>
              <a:gd name="connsiteY16-24478" fmla="*/ 6560598 h 6858000"/>
              <a:gd name="connsiteX17-24479" fmla="*/ 265970 w 1605470"/>
              <a:gd name="connsiteY17-24480" fmla="*/ 6553006 h 6858000"/>
              <a:gd name="connsiteX18-24481" fmla="*/ 270666 w 1605470"/>
              <a:gd name="connsiteY18-24482" fmla="*/ 6514360 h 6858000"/>
              <a:gd name="connsiteX19-24483" fmla="*/ 312320 w 1605470"/>
              <a:gd name="connsiteY19-24484" fmla="*/ 6478062 h 6858000"/>
              <a:gd name="connsiteX20-24485" fmla="*/ 323009 w 1605470"/>
              <a:gd name="connsiteY20-24486" fmla="*/ 6460325 h 6858000"/>
              <a:gd name="connsiteX21-24487" fmla="*/ 330242 w 1605470"/>
              <a:gd name="connsiteY21-24488" fmla="*/ 6451488 h 6858000"/>
              <a:gd name="connsiteX22-24489" fmla="*/ 331677 w 1605470"/>
              <a:gd name="connsiteY22-24490" fmla="*/ 6451348 h 6858000"/>
              <a:gd name="connsiteX23-24491" fmla="*/ 336035 w 1605470"/>
              <a:gd name="connsiteY23-24492" fmla="*/ 6414240 h 6858000"/>
              <a:gd name="connsiteX24-24493" fmla="*/ 338911 w 1605470"/>
              <a:gd name="connsiteY24-24494" fmla="*/ 6410269 h 6858000"/>
              <a:gd name="connsiteX25-24495" fmla="*/ 338811 w 1605470"/>
              <a:gd name="connsiteY25-24496" fmla="*/ 6384857 h 6858000"/>
              <a:gd name="connsiteX26-24497" fmla="*/ 340328 w 1605470"/>
              <a:gd name="connsiteY26-24498" fmla="*/ 6372381 h 6858000"/>
              <a:gd name="connsiteX27-24499" fmla="*/ 337522 w 1605470"/>
              <a:gd name="connsiteY27-24500" fmla="*/ 6367510 h 6858000"/>
              <a:gd name="connsiteX28-24501" fmla="*/ 341402 w 1605470"/>
              <a:gd name="connsiteY28-24502" fmla="*/ 6349778 h 6858000"/>
              <a:gd name="connsiteX29-24503" fmla="*/ 343067 w 1605470"/>
              <a:gd name="connsiteY29-24504" fmla="*/ 6348250 h 6858000"/>
              <a:gd name="connsiteX30-24505" fmla="*/ 359101 w 1605470"/>
              <a:gd name="connsiteY30-24506" fmla="*/ 6281972 h 6858000"/>
              <a:gd name="connsiteX31-24507" fmla="*/ 369864 w 1605470"/>
              <a:gd name="connsiteY31-24508" fmla="*/ 6211940 h 6858000"/>
              <a:gd name="connsiteX32-24509" fmla="*/ 411359 w 1605470"/>
              <a:gd name="connsiteY32-24510" fmla="*/ 6113913 h 6858000"/>
              <a:gd name="connsiteX33-24511" fmla="*/ 415652 w 1605470"/>
              <a:gd name="connsiteY33-24512" fmla="*/ 6028119 h 6858000"/>
              <a:gd name="connsiteX34-24513" fmla="*/ 442432 w 1605470"/>
              <a:gd name="connsiteY34-24514" fmla="*/ 5934687 h 6858000"/>
              <a:gd name="connsiteX35-24515" fmla="*/ 476444 w 1605470"/>
              <a:gd name="connsiteY35-24516" fmla="*/ 5765594 h 6858000"/>
              <a:gd name="connsiteX36-24517" fmla="*/ 508280 w 1605470"/>
              <a:gd name="connsiteY36-24518" fmla="*/ 5693685 h 6858000"/>
              <a:gd name="connsiteX37-24519" fmla="*/ 523992 w 1605470"/>
              <a:gd name="connsiteY37-24520" fmla="*/ 5619557 h 6858000"/>
              <a:gd name="connsiteX38-24521" fmla="*/ 531653 w 1605470"/>
              <a:gd name="connsiteY38-24522" fmla="*/ 5604904 h 6858000"/>
              <a:gd name="connsiteX39-24523" fmla="*/ 539863 w 1605470"/>
              <a:gd name="connsiteY39-24524" fmla="*/ 5604298 h 6858000"/>
              <a:gd name="connsiteX40-24525" fmla="*/ 552319 w 1605470"/>
              <a:gd name="connsiteY40-24526" fmla="*/ 5587997 h 6858000"/>
              <a:gd name="connsiteX41-24527" fmla="*/ 591557 w 1605470"/>
              <a:gd name="connsiteY41-24528" fmla="*/ 5476393 h 6858000"/>
              <a:gd name="connsiteX42-24529" fmla="*/ 622750 w 1605470"/>
              <a:gd name="connsiteY42-24530" fmla="*/ 5396260 h 6858000"/>
              <a:gd name="connsiteX43-24531" fmla="*/ 638731 w 1605470"/>
              <a:gd name="connsiteY43-24532" fmla="*/ 5330009 h 6858000"/>
              <a:gd name="connsiteX44-24533" fmla="*/ 672224 w 1605470"/>
              <a:gd name="connsiteY44-24534" fmla="*/ 5273739 h 6858000"/>
              <a:gd name="connsiteX45-24535" fmla="*/ 681823 w 1605470"/>
              <a:gd name="connsiteY45-24536" fmla="*/ 5241779 h 6858000"/>
              <a:gd name="connsiteX46-24537" fmla="*/ 693049 w 1605470"/>
              <a:gd name="connsiteY46-24538" fmla="*/ 5225268 h 6858000"/>
              <a:gd name="connsiteX47-24539" fmla="*/ 694069 w 1605470"/>
              <a:gd name="connsiteY47-24540" fmla="*/ 5217684 h 6858000"/>
              <a:gd name="connsiteX48-24541" fmla="*/ 701410 w 1605470"/>
              <a:gd name="connsiteY48-24542" fmla="*/ 5193377 h 6858000"/>
              <a:gd name="connsiteX49-24543" fmla="*/ 704713 w 1605470"/>
              <a:gd name="connsiteY49-24544" fmla="*/ 5179288 h 6858000"/>
              <a:gd name="connsiteX50-24545" fmla="*/ 705697 w 1605470"/>
              <a:gd name="connsiteY50-24546" fmla="*/ 5173621 h 6858000"/>
              <a:gd name="connsiteX51-24547" fmla="*/ 701331 w 1605470"/>
              <a:gd name="connsiteY51-24548" fmla="*/ 5159961 h 6858000"/>
              <a:gd name="connsiteX52-24549" fmla="*/ 708008 w 1605470"/>
              <a:gd name="connsiteY52-24550" fmla="*/ 5144295 h 6858000"/>
              <a:gd name="connsiteX53-24551" fmla="*/ 704941 w 1605470"/>
              <a:gd name="connsiteY53-24552" fmla="*/ 5125185 h 6858000"/>
              <a:gd name="connsiteX54-24553" fmla="*/ 711771 w 1605470"/>
              <a:gd name="connsiteY54-24554" fmla="*/ 5121884 h 6858000"/>
              <a:gd name="connsiteX55-24555" fmla="*/ 718807 w 1605470"/>
              <a:gd name="connsiteY55-24556" fmla="*/ 5067850 h 6858000"/>
              <a:gd name="connsiteX56-24557" fmla="*/ 721538 w 1605470"/>
              <a:gd name="connsiteY56-24558" fmla="*/ 5060861 h 6858000"/>
              <a:gd name="connsiteX57-24559" fmla="*/ 718242 w 1605470"/>
              <a:gd name="connsiteY57-24560" fmla="*/ 5034192 h 6858000"/>
              <a:gd name="connsiteX58-24561" fmla="*/ 719796 w 1605470"/>
              <a:gd name="connsiteY58-24562" fmla="*/ 4993030 h 6858000"/>
              <a:gd name="connsiteX59-24563" fmla="*/ 726705 w 1605470"/>
              <a:gd name="connsiteY59-24564" fmla="*/ 4946844 h 6858000"/>
              <a:gd name="connsiteX60-24565" fmla="*/ 722561 w 1605470"/>
              <a:gd name="connsiteY60-24566" fmla="*/ 4932692 h 6858000"/>
              <a:gd name="connsiteX61-24567" fmla="*/ 724935 w 1605470"/>
              <a:gd name="connsiteY61-24568" fmla="*/ 4821504 h 6858000"/>
              <a:gd name="connsiteX62-24569" fmla="*/ 732118 w 1605470"/>
              <a:gd name="connsiteY62-24570" fmla="*/ 4801535 h 6858000"/>
              <a:gd name="connsiteX63-24571" fmla="*/ 739787 w 1605470"/>
              <a:gd name="connsiteY63-24572" fmla="*/ 4797794 h 6858000"/>
              <a:gd name="connsiteX64-24573" fmla="*/ 741081 w 1605470"/>
              <a:gd name="connsiteY64-24574" fmla="*/ 4784526 h 6858000"/>
              <a:gd name="connsiteX65-24575" fmla="*/ 742865 w 1605470"/>
              <a:gd name="connsiteY65-24576" fmla="*/ 4781211 h 6858000"/>
              <a:gd name="connsiteX66-24577" fmla="*/ 751652 w 1605470"/>
              <a:gd name="connsiteY66-24578" fmla="*/ 4761984 h 6858000"/>
              <a:gd name="connsiteX67-24579" fmla="*/ 747700 w 1605470"/>
              <a:gd name="connsiteY67-24580" fmla="*/ 4690749 h 6858000"/>
              <a:gd name="connsiteX68-24581" fmla="*/ 743180 w 1605470"/>
              <a:gd name="connsiteY68-24582" fmla="*/ 4584173 h 6858000"/>
              <a:gd name="connsiteX69-24583" fmla="*/ 738263 w 1605470"/>
              <a:gd name="connsiteY69-24584" fmla="*/ 4444346 h 6858000"/>
              <a:gd name="connsiteX70-24585" fmla="*/ 756542 w 1605470"/>
              <a:gd name="connsiteY70-24586" fmla="*/ 4350346 h 6858000"/>
              <a:gd name="connsiteX71-24587" fmla="*/ 715481 w 1605470"/>
              <a:gd name="connsiteY71-24588" fmla="*/ 4214165 h 6858000"/>
              <a:gd name="connsiteX72-24589" fmla="*/ 719554 w 1605470"/>
              <a:gd name="connsiteY72-24590" fmla="*/ 4090296 h 6858000"/>
              <a:gd name="connsiteX73-24591" fmla="*/ 704810 w 1605470"/>
              <a:gd name="connsiteY73-24592" fmla="*/ 4033999 h 6858000"/>
              <a:gd name="connsiteX74-24593" fmla="*/ 705959 w 1605470"/>
              <a:gd name="connsiteY74-24594" fmla="*/ 4031933 h 6858000"/>
              <a:gd name="connsiteX75-24595" fmla="*/ 704535 w 1605470"/>
              <a:gd name="connsiteY75-24596" fmla="*/ 4013953 h 6858000"/>
              <a:gd name="connsiteX76-24597" fmla="*/ 700443 w 1605470"/>
              <a:gd name="connsiteY76-24598" fmla="*/ 4010511 h 6858000"/>
              <a:gd name="connsiteX77-24599" fmla="*/ 698282 w 1605470"/>
              <a:gd name="connsiteY77-24600" fmla="*/ 3998331 h 6858000"/>
              <a:gd name="connsiteX78-24601" fmla="*/ 690830 w 1605470"/>
              <a:gd name="connsiteY78-24602" fmla="*/ 3974753 h 6858000"/>
              <a:gd name="connsiteX79-24603" fmla="*/ 692428 w 1605470"/>
              <a:gd name="connsiteY79-24604" fmla="*/ 3969950 h 6858000"/>
              <a:gd name="connsiteX80-24605" fmla="*/ 685850 w 1605470"/>
              <a:gd name="connsiteY80-24606" fmla="*/ 3933779 h 6858000"/>
              <a:gd name="connsiteX81-24607" fmla="*/ 687181 w 1605470"/>
              <a:gd name="connsiteY81-24608" fmla="*/ 3933093 h 6858000"/>
              <a:gd name="connsiteX82-24609" fmla="*/ 691535 w 1605470"/>
              <a:gd name="connsiteY82-24610" fmla="*/ 3922082 h 6858000"/>
              <a:gd name="connsiteX83-24611" fmla="*/ 696613 w 1605470"/>
              <a:gd name="connsiteY83-24612" fmla="*/ 3901461 h 6858000"/>
              <a:gd name="connsiteX84-24613" fmla="*/ 719207 w 1605470"/>
              <a:gd name="connsiteY84-24614" fmla="*/ 3813873 h 6858000"/>
              <a:gd name="connsiteX85-24615" fmla="*/ 718632 w 1605470"/>
              <a:gd name="connsiteY85-24616" fmla="*/ 3806161 h 6858000"/>
              <a:gd name="connsiteX86-24617" fmla="*/ 718939 w 1605470"/>
              <a:gd name="connsiteY86-24618" fmla="*/ 3805957 h 6858000"/>
              <a:gd name="connsiteX87-24619" fmla="*/ 718966 w 1605470"/>
              <a:gd name="connsiteY87-24620" fmla="*/ 3797724 h 6858000"/>
              <a:gd name="connsiteX88-24621" fmla="*/ 717581 w 1605470"/>
              <a:gd name="connsiteY88-24622" fmla="*/ 3792098 h 6858000"/>
              <a:gd name="connsiteX89-24623" fmla="*/ 716465 w 1605470"/>
              <a:gd name="connsiteY89-24624" fmla="*/ 3777135 h 6858000"/>
              <a:gd name="connsiteX90-24625" fmla="*/ 718198 w 1605470"/>
              <a:gd name="connsiteY90-24626" fmla="*/ 3771656 h 6858000"/>
              <a:gd name="connsiteX91-24627" fmla="*/ 721941 w 1605470"/>
              <a:gd name="connsiteY91-24628" fmla="*/ 3769007 h 6858000"/>
              <a:gd name="connsiteX92-24629" fmla="*/ 721407 w 1605470"/>
              <a:gd name="connsiteY92-24630" fmla="*/ 3767709 h 6858000"/>
              <a:gd name="connsiteX93-24631" fmla="*/ 730103 w 1605470"/>
              <a:gd name="connsiteY93-24632" fmla="*/ 3738082 h 6858000"/>
              <a:gd name="connsiteX94-24633" fmla="*/ 737449 w 1605470"/>
              <a:gd name="connsiteY94-24634" fmla="*/ 3673397 h 6858000"/>
              <a:gd name="connsiteX95-24635" fmla="*/ 736745 w 1605470"/>
              <a:gd name="connsiteY95-24636" fmla="*/ 3637109 h 6858000"/>
              <a:gd name="connsiteX96-24637" fmla="*/ 740188 w 1605470"/>
              <a:gd name="connsiteY96-24638" fmla="*/ 3536883 h 6858000"/>
              <a:gd name="connsiteX97-24639" fmla="*/ 747726 w 1605470"/>
              <a:gd name="connsiteY97-24640" fmla="*/ 3435652 h 6858000"/>
              <a:gd name="connsiteX98-24641" fmla="*/ 774383 w 1605470"/>
              <a:gd name="connsiteY98-24642" fmla="*/ 3381564 h 6858000"/>
              <a:gd name="connsiteX99-24643" fmla="*/ 774870 w 1605470"/>
              <a:gd name="connsiteY99-24644" fmla="*/ 3375761 h 6858000"/>
              <a:gd name="connsiteX100-24645" fmla="*/ 770510 w 1605470"/>
              <a:gd name="connsiteY100-24646" fmla="*/ 3361844 h 6858000"/>
              <a:gd name="connsiteX101-24647" fmla="*/ 767933 w 1605470"/>
              <a:gd name="connsiteY101-24648" fmla="*/ 3356929 h 6858000"/>
              <a:gd name="connsiteX102-24649" fmla="*/ 766158 w 1605470"/>
              <a:gd name="connsiteY102-24650" fmla="*/ 3349058 h 6858000"/>
              <a:gd name="connsiteX103-24651" fmla="*/ 766414 w 1605470"/>
              <a:gd name="connsiteY103-24652" fmla="*/ 3348763 h 6858000"/>
              <a:gd name="connsiteX104-24653" fmla="*/ 764166 w 1605470"/>
              <a:gd name="connsiteY104-24654" fmla="*/ 3341588 h 6858000"/>
              <a:gd name="connsiteX105-24655" fmla="*/ 749397 w 1605470"/>
              <a:gd name="connsiteY105-24656" fmla="*/ 3307769 h 6858000"/>
              <a:gd name="connsiteX106-24657" fmla="*/ 766960 w 1605470"/>
              <a:gd name="connsiteY106-24658" fmla="*/ 3250522 h 6858000"/>
              <a:gd name="connsiteX107-24659" fmla="*/ 767385 w 1605470"/>
              <a:gd name="connsiteY107-24660" fmla="*/ 3229163 h 6858000"/>
              <a:gd name="connsiteX108-24661" fmla="*/ 769208 w 1605470"/>
              <a:gd name="connsiteY108-24662" fmla="*/ 3217217 h 6858000"/>
              <a:gd name="connsiteX109-24663" fmla="*/ 770350 w 1605470"/>
              <a:gd name="connsiteY109-24664" fmla="*/ 3216125 h 6858000"/>
              <a:gd name="connsiteX110-24665" fmla="*/ 756043 w 1605470"/>
              <a:gd name="connsiteY110-24666" fmla="*/ 3183755 h 6858000"/>
              <a:gd name="connsiteX111-24667" fmla="*/ 756544 w 1605470"/>
              <a:gd name="connsiteY111-24668" fmla="*/ 3178642 h 6858000"/>
              <a:gd name="connsiteX112-24669" fmla="*/ 744144 w 1605470"/>
              <a:gd name="connsiteY112-24670" fmla="*/ 3158586 h 6858000"/>
              <a:gd name="connsiteX113-24671" fmla="*/ 739378 w 1605470"/>
              <a:gd name="connsiteY113-24672" fmla="*/ 3147669 h 6858000"/>
              <a:gd name="connsiteX114-24673" fmla="*/ 734648 w 1605470"/>
              <a:gd name="connsiteY114-24674" fmla="*/ 3145733 h 6858000"/>
              <a:gd name="connsiteX115-24675" fmla="*/ 729329 w 1605470"/>
              <a:gd name="connsiteY115-24676" fmla="*/ 3129034 h 6858000"/>
              <a:gd name="connsiteX116-24677" fmla="*/ 729994 w 1605470"/>
              <a:gd name="connsiteY116-24678" fmla="*/ 3126682 h 6858000"/>
              <a:gd name="connsiteX117-24679" fmla="*/ 720862 w 1605470"/>
              <a:gd name="connsiteY117-24680" fmla="*/ 3114519 h 6858000"/>
              <a:gd name="connsiteX118-24681" fmla="*/ 707471 w 1605470"/>
              <a:gd name="connsiteY118-24682" fmla="*/ 3106272 h 6858000"/>
              <a:gd name="connsiteX119-24683" fmla="*/ 680201 w 1605470"/>
              <a:gd name="connsiteY119-24684" fmla="*/ 2958185 h 6858000"/>
              <a:gd name="connsiteX120-24685" fmla="*/ 622815 w 1605470"/>
              <a:gd name="connsiteY120-24686" fmla="*/ 2762989 h 6858000"/>
              <a:gd name="connsiteX121-24687" fmla="*/ 571733 w 1605470"/>
              <a:gd name="connsiteY121-24688" fmla="*/ 2554718 h 6858000"/>
              <a:gd name="connsiteX122-24689" fmla="*/ 551827 w 1605470"/>
              <a:gd name="connsiteY122-24690" fmla="*/ 2485734 h 6858000"/>
              <a:gd name="connsiteX123-24691" fmla="*/ 542550 w 1605470"/>
              <a:gd name="connsiteY123-24692" fmla="*/ 2447068 h 6858000"/>
              <a:gd name="connsiteX124-24693" fmla="*/ 529511 w 1605470"/>
              <a:gd name="connsiteY124-24694" fmla="*/ 2425819 h 6858000"/>
              <a:gd name="connsiteX125-24695" fmla="*/ 528878 w 1605470"/>
              <a:gd name="connsiteY125-24696" fmla="*/ 2408971 h 6858000"/>
              <a:gd name="connsiteX126-24697" fmla="*/ 535510 w 1605470"/>
              <a:gd name="connsiteY126-24698" fmla="*/ 2402874 h 6858000"/>
              <a:gd name="connsiteX127-24699" fmla="*/ 538122 w 1605470"/>
              <a:gd name="connsiteY127-24700" fmla="*/ 2381443 h 6858000"/>
              <a:gd name="connsiteX128-24701" fmla="*/ 514451 w 1605470"/>
              <a:gd name="connsiteY128-24702" fmla="*/ 2261920 h 6858000"/>
              <a:gd name="connsiteX129-24703" fmla="*/ 486968 w 1605470"/>
              <a:gd name="connsiteY129-24704" fmla="*/ 2182937 h 6858000"/>
              <a:gd name="connsiteX130-24705" fmla="*/ 488555 w 1605470"/>
              <a:gd name="connsiteY130-24706" fmla="*/ 2155135 h 6858000"/>
              <a:gd name="connsiteX131-24707" fmla="*/ 486013 w 1605470"/>
              <a:gd name="connsiteY131-24708" fmla="*/ 2118008 h 6858000"/>
              <a:gd name="connsiteX132-24709" fmla="*/ 487006 w 1605470"/>
              <a:gd name="connsiteY132-24710" fmla="*/ 2050531 h 6858000"/>
              <a:gd name="connsiteX133-24711" fmla="*/ 478812 w 1605470"/>
              <a:gd name="connsiteY133-24712" fmla="*/ 1963269 h 6858000"/>
              <a:gd name="connsiteX134-24713" fmla="*/ 442619 w 1605470"/>
              <a:gd name="connsiteY134-24714" fmla="*/ 1910499 h 6858000"/>
              <a:gd name="connsiteX135-24715" fmla="*/ 446785 w 1605470"/>
              <a:gd name="connsiteY135-24716" fmla="*/ 1903212 h 6858000"/>
              <a:gd name="connsiteX136-24717" fmla="*/ 436547 w 1605470"/>
              <a:gd name="connsiteY136-24718" fmla="*/ 1861531 h 6858000"/>
              <a:gd name="connsiteX137-24719" fmla="*/ 390346 w 1605470"/>
              <a:gd name="connsiteY137-24720" fmla="*/ 1732919 h 6858000"/>
              <a:gd name="connsiteX138-24721" fmla="*/ 362657 w 1605470"/>
              <a:gd name="connsiteY138-24722" fmla="*/ 1663540 h 6858000"/>
              <a:gd name="connsiteX139-24723" fmla="*/ 361783 w 1605470"/>
              <a:gd name="connsiteY139-24724" fmla="*/ 1615777 h 6858000"/>
              <a:gd name="connsiteX140-24725" fmla="*/ 342578 w 1605470"/>
              <a:gd name="connsiteY140-24726" fmla="*/ 1563678 h 6858000"/>
              <a:gd name="connsiteX141-24727" fmla="*/ 355658 w 1605470"/>
              <a:gd name="connsiteY141-24728" fmla="*/ 1519474 h 6858000"/>
              <a:gd name="connsiteX142-24729" fmla="*/ 348400 w 1605470"/>
              <a:gd name="connsiteY142-24730" fmla="*/ 1477995 h 6858000"/>
              <a:gd name="connsiteX143-24731" fmla="*/ 334485 w 1605470"/>
              <a:gd name="connsiteY143-24732" fmla="*/ 1373769 h 6858000"/>
              <a:gd name="connsiteX144-24733" fmla="*/ 342792 w 1605470"/>
              <a:gd name="connsiteY144-24734" fmla="*/ 1307086 h 6858000"/>
              <a:gd name="connsiteX145-24735" fmla="*/ 343980 w 1605470"/>
              <a:gd name="connsiteY145-24736" fmla="*/ 1189033 h 6858000"/>
              <a:gd name="connsiteX146-24737" fmla="*/ 348665 w 1605470"/>
              <a:gd name="connsiteY146-24738" fmla="*/ 1168288 h 6858000"/>
              <a:gd name="connsiteX147-24739" fmla="*/ 340947 w 1605470"/>
              <a:gd name="connsiteY147-24740" fmla="*/ 1142577 h 6858000"/>
              <a:gd name="connsiteX148-24741" fmla="*/ 330253 w 1605470"/>
              <a:gd name="connsiteY148-24742" fmla="*/ 1088484 h 6858000"/>
              <a:gd name="connsiteX149-24743" fmla="*/ 318989 w 1605470"/>
              <a:gd name="connsiteY149-24744" fmla="*/ 1016103 h 6858000"/>
              <a:gd name="connsiteX150-24745" fmla="*/ 320445 w 1605470"/>
              <a:gd name="connsiteY150-24746" fmla="*/ 932283 h 6858000"/>
              <a:gd name="connsiteX151-24747" fmla="*/ 322681 w 1605470"/>
              <a:gd name="connsiteY151-24748" fmla="*/ 915925 h 6858000"/>
              <a:gd name="connsiteX152-24749" fmla="*/ 315310 w 1605470"/>
              <a:gd name="connsiteY152-24750" fmla="*/ 896999 h 6858000"/>
              <a:gd name="connsiteX153-24751" fmla="*/ 284718 w 1605470"/>
              <a:gd name="connsiteY153-24752" fmla="*/ 821517 h 6858000"/>
              <a:gd name="connsiteX154-24753" fmla="*/ 263668 w 1605470"/>
              <a:gd name="connsiteY154-24754" fmla="*/ 751353 h 6858000"/>
              <a:gd name="connsiteX155-24755" fmla="*/ 263226 w 1605470"/>
              <a:gd name="connsiteY155-24756" fmla="*/ 721230 h 6858000"/>
              <a:gd name="connsiteX156-24757" fmla="*/ 248897 w 1605470"/>
              <a:gd name="connsiteY156-24758" fmla="*/ 681659 h 6858000"/>
              <a:gd name="connsiteX157-24759" fmla="*/ 234316 w 1605470"/>
              <a:gd name="connsiteY157-24760" fmla="*/ 635218 h 6858000"/>
              <a:gd name="connsiteX158-24761" fmla="*/ 239327 w 1605470"/>
              <a:gd name="connsiteY158-24762" fmla="*/ 613763 h 6858000"/>
              <a:gd name="connsiteX159-24763" fmla="*/ 225269 w 1605470"/>
              <a:gd name="connsiteY159-24764" fmla="*/ 598582 h 6858000"/>
              <a:gd name="connsiteX160-24765" fmla="*/ 224950 w 1605470"/>
              <a:gd name="connsiteY160-24766" fmla="*/ 576846 h 6858000"/>
              <a:gd name="connsiteX161-24767" fmla="*/ 204576 w 1605470"/>
              <a:gd name="connsiteY161-24768" fmla="*/ 530055 h 6858000"/>
              <a:gd name="connsiteX162-24769" fmla="*/ 219064 w 1605470"/>
              <a:gd name="connsiteY162-24770" fmla="*/ 469651 h 6858000"/>
              <a:gd name="connsiteX163-24771" fmla="*/ 195012 w 1605470"/>
              <a:gd name="connsiteY163-24772" fmla="*/ 448559 h 6858000"/>
              <a:gd name="connsiteX164-24773" fmla="*/ 201434 w 1605470"/>
              <a:gd name="connsiteY164-24774" fmla="*/ 441529 h 6858000"/>
              <a:gd name="connsiteX165-24775" fmla="*/ 200655 w 1605470"/>
              <a:gd name="connsiteY165-24776" fmla="*/ 428927 h 6858000"/>
              <a:gd name="connsiteX166-24777" fmla="*/ 190059 w 1605470"/>
              <a:gd name="connsiteY166-24778" fmla="*/ 430161 h 6858000"/>
              <a:gd name="connsiteX167-24779" fmla="*/ 167079 w 1605470"/>
              <a:gd name="connsiteY167-24780" fmla="*/ 367211 h 6858000"/>
              <a:gd name="connsiteX168-24781" fmla="*/ 124571 w 1605470"/>
              <a:gd name="connsiteY168-24782" fmla="*/ 302178 h 6858000"/>
              <a:gd name="connsiteX169-24783" fmla="*/ 103243 w 1605470"/>
              <a:gd name="connsiteY169-24784" fmla="*/ 211375 h 6858000"/>
              <a:gd name="connsiteX170-24785" fmla="*/ 94571 w 1605470"/>
              <a:gd name="connsiteY170-24786" fmla="*/ 184179 h 6858000"/>
              <a:gd name="connsiteX171-24787" fmla="*/ 13437 w 1605470"/>
              <a:gd name="connsiteY171-24788" fmla="*/ 19287 h 6858000"/>
              <a:gd name="connsiteX172-24789" fmla="*/ 0 w 1605470"/>
              <a:gd name="connsiteY172-24790" fmla="*/ 0 h 6858000"/>
              <a:gd name="connsiteX0-24791" fmla="*/ 0 w 1605470"/>
              <a:gd name="connsiteY0-24792" fmla="*/ 0 h 6858000"/>
              <a:gd name="connsiteX1-24793" fmla="*/ 1605470 w 1605470"/>
              <a:gd name="connsiteY1-24794" fmla="*/ 0 h 6858000"/>
              <a:gd name="connsiteX2-24795" fmla="*/ 1605470 w 1605470"/>
              <a:gd name="connsiteY2-24796" fmla="*/ 6858000 h 6858000"/>
              <a:gd name="connsiteX3-24797" fmla="*/ 154105 w 1605470"/>
              <a:gd name="connsiteY3-24798" fmla="*/ 6858000 h 6858000"/>
              <a:gd name="connsiteX4-24799" fmla="*/ 154246 w 1605470"/>
              <a:gd name="connsiteY4-24800" fmla="*/ 6857735 h 6858000"/>
              <a:gd name="connsiteX5-24801" fmla="*/ 166295 w 1605470"/>
              <a:gd name="connsiteY5-24802" fmla="*/ 6809549 h 6858000"/>
              <a:gd name="connsiteX6-24803" fmla="*/ 198506 w 1605470"/>
              <a:gd name="connsiteY6-24804" fmla="*/ 6715115 h 6858000"/>
              <a:gd name="connsiteX7-24805" fmla="*/ 208357 w 1605470"/>
              <a:gd name="connsiteY7-24806" fmla="*/ 6680170 h 6858000"/>
              <a:gd name="connsiteX8-24807" fmla="*/ 233907 w 1605470"/>
              <a:gd name="connsiteY8-24808" fmla="*/ 6621207 h 6858000"/>
              <a:gd name="connsiteX9-24809" fmla="*/ 250564 w 1605470"/>
              <a:gd name="connsiteY9-24810" fmla="*/ 6596265 h 6858000"/>
              <a:gd name="connsiteX10-24811" fmla="*/ 250443 w 1605470"/>
              <a:gd name="connsiteY10-24812" fmla="*/ 6594818 h 6858000"/>
              <a:gd name="connsiteX11-24813" fmla="*/ 254688 w 1605470"/>
              <a:gd name="connsiteY11-24814" fmla="*/ 6593735 h 6858000"/>
              <a:gd name="connsiteX12-24815" fmla="*/ 257885 w 1605470"/>
              <a:gd name="connsiteY12-24816" fmla="*/ 6589172 h 6858000"/>
              <a:gd name="connsiteX13-24817" fmla="*/ 261179 w 1605470"/>
              <a:gd name="connsiteY13-24818" fmla="*/ 6574442 h 6858000"/>
              <a:gd name="connsiteX14-24819" fmla="*/ 261519 w 1605470"/>
              <a:gd name="connsiteY14-24820" fmla="*/ 6568530 h 6858000"/>
              <a:gd name="connsiteX15-24821" fmla="*/ 263928 w 1605470"/>
              <a:gd name="connsiteY15-24822" fmla="*/ 6560674 h 6858000"/>
              <a:gd name="connsiteX16-24823" fmla="*/ 264273 w 1605470"/>
              <a:gd name="connsiteY16-24824" fmla="*/ 6560598 h 6858000"/>
              <a:gd name="connsiteX17-24825" fmla="*/ 265970 w 1605470"/>
              <a:gd name="connsiteY17-24826" fmla="*/ 6553006 h 6858000"/>
              <a:gd name="connsiteX18-24827" fmla="*/ 270666 w 1605470"/>
              <a:gd name="connsiteY18-24828" fmla="*/ 6514360 h 6858000"/>
              <a:gd name="connsiteX19-24829" fmla="*/ 312320 w 1605470"/>
              <a:gd name="connsiteY19-24830" fmla="*/ 6478062 h 6858000"/>
              <a:gd name="connsiteX20-24831" fmla="*/ 323009 w 1605470"/>
              <a:gd name="connsiteY20-24832" fmla="*/ 6460325 h 6858000"/>
              <a:gd name="connsiteX21-24833" fmla="*/ 330242 w 1605470"/>
              <a:gd name="connsiteY21-24834" fmla="*/ 6451488 h 6858000"/>
              <a:gd name="connsiteX22-24835" fmla="*/ 331677 w 1605470"/>
              <a:gd name="connsiteY22-24836" fmla="*/ 6451348 h 6858000"/>
              <a:gd name="connsiteX23-24837" fmla="*/ 336035 w 1605470"/>
              <a:gd name="connsiteY23-24838" fmla="*/ 6414240 h 6858000"/>
              <a:gd name="connsiteX24-24839" fmla="*/ 338911 w 1605470"/>
              <a:gd name="connsiteY24-24840" fmla="*/ 6410269 h 6858000"/>
              <a:gd name="connsiteX25-24841" fmla="*/ 338811 w 1605470"/>
              <a:gd name="connsiteY25-24842" fmla="*/ 6384857 h 6858000"/>
              <a:gd name="connsiteX26-24843" fmla="*/ 340328 w 1605470"/>
              <a:gd name="connsiteY26-24844" fmla="*/ 6372381 h 6858000"/>
              <a:gd name="connsiteX27-24845" fmla="*/ 337522 w 1605470"/>
              <a:gd name="connsiteY27-24846" fmla="*/ 6367510 h 6858000"/>
              <a:gd name="connsiteX28-24847" fmla="*/ 341402 w 1605470"/>
              <a:gd name="connsiteY28-24848" fmla="*/ 6349778 h 6858000"/>
              <a:gd name="connsiteX29-24849" fmla="*/ 343067 w 1605470"/>
              <a:gd name="connsiteY29-24850" fmla="*/ 6348250 h 6858000"/>
              <a:gd name="connsiteX30-24851" fmla="*/ 359101 w 1605470"/>
              <a:gd name="connsiteY30-24852" fmla="*/ 6281972 h 6858000"/>
              <a:gd name="connsiteX31-24853" fmla="*/ 369864 w 1605470"/>
              <a:gd name="connsiteY31-24854" fmla="*/ 6211940 h 6858000"/>
              <a:gd name="connsiteX32-24855" fmla="*/ 411359 w 1605470"/>
              <a:gd name="connsiteY32-24856" fmla="*/ 6113913 h 6858000"/>
              <a:gd name="connsiteX33-24857" fmla="*/ 415652 w 1605470"/>
              <a:gd name="connsiteY33-24858" fmla="*/ 6028119 h 6858000"/>
              <a:gd name="connsiteX34-24859" fmla="*/ 442432 w 1605470"/>
              <a:gd name="connsiteY34-24860" fmla="*/ 5934687 h 6858000"/>
              <a:gd name="connsiteX35-24861" fmla="*/ 476444 w 1605470"/>
              <a:gd name="connsiteY35-24862" fmla="*/ 5765594 h 6858000"/>
              <a:gd name="connsiteX36-24863" fmla="*/ 508280 w 1605470"/>
              <a:gd name="connsiteY36-24864" fmla="*/ 5693685 h 6858000"/>
              <a:gd name="connsiteX37-24865" fmla="*/ 523992 w 1605470"/>
              <a:gd name="connsiteY37-24866" fmla="*/ 5619557 h 6858000"/>
              <a:gd name="connsiteX38-24867" fmla="*/ 531653 w 1605470"/>
              <a:gd name="connsiteY38-24868" fmla="*/ 5604904 h 6858000"/>
              <a:gd name="connsiteX39-24869" fmla="*/ 539863 w 1605470"/>
              <a:gd name="connsiteY39-24870" fmla="*/ 5604298 h 6858000"/>
              <a:gd name="connsiteX40-24871" fmla="*/ 552319 w 1605470"/>
              <a:gd name="connsiteY40-24872" fmla="*/ 5587997 h 6858000"/>
              <a:gd name="connsiteX41-24873" fmla="*/ 591557 w 1605470"/>
              <a:gd name="connsiteY41-24874" fmla="*/ 5476393 h 6858000"/>
              <a:gd name="connsiteX42-24875" fmla="*/ 622750 w 1605470"/>
              <a:gd name="connsiteY42-24876" fmla="*/ 5396260 h 6858000"/>
              <a:gd name="connsiteX43-24877" fmla="*/ 638731 w 1605470"/>
              <a:gd name="connsiteY43-24878" fmla="*/ 5330009 h 6858000"/>
              <a:gd name="connsiteX44-24879" fmla="*/ 672224 w 1605470"/>
              <a:gd name="connsiteY44-24880" fmla="*/ 5273739 h 6858000"/>
              <a:gd name="connsiteX45-24881" fmla="*/ 681823 w 1605470"/>
              <a:gd name="connsiteY45-24882" fmla="*/ 5241779 h 6858000"/>
              <a:gd name="connsiteX46-24883" fmla="*/ 693049 w 1605470"/>
              <a:gd name="connsiteY46-24884" fmla="*/ 5225268 h 6858000"/>
              <a:gd name="connsiteX47-24885" fmla="*/ 694069 w 1605470"/>
              <a:gd name="connsiteY47-24886" fmla="*/ 5217684 h 6858000"/>
              <a:gd name="connsiteX48-24887" fmla="*/ 701410 w 1605470"/>
              <a:gd name="connsiteY48-24888" fmla="*/ 5193377 h 6858000"/>
              <a:gd name="connsiteX49-24889" fmla="*/ 704713 w 1605470"/>
              <a:gd name="connsiteY49-24890" fmla="*/ 5179288 h 6858000"/>
              <a:gd name="connsiteX50-24891" fmla="*/ 705697 w 1605470"/>
              <a:gd name="connsiteY50-24892" fmla="*/ 5173621 h 6858000"/>
              <a:gd name="connsiteX51-24893" fmla="*/ 701331 w 1605470"/>
              <a:gd name="connsiteY51-24894" fmla="*/ 5159961 h 6858000"/>
              <a:gd name="connsiteX52-24895" fmla="*/ 708008 w 1605470"/>
              <a:gd name="connsiteY52-24896" fmla="*/ 5144295 h 6858000"/>
              <a:gd name="connsiteX53-24897" fmla="*/ 704941 w 1605470"/>
              <a:gd name="connsiteY53-24898" fmla="*/ 5125185 h 6858000"/>
              <a:gd name="connsiteX54-24899" fmla="*/ 711771 w 1605470"/>
              <a:gd name="connsiteY54-24900" fmla="*/ 5121884 h 6858000"/>
              <a:gd name="connsiteX55-24901" fmla="*/ 718807 w 1605470"/>
              <a:gd name="connsiteY55-24902" fmla="*/ 5067850 h 6858000"/>
              <a:gd name="connsiteX56-24903" fmla="*/ 721538 w 1605470"/>
              <a:gd name="connsiteY56-24904" fmla="*/ 5060861 h 6858000"/>
              <a:gd name="connsiteX57-24905" fmla="*/ 718242 w 1605470"/>
              <a:gd name="connsiteY57-24906" fmla="*/ 5034192 h 6858000"/>
              <a:gd name="connsiteX58-24907" fmla="*/ 719796 w 1605470"/>
              <a:gd name="connsiteY58-24908" fmla="*/ 4993030 h 6858000"/>
              <a:gd name="connsiteX59-24909" fmla="*/ 726705 w 1605470"/>
              <a:gd name="connsiteY59-24910" fmla="*/ 4946844 h 6858000"/>
              <a:gd name="connsiteX60-24911" fmla="*/ 722561 w 1605470"/>
              <a:gd name="connsiteY60-24912" fmla="*/ 4932692 h 6858000"/>
              <a:gd name="connsiteX61-24913" fmla="*/ 724935 w 1605470"/>
              <a:gd name="connsiteY61-24914" fmla="*/ 4821504 h 6858000"/>
              <a:gd name="connsiteX62-24915" fmla="*/ 732118 w 1605470"/>
              <a:gd name="connsiteY62-24916" fmla="*/ 4801535 h 6858000"/>
              <a:gd name="connsiteX63-24917" fmla="*/ 739787 w 1605470"/>
              <a:gd name="connsiteY63-24918" fmla="*/ 4797794 h 6858000"/>
              <a:gd name="connsiteX64-24919" fmla="*/ 741081 w 1605470"/>
              <a:gd name="connsiteY64-24920" fmla="*/ 4784526 h 6858000"/>
              <a:gd name="connsiteX65-24921" fmla="*/ 742865 w 1605470"/>
              <a:gd name="connsiteY65-24922" fmla="*/ 4781211 h 6858000"/>
              <a:gd name="connsiteX66-24923" fmla="*/ 751652 w 1605470"/>
              <a:gd name="connsiteY66-24924" fmla="*/ 4761984 h 6858000"/>
              <a:gd name="connsiteX67-24925" fmla="*/ 747700 w 1605470"/>
              <a:gd name="connsiteY67-24926" fmla="*/ 4690749 h 6858000"/>
              <a:gd name="connsiteX68-24927" fmla="*/ 743180 w 1605470"/>
              <a:gd name="connsiteY68-24928" fmla="*/ 4584173 h 6858000"/>
              <a:gd name="connsiteX69-24929" fmla="*/ 738263 w 1605470"/>
              <a:gd name="connsiteY69-24930" fmla="*/ 4444346 h 6858000"/>
              <a:gd name="connsiteX70-24931" fmla="*/ 734828 w 1605470"/>
              <a:gd name="connsiteY70-24932" fmla="*/ 4375228 h 6858000"/>
              <a:gd name="connsiteX71-24933" fmla="*/ 715481 w 1605470"/>
              <a:gd name="connsiteY71-24934" fmla="*/ 4214165 h 6858000"/>
              <a:gd name="connsiteX72-24935" fmla="*/ 719554 w 1605470"/>
              <a:gd name="connsiteY72-24936" fmla="*/ 4090296 h 6858000"/>
              <a:gd name="connsiteX73-24937" fmla="*/ 704810 w 1605470"/>
              <a:gd name="connsiteY73-24938" fmla="*/ 4033999 h 6858000"/>
              <a:gd name="connsiteX74-24939" fmla="*/ 705959 w 1605470"/>
              <a:gd name="connsiteY74-24940" fmla="*/ 4031933 h 6858000"/>
              <a:gd name="connsiteX75-24941" fmla="*/ 704535 w 1605470"/>
              <a:gd name="connsiteY75-24942" fmla="*/ 4013953 h 6858000"/>
              <a:gd name="connsiteX76-24943" fmla="*/ 700443 w 1605470"/>
              <a:gd name="connsiteY76-24944" fmla="*/ 4010511 h 6858000"/>
              <a:gd name="connsiteX77-24945" fmla="*/ 698282 w 1605470"/>
              <a:gd name="connsiteY77-24946" fmla="*/ 3998331 h 6858000"/>
              <a:gd name="connsiteX78-24947" fmla="*/ 690830 w 1605470"/>
              <a:gd name="connsiteY78-24948" fmla="*/ 3974753 h 6858000"/>
              <a:gd name="connsiteX79-24949" fmla="*/ 692428 w 1605470"/>
              <a:gd name="connsiteY79-24950" fmla="*/ 3969950 h 6858000"/>
              <a:gd name="connsiteX80-24951" fmla="*/ 685850 w 1605470"/>
              <a:gd name="connsiteY80-24952" fmla="*/ 3933779 h 6858000"/>
              <a:gd name="connsiteX81-24953" fmla="*/ 687181 w 1605470"/>
              <a:gd name="connsiteY81-24954" fmla="*/ 3933093 h 6858000"/>
              <a:gd name="connsiteX82-24955" fmla="*/ 691535 w 1605470"/>
              <a:gd name="connsiteY82-24956" fmla="*/ 3922082 h 6858000"/>
              <a:gd name="connsiteX83-24957" fmla="*/ 696613 w 1605470"/>
              <a:gd name="connsiteY83-24958" fmla="*/ 3901461 h 6858000"/>
              <a:gd name="connsiteX84-24959" fmla="*/ 719207 w 1605470"/>
              <a:gd name="connsiteY84-24960" fmla="*/ 3813873 h 6858000"/>
              <a:gd name="connsiteX85-24961" fmla="*/ 718632 w 1605470"/>
              <a:gd name="connsiteY85-24962" fmla="*/ 3806161 h 6858000"/>
              <a:gd name="connsiteX86-24963" fmla="*/ 718939 w 1605470"/>
              <a:gd name="connsiteY86-24964" fmla="*/ 3805957 h 6858000"/>
              <a:gd name="connsiteX87-24965" fmla="*/ 718966 w 1605470"/>
              <a:gd name="connsiteY87-24966" fmla="*/ 3797724 h 6858000"/>
              <a:gd name="connsiteX88-24967" fmla="*/ 717581 w 1605470"/>
              <a:gd name="connsiteY88-24968" fmla="*/ 3792098 h 6858000"/>
              <a:gd name="connsiteX89-24969" fmla="*/ 716465 w 1605470"/>
              <a:gd name="connsiteY89-24970" fmla="*/ 3777135 h 6858000"/>
              <a:gd name="connsiteX90-24971" fmla="*/ 718198 w 1605470"/>
              <a:gd name="connsiteY90-24972" fmla="*/ 3771656 h 6858000"/>
              <a:gd name="connsiteX91-24973" fmla="*/ 721941 w 1605470"/>
              <a:gd name="connsiteY91-24974" fmla="*/ 3769007 h 6858000"/>
              <a:gd name="connsiteX92-24975" fmla="*/ 721407 w 1605470"/>
              <a:gd name="connsiteY92-24976" fmla="*/ 3767709 h 6858000"/>
              <a:gd name="connsiteX93-24977" fmla="*/ 730103 w 1605470"/>
              <a:gd name="connsiteY93-24978" fmla="*/ 3738082 h 6858000"/>
              <a:gd name="connsiteX94-24979" fmla="*/ 737449 w 1605470"/>
              <a:gd name="connsiteY94-24980" fmla="*/ 3673397 h 6858000"/>
              <a:gd name="connsiteX95-24981" fmla="*/ 736745 w 1605470"/>
              <a:gd name="connsiteY95-24982" fmla="*/ 3637109 h 6858000"/>
              <a:gd name="connsiteX96-24983" fmla="*/ 740188 w 1605470"/>
              <a:gd name="connsiteY96-24984" fmla="*/ 3536883 h 6858000"/>
              <a:gd name="connsiteX97-24985" fmla="*/ 747726 w 1605470"/>
              <a:gd name="connsiteY97-24986" fmla="*/ 3435652 h 6858000"/>
              <a:gd name="connsiteX98-24987" fmla="*/ 774383 w 1605470"/>
              <a:gd name="connsiteY98-24988" fmla="*/ 3381564 h 6858000"/>
              <a:gd name="connsiteX99-24989" fmla="*/ 774870 w 1605470"/>
              <a:gd name="connsiteY99-24990" fmla="*/ 3375761 h 6858000"/>
              <a:gd name="connsiteX100-24991" fmla="*/ 770510 w 1605470"/>
              <a:gd name="connsiteY100-24992" fmla="*/ 3361844 h 6858000"/>
              <a:gd name="connsiteX101-24993" fmla="*/ 767933 w 1605470"/>
              <a:gd name="connsiteY101-24994" fmla="*/ 3356929 h 6858000"/>
              <a:gd name="connsiteX102-24995" fmla="*/ 766158 w 1605470"/>
              <a:gd name="connsiteY102-24996" fmla="*/ 3349058 h 6858000"/>
              <a:gd name="connsiteX103-24997" fmla="*/ 766414 w 1605470"/>
              <a:gd name="connsiteY103-24998" fmla="*/ 3348763 h 6858000"/>
              <a:gd name="connsiteX104-24999" fmla="*/ 764166 w 1605470"/>
              <a:gd name="connsiteY104-25000" fmla="*/ 3341588 h 6858000"/>
              <a:gd name="connsiteX105-25001" fmla="*/ 749397 w 1605470"/>
              <a:gd name="connsiteY105-25002" fmla="*/ 3307769 h 6858000"/>
              <a:gd name="connsiteX106-25003" fmla="*/ 766960 w 1605470"/>
              <a:gd name="connsiteY106-25004" fmla="*/ 3250522 h 6858000"/>
              <a:gd name="connsiteX107-25005" fmla="*/ 767385 w 1605470"/>
              <a:gd name="connsiteY107-25006" fmla="*/ 3229163 h 6858000"/>
              <a:gd name="connsiteX108-25007" fmla="*/ 769208 w 1605470"/>
              <a:gd name="connsiteY108-25008" fmla="*/ 3217217 h 6858000"/>
              <a:gd name="connsiteX109-25009" fmla="*/ 770350 w 1605470"/>
              <a:gd name="connsiteY109-25010" fmla="*/ 3216125 h 6858000"/>
              <a:gd name="connsiteX110-25011" fmla="*/ 756043 w 1605470"/>
              <a:gd name="connsiteY110-25012" fmla="*/ 3183755 h 6858000"/>
              <a:gd name="connsiteX111-25013" fmla="*/ 756544 w 1605470"/>
              <a:gd name="connsiteY111-25014" fmla="*/ 3178642 h 6858000"/>
              <a:gd name="connsiteX112-25015" fmla="*/ 744144 w 1605470"/>
              <a:gd name="connsiteY112-25016" fmla="*/ 3158586 h 6858000"/>
              <a:gd name="connsiteX113-25017" fmla="*/ 739378 w 1605470"/>
              <a:gd name="connsiteY113-25018" fmla="*/ 3147669 h 6858000"/>
              <a:gd name="connsiteX114-25019" fmla="*/ 734648 w 1605470"/>
              <a:gd name="connsiteY114-25020" fmla="*/ 3145733 h 6858000"/>
              <a:gd name="connsiteX115-25021" fmla="*/ 729329 w 1605470"/>
              <a:gd name="connsiteY115-25022" fmla="*/ 3129034 h 6858000"/>
              <a:gd name="connsiteX116-25023" fmla="*/ 729994 w 1605470"/>
              <a:gd name="connsiteY116-25024" fmla="*/ 3126682 h 6858000"/>
              <a:gd name="connsiteX117-25025" fmla="*/ 720862 w 1605470"/>
              <a:gd name="connsiteY117-25026" fmla="*/ 3114519 h 6858000"/>
              <a:gd name="connsiteX118-25027" fmla="*/ 707471 w 1605470"/>
              <a:gd name="connsiteY118-25028" fmla="*/ 3106272 h 6858000"/>
              <a:gd name="connsiteX119-25029" fmla="*/ 680201 w 1605470"/>
              <a:gd name="connsiteY119-25030" fmla="*/ 2958185 h 6858000"/>
              <a:gd name="connsiteX120-25031" fmla="*/ 622815 w 1605470"/>
              <a:gd name="connsiteY120-25032" fmla="*/ 2762989 h 6858000"/>
              <a:gd name="connsiteX121-25033" fmla="*/ 571733 w 1605470"/>
              <a:gd name="connsiteY121-25034" fmla="*/ 2554718 h 6858000"/>
              <a:gd name="connsiteX122-25035" fmla="*/ 551827 w 1605470"/>
              <a:gd name="connsiteY122-25036" fmla="*/ 2485734 h 6858000"/>
              <a:gd name="connsiteX123-25037" fmla="*/ 542550 w 1605470"/>
              <a:gd name="connsiteY123-25038" fmla="*/ 2447068 h 6858000"/>
              <a:gd name="connsiteX124-25039" fmla="*/ 529511 w 1605470"/>
              <a:gd name="connsiteY124-25040" fmla="*/ 2425819 h 6858000"/>
              <a:gd name="connsiteX125-25041" fmla="*/ 528878 w 1605470"/>
              <a:gd name="connsiteY125-25042" fmla="*/ 2408971 h 6858000"/>
              <a:gd name="connsiteX126-25043" fmla="*/ 535510 w 1605470"/>
              <a:gd name="connsiteY126-25044" fmla="*/ 2402874 h 6858000"/>
              <a:gd name="connsiteX127-25045" fmla="*/ 538122 w 1605470"/>
              <a:gd name="connsiteY127-25046" fmla="*/ 2381443 h 6858000"/>
              <a:gd name="connsiteX128-25047" fmla="*/ 514451 w 1605470"/>
              <a:gd name="connsiteY128-25048" fmla="*/ 2261920 h 6858000"/>
              <a:gd name="connsiteX129-25049" fmla="*/ 486968 w 1605470"/>
              <a:gd name="connsiteY129-25050" fmla="*/ 2182937 h 6858000"/>
              <a:gd name="connsiteX130-25051" fmla="*/ 488555 w 1605470"/>
              <a:gd name="connsiteY130-25052" fmla="*/ 2155135 h 6858000"/>
              <a:gd name="connsiteX131-25053" fmla="*/ 486013 w 1605470"/>
              <a:gd name="connsiteY131-25054" fmla="*/ 2118008 h 6858000"/>
              <a:gd name="connsiteX132-25055" fmla="*/ 487006 w 1605470"/>
              <a:gd name="connsiteY132-25056" fmla="*/ 2050531 h 6858000"/>
              <a:gd name="connsiteX133-25057" fmla="*/ 478812 w 1605470"/>
              <a:gd name="connsiteY133-25058" fmla="*/ 1963269 h 6858000"/>
              <a:gd name="connsiteX134-25059" fmla="*/ 442619 w 1605470"/>
              <a:gd name="connsiteY134-25060" fmla="*/ 1910499 h 6858000"/>
              <a:gd name="connsiteX135-25061" fmla="*/ 446785 w 1605470"/>
              <a:gd name="connsiteY135-25062" fmla="*/ 1903212 h 6858000"/>
              <a:gd name="connsiteX136-25063" fmla="*/ 436547 w 1605470"/>
              <a:gd name="connsiteY136-25064" fmla="*/ 1861531 h 6858000"/>
              <a:gd name="connsiteX137-25065" fmla="*/ 390346 w 1605470"/>
              <a:gd name="connsiteY137-25066" fmla="*/ 1732919 h 6858000"/>
              <a:gd name="connsiteX138-25067" fmla="*/ 362657 w 1605470"/>
              <a:gd name="connsiteY138-25068" fmla="*/ 1663540 h 6858000"/>
              <a:gd name="connsiteX139-25069" fmla="*/ 361783 w 1605470"/>
              <a:gd name="connsiteY139-25070" fmla="*/ 1615777 h 6858000"/>
              <a:gd name="connsiteX140-25071" fmla="*/ 342578 w 1605470"/>
              <a:gd name="connsiteY140-25072" fmla="*/ 1563678 h 6858000"/>
              <a:gd name="connsiteX141-25073" fmla="*/ 355658 w 1605470"/>
              <a:gd name="connsiteY141-25074" fmla="*/ 1519474 h 6858000"/>
              <a:gd name="connsiteX142-25075" fmla="*/ 348400 w 1605470"/>
              <a:gd name="connsiteY142-25076" fmla="*/ 1477995 h 6858000"/>
              <a:gd name="connsiteX143-25077" fmla="*/ 334485 w 1605470"/>
              <a:gd name="connsiteY143-25078" fmla="*/ 1373769 h 6858000"/>
              <a:gd name="connsiteX144-25079" fmla="*/ 342792 w 1605470"/>
              <a:gd name="connsiteY144-25080" fmla="*/ 1307086 h 6858000"/>
              <a:gd name="connsiteX145-25081" fmla="*/ 343980 w 1605470"/>
              <a:gd name="connsiteY145-25082" fmla="*/ 1189033 h 6858000"/>
              <a:gd name="connsiteX146-25083" fmla="*/ 348665 w 1605470"/>
              <a:gd name="connsiteY146-25084" fmla="*/ 1168288 h 6858000"/>
              <a:gd name="connsiteX147-25085" fmla="*/ 340947 w 1605470"/>
              <a:gd name="connsiteY147-25086" fmla="*/ 1142577 h 6858000"/>
              <a:gd name="connsiteX148-25087" fmla="*/ 330253 w 1605470"/>
              <a:gd name="connsiteY148-25088" fmla="*/ 1088484 h 6858000"/>
              <a:gd name="connsiteX149-25089" fmla="*/ 318989 w 1605470"/>
              <a:gd name="connsiteY149-25090" fmla="*/ 1016103 h 6858000"/>
              <a:gd name="connsiteX150-25091" fmla="*/ 320445 w 1605470"/>
              <a:gd name="connsiteY150-25092" fmla="*/ 932283 h 6858000"/>
              <a:gd name="connsiteX151-25093" fmla="*/ 322681 w 1605470"/>
              <a:gd name="connsiteY151-25094" fmla="*/ 915925 h 6858000"/>
              <a:gd name="connsiteX152-25095" fmla="*/ 315310 w 1605470"/>
              <a:gd name="connsiteY152-25096" fmla="*/ 896999 h 6858000"/>
              <a:gd name="connsiteX153-25097" fmla="*/ 284718 w 1605470"/>
              <a:gd name="connsiteY153-25098" fmla="*/ 821517 h 6858000"/>
              <a:gd name="connsiteX154-25099" fmla="*/ 263668 w 1605470"/>
              <a:gd name="connsiteY154-25100" fmla="*/ 751353 h 6858000"/>
              <a:gd name="connsiteX155-25101" fmla="*/ 263226 w 1605470"/>
              <a:gd name="connsiteY155-25102" fmla="*/ 721230 h 6858000"/>
              <a:gd name="connsiteX156-25103" fmla="*/ 248897 w 1605470"/>
              <a:gd name="connsiteY156-25104" fmla="*/ 681659 h 6858000"/>
              <a:gd name="connsiteX157-25105" fmla="*/ 234316 w 1605470"/>
              <a:gd name="connsiteY157-25106" fmla="*/ 635218 h 6858000"/>
              <a:gd name="connsiteX158-25107" fmla="*/ 239327 w 1605470"/>
              <a:gd name="connsiteY158-25108" fmla="*/ 613763 h 6858000"/>
              <a:gd name="connsiteX159-25109" fmla="*/ 225269 w 1605470"/>
              <a:gd name="connsiteY159-25110" fmla="*/ 598582 h 6858000"/>
              <a:gd name="connsiteX160-25111" fmla="*/ 224950 w 1605470"/>
              <a:gd name="connsiteY160-25112" fmla="*/ 576846 h 6858000"/>
              <a:gd name="connsiteX161-25113" fmla="*/ 204576 w 1605470"/>
              <a:gd name="connsiteY161-25114" fmla="*/ 530055 h 6858000"/>
              <a:gd name="connsiteX162-25115" fmla="*/ 219064 w 1605470"/>
              <a:gd name="connsiteY162-25116" fmla="*/ 469651 h 6858000"/>
              <a:gd name="connsiteX163-25117" fmla="*/ 195012 w 1605470"/>
              <a:gd name="connsiteY163-25118" fmla="*/ 448559 h 6858000"/>
              <a:gd name="connsiteX164-25119" fmla="*/ 201434 w 1605470"/>
              <a:gd name="connsiteY164-25120" fmla="*/ 441529 h 6858000"/>
              <a:gd name="connsiteX165-25121" fmla="*/ 200655 w 1605470"/>
              <a:gd name="connsiteY165-25122" fmla="*/ 428927 h 6858000"/>
              <a:gd name="connsiteX166-25123" fmla="*/ 190059 w 1605470"/>
              <a:gd name="connsiteY166-25124" fmla="*/ 430161 h 6858000"/>
              <a:gd name="connsiteX167-25125" fmla="*/ 167079 w 1605470"/>
              <a:gd name="connsiteY167-25126" fmla="*/ 367211 h 6858000"/>
              <a:gd name="connsiteX168-25127" fmla="*/ 124571 w 1605470"/>
              <a:gd name="connsiteY168-25128" fmla="*/ 302178 h 6858000"/>
              <a:gd name="connsiteX169-25129" fmla="*/ 103243 w 1605470"/>
              <a:gd name="connsiteY169-25130" fmla="*/ 211375 h 6858000"/>
              <a:gd name="connsiteX170-25131" fmla="*/ 94571 w 1605470"/>
              <a:gd name="connsiteY170-25132" fmla="*/ 184179 h 6858000"/>
              <a:gd name="connsiteX171-25133" fmla="*/ 13437 w 1605470"/>
              <a:gd name="connsiteY171-25134" fmla="*/ 19287 h 6858000"/>
              <a:gd name="connsiteX172-25135" fmla="*/ 0 w 1605470"/>
              <a:gd name="connsiteY172-25136" fmla="*/ 0 h 6858000"/>
              <a:gd name="connsiteX0-25137" fmla="*/ 0 w 1605470"/>
              <a:gd name="connsiteY0-25138" fmla="*/ 0 h 6858000"/>
              <a:gd name="connsiteX1-25139" fmla="*/ 1605470 w 1605470"/>
              <a:gd name="connsiteY1-25140" fmla="*/ 0 h 6858000"/>
              <a:gd name="connsiteX2-25141" fmla="*/ 1605470 w 1605470"/>
              <a:gd name="connsiteY2-25142" fmla="*/ 6858000 h 6858000"/>
              <a:gd name="connsiteX3-25143" fmla="*/ 154105 w 1605470"/>
              <a:gd name="connsiteY3-25144" fmla="*/ 6858000 h 6858000"/>
              <a:gd name="connsiteX4-25145" fmla="*/ 154246 w 1605470"/>
              <a:gd name="connsiteY4-25146" fmla="*/ 6857735 h 6858000"/>
              <a:gd name="connsiteX5-25147" fmla="*/ 166295 w 1605470"/>
              <a:gd name="connsiteY5-25148" fmla="*/ 6809549 h 6858000"/>
              <a:gd name="connsiteX6-25149" fmla="*/ 198506 w 1605470"/>
              <a:gd name="connsiteY6-25150" fmla="*/ 6715115 h 6858000"/>
              <a:gd name="connsiteX7-25151" fmla="*/ 208357 w 1605470"/>
              <a:gd name="connsiteY7-25152" fmla="*/ 6680170 h 6858000"/>
              <a:gd name="connsiteX8-25153" fmla="*/ 233907 w 1605470"/>
              <a:gd name="connsiteY8-25154" fmla="*/ 6621207 h 6858000"/>
              <a:gd name="connsiteX9-25155" fmla="*/ 250564 w 1605470"/>
              <a:gd name="connsiteY9-25156" fmla="*/ 6596265 h 6858000"/>
              <a:gd name="connsiteX10-25157" fmla="*/ 250443 w 1605470"/>
              <a:gd name="connsiteY10-25158" fmla="*/ 6594818 h 6858000"/>
              <a:gd name="connsiteX11-25159" fmla="*/ 254688 w 1605470"/>
              <a:gd name="connsiteY11-25160" fmla="*/ 6593735 h 6858000"/>
              <a:gd name="connsiteX12-25161" fmla="*/ 257885 w 1605470"/>
              <a:gd name="connsiteY12-25162" fmla="*/ 6589172 h 6858000"/>
              <a:gd name="connsiteX13-25163" fmla="*/ 261179 w 1605470"/>
              <a:gd name="connsiteY13-25164" fmla="*/ 6574442 h 6858000"/>
              <a:gd name="connsiteX14-25165" fmla="*/ 261519 w 1605470"/>
              <a:gd name="connsiteY14-25166" fmla="*/ 6568530 h 6858000"/>
              <a:gd name="connsiteX15-25167" fmla="*/ 263928 w 1605470"/>
              <a:gd name="connsiteY15-25168" fmla="*/ 6560674 h 6858000"/>
              <a:gd name="connsiteX16-25169" fmla="*/ 264273 w 1605470"/>
              <a:gd name="connsiteY16-25170" fmla="*/ 6560598 h 6858000"/>
              <a:gd name="connsiteX17-25171" fmla="*/ 265970 w 1605470"/>
              <a:gd name="connsiteY17-25172" fmla="*/ 6553006 h 6858000"/>
              <a:gd name="connsiteX18-25173" fmla="*/ 270666 w 1605470"/>
              <a:gd name="connsiteY18-25174" fmla="*/ 6514360 h 6858000"/>
              <a:gd name="connsiteX19-25175" fmla="*/ 312320 w 1605470"/>
              <a:gd name="connsiteY19-25176" fmla="*/ 6478062 h 6858000"/>
              <a:gd name="connsiteX20-25177" fmla="*/ 323009 w 1605470"/>
              <a:gd name="connsiteY20-25178" fmla="*/ 6460325 h 6858000"/>
              <a:gd name="connsiteX21-25179" fmla="*/ 330242 w 1605470"/>
              <a:gd name="connsiteY21-25180" fmla="*/ 6451488 h 6858000"/>
              <a:gd name="connsiteX22-25181" fmla="*/ 331677 w 1605470"/>
              <a:gd name="connsiteY22-25182" fmla="*/ 6451348 h 6858000"/>
              <a:gd name="connsiteX23-25183" fmla="*/ 336035 w 1605470"/>
              <a:gd name="connsiteY23-25184" fmla="*/ 6414240 h 6858000"/>
              <a:gd name="connsiteX24-25185" fmla="*/ 338911 w 1605470"/>
              <a:gd name="connsiteY24-25186" fmla="*/ 6410269 h 6858000"/>
              <a:gd name="connsiteX25-25187" fmla="*/ 338811 w 1605470"/>
              <a:gd name="connsiteY25-25188" fmla="*/ 6384857 h 6858000"/>
              <a:gd name="connsiteX26-25189" fmla="*/ 340328 w 1605470"/>
              <a:gd name="connsiteY26-25190" fmla="*/ 6372381 h 6858000"/>
              <a:gd name="connsiteX27-25191" fmla="*/ 337522 w 1605470"/>
              <a:gd name="connsiteY27-25192" fmla="*/ 6367510 h 6858000"/>
              <a:gd name="connsiteX28-25193" fmla="*/ 341402 w 1605470"/>
              <a:gd name="connsiteY28-25194" fmla="*/ 6349778 h 6858000"/>
              <a:gd name="connsiteX29-25195" fmla="*/ 343067 w 1605470"/>
              <a:gd name="connsiteY29-25196" fmla="*/ 6348250 h 6858000"/>
              <a:gd name="connsiteX30-25197" fmla="*/ 359101 w 1605470"/>
              <a:gd name="connsiteY30-25198" fmla="*/ 6281972 h 6858000"/>
              <a:gd name="connsiteX31-25199" fmla="*/ 369864 w 1605470"/>
              <a:gd name="connsiteY31-25200" fmla="*/ 6211940 h 6858000"/>
              <a:gd name="connsiteX32-25201" fmla="*/ 411359 w 1605470"/>
              <a:gd name="connsiteY32-25202" fmla="*/ 6113913 h 6858000"/>
              <a:gd name="connsiteX33-25203" fmla="*/ 415652 w 1605470"/>
              <a:gd name="connsiteY33-25204" fmla="*/ 6028119 h 6858000"/>
              <a:gd name="connsiteX34-25205" fmla="*/ 442432 w 1605470"/>
              <a:gd name="connsiteY34-25206" fmla="*/ 5934687 h 6858000"/>
              <a:gd name="connsiteX35-25207" fmla="*/ 476444 w 1605470"/>
              <a:gd name="connsiteY35-25208" fmla="*/ 5765594 h 6858000"/>
              <a:gd name="connsiteX36-25209" fmla="*/ 508280 w 1605470"/>
              <a:gd name="connsiteY36-25210" fmla="*/ 5693685 h 6858000"/>
              <a:gd name="connsiteX37-25211" fmla="*/ 523992 w 1605470"/>
              <a:gd name="connsiteY37-25212" fmla="*/ 5619557 h 6858000"/>
              <a:gd name="connsiteX38-25213" fmla="*/ 531653 w 1605470"/>
              <a:gd name="connsiteY38-25214" fmla="*/ 5604904 h 6858000"/>
              <a:gd name="connsiteX39-25215" fmla="*/ 539863 w 1605470"/>
              <a:gd name="connsiteY39-25216" fmla="*/ 5604298 h 6858000"/>
              <a:gd name="connsiteX40-25217" fmla="*/ 552319 w 1605470"/>
              <a:gd name="connsiteY40-25218" fmla="*/ 5587997 h 6858000"/>
              <a:gd name="connsiteX41-25219" fmla="*/ 591557 w 1605470"/>
              <a:gd name="connsiteY41-25220" fmla="*/ 5476393 h 6858000"/>
              <a:gd name="connsiteX42-25221" fmla="*/ 622750 w 1605470"/>
              <a:gd name="connsiteY42-25222" fmla="*/ 5396260 h 6858000"/>
              <a:gd name="connsiteX43-25223" fmla="*/ 638731 w 1605470"/>
              <a:gd name="connsiteY43-25224" fmla="*/ 5330009 h 6858000"/>
              <a:gd name="connsiteX44-25225" fmla="*/ 672224 w 1605470"/>
              <a:gd name="connsiteY44-25226" fmla="*/ 5273739 h 6858000"/>
              <a:gd name="connsiteX45-25227" fmla="*/ 681823 w 1605470"/>
              <a:gd name="connsiteY45-25228" fmla="*/ 5241779 h 6858000"/>
              <a:gd name="connsiteX46-25229" fmla="*/ 693049 w 1605470"/>
              <a:gd name="connsiteY46-25230" fmla="*/ 5225268 h 6858000"/>
              <a:gd name="connsiteX47-25231" fmla="*/ 694069 w 1605470"/>
              <a:gd name="connsiteY47-25232" fmla="*/ 5217684 h 6858000"/>
              <a:gd name="connsiteX48-25233" fmla="*/ 701410 w 1605470"/>
              <a:gd name="connsiteY48-25234" fmla="*/ 5193377 h 6858000"/>
              <a:gd name="connsiteX49-25235" fmla="*/ 704713 w 1605470"/>
              <a:gd name="connsiteY49-25236" fmla="*/ 5179288 h 6858000"/>
              <a:gd name="connsiteX50-25237" fmla="*/ 705697 w 1605470"/>
              <a:gd name="connsiteY50-25238" fmla="*/ 5173621 h 6858000"/>
              <a:gd name="connsiteX51-25239" fmla="*/ 701331 w 1605470"/>
              <a:gd name="connsiteY51-25240" fmla="*/ 5159961 h 6858000"/>
              <a:gd name="connsiteX52-25241" fmla="*/ 708008 w 1605470"/>
              <a:gd name="connsiteY52-25242" fmla="*/ 5144295 h 6858000"/>
              <a:gd name="connsiteX53-25243" fmla="*/ 704941 w 1605470"/>
              <a:gd name="connsiteY53-25244" fmla="*/ 5125185 h 6858000"/>
              <a:gd name="connsiteX54-25245" fmla="*/ 711771 w 1605470"/>
              <a:gd name="connsiteY54-25246" fmla="*/ 5121884 h 6858000"/>
              <a:gd name="connsiteX55-25247" fmla="*/ 718807 w 1605470"/>
              <a:gd name="connsiteY55-25248" fmla="*/ 5067850 h 6858000"/>
              <a:gd name="connsiteX56-25249" fmla="*/ 721538 w 1605470"/>
              <a:gd name="connsiteY56-25250" fmla="*/ 5060861 h 6858000"/>
              <a:gd name="connsiteX57-25251" fmla="*/ 718242 w 1605470"/>
              <a:gd name="connsiteY57-25252" fmla="*/ 5034192 h 6858000"/>
              <a:gd name="connsiteX58-25253" fmla="*/ 719796 w 1605470"/>
              <a:gd name="connsiteY58-25254" fmla="*/ 4993030 h 6858000"/>
              <a:gd name="connsiteX59-25255" fmla="*/ 726705 w 1605470"/>
              <a:gd name="connsiteY59-25256" fmla="*/ 4946844 h 6858000"/>
              <a:gd name="connsiteX60-25257" fmla="*/ 722561 w 1605470"/>
              <a:gd name="connsiteY60-25258" fmla="*/ 4932692 h 6858000"/>
              <a:gd name="connsiteX61-25259" fmla="*/ 724935 w 1605470"/>
              <a:gd name="connsiteY61-25260" fmla="*/ 4821504 h 6858000"/>
              <a:gd name="connsiteX62-25261" fmla="*/ 732118 w 1605470"/>
              <a:gd name="connsiteY62-25262" fmla="*/ 4801535 h 6858000"/>
              <a:gd name="connsiteX63-25263" fmla="*/ 739787 w 1605470"/>
              <a:gd name="connsiteY63-25264" fmla="*/ 4797794 h 6858000"/>
              <a:gd name="connsiteX64-25265" fmla="*/ 741081 w 1605470"/>
              <a:gd name="connsiteY64-25266" fmla="*/ 4784526 h 6858000"/>
              <a:gd name="connsiteX65-25267" fmla="*/ 742865 w 1605470"/>
              <a:gd name="connsiteY65-25268" fmla="*/ 4781211 h 6858000"/>
              <a:gd name="connsiteX66-25269" fmla="*/ 751652 w 1605470"/>
              <a:gd name="connsiteY66-25270" fmla="*/ 4761984 h 6858000"/>
              <a:gd name="connsiteX67-25271" fmla="*/ 747700 w 1605470"/>
              <a:gd name="connsiteY67-25272" fmla="*/ 4690749 h 6858000"/>
              <a:gd name="connsiteX68-25273" fmla="*/ 743180 w 1605470"/>
              <a:gd name="connsiteY68-25274" fmla="*/ 4584173 h 6858000"/>
              <a:gd name="connsiteX69-25275" fmla="*/ 738263 w 1605470"/>
              <a:gd name="connsiteY69-25276" fmla="*/ 4444346 h 6858000"/>
              <a:gd name="connsiteX70-25277" fmla="*/ 734828 w 1605470"/>
              <a:gd name="connsiteY70-25278" fmla="*/ 4375228 h 6858000"/>
              <a:gd name="connsiteX71-25279" fmla="*/ 715481 w 1605470"/>
              <a:gd name="connsiteY71-25280" fmla="*/ 4214165 h 6858000"/>
              <a:gd name="connsiteX72-25281" fmla="*/ 719554 w 1605470"/>
              <a:gd name="connsiteY72-25282" fmla="*/ 4090296 h 6858000"/>
              <a:gd name="connsiteX73-25283" fmla="*/ 704810 w 1605470"/>
              <a:gd name="connsiteY73-25284" fmla="*/ 4033999 h 6858000"/>
              <a:gd name="connsiteX74-25285" fmla="*/ 705959 w 1605470"/>
              <a:gd name="connsiteY74-25286" fmla="*/ 4031933 h 6858000"/>
              <a:gd name="connsiteX75-25287" fmla="*/ 704535 w 1605470"/>
              <a:gd name="connsiteY75-25288" fmla="*/ 4013953 h 6858000"/>
              <a:gd name="connsiteX76-25289" fmla="*/ 700443 w 1605470"/>
              <a:gd name="connsiteY76-25290" fmla="*/ 4010511 h 6858000"/>
              <a:gd name="connsiteX77-25291" fmla="*/ 698282 w 1605470"/>
              <a:gd name="connsiteY77-25292" fmla="*/ 3998331 h 6858000"/>
              <a:gd name="connsiteX78-25293" fmla="*/ 690830 w 1605470"/>
              <a:gd name="connsiteY78-25294" fmla="*/ 3974753 h 6858000"/>
              <a:gd name="connsiteX79-25295" fmla="*/ 692428 w 1605470"/>
              <a:gd name="connsiteY79-25296" fmla="*/ 3969950 h 6858000"/>
              <a:gd name="connsiteX80-25297" fmla="*/ 685850 w 1605470"/>
              <a:gd name="connsiteY80-25298" fmla="*/ 3933779 h 6858000"/>
              <a:gd name="connsiteX81-25299" fmla="*/ 687181 w 1605470"/>
              <a:gd name="connsiteY81-25300" fmla="*/ 3933093 h 6858000"/>
              <a:gd name="connsiteX82-25301" fmla="*/ 691535 w 1605470"/>
              <a:gd name="connsiteY82-25302" fmla="*/ 3922082 h 6858000"/>
              <a:gd name="connsiteX83-25303" fmla="*/ 696613 w 1605470"/>
              <a:gd name="connsiteY83-25304" fmla="*/ 3901461 h 6858000"/>
              <a:gd name="connsiteX84-25305" fmla="*/ 719207 w 1605470"/>
              <a:gd name="connsiteY84-25306" fmla="*/ 3813873 h 6858000"/>
              <a:gd name="connsiteX85-25307" fmla="*/ 718632 w 1605470"/>
              <a:gd name="connsiteY85-25308" fmla="*/ 3806161 h 6858000"/>
              <a:gd name="connsiteX86-25309" fmla="*/ 718939 w 1605470"/>
              <a:gd name="connsiteY86-25310" fmla="*/ 3805957 h 6858000"/>
              <a:gd name="connsiteX87-25311" fmla="*/ 718966 w 1605470"/>
              <a:gd name="connsiteY87-25312" fmla="*/ 3797724 h 6858000"/>
              <a:gd name="connsiteX88-25313" fmla="*/ 717581 w 1605470"/>
              <a:gd name="connsiteY88-25314" fmla="*/ 3792098 h 6858000"/>
              <a:gd name="connsiteX89-25315" fmla="*/ 716465 w 1605470"/>
              <a:gd name="connsiteY89-25316" fmla="*/ 3777135 h 6858000"/>
              <a:gd name="connsiteX90-25317" fmla="*/ 718198 w 1605470"/>
              <a:gd name="connsiteY90-25318" fmla="*/ 3771656 h 6858000"/>
              <a:gd name="connsiteX91-25319" fmla="*/ 721941 w 1605470"/>
              <a:gd name="connsiteY91-25320" fmla="*/ 3769007 h 6858000"/>
              <a:gd name="connsiteX92-25321" fmla="*/ 721407 w 1605470"/>
              <a:gd name="connsiteY92-25322" fmla="*/ 3767709 h 6858000"/>
              <a:gd name="connsiteX93-25323" fmla="*/ 730103 w 1605470"/>
              <a:gd name="connsiteY93-25324" fmla="*/ 3738082 h 6858000"/>
              <a:gd name="connsiteX94-25325" fmla="*/ 737449 w 1605470"/>
              <a:gd name="connsiteY94-25326" fmla="*/ 3673397 h 6858000"/>
              <a:gd name="connsiteX95-25327" fmla="*/ 736745 w 1605470"/>
              <a:gd name="connsiteY95-25328" fmla="*/ 3637109 h 6858000"/>
              <a:gd name="connsiteX96-25329" fmla="*/ 740188 w 1605470"/>
              <a:gd name="connsiteY96-25330" fmla="*/ 3536883 h 6858000"/>
              <a:gd name="connsiteX97-25331" fmla="*/ 747726 w 1605470"/>
              <a:gd name="connsiteY97-25332" fmla="*/ 3435652 h 6858000"/>
              <a:gd name="connsiteX98-25333" fmla="*/ 774383 w 1605470"/>
              <a:gd name="connsiteY98-25334" fmla="*/ 3381564 h 6858000"/>
              <a:gd name="connsiteX99-25335" fmla="*/ 774870 w 1605470"/>
              <a:gd name="connsiteY99-25336" fmla="*/ 3375761 h 6858000"/>
              <a:gd name="connsiteX100-25337" fmla="*/ 770510 w 1605470"/>
              <a:gd name="connsiteY100-25338" fmla="*/ 3361844 h 6858000"/>
              <a:gd name="connsiteX101-25339" fmla="*/ 767933 w 1605470"/>
              <a:gd name="connsiteY101-25340" fmla="*/ 3356929 h 6858000"/>
              <a:gd name="connsiteX102-25341" fmla="*/ 766158 w 1605470"/>
              <a:gd name="connsiteY102-25342" fmla="*/ 3349058 h 6858000"/>
              <a:gd name="connsiteX103-25343" fmla="*/ 766414 w 1605470"/>
              <a:gd name="connsiteY103-25344" fmla="*/ 3348763 h 6858000"/>
              <a:gd name="connsiteX104-25345" fmla="*/ 764166 w 1605470"/>
              <a:gd name="connsiteY104-25346" fmla="*/ 3341588 h 6858000"/>
              <a:gd name="connsiteX105-25347" fmla="*/ 749397 w 1605470"/>
              <a:gd name="connsiteY105-25348" fmla="*/ 3307769 h 6858000"/>
              <a:gd name="connsiteX106-25349" fmla="*/ 766960 w 1605470"/>
              <a:gd name="connsiteY106-25350" fmla="*/ 3250522 h 6858000"/>
              <a:gd name="connsiteX107-25351" fmla="*/ 767385 w 1605470"/>
              <a:gd name="connsiteY107-25352" fmla="*/ 3229163 h 6858000"/>
              <a:gd name="connsiteX108-25353" fmla="*/ 769208 w 1605470"/>
              <a:gd name="connsiteY108-25354" fmla="*/ 3217217 h 6858000"/>
              <a:gd name="connsiteX109-25355" fmla="*/ 770350 w 1605470"/>
              <a:gd name="connsiteY109-25356" fmla="*/ 3216125 h 6858000"/>
              <a:gd name="connsiteX110-25357" fmla="*/ 756043 w 1605470"/>
              <a:gd name="connsiteY110-25358" fmla="*/ 3183755 h 6858000"/>
              <a:gd name="connsiteX111-25359" fmla="*/ 756544 w 1605470"/>
              <a:gd name="connsiteY111-25360" fmla="*/ 3178642 h 6858000"/>
              <a:gd name="connsiteX112-25361" fmla="*/ 744144 w 1605470"/>
              <a:gd name="connsiteY112-25362" fmla="*/ 3158586 h 6858000"/>
              <a:gd name="connsiteX113-25363" fmla="*/ 739378 w 1605470"/>
              <a:gd name="connsiteY113-25364" fmla="*/ 3147669 h 6858000"/>
              <a:gd name="connsiteX114-25365" fmla="*/ 734648 w 1605470"/>
              <a:gd name="connsiteY114-25366" fmla="*/ 3145733 h 6858000"/>
              <a:gd name="connsiteX115-25367" fmla="*/ 729329 w 1605470"/>
              <a:gd name="connsiteY115-25368" fmla="*/ 3129034 h 6858000"/>
              <a:gd name="connsiteX116-25369" fmla="*/ 729994 w 1605470"/>
              <a:gd name="connsiteY116-25370" fmla="*/ 3126682 h 6858000"/>
              <a:gd name="connsiteX117-25371" fmla="*/ 720862 w 1605470"/>
              <a:gd name="connsiteY117-25372" fmla="*/ 3114519 h 6858000"/>
              <a:gd name="connsiteX118-25373" fmla="*/ 707471 w 1605470"/>
              <a:gd name="connsiteY118-25374" fmla="*/ 3106272 h 6858000"/>
              <a:gd name="connsiteX119-25375" fmla="*/ 680201 w 1605470"/>
              <a:gd name="connsiteY119-25376" fmla="*/ 2958185 h 6858000"/>
              <a:gd name="connsiteX120-25377" fmla="*/ 622815 w 1605470"/>
              <a:gd name="connsiteY120-25378" fmla="*/ 2762989 h 6858000"/>
              <a:gd name="connsiteX121-25379" fmla="*/ 571733 w 1605470"/>
              <a:gd name="connsiteY121-25380" fmla="*/ 2554718 h 6858000"/>
              <a:gd name="connsiteX122-25381" fmla="*/ 551827 w 1605470"/>
              <a:gd name="connsiteY122-25382" fmla="*/ 2485734 h 6858000"/>
              <a:gd name="connsiteX123-25383" fmla="*/ 542550 w 1605470"/>
              <a:gd name="connsiteY123-25384" fmla="*/ 2447068 h 6858000"/>
              <a:gd name="connsiteX124-25385" fmla="*/ 529511 w 1605470"/>
              <a:gd name="connsiteY124-25386" fmla="*/ 2425819 h 6858000"/>
              <a:gd name="connsiteX125-25387" fmla="*/ 528878 w 1605470"/>
              <a:gd name="connsiteY125-25388" fmla="*/ 2408971 h 6858000"/>
              <a:gd name="connsiteX126-25389" fmla="*/ 535510 w 1605470"/>
              <a:gd name="connsiteY126-25390" fmla="*/ 2402874 h 6858000"/>
              <a:gd name="connsiteX127-25391" fmla="*/ 538122 w 1605470"/>
              <a:gd name="connsiteY127-25392" fmla="*/ 2381443 h 6858000"/>
              <a:gd name="connsiteX128-25393" fmla="*/ 514451 w 1605470"/>
              <a:gd name="connsiteY128-25394" fmla="*/ 2261920 h 6858000"/>
              <a:gd name="connsiteX129-25395" fmla="*/ 486968 w 1605470"/>
              <a:gd name="connsiteY129-25396" fmla="*/ 2182937 h 6858000"/>
              <a:gd name="connsiteX130-25397" fmla="*/ 488555 w 1605470"/>
              <a:gd name="connsiteY130-25398" fmla="*/ 2155135 h 6858000"/>
              <a:gd name="connsiteX131-25399" fmla="*/ 486013 w 1605470"/>
              <a:gd name="connsiteY131-25400" fmla="*/ 2118008 h 6858000"/>
              <a:gd name="connsiteX132-25401" fmla="*/ 487006 w 1605470"/>
              <a:gd name="connsiteY132-25402" fmla="*/ 2050531 h 6858000"/>
              <a:gd name="connsiteX133-25403" fmla="*/ 478812 w 1605470"/>
              <a:gd name="connsiteY133-25404" fmla="*/ 1963269 h 6858000"/>
              <a:gd name="connsiteX134-25405" fmla="*/ 442619 w 1605470"/>
              <a:gd name="connsiteY134-25406" fmla="*/ 1910499 h 6858000"/>
              <a:gd name="connsiteX135-25407" fmla="*/ 436547 w 1605470"/>
              <a:gd name="connsiteY135-25408" fmla="*/ 1861531 h 6858000"/>
              <a:gd name="connsiteX136-25409" fmla="*/ 390346 w 1605470"/>
              <a:gd name="connsiteY136-25410" fmla="*/ 1732919 h 6858000"/>
              <a:gd name="connsiteX137-25411" fmla="*/ 362657 w 1605470"/>
              <a:gd name="connsiteY137-25412" fmla="*/ 1663540 h 6858000"/>
              <a:gd name="connsiteX138-25413" fmla="*/ 361783 w 1605470"/>
              <a:gd name="connsiteY138-25414" fmla="*/ 1615777 h 6858000"/>
              <a:gd name="connsiteX139-25415" fmla="*/ 342578 w 1605470"/>
              <a:gd name="connsiteY139-25416" fmla="*/ 1563678 h 6858000"/>
              <a:gd name="connsiteX140-25417" fmla="*/ 355658 w 1605470"/>
              <a:gd name="connsiteY140-25418" fmla="*/ 1519474 h 6858000"/>
              <a:gd name="connsiteX141-25419" fmla="*/ 348400 w 1605470"/>
              <a:gd name="connsiteY141-25420" fmla="*/ 1477995 h 6858000"/>
              <a:gd name="connsiteX142-25421" fmla="*/ 334485 w 1605470"/>
              <a:gd name="connsiteY142-25422" fmla="*/ 1373769 h 6858000"/>
              <a:gd name="connsiteX143-25423" fmla="*/ 342792 w 1605470"/>
              <a:gd name="connsiteY143-25424" fmla="*/ 1307086 h 6858000"/>
              <a:gd name="connsiteX144-25425" fmla="*/ 343980 w 1605470"/>
              <a:gd name="connsiteY144-25426" fmla="*/ 1189033 h 6858000"/>
              <a:gd name="connsiteX145-25427" fmla="*/ 348665 w 1605470"/>
              <a:gd name="connsiteY145-25428" fmla="*/ 1168288 h 6858000"/>
              <a:gd name="connsiteX146-25429" fmla="*/ 340947 w 1605470"/>
              <a:gd name="connsiteY146-25430" fmla="*/ 1142577 h 6858000"/>
              <a:gd name="connsiteX147-25431" fmla="*/ 330253 w 1605470"/>
              <a:gd name="connsiteY147-25432" fmla="*/ 1088484 h 6858000"/>
              <a:gd name="connsiteX148-25433" fmla="*/ 318989 w 1605470"/>
              <a:gd name="connsiteY148-25434" fmla="*/ 1016103 h 6858000"/>
              <a:gd name="connsiteX149-25435" fmla="*/ 320445 w 1605470"/>
              <a:gd name="connsiteY149-25436" fmla="*/ 932283 h 6858000"/>
              <a:gd name="connsiteX150-25437" fmla="*/ 322681 w 1605470"/>
              <a:gd name="connsiteY150-25438" fmla="*/ 915925 h 6858000"/>
              <a:gd name="connsiteX151-25439" fmla="*/ 315310 w 1605470"/>
              <a:gd name="connsiteY151-25440" fmla="*/ 896999 h 6858000"/>
              <a:gd name="connsiteX152-25441" fmla="*/ 284718 w 1605470"/>
              <a:gd name="connsiteY152-25442" fmla="*/ 821517 h 6858000"/>
              <a:gd name="connsiteX153-25443" fmla="*/ 263668 w 1605470"/>
              <a:gd name="connsiteY153-25444" fmla="*/ 751353 h 6858000"/>
              <a:gd name="connsiteX154-25445" fmla="*/ 263226 w 1605470"/>
              <a:gd name="connsiteY154-25446" fmla="*/ 721230 h 6858000"/>
              <a:gd name="connsiteX155-25447" fmla="*/ 248897 w 1605470"/>
              <a:gd name="connsiteY155-25448" fmla="*/ 681659 h 6858000"/>
              <a:gd name="connsiteX156-25449" fmla="*/ 234316 w 1605470"/>
              <a:gd name="connsiteY156-25450" fmla="*/ 635218 h 6858000"/>
              <a:gd name="connsiteX157-25451" fmla="*/ 239327 w 1605470"/>
              <a:gd name="connsiteY157-25452" fmla="*/ 613763 h 6858000"/>
              <a:gd name="connsiteX158-25453" fmla="*/ 225269 w 1605470"/>
              <a:gd name="connsiteY158-25454" fmla="*/ 598582 h 6858000"/>
              <a:gd name="connsiteX159-25455" fmla="*/ 224950 w 1605470"/>
              <a:gd name="connsiteY159-25456" fmla="*/ 576846 h 6858000"/>
              <a:gd name="connsiteX160-25457" fmla="*/ 204576 w 1605470"/>
              <a:gd name="connsiteY160-25458" fmla="*/ 530055 h 6858000"/>
              <a:gd name="connsiteX161-25459" fmla="*/ 219064 w 1605470"/>
              <a:gd name="connsiteY161-25460" fmla="*/ 469651 h 6858000"/>
              <a:gd name="connsiteX162-25461" fmla="*/ 195012 w 1605470"/>
              <a:gd name="connsiteY162-25462" fmla="*/ 448559 h 6858000"/>
              <a:gd name="connsiteX163-25463" fmla="*/ 201434 w 1605470"/>
              <a:gd name="connsiteY163-25464" fmla="*/ 441529 h 6858000"/>
              <a:gd name="connsiteX164-25465" fmla="*/ 200655 w 1605470"/>
              <a:gd name="connsiteY164-25466" fmla="*/ 428927 h 6858000"/>
              <a:gd name="connsiteX165-25467" fmla="*/ 190059 w 1605470"/>
              <a:gd name="connsiteY165-25468" fmla="*/ 430161 h 6858000"/>
              <a:gd name="connsiteX166-25469" fmla="*/ 167079 w 1605470"/>
              <a:gd name="connsiteY166-25470" fmla="*/ 367211 h 6858000"/>
              <a:gd name="connsiteX167-25471" fmla="*/ 124571 w 1605470"/>
              <a:gd name="connsiteY167-25472" fmla="*/ 302178 h 6858000"/>
              <a:gd name="connsiteX168-25473" fmla="*/ 103243 w 1605470"/>
              <a:gd name="connsiteY168-25474" fmla="*/ 211375 h 6858000"/>
              <a:gd name="connsiteX169-25475" fmla="*/ 94571 w 1605470"/>
              <a:gd name="connsiteY169-25476" fmla="*/ 184179 h 6858000"/>
              <a:gd name="connsiteX170-25477" fmla="*/ 13437 w 1605470"/>
              <a:gd name="connsiteY170-25478" fmla="*/ 19287 h 6858000"/>
              <a:gd name="connsiteX171-25479" fmla="*/ 0 w 1605470"/>
              <a:gd name="connsiteY171-25480" fmla="*/ 0 h 6858000"/>
              <a:gd name="connsiteX0-25481" fmla="*/ 0 w 1605470"/>
              <a:gd name="connsiteY0-25482" fmla="*/ 0 h 6858000"/>
              <a:gd name="connsiteX1-25483" fmla="*/ 1605470 w 1605470"/>
              <a:gd name="connsiteY1-25484" fmla="*/ 0 h 6858000"/>
              <a:gd name="connsiteX2-25485" fmla="*/ 1605470 w 1605470"/>
              <a:gd name="connsiteY2-25486" fmla="*/ 6858000 h 6858000"/>
              <a:gd name="connsiteX3-25487" fmla="*/ 154105 w 1605470"/>
              <a:gd name="connsiteY3-25488" fmla="*/ 6858000 h 6858000"/>
              <a:gd name="connsiteX4-25489" fmla="*/ 154246 w 1605470"/>
              <a:gd name="connsiteY4-25490" fmla="*/ 6857735 h 6858000"/>
              <a:gd name="connsiteX5-25491" fmla="*/ 166295 w 1605470"/>
              <a:gd name="connsiteY5-25492" fmla="*/ 6809549 h 6858000"/>
              <a:gd name="connsiteX6-25493" fmla="*/ 198506 w 1605470"/>
              <a:gd name="connsiteY6-25494" fmla="*/ 6715115 h 6858000"/>
              <a:gd name="connsiteX7-25495" fmla="*/ 208357 w 1605470"/>
              <a:gd name="connsiteY7-25496" fmla="*/ 6680170 h 6858000"/>
              <a:gd name="connsiteX8-25497" fmla="*/ 233907 w 1605470"/>
              <a:gd name="connsiteY8-25498" fmla="*/ 6621207 h 6858000"/>
              <a:gd name="connsiteX9-25499" fmla="*/ 250564 w 1605470"/>
              <a:gd name="connsiteY9-25500" fmla="*/ 6596265 h 6858000"/>
              <a:gd name="connsiteX10-25501" fmla="*/ 250443 w 1605470"/>
              <a:gd name="connsiteY10-25502" fmla="*/ 6594818 h 6858000"/>
              <a:gd name="connsiteX11-25503" fmla="*/ 254688 w 1605470"/>
              <a:gd name="connsiteY11-25504" fmla="*/ 6593735 h 6858000"/>
              <a:gd name="connsiteX12-25505" fmla="*/ 257885 w 1605470"/>
              <a:gd name="connsiteY12-25506" fmla="*/ 6589172 h 6858000"/>
              <a:gd name="connsiteX13-25507" fmla="*/ 261179 w 1605470"/>
              <a:gd name="connsiteY13-25508" fmla="*/ 6574442 h 6858000"/>
              <a:gd name="connsiteX14-25509" fmla="*/ 261519 w 1605470"/>
              <a:gd name="connsiteY14-25510" fmla="*/ 6568530 h 6858000"/>
              <a:gd name="connsiteX15-25511" fmla="*/ 263928 w 1605470"/>
              <a:gd name="connsiteY15-25512" fmla="*/ 6560674 h 6858000"/>
              <a:gd name="connsiteX16-25513" fmla="*/ 264273 w 1605470"/>
              <a:gd name="connsiteY16-25514" fmla="*/ 6560598 h 6858000"/>
              <a:gd name="connsiteX17-25515" fmla="*/ 265970 w 1605470"/>
              <a:gd name="connsiteY17-25516" fmla="*/ 6553006 h 6858000"/>
              <a:gd name="connsiteX18-25517" fmla="*/ 270666 w 1605470"/>
              <a:gd name="connsiteY18-25518" fmla="*/ 6514360 h 6858000"/>
              <a:gd name="connsiteX19-25519" fmla="*/ 312320 w 1605470"/>
              <a:gd name="connsiteY19-25520" fmla="*/ 6478062 h 6858000"/>
              <a:gd name="connsiteX20-25521" fmla="*/ 323009 w 1605470"/>
              <a:gd name="connsiteY20-25522" fmla="*/ 6460325 h 6858000"/>
              <a:gd name="connsiteX21-25523" fmla="*/ 330242 w 1605470"/>
              <a:gd name="connsiteY21-25524" fmla="*/ 6451488 h 6858000"/>
              <a:gd name="connsiteX22-25525" fmla="*/ 331677 w 1605470"/>
              <a:gd name="connsiteY22-25526" fmla="*/ 6451348 h 6858000"/>
              <a:gd name="connsiteX23-25527" fmla="*/ 336035 w 1605470"/>
              <a:gd name="connsiteY23-25528" fmla="*/ 6414240 h 6858000"/>
              <a:gd name="connsiteX24-25529" fmla="*/ 338911 w 1605470"/>
              <a:gd name="connsiteY24-25530" fmla="*/ 6410269 h 6858000"/>
              <a:gd name="connsiteX25-25531" fmla="*/ 338811 w 1605470"/>
              <a:gd name="connsiteY25-25532" fmla="*/ 6384857 h 6858000"/>
              <a:gd name="connsiteX26-25533" fmla="*/ 340328 w 1605470"/>
              <a:gd name="connsiteY26-25534" fmla="*/ 6372381 h 6858000"/>
              <a:gd name="connsiteX27-25535" fmla="*/ 337522 w 1605470"/>
              <a:gd name="connsiteY27-25536" fmla="*/ 6367510 h 6858000"/>
              <a:gd name="connsiteX28-25537" fmla="*/ 341402 w 1605470"/>
              <a:gd name="connsiteY28-25538" fmla="*/ 6349778 h 6858000"/>
              <a:gd name="connsiteX29-25539" fmla="*/ 343067 w 1605470"/>
              <a:gd name="connsiteY29-25540" fmla="*/ 6348250 h 6858000"/>
              <a:gd name="connsiteX30-25541" fmla="*/ 359101 w 1605470"/>
              <a:gd name="connsiteY30-25542" fmla="*/ 6281972 h 6858000"/>
              <a:gd name="connsiteX31-25543" fmla="*/ 369864 w 1605470"/>
              <a:gd name="connsiteY31-25544" fmla="*/ 6211940 h 6858000"/>
              <a:gd name="connsiteX32-25545" fmla="*/ 411359 w 1605470"/>
              <a:gd name="connsiteY32-25546" fmla="*/ 6113913 h 6858000"/>
              <a:gd name="connsiteX33-25547" fmla="*/ 415652 w 1605470"/>
              <a:gd name="connsiteY33-25548" fmla="*/ 6028119 h 6858000"/>
              <a:gd name="connsiteX34-25549" fmla="*/ 442432 w 1605470"/>
              <a:gd name="connsiteY34-25550" fmla="*/ 5934687 h 6858000"/>
              <a:gd name="connsiteX35-25551" fmla="*/ 476444 w 1605470"/>
              <a:gd name="connsiteY35-25552" fmla="*/ 5765594 h 6858000"/>
              <a:gd name="connsiteX36-25553" fmla="*/ 508280 w 1605470"/>
              <a:gd name="connsiteY36-25554" fmla="*/ 5693685 h 6858000"/>
              <a:gd name="connsiteX37-25555" fmla="*/ 523992 w 1605470"/>
              <a:gd name="connsiteY37-25556" fmla="*/ 5619557 h 6858000"/>
              <a:gd name="connsiteX38-25557" fmla="*/ 531653 w 1605470"/>
              <a:gd name="connsiteY38-25558" fmla="*/ 5604904 h 6858000"/>
              <a:gd name="connsiteX39-25559" fmla="*/ 539863 w 1605470"/>
              <a:gd name="connsiteY39-25560" fmla="*/ 5604298 h 6858000"/>
              <a:gd name="connsiteX40-25561" fmla="*/ 552319 w 1605470"/>
              <a:gd name="connsiteY40-25562" fmla="*/ 5587997 h 6858000"/>
              <a:gd name="connsiteX41-25563" fmla="*/ 591557 w 1605470"/>
              <a:gd name="connsiteY41-25564" fmla="*/ 5476393 h 6858000"/>
              <a:gd name="connsiteX42-25565" fmla="*/ 622750 w 1605470"/>
              <a:gd name="connsiteY42-25566" fmla="*/ 5396260 h 6858000"/>
              <a:gd name="connsiteX43-25567" fmla="*/ 638731 w 1605470"/>
              <a:gd name="connsiteY43-25568" fmla="*/ 5330009 h 6858000"/>
              <a:gd name="connsiteX44-25569" fmla="*/ 672224 w 1605470"/>
              <a:gd name="connsiteY44-25570" fmla="*/ 5273739 h 6858000"/>
              <a:gd name="connsiteX45-25571" fmla="*/ 681823 w 1605470"/>
              <a:gd name="connsiteY45-25572" fmla="*/ 5241779 h 6858000"/>
              <a:gd name="connsiteX46-25573" fmla="*/ 693049 w 1605470"/>
              <a:gd name="connsiteY46-25574" fmla="*/ 5225268 h 6858000"/>
              <a:gd name="connsiteX47-25575" fmla="*/ 694069 w 1605470"/>
              <a:gd name="connsiteY47-25576" fmla="*/ 5217684 h 6858000"/>
              <a:gd name="connsiteX48-25577" fmla="*/ 701410 w 1605470"/>
              <a:gd name="connsiteY48-25578" fmla="*/ 5193377 h 6858000"/>
              <a:gd name="connsiteX49-25579" fmla="*/ 704713 w 1605470"/>
              <a:gd name="connsiteY49-25580" fmla="*/ 5179288 h 6858000"/>
              <a:gd name="connsiteX50-25581" fmla="*/ 705697 w 1605470"/>
              <a:gd name="connsiteY50-25582" fmla="*/ 5173621 h 6858000"/>
              <a:gd name="connsiteX51-25583" fmla="*/ 701331 w 1605470"/>
              <a:gd name="connsiteY51-25584" fmla="*/ 5159961 h 6858000"/>
              <a:gd name="connsiteX52-25585" fmla="*/ 708008 w 1605470"/>
              <a:gd name="connsiteY52-25586" fmla="*/ 5144295 h 6858000"/>
              <a:gd name="connsiteX53-25587" fmla="*/ 704941 w 1605470"/>
              <a:gd name="connsiteY53-25588" fmla="*/ 5125185 h 6858000"/>
              <a:gd name="connsiteX54-25589" fmla="*/ 711771 w 1605470"/>
              <a:gd name="connsiteY54-25590" fmla="*/ 5121884 h 6858000"/>
              <a:gd name="connsiteX55-25591" fmla="*/ 718807 w 1605470"/>
              <a:gd name="connsiteY55-25592" fmla="*/ 5067850 h 6858000"/>
              <a:gd name="connsiteX56-25593" fmla="*/ 721538 w 1605470"/>
              <a:gd name="connsiteY56-25594" fmla="*/ 5060861 h 6858000"/>
              <a:gd name="connsiteX57-25595" fmla="*/ 718242 w 1605470"/>
              <a:gd name="connsiteY57-25596" fmla="*/ 5034192 h 6858000"/>
              <a:gd name="connsiteX58-25597" fmla="*/ 719796 w 1605470"/>
              <a:gd name="connsiteY58-25598" fmla="*/ 4993030 h 6858000"/>
              <a:gd name="connsiteX59-25599" fmla="*/ 726705 w 1605470"/>
              <a:gd name="connsiteY59-25600" fmla="*/ 4946844 h 6858000"/>
              <a:gd name="connsiteX60-25601" fmla="*/ 722561 w 1605470"/>
              <a:gd name="connsiteY60-25602" fmla="*/ 4932692 h 6858000"/>
              <a:gd name="connsiteX61-25603" fmla="*/ 724935 w 1605470"/>
              <a:gd name="connsiteY61-25604" fmla="*/ 4821504 h 6858000"/>
              <a:gd name="connsiteX62-25605" fmla="*/ 732118 w 1605470"/>
              <a:gd name="connsiteY62-25606" fmla="*/ 4801535 h 6858000"/>
              <a:gd name="connsiteX63-25607" fmla="*/ 739787 w 1605470"/>
              <a:gd name="connsiteY63-25608" fmla="*/ 4797794 h 6858000"/>
              <a:gd name="connsiteX64-25609" fmla="*/ 741081 w 1605470"/>
              <a:gd name="connsiteY64-25610" fmla="*/ 4784526 h 6858000"/>
              <a:gd name="connsiteX65-25611" fmla="*/ 742865 w 1605470"/>
              <a:gd name="connsiteY65-25612" fmla="*/ 4781211 h 6858000"/>
              <a:gd name="connsiteX66-25613" fmla="*/ 751652 w 1605470"/>
              <a:gd name="connsiteY66-25614" fmla="*/ 4761984 h 6858000"/>
              <a:gd name="connsiteX67-25615" fmla="*/ 747700 w 1605470"/>
              <a:gd name="connsiteY67-25616" fmla="*/ 4690749 h 6858000"/>
              <a:gd name="connsiteX68-25617" fmla="*/ 743180 w 1605470"/>
              <a:gd name="connsiteY68-25618" fmla="*/ 4584173 h 6858000"/>
              <a:gd name="connsiteX69-25619" fmla="*/ 738263 w 1605470"/>
              <a:gd name="connsiteY69-25620" fmla="*/ 4444346 h 6858000"/>
              <a:gd name="connsiteX70-25621" fmla="*/ 734828 w 1605470"/>
              <a:gd name="connsiteY70-25622" fmla="*/ 4375228 h 6858000"/>
              <a:gd name="connsiteX71-25623" fmla="*/ 715481 w 1605470"/>
              <a:gd name="connsiteY71-25624" fmla="*/ 4214165 h 6858000"/>
              <a:gd name="connsiteX72-25625" fmla="*/ 719554 w 1605470"/>
              <a:gd name="connsiteY72-25626" fmla="*/ 4090296 h 6858000"/>
              <a:gd name="connsiteX73-25627" fmla="*/ 704810 w 1605470"/>
              <a:gd name="connsiteY73-25628" fmla="*/ 4033999 h 6858000"/>
              <a:gd name="connsiteX74-25629" fmla="*/ 705959 w 1605470"/>
              <a:gd name="connsiteY74-25630" fmla="*/ 4031933 h 6858000"/>
              <a:gd name="connsiteX75-25631" fmla="*/ 704535 w 1605470"/>
              <a:gd name="connsiteY75-25632" fmla="*/ 4013953 h 6858000"/>
              <a:gd name="connsiteX76-25633" fmla="*/ 700443 w 1605470"/>
              <a:gd name="connsiteY76-25634" fmla="*/ 4010511 h 6858000"/>
              <a:gd name="connsiteX77-25635" fmla="*/ 698282 w 1605470"/>
              <a:gd name="connsiteY77-25636" fmla="*/ 3998331 h 6858000"/>
              <a:gd name="connsiteX78-25637" fmla="*/ 690830 w 1605470"/>
              <a:gd name="connsiteY78-25638" fmla="*/ 3974753 h 6858000"/>
              <a:gd name="connsiteX79-25639" fmla="*/ 692428 w 1605470"/>
              <a:gd name="connsiteY79-25640" fmla="*/ 3969950 h 6858000"/>
              <a:gd name="connsiteX80-25641" fmla="*/ 685850 w 1605470"/>
              <a:gd name="connsiteY80-25642" fmla="*/ 3933779 h 6858000"/>
              <a:gd name="connsiteX81-25643" fmla="*/ 687181 w 1605470"/>
              <a:gd name="connsiteY81-25644" fmla="*/ 3933093 h 6858000"/>
              <a:gd name="connsiteX82-25645" fmla="*/ 691535 w 1605470"/>
              <a:gd name="connsiteY82-25646" fmla="*/ 3922082 h 6858000"/>
              <a:gd name="connsiteX83-25647" fmla="*/ 696613 w 1605470"/>
              <a:gd name="connsiteY83-25648" fmla="*/ 3901461 h 6858000"/>
              <a:gd name="connsiteX84-25649" fmla="*/ 719207 w 1605470"/>
              <a:gd name="connsiteY84-25650" fmla="*/ 3813873 h 6858000"/>
              <a:gd name="connsiteX85-25651" fmla="*/ 718632 w 1605470"/>
              <a:gd name="connsiteY85-25652" fmla="*/ 3806161 h 6858000"/>
              <a:gd name="connsiteX86-25653" fmla="*/ 718939 w 1605470"/>
              <a:gd name="connsiteY86-25654" fmla="*/ 3805957 h 6858000"/>
              <a:gd name="connsiteX87-25655" fmla="*/ 718966 w 1605470"/>
              <a:gd name="connsiteY87-25656" fmla="*/ 3797724 h 6858000"/>
              <a:gd name="connsiteX88-25657" fmla="*/ 717581 w 1605470"/>
              <a:gd name="connsiteY88-25658" fmla="*/ 3792098 h 6858000"/>
              <a:gd name="connsiteX89-25659" fmla="*/ 716465 w 1605470"/>
              <a:gd name="connsiteY89-25660" fmla="*/ 3777135 h 6858000"/>
              <a:gd name="connsiteX90-25661" fmla="*/ 718198 w 1605470"/>
              <a:gd name="connsiteY90-25662" fmla="*/ 3771656 h 6858000"/>
              <a:gd name="connsiteX91-25663" fmla="*/ 721941 w 1605470"/>
              <a:gd name="connsiteY91-25664" fmla="*/ 3769007 h 6858000"/>
              <a:gd name="connsiteX92-25665" fmla="*/ 721407 w 1605470"/>
              <a:gd name="connsiteY92-25666" fmla="*/ 3767709 h 6858000"/>
              <a:gd name="connsiteX93-25667" fmla="*/ 730103 w 1605470"/>
              <a:gd name="connsiteY93-25668" fmla="*/ 3738082 h 6858000"/>
              <a:gd name="connsiteX94-25669" fmla="*/ 737449 w 1605470"/>
              <a:gd name="connsiteY94-25670" fmla="*/ 3673397 h 6858000"/>
              <a:gd name="connsiteX95-25671" fmla="*/ 736745 w 1605470"/>
              <a:gd name="connsiteY95-25672" fmla="*/ 3637109 h 6858000"/>
              <a:gd name="connsiteX96-25673" fmla="*/ 740188 w 1605470"/>
              <a:gd name="connsiteY96-25674" fmla="*/ 3536883 h 6858000"/>
              <a:gd name="connsiteX97-25675" fmla="*/ 747726 w 1605470"/>
              <a:gd name="connsiteY97-25676" fmla="*/ 3435652 h 6858000"/>
              <a:gd name="connsiteX98-25677" fmla="*/ 774383 w 1605470"/>
              <a:gd name="connsiteY98-25678" fmla="*/ 3381564 h 6858000"/>
              <a:gd name="connsiteX99-25679" fmla="*/ 774870 w 1605470"/>
              <a:gd name="connsiteY99-25680" fmla="*/ 3375761 h 6858000"/>
              <a:gd name="connsiteX100-25681" fmla="*/ 770510 w 1605470"/>
              <a:gd name="connsiteY100-25682" fmla="*/ 3361844 h 6858000"/>
              <a:gd name="connsiteX101-25683" fmla="*/ 767933 w 1605470"/>
              <a:gd name="connsiteY101-25684" fmla="*/ 3356929 h 6858000"/>
              <a:gd name="connsiteX102-25685" fmla="*/ 766158 w 1605470"/>
              <a:gd name="connsiteY102-25686" fmla="*/ 3349058 h 6858000"/>
              <a:gd name="connsiteX103-25687" fmla="*/ 766414 w 1605470"/>
              <a:gd name="connsiteY103-25688" fmla="*/ 3348763 h 6858000"/>
              <a:gd name="connsiteX104-25689" fmla="*/ 764166 w 1605470"/>
              <a:gd name="connsiteY104-25690" fmla="*/ 3341588 h 6858000"/>
              <a:gd name="connsiteX105-25691" fmla="*/ 749397 w 1605470"/>
              <a:gd name="connsiteY105-25692" fmla="*/ 3307769 h 6858000"/>
              <a:gd name="connsiteX106-25693" fmla="*/ 766960 w 1605470"/>
              <a:gd name="connsiteY106-25694" fmla="*/ 3250522 h 6858000"/>
              <a:gd name="connsiteX107-25695" fmla="*/ 767385 w 1605470"/>
              <a:gd name="connsiteY107-25696" fmla="*/ 3229163 h 6858000"/>
              <a:gd name="connsiteX108-25697" fmla="*/ 769208 w 1605470"/>
              <a:gd name="connsiteY108-25698" fmla="*/ 3217217 h 6858000"/>
              <a:gd name="connsiteX109-25699" fmla="*/ 770350 w 1605470"/>
              <a:gd name="connsiteY109-25700" fmla="*/ 3216125 h 6858000"/>
              <a:gd name="connsiteX110-25701" fmla="*/ 756043 w 1605470"/>
              <a:gd name="connsiteY110-25702" fmla="*/ 3183755 h 6858000"/>
              <a:gd name="connsiteX111-25703" fmla="*/ 756544 w 1605470"/>
              <a:gd name="connsiteY111-25704" fmla="*/ 3178642 h 6858000"/>
              <a:gd name="connsiteX112-25705" fmla="*/ 744144 w 1605470"/>
              <a:gd name="connsiteY112-25706" fmla="*/ 3158586 h 6858000"/>
              <a:gd name="connsiteX113-25707" fmla="*/ 739378 w 1605470"/>
              <a:gd name="connsiteY113-25708" fmla="*/ 3147669 h 6858000"/>
              <a:gd name="connsiteX114-25709" fmla="*/ 734648 w 1605470"/>
              <a:gd name="connsiteY114-25710" fmla="*/ 3145733 h 6858000"/>
              <a:gd name="connsiteX115-25711" fmla="*/ 729329 w 1605470"/>
              <a:gd name="connsiteY115-25712" fmla="*/ 3129034 h 6858000"/>
              <a:gd name="connsiteX116-25713" fmla="*/ 729994 w 1605470"/>
              <a:gd name="connsiteY116-25714" fmla="*/ 3126682 h 6858000"/>
              <a:gd name="connsiteX117-25715" fmla="*/ 720862 w 1605470"/>
              <a:gd name="connsiteY117-25716" fmla="*/ 3114519 h 6858000"/>
              <a:gd name="connsiteX118-25717" fmla="*/ 707471 w 1605470"/>
              <a:gd name="connsiteY118-25718" fmla="*/ 3106272 h 6858000"/>
              <a:gd name="connsiteX119-25719" fmla="*/ 680201 w 1605470"/>
              <a:gd name="connsiteY119-25720" fmla="*/ 2958185 h 6858000"/>
              <a:gd name="connsiteX120-25721" fmla="*/ 622815 w 1605470"/>
              <a:gd name="connsiteY120-25722" fmla="*/ 2762989 h 6858000"/>
              <a:gd name="connsiteX121-25723" fmla="*/ 571733 w 1605470"/>
              <a:gd name="connsiteY121-25724" fmla="*/ 2554718 h 6858000"/>
              <a:gd name="connsiteX122-25725" fmla="*/ 551827 w 1605470"/>
              <a:gd name="connsiteY122-25726" fmla="*/ 2485734 h 6858000"/>
              <a:gd name="connsiteX123-25727" fmla="*/ 542550 w 1605470"/>
              <a:gd name="connsiteY123-25728" fmla="*/ 2447068 h 6858000"/>
              <a:gd name="connsiteX124-25729" fmla="*/ 529511 w 1605470"/>
              <a:gd name="connsiteY124-25730" fmla="*/ 2425819 h 6858000"/>
              <a:gd name="connsiteX125-25731" fmla="*/ 528878 w 1605470"/>
              <a:gd name="connsiteY125-25732" fmla="*/ 2408971 h 6858000"/>
              <a:gd name="connsiteX126-25733" fmla="*/ 535510 w 1605470"/>
              <a:gd name="connsiteY126-25734" fmla="*/ 2402874 h 6858000"/>
              <a:gd name="connsiteX127-25735" fmla="*/ 538122 w 1605470"/>
              <a:gd name="connsiteY127-25736" fmla="*/ 2381443 h 6858000"/>
              <a:gd name="connsiteX128-25737" fmla="*/ 514451 w 1605470"/>
              <a:gd name="connsiteY128-25738" fmla="*/ 2261920 h 6858000"/>
              <a:gd name="connsiteX129-25739" fmla="*/ 486968 w 1605470"/>
              <a:gd name="connsiteY129-25740" fmla="*/ 2182937 h 6858000"/>
              <a:gd name="connsiteX130-25741" fmla="*/ 488555 w 1605470"/>
              <a:gd name="connsiteY130-25742" fmla="*/ 2155135 h 6858000"/>
              <a:gd name="connsiteX131-25743" fmla="*/ 486013 w 1605470"/>
              <a:gd name="connsiteY131-25744" fmla="*/ 2118008 h 6858000"/>
              <a:gd name="connsiteX132-25745" fmla="*/ 487006 w 1605470"/>
              <a:gd name="connsiteY132-25746" fmla="*/ 2050531 h 6858000"/>
              <a:gd name="connsiteX133-25747" fmla="*/ 478812 w 1605470"/>
              <a:gd name="connsiteY133-25748" fmla="*/ 1963269 h 6858000"/>
              <a:gd name="connsiteX134-25749" fmla="*/ 459990 w 1605470"/>
              <a:gd name="connsiteY134-25750" fmla="*/ 1906352 h 6858000"/>
              <a:gd name="connsiteX135-25751" fmla="*/ 436547 w 1605470"/>
              <a:gd name="connsiteY135-25752" fmla="*/ 1861531 h 6858000"/>
              <a:gd name="connsiteX136-25753" fmla="*/ 390346 w 1605470"/>
              <a:gd name="connsiteY136-25754" fmla="*/ 1732919 h 6858000"/>
              <a:gd name="connsiteX137-25755" fmla="*/ 362657 w 1605470"/>
              <a:gd name="connsiteY137-25756" fmla="*/ 1663540 h 6858000"/>
              <a:gd name="connsiteX138-25757" fmla="*/ 361783 w 1605470"/>
              <a:gd name="connsiteY138-25758" fmla="*/ 1615777 h 6858000"/>
              <a:gd name="connsiteX139-25759" fmla="*/ 342578 w 1605470"/>
              <a:gd name="connsiteY139-25760" fmla="*/ 1563678 h 6858000"/>
              <a:gd name="connsiteX140-25761" fmla="*/ 355658 w 1605470"/>
              <a:gd name="connsiteY140-25762" fmla="*/ 1519474 h 6858000"/>
              <a:gd name="connsiteX141-25763" fmla="*/ 348400 w 1605470"/>
              <a:gd name="connsiteY141-25764" fmla="*/ 1477995 h 6858000"/>
              <a:gd name="connsiteX142-25765" fmla="*/ 334485 w 1605470"/>
              <a:gd name="connsiteY142-25766" fmla="*/ 1373769 h 6858000"/>
              <a:gd name="connsiteX143-25767" fmla="*/ 342792 w 1605470"/>
              <a:gd name="connsiteY143-25768" fmla="*/ 1307086 h 6858000"/>
              <a:gd name="connsiteX144-25769" fmla="*/ 343980 w 1605470"/>
              <a:gd name="connsiteY144-25770" fmla="*/ 1189033 h 6858000"/>
              <a:gd name="connsiteX145-25771" fmla="*/ 348665 w 1605470"/>
              <a:gd name="connsiteY145-25772" fmla="*/ 1168288 h 6858000"/>
              <a:gd name="connsiteX146-25773" fmla="*/ 340947 w 1605470"/>
              <a:gd name="connsiteY146-25774" fmla="*/ 1142577 h 6858000"/>
              <a:gd name="connsiteX147-25775" fmla="*/ 330253 w 1605470"/>
              <a:gd name="connsiteY147-25776" fmla="*/ 1088484 h 6858000"/>
              <a:gd name="connsiteX148-25777" fmla="*/ 318989 w 1605470"/>
              <a:gd name="connsiteY148-25778" fmla="*/ 1016103 h 6858000"/>
              <a:gd name="connsiteX149-25779" fmla="*/ 320445 w 1605470"/>
              <a:gd name="connsiteY149-25780" fmla="*/ 932283 h 6858000"/>
              <a:gd name="connsiteX150-25781" fmla="*/ 322681 w 1605470"/>
              <a:gd name="connsiteY150-25782" fmla="*/ 915925 h 6858000"/>
              <a:gd name="connsiteX151-25783" fmla="*/ 315310 w 1605470"/>
              <a:gd name="connsiteY151-25784" fmla="*/ 896999 h 6858000"/>
              <a:gd name="connsiteX152-25785" fmla="*/ 284718 w 1605470"/>
              <a:gd name="connsiteY152-25786" fmla="*/ 821517 h 6858000"/>
              <a:gd name="connsiteX153-25787" fmla="*/ 263668 w 1605470"/>
              <a:gd name="connsiteY153-25788" fmla="*/ 751353 h 6858000"/>
              <a:gd name="connsiteX154-25789" fmla="*/ 263226 w 1605470"/>
              <a:gd name="connsiteY154-25790" fmla="*/ 721230 h 6858000"/>
              <a:gd name="connsiteX155-25791" fmla="*/ 248897 w 1605470"/>
              <a:gd name="connsiteY155-25792" fmla="*/ 681659 h 6858000"/>
              <a:gd name="connsiteX156-25793" fmla="*/ 234316 w 1605470"/>
              <a:gd name="connsiteY156-25794" fmla="*/ 635218 h 6858000"/>
              <a:gd name="connsiteX157-25795" fmla="*/ 239327 w 1605470"/>
              <a:gd name="connsiteY157-25796" fmla="*/ 613763 h 6858000"/>
              <a:gd name="connsiteX158-25797" fmla="*/ 225269 w 1605470"/>
              <a:gd name="connsiteY158-25798" fmla="*/ 598582 h 6858000"/>
              <a:gd name="connsiteX159-25799" fmla="*/ 224950 w 1605470"/>
              <a:gd name="connsiteY159-25800" fmla="*/ 576846 h 6858000"/>
              <a:gd name="connsiteX160-25801" fmla="*/ 204576 w 1605470"/>
              <a:gd name="connsiteY160-25802" fmla="*/ 530055 h 6858000"/>
              <a:gd name="connsiteX161-25803" fmla="*/ 219064 w 1605470"/>
              <a:gd name="connsiteY161-25804" fmla="*/ 469651 h 6858000"/>
              <a:gd name="connsiteX162-25805" fmla="*/ 195012 w 1605470"/>
              <a:gd name="connsiteY162-25806" fmla="*/ 448559 h 6858000"/>
              <a:gd name="connsiteX163-25807" fmla="*/ 201434 w 1605470"/>
              <a:gd name="connsiteY163-25808" fmla="*/ 441529 h 6858000"/>
              <a:gd name="connsiteX164-25809" fmla="*/ 200655 w 1605470"/>
              <a:gd name="connsiteY164-25810" fmla="*/ 428927 h 6858000"/>
              <a:gd name="connsiteX165-25811" fmla="*/ 190059 w 1605470"/>
              <a:gd name="connsiteY165-25812" fmla="*/ 430161 h 6858000"/>
              <a:gd name="connsiteX166-25813" fmla="*/ 167079 w 1605470"/>
              <a:gd name="connsiteY166-25814" fmla="*/ 367211 h 6858000"/>
              <a:gd name="connsiteX167-25815" fmla="*/ 124571 w 1605470"/>
              <a:gd name="connsiteY167-25816" fmla="*/ 302178 h 6858000"/>
              <a:gd name="connsiteX168-25817" fmla="*/ 103243 w 1605470"/>
              <a:gd name="connsiteY168-25818" fmla="*/ 211375 h 6858000"/>
              <a:gd name="connsiteX169-25819" fmla="*/ 94571 w 1605470"/>
              <a:gd name="connsiteY169-25820" fmla="*/ 184179 h 6858000"/>
              <a:gd name="connsiteX170-25821" fmla="*/ 13437 w 1605470"/>
              <a:gd name="connsiteY170-25822" fmla="*/ 19287 h 6858000"/>
              <a:gd name="connsiteX171-25823" fmla="*/ 0 w 1605470"/>
              <a:gd name="connsiteY171-25824" fmla="*/ 0 h 6858000"/>
              <a:gd name="connsiteX0-25825" fmla="*/ 0 w 1605470"/>
              <a:gd name="connsiteY0-25826" fmla="*/ 0 h 6858000"/>
              <a:gd name="connsiteX1-25827" fmla="*/ 1605470 w 1605470"/>
              <a:gd name="connsiteY1-25828" fmla="*/ 0 h 6858000"/>
              <a:gd name="connsiteX2-25829" fmla="*/ 1605470 w 1605470"/>
              <a:gd name="connsiteY2-25830" fmla="*/ 6858000 h 6858000"/>
              <a:gd name="connsiteX3-25831" fmla="*/ 154105 w 1605470"/>
              <a:gd name="connsiteY3-25832" fmla="*/ 6858000 h 6858000"/>
              <a:gd name="connsiteX4-25833" fmla="*/ 154246 w 1605470"/>
              <a:gd name="connsiteY4-25834" fmla="*/ 6857735 h 6858000"/>
              <a:gd name="connsiteX5-25835" fmla="*/ 166295 w 1605470"/>
              <a:gd name="connsiteY5-25836" fmla="*/ 6809549 h 6858000"/>
              <a:gd name="connsiteX6-25837" fmla="*/ 198506 w 1605470"/>
              <a:gd name="connsiteY6-25838" fmla="*/ 6715115 h 6858000"/>
              <a:gd name="connsiteX7-25839" fmla="*/ 208357 w 1605470"/>
              <a:gd name="connsiteY7-25840" fmla="*/ 6680170 h 6858000"/>
              <a:gd name="connsiteX8-25841" fmla="*/ 233907 w 1605470"/>
              <a:gd name="connsiteY8-25842" fmla="*/ 6621207 h 6858000"/>
              <a:gd name="connsiteX9-25843" fmla="*/ 250564 w 1605470"/>
              <a:gd name="connsiteY9-25844" fmla="*/ 6596265 h 6858000"/>
              <a:gd name="connsiteX10-25845" fmla="*/ 250443 w 1605470"/>
              <a:gd name="connsiteY10-25846" fmla="*/ 6594818 h 6858000"/>
              <a:gd name="connsiteX11-25847" fmla="*/ 254688 w 1605470"/>
              <a:gd name="connsiteY11-25848" fmla="*/ 6593735 h 6858000"/>
              <a:gd name="connsiteX12-25849" fmla="*/ 257885 w 1605470"/>
              <a:gd name="connsiteY12-25850" fmla="*/ 6589172 h 6858000"/>
              <a:gd name="connsiteX13-25851" fmla="*/ 261179 w 1605470"/>
              <a:gd name="connsiteY13-25852" fmla="*/ 6574442 h 6858000"/>
              <a:gd name="connsiteX14-25853" fmla="*/ 261519 w 1605470"/>
              <a:gd name="connsiteY14-25854" fmla="*/ 6568530 h 6858000"/>
              <a:gd name="connsiteX15-25855" fmla="*/ 263928 w 1605470"/>
              <a:gd name="connsiteY15-25856" fmla="*/ 6560674 h 6858000"/>
              <a:gd name="connsiteX16-25857" fmla="*/ 264273 w 1605470"/>
              <a:gd name="connsiteY16-25858" fmla="*/ 6560598 h 6858000"/>
              <a:gd name="connsiteX17-25859" fmla="*/ 265970 w 1605470"/>
              <a:gd name="connsiteY17-25860" fmla="*/ 6553006 h 6858000"/>
              <a:gd name="connsiteX18-25861" fmla="*/ 270666 w 1605470"/>
              <a:gd name="connsiteY18-25862" fmla="*/ 6514360 h 6858000"/>
              <a:gd name="connsiteX19-25863" fmla="*/ 312320 w 1605470"/>
              <a:gd name="connsiteY19-25864" fmla="*/ 6478062 h 6858000"/>
              <a:gd name="connsiteX20-25865" fmla="*/ 323009 w 1605470"/>
              <a:gd name="connsiteY20-25866" fmla="*/ 6460325 h 6858000"/>
              <a:gd name="connsiteX21-25867" fmla="*/ 330242 w 1605470"/>
              <a:gd name="connsiteY21-25868" fmla="*/ 6451488 h 6858000"/>
              <a:gd name="connsiteX22-25869" fmla="*/ 331677 w 1605470"/>
              <a:gd name="connsiteY22-25870" fmla="*/ 6451348 h 6858000"/>
              <a:gd name="connsiteX23-25871" fmla="*/ 336035 w 1605470"/>
              <a:gd name="connsiteY23-25872" fmla="*/ 6414240 h 6858000"/>
              <a:gd name="connsiteX24-25873" fmla="*/ 338911 w 1605470"/>
              <a:gd name="connsiteY24-25874" fmla="*/ 6410269 h 6858000"/>
              <a:gd name="connsiteX25-25875" fmla="*/ 338811 w 1605470"/>
              <a:gd name="connsiteY25-25876" fmla="*/ 6384857 h 6858000"/>
              <a:gd name="connsiteX26-25877" fmla="*/ 340328 w 1605470"/>
              <a:gd name="connsiteY26-25878" fmla="*/ 6372381 h 6858000"/>
              <a:gd name="connsiteX27-25879" fmla="*/ 337522 w 1605470"/>
              <a:gd name="connsiteY27-25880" fmla="*/ 6367510 h 6858000"/>
              <a:gd name="connsiteX28-25881" fmla="*/ 341402 w 1605470"/>
              <a:gd name="connsiteY28-25882" fmla="*/ 6349778 h 6858000"/>
              <a:gd name="connsiteX29-25883" fmla="*/ 343067 w 1605470"/>
              <a:gd name="connsiteY29-25884" fmla="*/ 6348250 h 6858000"/>
              <a:gd name="connsiteX30-25885" fmla="*/ 359101 w 1605470"/>
              <a:gd name="connsiteY30-25886" fmla="*/ 6281972 h 6858000"/>
              <a:gd name="connsiteX31-25887" fmla="*/ 369864 w 1605470"/>
              <a:gd name="connsiteY31-25888" fmla="*/ 6211940 h 6858000"/>
              <a:gd name="connsiteX32-25889" fmla="*/ 411359 w 1605470"/>
              <a:gd name="connsiteY32-25890" fmla="*/ 6113913 h 6858000"/>
              <a:gd name="connsiteX33-25891" fmla="*/ 415652 w 1605470"/>
              <a:gd name="connsiteY33-25892" fmla="*/ 6028119 h 6858000"/>
              <a:gd name="connsiteX34-25893" fmla="*/ 442432 w 1605470"/>
              <a:gd name="connsiteY34-25894" fmla="*/ 5934687 h 6858000"/>
              <a:gd name="connsiteX35-25895" fmla="*/ 476444 w 1605470"/>
              <a:gd name="connsiteY35-25896" fmla="*/ 5765594 h 6858000"/>
              <a:gd name="connsiteX36-25897" fmla="*/ 508280 w 1605470"/>
              <a:gd name="connsiteY36-25898" fmla="*/ 5693685 h 6858000"/>
              <a:gd name="connsiteX37-25899" fmla="*/ 523992 w 1605470"/>
              <a:gd name="connsiteY37-25900" fmla="*/ 5619557 h 6858000"/>
              <a:gd name="connsiteX38-25901" fmla="*/ 531653 w 1605470"/>
              <a:gd name="connsiteY38-25902" fmla="*/ 5604904 h 6858000"/>
              <a:gd name="connsiteX39-25903" fmla="*/ 539863 w 1605470"/>
              <a:gd name="connsiteY39-25904" fmla="*/ 5604298 h 6858000"/>
              <a:gd name="connsiteX40-25905" fmla="*/ 552319 w 1605470"/>
              <a:gd name="connsiteY40-25906" fmla="*/ 5587997 h 6858000"/>
              <a:gd name="connsiteX41-25907" fmla="*/ 591557 w 1605470"/>
              <a:gd name="connsiteY41-25908" fmla="*/ 5476393 h 6858000"/>
              <a:gd name="connsiteX42-25909" fmla="*/ 622750 w 1605470"/>
              <a:gd name="connsiteY42-25910" fmla="*/ 5396260 h 6858000"/>
              <a:gd name="connsiteX43-25911" fmla="*/ 638731 w 1605470"/>
              <a:gd name="connsiteY43-25912" fmla="*/ 5330009 h 6858000"/>
              <a:gd name="connsiteX44-25913" fmla="*/ 672224 w 1605470"/>
              <a:gd name="connsiteY44-25914" fmla="*/ 5273739 h 6858000"/>
              <a:gd name="connsiteX45-25915" fmla="*/ 681823 w 1605470"/>
              <a:gd name="connsiteY45-25916" fmla="*/ 5241779 h 6858000"/>
              <a:gd name="connsiteX46-25917" fmla="*/ 693049 w 1605470"/>
              <a:gd name="connsiteY46-25918" fmla="*/ 5225268 h 6858000"/>
              <a:gd name="connsiteX47-25919" fmla="*/ 694069 w 1605470"/>
              <a:gd name="connsiteY47-25920" fmla="*/ 5217684 h 6858000"/>
              <a:gd name="connsiteX48-25921" fmla="*/ 701410 w 1605470"/>
              <a:gd name="connsiteY48-25922" fmla="*/ 5193377 h 6858000"/>
              <a:gd name="connsiteX49-25923" fmla="*/ 704713 w 1605470"/>
              <a:gd name="connsiteY49-25924" fmla="*/ 5179288 h 6858000"/>
              <a:gd name="connsiteX50-25925" fmla="*/ 705697 w 1605470"/>
              <a:gd name="connsiteY50-25926" fmla="*/ 5173621 h 6858000"/>
              <a:gd name="connsiteX51-25927" fmla="*/ 701331 w 1605470"/>
              <a:gd name="connsiteY51-25928" fmla="*/ 5159961 h 6858000"/>
              <a:gd name="connsiteX52-25929" fmla="*/ 708008 w 1605470"/>
              <a:gd name="connsiteY52-25930" fmla="*/ 5144295 h 6858000"/>
              <a:gd name="connsiteX53-25931" fmla="*/ 704941 w 1605470"/>
              <a:gd name="connsiteY53-25932" fmla="*/ 5125185 h 6858000"/>
              <a:gd name="connsiteX54-25933" fmla="*/ 711771 w 1605470"/>
              <a:gd name="connsiteY54-25934" fmla="*/ 5121884 h 6858000"/>
              <a:gd name="connsiteX55-25935" fmla="*/ 718807 w 1605470"/>
              <a:gd name="connsiteY55-25936" fmla="*/ 5067850 h 6858000"/>
              <a:gd name="connsiteX56-25937" fmla="*/ 721538 w 1605470"/>
              <a:gd name="connsiteY56-25938" fmla="*/ 5060861 h 6858000"/>
              <a:gd name="connsiteX57-25939" fmla="*/ 718242 w 1605470"/>
              <a:gd name="connsiteY57-25940" fmla="*/ 5034192 h 6858000"/>
              <a:gd name="connsiteX58-25941" fmla="*/ 719796 w 1605470"/>
              <a:gd name="connsiteY58-25942" fmla="*/ 4993030 h 6858000"/>
              <a:gd name="connsiteX59-25943" fmla="*/ 726705 w 1605470"/>
              <a:gd name="connsiteY59-25944" fmla="*/ 4946844 h 6858000"/>
              <a:gd name="connsiteX60-25945" fmla="*/ 722561 w 1605470"/>
              <a:gd name="connsiteY60-25946" fmla="*/ 4932692 h 6858000"/>
              <a:gd name="connsiteX61-25947" fmla="*/ 724935 w 1605470"/>
              <a:gd name="connsiteY61-25948" fmla="*/ 4821504 h 6858000"/>
              <a:gd name="connsiteX62-25949" fmla="*/ 732118 w 1605470"/>
              <a:gd name="connsiteY62-25950" fmla="*/ 4801535 h 6858000"/>
              <a:gd name="connsiteX63-25951" fmla="*/ 739787 w 1605470"/>
              <a:gd name="connsiteY63-25952" fmla="*/ 4797794 h 6858000"/>
              <a:gd name="connsiteX64-25953" fmla="*/ 741081 w 1605470"/>
              <a:gd name="connsiteY64-25954" fmla="*/ 4784526 h 6858000"/>
              <a:gd name="connsiteX65-25955" fmla="*/ 742865 w 1605470"/>
              <a:gd name="connsiteY65-25956" fmla="*/ 4781211 h 6858000"/>
              <a:gd name="connsiteX66-25957" fmla="*/ 751652 w 1605470"/>
              <a:gd name="connsiteY66-25958" fmla="*/ 4761984 h 6858000"/>
              <a:gd name="connsiteX67-25959" fmla="*/ 747700 w 1605470"/>
              <a:gd name="connsiteY67-25960" fmla="*/ 4690749 h 6858000"/>
              <a:gd name="connsiteX68-25961" fmla="*/ 743180 w 1605470"/>
              <a:gd name="connsiteY68-25962" fmla="*/ 4584173 h 6858000"/>
              <a:gd name="connsiteX69-25963" fmla="*/ 738263 w 1605470"/>
              <a:gd name="connsiteY69-25964" fmla="*/ 4444346 h 6858000"/>
              <a:gd name="connsiteX70-25965" fmla="*/ 734828 w 1605470"/>
              <a:gd name="connsiteY70-25966" fmla="*/ 4375228 h 6858000"/>
              <a:gd name="connsiteX71-25967" fmla="*/ 715481 w 1605470"/>
              <a:gd name="connsiteY71-25968" fmla="*/ 4214165 h 6858000"/>
              <a:gd name="connsiteX72-25969" fmla="*/ 719554 w 1605470"/>
              <a:gd name="connsiteY72-25970" fmla="*/ 4090296 h 6858000"/>
              <a:gd name="connsiteX73-25971" fmla="*/ 704810 w 1605470"/>
              <a:gd name="connsiteY73-25972" fmla="*/ 4033999 h 6858000"/>
              <a:gd name="connsiteX74-25973" fmla="*/ 705959 w 1605470"/>
              <a:gd name="connsiteY74-25974" fmla="*/ 4031933 h 6858000"/>
              <a:gd name="connsiteX75-25975" fmla="*/ 704535 w 1605470"/>
              <a:gd name="connsiteY75-25976" fmla="*/ 4013953 h 6858000"/>
              <a:gd name="connsiteX76-25977" fmla="*/ 700443 w 1605470"/>
              <a:gd name="connsiteY76-25978" fmla="*/ 4010511 h 6858000"/>
              <a:gd name="connsiteX77-25979" fmla="*/ 698282 w 1605470"/>
              <a:gd name="connsiteY77-25980" fmla="*/ 3998331 h 6858000"/>
              <a:gd name="connsiteX78-25981" fmla="*/ 690830 w 1605470"/>
              <a:gd name="connsiteY78-25982" fmla="*/ 3974753 h 6858000"/>
              <a:gd name="connsiteX79-25983" fmla="*/ 692428 w 1605470"/>
              <a:gd name="connsiteY79-25984" fmla="*/ 3969950 h 6858000"/>
              <a:gd name="connsiteX80-25985" fmla="*/ 685850 w 1605470"/>
              <a:gd name="connsiteY80-25986" fmla="*/ 3933779 h 6858000"/>
              <a:gd name="connsiteX81-25987" fmla="*/ 687181 w 1605470"/>
              <a:gd name="connsiteY81-25988" fmla="*/ 3933093 h 6858000"/>
              <a:gd name="connsiteX82-25989" fmla="*/ 691535 w 1605470"/>
              <a:gd name="connsiteY82-25990" fmla="*/ 3922082 h 6858000"/>
              <a:gd name="connsiteX83-25991" fmla="*/ 696613 w 1605470"/>
              <a:gd name="connsiteY83-25992" fmla="*/ 3901461 h 6858000"/>
              <a:gd name="connsiteX84-25993" fmla="*/ 719207 w 1605470"/>
              <a:gd name="connsiteY84-25994" fmla="*/ 3813873 h 6858000"/>
              <a:gd name="connsiteX85-25995" fmla="*/ 718632 w 1605470"/>
              <a:gd name="connsiteY85-25996" fmla="*/ 3806161 h 6858000"/>
              <a:gd name="connsiteX86-25997" fmla="*/ 718939 w 1605470"/>
              <a:gd name="connsiteY86-25998" fmla="*/ 3805957 h 6858000"/>
              <a:gd name="connsiteX87-25999" fmla="*/ 718966 w 1605470"/>
              <a:gd name="connsiteY87-26000" fmla="*/ 3797724 h 6858000"/>
              <a:gd name="connsiteX88-26001" fmla="*/ 717581 w 1605470"/>
              <a:gd name="connsiteY88-26002" fmla="*/ 3792098 h 6858000"/>
              <a:gd name="connsiteX89-26003" fmla="*/ 716465 w 1605470"/>
              <a:gd name="connsiteY89-26004" fmla="*/ 3777135 h 6858000"/>
              <a:gd name="connsiteX90-26005" fmla="*/ 718198 w 1605470"/>
              <a:gd name="connsiteY90-26006" fmla="*/ 3771656 h 6858000"/>
              <a:gd name="connsiteX91-26007" fmla="*/ 721941 w 1605470"/>
              <a:gd name="connsiteY91-26008" fmla="*/ 3769007 h 6858000"/>
              <a:gd name="connsiteX92-26009" fmla="*/ 721407 w 1605470"/>
              <a:gd name="connsiteY92-26010" fmla="*/ 3767709 h 6858000"/>
              <a:gd name="connsiteX93-26011" fmla="*/ 730103 w 1605470"/>
              <a:gd name="connsiteY93-26012" fmla="*/ 3738082 h 6858000"/>
              <a:gd name="connsiteX94-26013" fmla="*/ 737449 w 1605470"/>
              <a:gd name="connsiteY94-26014" fmla="*/ 3673397 h 6858000"/>
              <a:gd name="connsiteX95-26015" fmla="*/ 736745 w 1605470"/>
              <a:gd name="connsiteY95-26016" fmla="*/ 3637109 h 6858000"/>
              <a:gd name="connsiteX96-26017" fmla="*/ 740188 w 1605470"/>
              <a:gd name="connsiteY96-26018" fmla="*/ 3536883 h 6858000"/>
              <a:gd name="connsiteX97-26019" fmla="*/ 747726 w 1605470"/>
              <a:gd name="connsiteY97-26020" fmla="*/ 3435652 h 6858000"/>
              <a:gd name="connsiteX98-26021" fmla="*/ 774383 w 1605470"/>
              <a:gd name="connsiteY98-26022" fmla="*/ 3381564 h 6858000"/>
              <a:gd name="connsiteX99-26023" fmla="*/ 774870 w 1605470"/>
              <a:gd name="connsiteY99-26024" fmla="*/ 3375761 h 6858000"/>
              <a:gd name="connsiteX100-26025" fmla="*/ 770510 w 1605470"/>
              <a:gd name="connsiteY100-26026" fmla="*/ 3361844 h 6858000"/>
              <a:gd name="connsiteX101-26027" fmla="*/ 767933 w 1605470"/>
              <a:gd name="connsiteY101-26028" fmla="*/ 3356929 h 6858000"/>
              <a:gd name="connsiteX102-26029" fmla="*/ 766158 w 1605470"/>
              <a:gd name="connsiteY102-26030" fmla="*/ 3349058 h 6858000"/>
              <a:gd name="connsiteX103-26031" fmla="*/ 766414 w 1605470"/>
              <a:gd name="connsiteY103-26032" fmla="*/ 3348763 h 6858000"/>
              <a:gd name="connsiteX104-26033" fmla="*/ 764166 w 1605470"/>
              <a:gd name="connsiteY104-26034" fmla="*/ 3341588 h 6858000"/>
              <a:gd name="connsiteX105-26035" fmla="*/ 749397 w 1605470"/>
              <a:gd name="connsiteY105-26036" fmla="*/ 3307769 h 6858000"/>
              <a:gd name="connsiteX106-26037" fmla="*/ 766960 w 1605470"/>
              <a:gd name="connsiteY106-26038" fmla="*/ 3250522 h 6858000"/>
              <a:gd name="connsiteX107-26039" fmla="*/ 767385 w 1605470"/>
              <a:gd name="connsiteY107-26040" fmla="*/ 3229163 h 6858000"/>
              <a:gd name="connsiteX108-26041" fmla="*/ 769208 w 1605470"/>
              <a:gd name="connsiteY108-26042" fmla="*/ 3217217 h 6858000"/>
              <a:gd name="connsiteX109-26043" fmla="*/ 770350 w 1605470"/>
              <a:gd name="connsiteY109-26044" fmla="*/ 3216125 h 6858000"/>
              <a:gd name="connsiteX110-26045" fmla="*/ 756043 w 1605470"/>
              <a:gd name="connsiteY110-26046" fmla="*/ 3183755 h 6858000"/>
              <a:gd name="connsiteX111-26047" fmla="*/ 756544 w 1605470"/>
              <a:gd name="connsiteY111-26048" fmla="*/ 3178642 h 6858000"/>
              <a:gd name="connsiteX112-26049" fmla="*/ 744144 w 1605470"/>
              <a:gd name="connsiteY112-26050" fmla="*/ 3158586 h 6858000"/>
              <a:gd name="connsiteX113-26051" fmla="*/ 739378 w 1605470"/>
              <a:gd name="connsiteY113-26052" fmla="*/ 3147669 h 6858000"/>
              <a:gd name="connsiteX114-26053" fmla="*/ 734648 w 1605470"/>
              <a:gd name="connsiteY114-26054" fmla="*/ 3145733 h 6858000"/>
              <a:gd name="connsiteX115-26055" fmla="*/ 729329 w 1605470"/>
              <a:gd name="connsiteY115-26056" fmla="*/ 3129034 h 6858000"/>
              <a:gd name="connsiteX116-26057" fmla="*/ 729994 w 1605470"/>
              <a:gd name="connsiteY116-26058" fmla="*/ 3126682 h 6858000"/>
              <a:gd name="connsiteX117-26059" fmla="*/ 720862 w 1605470"/>
              <a:gd name="connsiteY117-26060" fmla="*/ 3114519 h 6858000"/>
              <a:gd name="connsiteX118-26061" fmla="*/ 707471 w 1605470"/>
              <a:gd name="connsiteY118-26062" fmla="*/ 3106272 h 6858000"/>
              <a:gd name="connsiteX119-26063" fmla="*/ 680201 w 1605470"/>
              <a:gd name="connsiteY119-26064" fmla="*/ 2958185 h 6858000"/>
              <a:gd name="connsiteX120-26065" fmla="*/ 622815 w 1605470"/>
              <a:gd name="connsiteY120-26066" fmla="*/ 2762989 h 6858000"/>
              <a:gd name="connsiteX121-26067" fmla="*/ 571733 w 1605470"/>
              <a:gd name="connsiteY121-26068" fmla="*/ 2554718 h 6858000"/>
              <a:gd name="connsiteX122-26069" fmla="*/ 551827 w 1605470"/>
              <a:gd name="connsiteY122-26070" fmla="*/ 2485734 h 6858000"/>
              <a:gd name="connsiteX123-26071" fmla="*/ 542550 w 1605470"/>
              <a:gd name="connsiteY123-26072" fmla="*/ 2447068 h 6858000"/>
              <a:gd name="connsiteX124-26073" fmla="*/ 529511 w 1605470"/>
              <a:gd name="connsiteY124-26074" fmla="*/ 2425819 h 6858000"/>
              <a:gd name="connsiteX125-26075" fmla="*/ 528878 w 1605470"/>
              <a:gd name="connsiteY125-26076" fmla="*/ 2408971 h 6858000"/>
              <a:gd name="connsiteX126-26077" fmla="*/ 535510 w 1605470"/>
              <a:gd name="connsiteY126-26078" fmla="*/ 2402874 h 6858000"/>
              <a:gd name="connsiteX127-26079" fmla="*/ 538122 w 1605470"/>
              <a:gd name="connsiteY127-26080" fmla="*/ 2381443 h 6858000"/>
              <a:gd name="connsiteX128-26081" fmla="*/ 514451 w 1605470"/>
              <a:gd name="connsiteY128-26082" fmla="*/ 2261920 h 6858000"/>
              <a:gd name="connsiteX129-26083" fmla="*/ 504338 w 1605470"/>
              <a:gd name="connsiteY129-26084" fmla="*/ 2195378 h 6858000"/>
              <a:gd name="connsiteX130-26085" fmla="*/ 488555 w 1605470"/>
              <a:gd name="connsiteY130-26086" fmla="*/ 2155135 h 6858000"/>
              <a:gd name="connsiteX131-26087" fmla="*/ 486013 w 1605470"/>
              <a:gd name="connsiteY131-26088" fmla="*/ 2118008 h 6858000"/>
              <a:gd name="connsiteX132-26089" fmla="*/ 487006 w 1605470"/>
              <a:gd name="connsiteY132-26090" fmla="*/ 2050531 h 6858000"/>
              <a:gd name="connsiteX133-26091" fmla="*/ 478812 w 1605470"/>
              <a:gd name="connsiteY133-26092" fmla="*/ 1963269 h 6858000"/>
              <a:gd name="connsiteX134-26093" fmla="*/ 459990 w 1605470"/>
              <a:gd name="connsiteY134-26094" fmla="*/ 1906352 h 6858000"/>
              <a:gd name="connsiteX135-26095" fmla="*/ 436547 w 1605470"/>
              <a:gd name="connsiteY135-26096" fmla="*/ 1861531 h 6858000"/>
              <a:gd name="connsiteX136-26097" fmla="*/ 390346 w 1605470"/>
              <a:gd name="connsiteY136-26098" fmla="*/ 1732919 h 6858000"/>
              <a:gd name="connsiteX137-26099" fmla="*/ 362657 w 1605470"/>
              <a:gd name="connsiteY137-26100" fmla="*/ 1663540 h 6858000"/>
              <a:gd name="connsiteX138-26101" fmla="*/ 361783 w 1605470"/>
              <a:gd name="connsiteY138-26102" fmla="*/ 1615777 h 6858000"/>
              <a:gd name="connsiteX139-26103" fmla="*/ 342578 w 1605470"/>
              <a:gd name="connsiteY139-26104" fmla="*/ 1563678 h 6858000"/>
              <a:gd name="connsiteX140-26105" fmla="*/ 355658 w 1605470"/>
              <a:gd name="connsiteY140-26106" fmla="*/ 1519474 h 6858000"/>
              <a:gd name="connsiteX141-26107" fmla="*/ 348400 w 1605470"/>
              <a:gd name="connsiteY141-26108" fmla="*/ 1477995 h 6858000"/>
              <a:gd name="connsiteX142-26109" fmla="*/ 334485 w 1605470"/>
              <a:gd name="connsiteY142-26110" fmla="*/ 1373769 h 6858000"/>
              <a:gd name="connsiteX143-26111" fmla="*/ 342792 w 1605470"/>
              <a:gd name="connsiteY143-26112" fmla="*/ 1307086 h 6858000"/>
              <a:gd name="connsiteX144-26113" fmla="*/ 343980 w 1605470"/>
              <a:gd name="connsiteY144-26114" fmla="*/ 1189033 h 6858000"/>
              <a:gd name="connsiteX145-26115" fmla="*/ 348665 w 1605470"/>
              <a:gd name="connsiteY145-26116" fmla="*/ 1168288 h 6858000"/>
              <a:gd name="connsiteX146-26117" fmla="*/ 340947 w 1605470"/>
              <a:gd name="connsiteY146-26118" fmla="*/ 1142577 h 6858000"/>
              <a:gd name="connsiteX147-26119" fmla="*/ 330253 w 1605470"/>
              <a:gd name="connsiteY147-26120" fmla="*/ 1088484 h 6858000"/>
              <a:gd name="connsiteX148-26121" fmla="*/ 318989 w 1605470"/>
              <a:gd name="connsiteY148-26122" fmla="*/ 1016103 h 6858000"/>
              <a:gd name="connsiteX149-26123" fmla="*/ 320445 w 1605470"/>
              <a:gd name="connsiteY149-26124" fmla="*/ 932283 h 6858000"/>
              <a:gd name="connsiteX150-26125" fmla="*/ 322681 w 1605470"/>
              <a:gd name="connsiteY150-26126" fmla="*/ 915925 h 6858000"/>
              <a:gd name="connsiteX151-26127" fmla="*/ 315310 w 1605470"/>
              <a:gd name="connsiteY151-26128" fmla="*/ 896999 h 6858000"/>
              <a:gd name="connsiteX152-26129" fmla="*/ 284718 w 1605470"/>
              <a:gd name="connsiteY152-26130" fmla="*/ 821517 h 6858000"/>
              <a:gd name="connsiteX153-26131" fmla="*/ 263668 w 1605470"/>
              <a:gd name="connsiteY153-26132" fmla="*/ 751353 h 6858000"/>
              <a:gd name="connsiteX154-26133" fmla="*/ 263226 w 1605470"/>
              <a:gd name="connsiteY154-26134" fmla="*/ 721230 h 6858000"/>
              <a:gd name="connsiteX155-26135" fmla="*/ 248897 w 1605470"/>
              <a:gd name="connsiteY155-26136" fmla="*/ 681659 h 6858000"/>
              <a:gd name="connsiteX156-26137" fmla="*/ 234316 w 1605470"/>
              <a:gd name="connsiteY156-26138" fmla="*/ 635218 h 6858000"/>
              <a:gd name="connsiteX157-26139" fmla="*/ 239327 w 1605470"/>
              <a:gd name="connsiteY157-26140" fmla="*/ 613763 h 6858000"/>
              <a:gd name="connsiteX158-26141" fmla="*/ 225269 w 1605470"/>
              <a:gd name="connsiteY158-26142" fmla="*/ 598582 h 6858000"/>
              <a:gd name="connsiteX159-26143" fmla="*/ 224950 w 1605470"/>
              <a:gd name="connsiteY159-26144" fmla="*/ 576846 h 6858000"/>
              <a:gd name="connsiteX160-26145" fmla="*/ 204576 w 1605470"/>
              <a:gd name="connsiteY160-26146" fmla="*/ 530055 h 6858000"/>
              <a:gd name="connsiteX161-26147" fmla="*/ 219064 w 1605470"/>
              <a:gd name="connsiteY161-26148" fmla="*/ 469651 h 6858000"/>
              <a:gd name="connsiteX162-26149" fmla="*/ 195012 w 1605470"/>
              <a:gd name="connsiteY162-26150" fmla="*/ 448559 h 6858000"/>
              <a:gd name="connsiteX163-26151" fmla="*/ 201434 w 1605470"/>
              <a:gd name="connsiteY163-26152" fmla="*/ 441529 h 6858000"/>
              <a:gd name="connsiteX164-26153" fmla="*/ 200655 w 1605470"/>
              <a:gd name="connsiteY164-26154" fmla="*/ 428927 h 6858000"/>
              <a:gd name="connsiteX165-26155" fmla="*/ 190059 w 1605470"/>
              <a:gd name="connsiteY165-26156" fmla="*/ 430161 h 6858000"/>
              <a:gd name="connsiteX166-26157" fmla="*/ 167079 w 1605470"/>
              <a:gd name="connsiteY166-26158" fmla="*/ 367211 h 6858000"/>
              <a:gd name="connsiteX167-26159" fmla="*/ 124571 w 1605470"/>
              <a:gd name="connsiteY167-26160" fmla="*/ 302178 h 6858000"/>
              <a:gd name="connsiteX168-26161" fmla="*/ 103243 w 1605470"/>
              <a:gd name="connsiteY168-26162" fmla="*/ 211375 h 6858000"/>
              <a:gd name="connsiteX169-26163" fmla="*/ 94571 w 1605470"/>
              <a:gd name="connsiteY169-26164" fmla="*/ 184179 h 6858000"/>
              <a:gd name="connsiteX170-26165" fmla="*/ 13437 w 1605470"/>
              <a:gd name="connsiteY170-26166" fmla="*/ 19287 h 6858000"/>
              <a:gd name="connsiteX171-26167" fmla="*/ 0 w 1605470"/>
              <a:gd name="connsiteY171-26168" fmla="*/ 0 h 6858000"/>
              <a:gd name="connsiteX0-26169" fmla="*/ 0 w 1605470"/>
              <a:gd name="connsiteY0-26170" fmla="*/ 0 h 6858000"/>
              <a:gd name="connsiteX1-26171" fmla="*/ 1605470 w 1605470"/>
              <a:gd name="connsiteY1-26172" fmla="*/ 0 h 6858000"/>
              <a:gd name="connsiteX2-26173" fmla="*/ 1605470 w 1605470"/>
              <a:gd name="connsiteY2-26174" fmla="*/ 6858000 h 6858000"/>
              <a:gd name="connsiteX3-26175" fmla="*/ 154105 w 1605470"/>
              <a:gd name="connsiteY3-26176" fmla="*/ 6858000 h 6858000"/>
              <a:gd name="connsiteX4-26177" fmla="*/ 154246 w 1605470"/>
              <a:gd name="connsiteY4-26178" fmla="*/ 6857735 h 6858000"/>
              <a:gd name="connsiteX5-26179" fmla="*/ 166295 w 1605470"/>
              <a:gd name="connsiteY5-26180" fmla="*/ 6809549 h 6858000"/>
              <a:gd name="connsiteX6-26181" fmla="*/ 198506 w 1605470"/>
              <a:gd name="connsiteY6-26182" fmla="*/ 6715115 h 6858000"/>
              <a:gd name="connsiteX7-26183" fmla="*/ 208357 w 1605470"/>
              <a:gd name="connsiteY7-26184" fmla="*/ 6680170 h 6858000"/>
              <a:gd name="connsiteX8-26185" fmla="*/ 233907 w 1605470"/>
              <a:gd name="connsiteY8-26186" fmla="*/ 6621207 h 6858000"/>
              <a:gd name="connsiteX9-26187" fmla="*/ 250564 w 1605470"/>
              <a:gd name="connsiteY9-26188" fmla="*/ 6596265 h 6858000"/>
              <a:gd name="connsiteX10-26189" fmla="*/ 250443 w 1605470"/>
              <a:gd name="connsiteY10-26190" fmla="*/ 6594818 h 6858000"/>
              <a:gd name="connsiteX11-26191" fmla="*/ 254688 w 1605470"/>
              <a:gd name="connsiteY11-26192" fmla="*/ 6593735 h 6858000"/>
              <a:gd name="connsiteX12-26193" fmla="*/ 257885 w 1605470"/>
              <a:gd name="connsiteY12-26194" fmla="*/ 6589172 h 6858000"/>
              <a:gd name="connsiteX13-26195" fmla="*/ 261179 w 1605470"/>
              <a:gd name="connsiteY13-26196" fmla="*/ 6574442 h 6858000"/>
              <a:gd name="connsiteX14-26197" fmla="*/ 261519 w 1605470"/>
              <a:gd name="connsiteY14-26198" fmla="*/ 6568530 h 6858000"/>
              <a:gd name="connsiteX15-26199" fmla="*/ 263928 w 1605470"/>
              <a:gd name="connsiteY15-26200" fmla="*/ 6560674 h 6858000"/>
              <a:gd name="connsiteX16-26201" fmla="*/ 264273 w 1605470"/>
              <a:gd name="connsiteY16-26202" fmla="*/ 6560598 h 6858000"/>
              <a:gd name="connsiteX17-26203" fmla="*/ 265970 w 1605470"/>
              <a:gd name="connsiteY17-26204" fmla="*/ 6553006 h 6858000"/>
              <a:gd name="connsiteX18-26205" fmla="*/ 270666 w 1605470"/>
              <a:gd name="connsiteY18-26206" fmla="*/ 6514360 h 6858000"/>
              <a:gd name="connsiteX19-26207" fmla="*/ 312320 w 1605470"/>
              <a:gd name="connsiteY19-26208" fmla="*/ 6478062 h 6858000"/>
              <a:gd name="connsiteX20-26209" fmla="*/ 323009 w 1605470"/>
              <a:gd name="connsiteY20-26210" fmla="*/ 6460325 h 6858000"/>
              <a:gd name="connsiteX21-26211" fmla="*/ 330242 w 1605470"/>
              <a:gd name="connsiteY21-26212" fmla="*/ 6451488 h 6858000"/>
              <a:gd name="connsiteX22-26213" fmla="*/ 331677 w 1605470"/>
              <a:gd name="connsiteY22-26214" fmla="*/ 6451348 h 6858000"/>
              <a:gd name="connsiteX23-26215" fmla="*/ 336035 w 1605470"/>
              <a:gd name="connsiteY23-26216" fmla="*/ 6414240 h 6858000"/>
              <a:gd name="connsiteX24-26217" fmla="*/ 338911 w 1605470"/>
              <a:gd name="connsiteY24-26218" fmla="*/ 6410269 h 6858000"/>
              <a:gd name="connsiteX25-26219" fmla="*/ 338811 w 1605470"/>
              <a:gd name="connsiteY25-26220" fmla="*/ 6384857 h 6858000"/>
              <a:gd name="connsiteX26-26221" fmla="*/ 340328 w 1605470"/>
              <a:gd name="connsiteY26-26222" fmla="*/ 6372381 h 6858000"/>
              <a:gd name="connsiteX27-26223" fmla="*/ 337522 w 1605470"/>
              <a:gd name="connsiteY27-26224" fmla="*/ 6367510 h 6858000"/>
              <a:gd name="connsiteX28-26225" fmla="*/ 341402 w 1605470"/>
              <a:gd name="connsiteY28-26226" fmla="*/ 6349778 h 6858000"/>
              <a:gd name="connsiteX29-26227" fmla="*/ 343067 w 1605470"/>
              <a:gd name="connsiteY29-26228" fmla="*/ 6348250 h 6858000"/>
              <a:gd name="connsiteX30-26229" fmla="*/ 359101 w 1605470"/>
              <a:gd name="connsiteY30-26230" fmla="*/ 6281972 h 6858000"/>
              <a:gd name="connsiteX31-26231" fmla="*/ 369864 w 1605470"/>
              <a:gd name="connsiteY31-26232" fmla="*/ 6211940 h 6858000"/>
              <a:gd name="connsiteX32-26233" fmla="*/ 411359 w 1605470"/>
              <a:gd name="connsiteY32-26234" fmla="*/ 6113913 h 6858000"/>
              <a:gd name="connsiteX33-26235" fmla="*/ 415652 w 1605470"/>
              <a:gd name="connsiteY33-26236" fmla="*/ 6028119 h 6858000"/>
              <a:gd name="connsiteX34-26237" fmla="*/ 442432 w 1605470"/>
              <a:gd name="connsiteY34-26238" fmla="*/ 5934687 h 6858000"/>
              <a:gd name="connsiteX35-26239" fmla="*/ 476444 w 1605470"/>
              <a:gd name="connsiteY35-26240" fmla="*/ 5765594 h 6858000"/>
              <a:gd name="connsiteX36-26241" fmla="*/ 508280 w 1605470"/>
              <a:gd name="connsiteY36-26242" fmla="*/ 5693685 h 6858000"/>
              <a:gd name="connsiteX37-26243" fmla="*/ 523992 w 1605470"/>
              <a:gd name="connsiteY37-26244" fmla="*/ 5619557 h 6858000"/>
              <a:gd name="connsiteX38-26245" fmla="*/ 531653 w 1605470"/>
              <a:gd name="connsiteY38-26246" fmla="*/ 5604904 h 6858000"/>
              <a:gd name="connsiteX39-26247" fmla="*/ 539863 w 1605470"/>
              <a:gd name="connsiteY39-26248" fmla="*/ 5604298 h 6858000"/>
              <a:gd name="connsiteX40-26249" fmla="*/ 552319 w 1605470"/>
              <a:gd name="connsiteY40-26250" fmla="*/ 5587997 h 6858000"/>
              <a:gd name="connsiteX41-26251" fmla="*/ 591557 w 1605470"/>
              <a:gd name="connsiteY41-26252" fmla="*/ 5476393 h 6858000"/>
              <a:gd name="connsiteX42-26253" fmla="*/ 622750 w 1605470"/>
              <a:gd name="connsiteY42-26254" fmla="*/ 5396260 h 6858000"/>
              <a:gd name="connsiteX43-26255" fmla="*/ 638731 w 1605470"/>
              <a:gd name="connsiteY43-26256" fmla="*/ 5330009 h 6858000"/>
              <a:gd name="connsiteX44-26257" fmla="*/ 672224 w 1605470"/>
              <a:gd name="connsiteY44-26258" fmla="*/ 5273739 h 6858000"/>
              <a:gd name="connsiteX45-26259" fmla="*/ 681823 w 1605470"/>
              <a:gd name="connsiteY45-26260" fmla="*/ 5241779 h 6858000"/>
              <a:gd name="connsiteX46-26261" fmla="*/ 693049 w 1605470"/>
              <a:gd name="connsiteY46-26262" fmla="*/ 5225268 h 6858000"/>
              <a:gd name="connsiteX47-26263" fmla="*/ 694069 w 1605470"/>
              <a:gd name="connsiteY47-26264" fmla="*/ 5217684 h 6858000"/>
              <a:gd name="connsiteX48-26265" fmla="*/ 701410 w 1605470"/>
              <a:gd name="connsiteY48-26266" fmla="*/ 5193377 h 6858000"/>
              <a:gd name="connsiteX49-26267" fmla="*/ 704713 w 1605470"/>
              <a:gd name="connsiteY49-26268" fmla="*/ 5179288 h 6858000"/>
              <a:gd name="connsiteX50-26269" fmla="*/ 705697 w 1605470"/>
              <a:gd name="connsiteY50-26270" fmla="*/ 5173621 h 6858000"/>
              <a:gd name="connsiteX51-26271" fmla="*/ 701331 w 1605470"/>
              <a:gd name="connsiteY51-26272" fmla="*/ 5159961 h 6858000"/>
              <a:gd name="connsiteX52-26273" fmla="*/ 708008 w 1605470"/>
              <a:gd name="connsiteY52-26274" fmla="*/ 5144295 h 6858000"/>
              <a:gd name="connsiteX53-26275" fmla="*/ 704941 w 1605470"/>
              <a:gd name="connsiteY53-26276" fmla="*/ 5125185 h 6858000"/>
              <a:gd name="connsiteX54-26277" fmla="*/ 711771 w 1605470"/>
              <a:gd name="connsiteY54-26278" fmla="*/ 5121884 h 6858000"/>
              <a:gd name="connsiteX55-26279" fmla="*/ 718807 w 1605470"/>
              <a:gd name="connsiteY55-26280" fmla="*/ 5067850 h 6858000"/>
              <a:gd name="connsiteX56-26281" fmla="*/ 721538 w 1605470"/>
              <a:gd name="connsiteY56-26282" fmla="*/ 5060861 h 6858000"/>
              <a:gd name="connsiteX57-26283" fmla="*/ 718242 w 1605470"/>
              <a:gd name="connsiteY57-26284" fmla="*/ 5034192 h 6858000"/>
              <a:gd name="connsiteX58-26285" fmla="*/ 719796 w 1605470"/>
              <a:gd name="connsiteY58-26286" fmla="*/ 4993030 h 6858000"/>
              <a:gd name="connsiteX59-26287" fmla="*/ 726705 w 1605470"/>
              <a:gd name="connsiteY59-26288" fmla="*/ 4946844 h 6858000"/>
              <a:gd name="connsiteX60-26289" fmla="*/ 722561 w 1605470"/>
              <a:gd name="connsiteY60-26290" fmla="*/ 4932692 h 6858000"/>
              <a:gd name="connsiteX61-26291" fmla="*/ 737964 w 1605470"/>
              <a:gd name="connsiteY61-26292" fmla="*/ 4858827 h 6858000"/>
              <a:gd name="connsiteX62-26293" fmla="*/ 732118 w 1605470"/>
              <a:gd name="connsiteY62-26294" fmla="*/ 4801535 h 6858000"/>
              <a:gd name="connsiteX63-26295" fmla="*/ 739787 w 1605470"/>
              <a:gd name="connsiteY63-26296" fmla="*/ 4797794 h 6858000"/>
              <a:gd name="connsiteX64-26297" fmla="*/ 741081 w 1605470"/>
              <a:gd name="connsiteY64-26298" fmla="*/ 4784526 h 6858000"/>
              <a:gd name="connsiteX65-26299" fmla="*/ 742865 w 1605470"/>
              <a:gd name="connsiteY65-26300" fmla="*/ 4781211 h 6858000"/>
              <a:gd name="connsiteX66-26301" fmla="*/ 751652 w 1605470"/>
              <a:gd name="connsiteY66-26302" fmla="*/ 4761984 h 6858000"/>
              <a:gd name="connsiteX67-26303" fmla="*/ 747700 w 1605470"/>
              <a:gd name="connsiteY67-26304" fmla="*/ 4690749 h 6858000"/>
              <a:gd name="connsiteX68-26305" fmla="*/ 743180 w 1605470"/>
              <a:gd name="connsiteY68-26306" fmla="*/ 4584173 h 6858000"/>
              <a:gd name="connsiteX69-26307" fmla="*/ 738263 w 1605470"/>
              <a:gd name="connsiteY69-26308" fmla="*/ 4444346 h 6858000"/>
              <a:gd name="connsiteX70-26309" fmla="*/ 734828 w 1605470"/>
              <a:gd name="connsiteY70-26310" fmla="*/ 4375228 h 6858000"/>
              <a:gd name="connsiteX71-26311" fmla="*/ 715481 w 1605470"/>
              <a:gd name="connsiteY71-26312" fmla="*/ 4214165 h 6858000"/>
              <a:gd name="connsiteX72-26313" fmla="*/ 719554 w 1605470"/>
              <a:gd name="connsiteY72-26314" fmla="*/ 4090296 h 6858000"/>
              <a:gd name="connsiteX73-26315" fmla="*/ 704810 w 1605470"/>
              <a:gd name="connsiteY73-26316" fmla="*/ 4033999 h 6858000"/>
              <a:gd name="connsiteX74-26317" fmla="*/ 705959 w 1605470"/>
              <a:gd name="connsiteY74-26318" fmla="*/ 4031933 h 6858000"/>
              <a:gd name="connsiteX75-26319" fmla="*/ 704535 w 1605470"/>
              <a:gd name="connsiteY75-26320" fmla="*/ 4013953 h 6858000"/>
              <a:gd name="connsiteX76-26321" fmla="*/ 700443 w 1605470"/>
              <a:gd name="connsiteY76-26322" fmla="*/ 4010511 h 6858000"/>
              <a:gd name="connsiteX77-26323" fmla="*/ 698282 w 1605470"/>
              <a:gd name="connsiteY77-26324" fmla="*/ 3998331 h 6858000"/>
              <a:gd name="connsiteX78-26325" fmla="*/ 690830 w 1605470"/>
              <a:gd name="connsiteY78-26326" fmla="*/ 3974753 h 6858000"/>
              <a:gd name="connsiteX79-26327" fmla="*/ 692428 w 1605470"/>
              <a:gd name="connsiteY79-26328" fmla="*/ 3969950 h 6858000"/>
              <a:gd name="connsiteX80-26329" fmla="*/ 685850 w 1605470"/>
              <a:gd name="connsiteY80-26330" fmla="*/ 3933779 h 6858000"/>
              <a:gd name="connsiteX81-26331" fmla="*/ 687181 w 1605470"/>
              <a:gd name="connsiteY81-26332" fmla="*/ 3933093 h 6858000"/>
              <a:gd name="connsiteX82-26333" fmla="*/ 691535 w 1605470"/>
              <a:gd name="connsiteY82-26334" fmla="*/ 3922082 h 6858000"/>
              <a:gd name="connsiteX83-26335" fmla="*/ 696613 w 1605470"/>
              <a:gd name="connsiteY83-26336" fmla="*/ 3901461 h 6858000"/>
              <a:gd name="connsiteX84-26337" fmla="*/ 719207 w 1605470"/>
              <a:gd name="connsiteY84-26338" fmla="*/ 3813873 h 6858000"/>
              <a:gd name="connsiteX85-26339" fmla="*/ 718632 w 1605470"/>
              <a:gd name="connsiteY85-26340" fmla="*/ 3806161 h 6858000"/>
              <a:gd name="connsiteX86-26341" fmla="*/ 718939 w 1605470"/>
              <a:gd name="connsiteY86-26342" fmla="*/ 3805957 h 6858000"/>
              <a:gd name="connsiteX87-26343" fmla="*/ 718966 w 1605470"/>
              <a:gd name="connsiteY87-26344" fmla="*/ 3797724 h 6858000"/>
              <a:gd name="connsiteX88-26345" fmla="*/ 717581 w 1605470"/>
              <a:gd name="connsiteY88-26346" fmla="*/ 3792098 h 6858000"/>
              <a:gd name="connsiteX89-26347" fmla="*/ 716465 w 1605470"/>
              <a:gd name="connsiteY89-26348" fmla="*/ 3777135 h 6858000"/>
              <a:gd name="connsiteX90-26349" fmla="*/ 718198 w 1605470"/>
              <a:gd name="connsiteY90-26350" fmla="*/ 3771656 h 6858000"/>
              <a:gd name="connsiteX91-26351" fmla="*/ 721941 w 1605470"/>
              <a:gd name="connsiteY91-26352" fmla="*/ 3769007 h 6858000"/>
              <a:gd name="connsiteX92-26353" fmla="*/ 721407 w 1605470"/>
              <a:gd name="connsiteY92-26354" fmla="*/ 3767709 h 6858000"/>
              <a:gd name="connsiteX93-26355" fmla="*/ 730103 w 1605470"/>
              <a:gd name="connsiteY93-26356" fmla="*/ 3738082 h 6858000"/>
              <a:gd name="connsiteX94-26357" fmla="*/ 737449 w 1605470"/>
              <a:gd name="connsiteY94-26358" fmla="*/ 3673397 h 6858000"/>
              <a:gd name="connsiteX95-26359" fmla="*/ 736745 w 1605470"/>
              <a:gd name="connsiteY95-26360" fmla="*/ 3637109 h 6858000"/>
              <a:gd name="connsiteX96-26361" fmla="*/ 740188 w 1605470"/>
              <a:gd name="connsiteY96-26362" fmla="*/ 3536883 h 6858000"/>
              <a:gd name="connsiteX97-26363" fmla="*/ 747726 w 1605470"/>
              <a:gd name="connsiteY97-26364" fmla="*/ 3435652 h 6858000"/>
              <a:gd name="connsiteX98-26365" fmla="*/ 774383 w 1605470"/>
              <a:gd name="connsiteY98-26366" fmla="*/ 3381564 h 6858000"/>
              <a:gd name="connsiteX99-26367" fmla="*/ 774870 w 1605470"/>
              <a:gd name="connsiteY99-26368" fmla="*/ 3375761 h 6858000"/>
              <a:gd name="connsiteX100-26369" fmla="*/ 770510 w 1605470"/>
              <a:gd name="connsiteY100-26370" fmla="*/ 3361844 h 6858000"/>
              <a:gd name="connsiteX101-26371" fmla="*/ 767933 w 1605470"/>
              <a:gd name="connsiteY101-26372" fmla="*/ 3356929 h 6858000"/>
              <a:gd name="connsiteX102-26373" fmla="*/ 766158 w 1605470"/>
              <a:gd name="connsiteY102-26374" fmla="*/ 3349058 h 6858000"/>
              <a:gd name="connsiteX103-26375" fmla="*/ 766414 w 1605470"/>
              <a:gd name="connsiteY103-26376" fmla="*/ 3348763 h 6858000"/>
              <a:gd name="connsiteX104-26377" fmla="*/ 764166 w 1605470"/>
              <a:gd name="connsiteY104-26378" fmla="*/ 3341588 h 6858000"/>
              <a:gd name="connsiteX105-26379" fmla="*/ 749397 w 1605470"/>
              <a:gd name="connsiteY105-26380" fmla="*/ 3307769 h 6858000"/>
              <a:gd name="connsiteX106-26381" fmla="*/ 766960 w 1605470"/>
              <a:gd name="connsiteY106-26382" fmla="*/ 3250522 h 6858000"/>
              <a:gd name="connsiteX107-26383" fmla="*/ 767385 w 1605470"/>
              <a:gd name="connsiteY107-26384" fmla="*/ 3229163 h 6858000"/>
              <a:gd name="connsiteX108-26385" fmla="*/ 769208 w 1605470"/>
              <a:gd name="connsiteY108-26386" fmla="*/ 3217217 h 6858000"/>
              <a:gd name="connsiteX109-26387" fmla="*/ 770350 w 1605470"/>
              <a:gd name="connsiteY109-26388" fmla="*/ 3216125 h 6858000"/>
              <a:gd name="connsiteX110-26389" fmla="*/ 756043 w 1605470"/>
              <a:gd name="connsiteY110-26390" fmla="*/ 3183755 h 6858000"/>
              <a:gd name="connsiteX111-26391" fmla="*/ 756544 w 1605470"/>
              <a:gd name="connsiteY111-26392" fmla="*/ 3178642 h 6858000"/>
              <a:gd name="connsiteX112-26393" fmla="*/ 744144 w 1605470"/>
              <a:gd name="connsiteY112-26394" fmla="*/ 3158586 h 6858000"/>
              <a:gd name="connsiteX113-26395" fmla="*/ 739378 w 1605470"/>
              <a:gd name="connsiteY113-26396" fmla="*/ 3147669 h 6858000"/>
              <a:gd name="connsiteX114-26397" fmla="*/ 734648 w 1605470"/>
              <a:gd name="connsiteY114-26398" fmla="*/ 3145733 h 6858000"/>
              <a:gd name="connsiteX115-26399" fmla="*/ 729329 w 1605470"/>
              <a:gd name="connsiteY115-26400" fmla="*/ 3129034 h 6858000"/>
              <a:gd name="connsiteX116-26401" fmla="*/ 729994 w 1605470"/>
              <a:gd name="connsiteY116-26402" fmla="*/ 3126682 h 6858000"/>
              <a:gd name="connsiteX117-26403" fmla="*/ 720862 w 1605470"/>
              <a:gd name="connsiteY117-26404" fmla="*/ 3114519 h 6858000"/>
              <a:gd name="connsiteX118-26405" fmla="*/ 707471 w 1605470"/>
              <a:gd name="connsiteY118-26406" fmla="*/ 3106272 h 6858000"/>
              <a:gd name="connsiteX119-26407" fmla="*/ 680201 w 1605470"/>
              <a:gd name="connsiteY119-26408" fmla="*/ 2958185 h 6858000"/>
              <a:gd name="connsiteX120-26409" fmla="*/ 622815 w 1605470"/>
              <a:gd name="connsiteY120-26410" fmla="*/ 2762989 h 6858000"/>
              <a:gd name="connsiteX121-26411" fmla="*/ 571733 w 1605470"/>
              <a:gd name="connsiteY121-26412" fmla="*/ 2554718 h 6858000"/>
              <a:gd name="connsiteX122-26413" fmla="*/ 551827 w 1605470"/>
              <a:gd name="connsiteY122-26414" fmla="*/ 2485734 h 6858000"/>
              <a:gd name="connsiteX123-26415" fmla="*/ 542550 w 1605470"/>
              <a:gd name="connsiteY123-26416" fmla="*/ 2447068 h 6858000"/>
              <a:gd name="connsiteX124-26417" fmla="*/ 529511 w 1605470"/>
              <a:gd name="connsiteY124-26418" fmla="*/ 2425819 h 6858000"/>
              <a:gd name="connsiteX125-26419" fmla="*/ 528878 w 1605470"/>
              <a:gd name="connsiteY125-26420" fmla="*/ 2408971 h 6858000"/>
              <a:gd name="connsiteX126-26421" fmla="*/ 535510 w 1605470"/>
              <a:gd name="connsiteY126-26422" fmla="*/ 2402874 h 6858000"/>
              <a:gd name="connsiteX127-26423" fmla="*/ 538122 w 1605470"/>
              <a:gd name="connsiteY127-26424" fmla="*/ 2381443 h 6858000"/>
              <a:gd name="connsiteX128-26425" fmla="*/ 514451 w 1605470"/>
              <a:gd name="connsiteY128-26426" fmla="*/ 2261920 h 6858000"/>
              <a:gd name="connsiteX129-26427" fmla="*/ 504338 w 1605470"/>
              <a:gd name="connsiteY129-26428" fmla="*/ 2195378 h 6858000"/>
              <a:gd name="connsiteX130-26429" fmla="*/ 488555 w 1605470"/>
              <a:gd name="connsiteY130-26430" fmla="*/ 2155135 h 6858000"/>
              <a:gd name="connsiteX131-26431" fmla="*/ 486013 w 1605470"/>
              <a:gd name="connsiteY131-26432" fmla="*/ 2118008 h 6858000"/>
              <a:gd name="connsiteX132-26433" fmla="*/ 487006 w 1605470"/>
              <a:gd name="connsiteY132-26434" fmla="*/ 2050531 h 6858000"/>
              <a:gd name="connsiteX133-26435" fmla="*/ 478812 w 1605470"/>
              <a:gd name="connsiteY133-26436" fmla="*/ 1963269 h 6858000"/>
              <a:gd name="connsiteX134-26437" fmla="*/ 459990 w 1605470"/>
              <a:gd name="connsiteY134-26438" fmla="*/ 1906352 h 6858000"/>
              <a:gd name="connsiteX135-26439" fmla="*/ 436547 w 1605470"/>
              <a:gd name="connsiteY135-26440" fmla="*/ 1861531 h 6858000"/>
              <a:gd name="connsiteX136-26441" fmla="*/ 390346 w 1605470"/>
              <a:gd name="connsiteY136-26442" fmla="*/ 1732919 h 6858000"/>
              <a:gd name="connsiteX137-26443" fmla="*/ 362657 w 1605470"/>
              <a:gd name="connsiteY137-26444" fmla="*/ 1663540 h 6858000"/>
              <a:gd name="connsiteX138-26445" fmla="*/ 361783 w 1605470"/>
              <a:gd name="connsiteY138-26446" fmla="*/ 1615777 h 6858000"/>
              <a:gd name="connsiteX139-26447" fmla="*/ 342578 w 1605470"/>
              <a:gd name="connsiteY139-26448" fmla="*/ 1563678 h 6858000"/>
              <a:gd name="connsiteX140-26449" fmla="*/ 355658 w 1605470"/>
              <a:gd name="connsiteY140-26450" fmla="*/ 1519474 h 6858000"/>
              <a:gd name="connsiteX141-26451" fmla="*/ 348400 w 1605470"/>
              <a:gd name="connsiteY141-26452" fmla="*/ 1477995 h 6858000"/>
              <a:gd name="connsiteX142-26453" fmla="*/ 334485 w 1605470"/>
              <a:gd name="connsiteY142-26454" fmla="*/ 1373769 h 6858000"/>
              <a:gd name="connsiteX143-26455" fmla="*/ 342792 w 1605470"/>
              <a:gd name="connsiteY143-26456" fmla="*/ 1307086 h 6858000"/>
              <a:gd name="connsiteX144-26457" fmla="*/ 343980 w 1605470"/>
              <a:gd name="connsiteY144-26458" fmla="*/ 1189033 h 6858000"/>
              <a:gd name="connsiteX145-26459" fmla="*/ 348665 w 1605470"/>
              <a:gd name="connsiteY145-26460" fmla="*/ 1168288 h 6858000"/>
              <a:gd name="connsiteX146-26461" fmla="*/ 340947 w 1605470"/>
              <a:gd name="connsiteY146-26462" fmla="*/ 1142577 h 6858000"/>
              <a:gd name="connsiteX147-26463" fmla="*/ 330253 w 1605470"/>
              <a:gd name="connsiteY147-26464" fmla="*/ 1088484 h 6858000"/>
              <a:gd name="connsiteX148-26465" fmla="*/ 318989 w 1605470"/>
              <a:gd name="connsiteY148-26466" fmla="*/ 1016103 h 6858000"/>
              <a:gd name="connsiteX149-26467" fmla="*/ 320445 w 1605470"/>
              <a:gd name="connsiteY149-26468" fmla="*/ 932283 h 6858000"/>
              <a:gd name="connsiteX150-26469" fmla="*/ 322681 w 1605470"/>
              <a:gd name="connsiteY150-26470" fmla="*/ 915925 h 6858000"/>
              <a:gd name="connsiteX151-26471" fmla="*/ 315310 w 1605470"/>
              <a:gd name="connsiteY151-26472" fmla="*/ 896999 h 6858000"/>
              <a:gd name="connsiteX152-26473" fmla="*/ 284718 w 1605470"/>
              <a:gd name="connsiteY152-26474" fmla="*/ 821517 h 6858000"/>
              <a:gd name="connsiteX153-26475" fmla="*/ 263668 w 1605470"/>
              <a:gd name="connsiteY153-26476" fmla="*/ 751353 h 6858000"/>
              <a:gd name="connsiteX154-26477" fmla="*/ 263226 w 1605470"/>
              <a:gd name="connsiteY154-26478" fmla="*/ 721230 h 6858000"/>
              <a:gd name="connsiteX155-26479" fmla="*/ 248897 w 1605470"/>
              <a:gd name="connsiteY155-26480" fmla="*/ 681659 h 6858000"/>
              <a:gd name="connsiteX156-26481" fmla="*/ 234316 w 1605470"/>
              <a:gd name="connsiteY156-26482" fmla="*/ 635218 h 6858000"/>
              <a:gd name="connsiteX157-26483" fmla="*/ 239327 w 1605470"/>
              <a:gd name="connsiteY157-26484" fmla="*/ 613763 h 6858000"/>
              <a:gd name="connsiteX158-26485" fmla="*/ 225269 w 1605470"/>
              <a:gd name="connsiteY158-26486" fmla="*/ 598582 h 6858000"/>
              <a:gd name="connsiteX159-26487" fmla="*/ 224950 w 1605470"/>
              <a:gd name="connsiteY159-26488" fmla="*/ 576846 h 6858000"/>
              <a:gd name="connsiteX160-26489" fmla="*/ 204576 w 1605470"/>
              <a:gd name="connsiteY160-26490" fmla="*/ 530055 h 6858000"/>
              <a:gd name="connsiteX161-26491" fmla="*/ 219064 w 1605470"/>
              <a:gd name="connsiteY161-26492" fmla="*/ 469651 h 6858000"/>
              <a:gd name="connsiteX162-26493" fmla="*/ 195012 w 1605470"/>
              <a:gd name="connsiteY162-26494" fmla="*/ 448559 h 6858000"/>
              <a:gd name="connsiteX163-26495" fmla="*/ 201434 w 1605470"/>
              <a:gd name="connsiteY163-26496" fmla="*/ 441529 h 6858000"/>
              <a:gd name="connsiteX164-26497" fmla="*/ 200655 w 1605470"/>
              <a:gd name="connsiteY164-26498" fmla="*/ 428927 h 6858000"/>
              <a:gd name="connsiteX165-26499" fmla="*/ 190059 w 1605470"/>
              <a:gd name="connsiteY165-26500" fmla="*/ 430161 h 6858000"/>
              <a:gd name="connsiteX166-26501" fmla="*/ 167079 w 1605470"/>
              <a:gd name="connsiteY166-26502" fmla="*/ 367211 h 6858000"/>
              <a:gd name="connsiteX167-26503" fmla="*/ 124571 w 1605470"/>
              <a:gd name="connsiteY167-26504" fmla="*/ 302178 h 6858000"/>
              <a:gd name="connsiteX168-26505" fmla="*/ 103243 w 1605470"/>
              <a:gd name="connsiteY168-26506" fmla="*/ 211375 h 6858000"/>
              <a:gd name="connsiteX169-26507" fmla="*/ 94571 w 1605470"/>
              <a:gd name="connsiteY169-26508" fmla="*/ 184179 h 6858000"/>
              <a:gd name="connsiteX170-26509" fmla="*/ 13437 w 1605470"/>
              <a:gd name="connsiteY170-26510" fmla="*/ 19287 h 6858000"/>
              <a:gd name="connsiteX171-26511" fmla="*/ 0 w 1605470"/>
              <a:gd name="connsiteY171-26512" fmla="*/ 0 h 6858000"/>
              <a:gd name="connsiteX0-26513" fmla="*/ 0 w 1605470"/>
              <a:gd name="connsiteY0-26514" fmla="*/ 0 h 6858000"/>
              <a:gd name="connsiteX1-26515" fmla="*/ 1605470 w 1605470"/>
              <a:gd name="connsiteY1-26516" fmla="*/ 0 h 6858000"/>
              <a:gd name="connsiteX2-26517" fmla="*/ 1605470 w 1605470"/>
              <a:gd name="connsiteY2-26518" fmla="*/ 6858000 h 6858000"/>
              <a:gd name="connsiteX3-26519" fmla="*/ 154105 w 1605470"/>
              <a:gd name="connsiteY3-26520" fmla="*/ 6858000 h 6858000"/>
              <a:gd name="connsiteX4-26521" fmla="*/ 154246 w 1605470"/>
              <a:gd name="connsiteY4-26522" fmla="*/ 6857735 h 6858000"/>
              <a:gd name="connsiteX5-26523" fmla="*/ 166295 w 1605470"/>
              <a:gd name="connsiteY5-26524" fmla="*/ 6809549 h 6858000"/>
              <a:gd name="connsiteX6-26525" fmla="*/ 198506 w 1605470"/>
              <a:gd name="connsiteY6-26526" fmla="*/ 6715115 h 6858000"/>
              <a:gd name="connsiteX7-26527" fmla="*/ 208357 w 1605470"/>
              <a:gd name="connsiteY7-26528" fmla="*/ 6680170 h 6858000"/>
              <a:gd name="connsiteX8-26529" fmla="*/ 233907 w 1605470"/>
              <a:gd name="connsiteY8-26530" fmla="*/ 6621207 h 6858000"/>
              <a:gd name="connsiteX9-26531" fmla="*/ 250564 w 1605470"/>
              <a:gd name="connsiteY9-26532" fmla="*/ 6596265 h 6858000"/>
              <a:gd name="connsiteX10-26533" fmla="*/ 250443 w 1605470"/>
              <a:gd name="connsiteY10-26534" fmla="*/ 6594818 h 6858000"/>
              <a:gd name="connsiteX11-26535" fmla="*/ 254688 w 1605470"/>
              <a:gd name="connsiteY11-26536" fmla="*/ 6593735 h 6858000"/>
              <a:gd name="connsiteX12-26537" fmla="*/ 257885 w 1605470"/>
              <a:gd name="connsiteY12-26538" fmla="*/ 6589172 h 6858000"/>
              <a:gd name="connsiteX13-26539" fmla="*/ 261179 w 1605470"/>
              <a:gd name="connsiteY13-26540" fmla="*/ 6574442 h 6858000"/>
              <a:gd name="connsiteX14-26541" fmla="*/ 261519 w 1605470"/>
              <a:gd name="connsiteY14-26542" fmla="*/ 6568530 h 6858000"/>
              <a:gd name="connsiteX15-26543" fmla="*/ 263928 w 1605470"/>
              <a:gd name="connsiteY15-26544" fmla="*/ 6560674 h 6858000"/>
              <a:gd name="connsiteX16-26545" fmla="*/ 264273 w 1605470"/>
              <a:gd name="connsiteY16-26546" fmla="*/ 6560598 h 6858000"/>
              <a:gd name="connsiteX17-26547" fmla="*/ 265970 w 1605470"/>
              <a:gd name="connsiteY17-26548" fmla="*/ 6553006 h 6858000"/>
              <a:gd name="connsiteX18-26549" fmla="*/ 270666 w 1605470"/>
              <a:gd name="connsiteY18-26550" fmla="*/ 6514360 h 6858000"/>
              <a:gd name="connsiteX19-26551" fmla="*/ 312320 w 1605470"/>
              <a:gd name="connsiteY19-26552" fmla="*/ 6478062 h 6858000"/>
              <a:gd name="connsiteX20-26553" fmla="*/ 323009 w 1605470"/>
              <a:gd name="connsiteY20-26554" fmla="*/ 6460325 h 6858000"/>
              <a:gd name="connsiteX21-26555" fmla="*/ 330242 w 1605470"/>
              <a:gd name="connsiteY21-26556" fmla="*/ 6451488 h 6858000"/>
              <a:gd name="connsiteX22-26557" fmla="*/ 331677 w 1605470"/>
              <a:gd name="connsiteY22-26558" fmla="*/ 6451348 h 6858000"/>
              <a:gd name="connsiteX23-26559" fmla="*/ 336035 w 1605470"/>
              <a:gd name="connsiteY23-26560" fmla="*/ 6414240 h 6858000"/>
              <a:gd name="connsiteX24-26561" fmla="*/ 338911 w 1605470"/>
              <a:gd name="connsiteY24-26562" fmla="*/ 6410269 h 6858000"/>
              <a:gd name="connsiteX25-26563" fmla="*/ 338811 w 1605470"/>
              <a:gd name="connsiteY25-26564" fmla="*/ 6384857 h 6858000"/>
              <a:gd name="connsiteX26-26565" fmla="*/ 340328 w 1605470"/>
              <a:gd name="connsiteY26-26566" fmla="*/ 6372381 h 6858000"/>
              <a:gd name="connsiteX27-26567" fmla="*/ 337522 w 1605470"/>
              <a:gd name="connsiteY27-26568" fmla="*/ 6367510 h 6858000"/>
              <a:gd name="connsiteX28-26569" fmla="*/ 341402 w 1605470"/>
              <a:gd name="connsiteY28-26570" fmla="*/ 6349778 h 6858000"/>
              <a:gd name="connsiteX29-26571" fmla="*/ 343067 w 1605470"/>
              <a:gd name="connsiteY29-26572" fmla="*/ 6348250 h 6858000"/>
              <a:gd name="connsiteX30-26573" fmla="*/ 359101 w 1605470"/>
              <a:gd name="connsiteY30-26574" fmla="*/ 6281972 h 6858000"/>
              <a:gd name="connsiteX31-26575" fmla="*/ 369864 w 1605470"/>
              <a:gd name="connsiteY31-26576" fmla="*/ 6211940 h 6858000"/>
              <a:gd name="connsiteX32-26577" fmla="*/ 411359 w 1605470"/>
              <a:gd name="connsiteY32-26578" fmla="*/ 6113913 h 6858000"/>
              <a:gd name="connsiteX33-26579" fmla="*/ 415652 w 1605470"/>
              <a:gd name="connsiteY33-26580" fmla="*/ 6028119 h 6858000"/>
              <a:gd name="connsiteX34-26581" fmla="*/ 442432 w 1605470"/>
              <a:gd name="connsiteY34-26582" fmla="*/ 5934687 h 6858000"/>
              <a:gd name="connsiteX35-26583" fmla="*/ 476444 w 1605470"/>
              <a:gd name="connsiteY35-26584" fmla="*/ 5765594 h 6858000"/>
              <a:gd name="connsiteX36-26585" fmla="*/ 508280 w 1605470"/>
              <a:gd name="connsiteY36-26586" fmla="*/ 5693685 h 6858000"/>
              <a:gd name="connsiteX37-26587" fmla="*/ 523992 w 1605470"/>
              <a:gd name="connsiteY37-26588" fmla="*/ 5619557 h 6858000"/>
              <a:gd name="connsiteX38-26589" fmla="*/ 531653 w 1605470"/>
              <a:gd name="connsiteY38-26590" fmla="*/ 5604904 h 6858000"/>
              <a:gd name="connsiteX39-26591" fmla="*/ 544206 w 1605470"/>
              <a:gd name="connsiteY39-26592" fmla="*/ 5641620 h 6858000"/>
              <a:gd name="connsiteX40-26593" fmla="*/ 552319 w 1605470"/>
              <a:gd name="connsiteY40-26594" fmla="*/ 5587997 h 6858000"/>
              <a:gd name="connsiteX41-26595" fmla="*/ 591557 w 1605470"/>
              <a:gd name="connsiteY41-26596" fmla="*/ 5476393 h 6858000"/>
              <a:gd name="connsiteX42-26597" fmla="*/ 622750 w 1605470"/>
              <a:gd name="connsiteY42-26598" fmla="*/ 5396260 h 6858000"/>
              <a:gd name="connsiteX43-26599" fmla="*/ 638731 w 1605470"/>
              <a:gd name="connsiteY43-26600" fmla="*/ 5330009 h 6858000"/>
              <a:gd name="connsiteX44-26601" fmla="*/ 672224 w 1605470"/>
              <a:gd name="connsiteY44-26602" fmla="*/ 5273739 h 6858000"/>
              <a:gd name="connsiteX45-26603" fmla="*/ 681823 w 1605470"/>
              <a:gd name="connsiteY45-26604" fmla="*/ 5241779 h 6858000"/>
              <a:gd name="connsiteX46-26605" fmla="*/ 693049 w 1605470"/>
              <a:gd name="connsiteY46-26606" fmla="*/ 5225268 h 6858000"/>
              <a:gd name="connsiteX47-26607" fmla="*/ 694069 w 1605470"/>
              <a:gd name="connsiteY47-26608" fmla="*/ 5217684 h 6858000"/>
              <a:gd name="connsiteX48-26609" fmla="*/ 701410 w 1605470"/>
              <a:gd name="connsiteY48-26610" fmla="*/ 5193377 h 6858000"/>
              <a:gd name="connsiteX49-26611" fmla="*/ 704713 w 1605470"/>
              <a:gd name="connsiteY49-26612" fmla="*/ 5179288 h 6858000"/>
              <a:gd name="connsiteX50-26613" fmla="*/ 705697 w 1605470"/>
              <a:gd name="connsiteY50-26614" fmla="*/ 5173621 h 6858000"/>
              <a:gd name="connsiteX51-26615" fmla="*/ 701331 w 1605470"/>
              <a:gd name="connsiteY51-26616" fmla="*/ 5159961 h 6858000"/>
              <a:gd name="connsiteX52-26617" fmla="*/ 708008 w 1605470"/>
              <a:gd name="connsiteY52-26618" fmla="*/ 5144295 h 6858000"/>
              <a:gd name="connsiteX53-26619" fmla="*/ 704941 w 1605470"/>
              <a:gd name="connsiteY53-26620" fmla="*/ 5125185 h 6858000"/>
              <a:gd name="connsiteX54-26621" fmla="*/ 711771 w 1605470"/>
              <a:gd name="connsiteY54-26622" fmla="*/ 5121884 h 6858000"/>
              <a:gd name="connsiteX55-26623" fmla="*/ 718807 w 1605470"/>
              <a:gd name="connsiteY55-26624" fmla="*/ 5067850 h 6858000"/>
              <a:gd name="connsiteX56-26625" fmla="*/ 721538 w 1605470"/>
              <a:gd name="connsiteY56-26626" fmla="*/ 5060861 h 6858000"/>
              <a:gd name="connsiteX57-26627" fmla="*/ 718242 w 1605470"/>
              <a:gd name="connsiteY57-26628" fmla="*/ 5034192 h 6858000"/>
              <a:gd name="connsiteX58-26629" fmla="*/ 719796 w 1605470"/>
              <a:gd name="connsiteY58-26630" fmla="*/ 4993030 h 6858000"/>
              <a:gd name="connsiteX59-26631" fmla="*/ 726705 w 1605470"/>
              <a:gd name="connsiteY59-26632" fmla="*/ 4946844 h 6858000"/>
              <a:gd name="connsiteX60-26633" fmla="*/ 722561 w 1605470"/>
              <a:gd name="connsiteY60-26634" fmla="*/ 4932692 h 6858000"/>
              <a:gd name="connsiteX61-26635" fmla="*/ 737964 w 1605470"/>
              <a:gd name="connsiteY61-26636" fmla="*/ 4858827 h 6858000"/>
              <a:gd name="connsiteX62-26637" fmla="*/ 732118 w 1605470"/>
              <a:gd name="connsiteY62-26638" fmla="*/ 4801535 h 6858000"/>
              <a:gd name="connsiteX63-26639" fmla="*/ 739787 w 1605470"/>
              <a:gd name="connsiteY63-26640" fmla="*/ 4797794 h 6858000"/>
              <a:gd name="connsiteX64-26641" fmla="*/ 741081 w 1605470"/>
              <a:gd name="connsiteY64-26642" fmla="*/ 4784526 h 6858000"/>
              <a:gd name="connsiteX65-26643" fmla="*/ 742865 w 1605470"/>
              <a:gd name="connsiteY65-26644" fmla="*/ 4781211 h 6858000"/>
              <a:gd name="connsiteX66-26645" fmla="*/ 751652 w 1605470"/>
              <a:gd name="connsiteY66-26646" fmla="*/ 4761984 h 6858000"/>
              <a:gd name="connsiteX67-26647" fmla="*/ 747700 w 1605470"/>
              <a:gd name="connsiteY67-26648" fmla="*/ 4690749 h 6858000"/>
              <a:gd name="connsiteX68-26649" fmla="*/ 743180 w 1605470"/>
              <a:gd name="connsiteY68-26650" fmla="*/ 4584173 h 6858000"/>
              <a:gd name="connsiteX69-26651" fmla="*/ 738263 w 1605470"/>
              <a:gd name="connsiteY69-26652" fmla="*/ 4444346 h 6858000"/>
              <a:gd name="connsiteX70-26653" fmla="*/ 734828 w 1605470"/>
              <a:gd name="connsiteY70-26654" fmla="*/ 4375228 h 6858000"/>
              <a:gd name="connsiteX71-26655" fmla="*/ 715481 w 1605470"/>
              <a:gd name="connsiteY71-26656" fmla="*/ 4214165 h 6858000"/>
              <a:gd name="connsiteX72-26657" fmla="*/ 719554 w 1605470"/>
              <a:gd name="connsiteY72-26658" fmla="*/ 4090296 h 6858000"/>
              <a:gd name="connsiteX73-26659" fmla="*/ 704810 w 1605470"/>
              <a:gd name="connsiteY73-26660" fmla="*/ 4033999 h 6858000"/>
              <a:gd name="connsiteX74-26661" fmla="*/ 705959 w 1605470"/>
              <a:gd name="connsiteY74-26662" fmla="*/ 4031933 h 6858000"/>
              <a:gd name="connsiteX75-26663" fmla="*/ 704535 w 1605470"/>
              <a:gd name="connsiteY75-26664" fmla="*/ 4013953 h 6858000"/>
              <a:gd name="connsiteX76-26665" fmla="*/ 700443 w 1605470"/>
              <a:gd name="connsiteY76-26666" fmla="*/ 4010511 h 6858000"/>
              <a:gd name="connsiteX77-26667" fmla="*/ 698282 w 1605470"/>
              <a:gd name="connsiteY77-26668" fmla="*/ 3998331 h 6858000"/>
              <a:gd name="connsiteX78-26669" fmla="*/ 690830 w 1605470"/>
              <a:gd name="connsiteY78-26670" fmla="*/ 3974753 h 6858000"/>
              <a:gd name="connsiteX79-26671" fmla="*/ 692428 w 1605470"/>
              <a:gd name="connsiteY79-26672" fmla="*/ 3969950 h 6858000"/>
              <a:gd name="connsiteX80-26673" fmla="*/ 685850 w 1605470"/>
              <a:gd name="connsiteY80-26674" fmla="*/ 3933779 h 6858000"/>
              <a:gd name="connsiteX81-26675" fmla="*/ 687181 w 1605470"/>
              <a:gd name="connsiteY81-26676" fmla="*/ 3933093 h 6858000"/>
              <a:gd name="connsiteX82-26677" fmla="*/ 691535 w 1605470"/>
              <a:gd name="connsiteY82-26678" fmla="*/ 3922082 h 6858000"/>
              <a:gd name="connsiteX83-26679" fmla="*/ 696613 w 1605470"/>
              <a:gd name="connsiteY83-26680" fmla="*/ 3901461 h 6858000"/>
              <a:gd name="connsiteX84-26681" fmla="*/ 719207 w 1605470"/>
              <a:gd name="connsiteY84-26682" fmla="*/ 3813873 h 6858000"/>
              <a:gd name="connsiteX85-26683" fmla="*/ 718632 w 1605470"/>
              <a:gd name="connsiteY85-26684" fmla="*/ 3806161 h 6858000"/>
              <a:gd name="connsiteX86-26685" fmla="*/ 718939 w 1605470"/>
              <a:gd name="connsiteY86-26686" fmla="*/ 3805957 h 6858000"/>
              <a:gd name="connsiteX87-26687" fmla="*/ 718966 w 1605470"/>
              <a:gd name="connsiteY87-26688" fmla="*/ 3797724 h 6858000"/>
              <a:gd name="connsiteX88-26689" fmla="*/ 717581 w 1605470"/>
              <a:gd name="connsiteY88-26690" fmla="*/ 3792098 h 6858000"/>
              <a:gd name="connsiteX89-26691" fmla="*/ 716465 w 1605470"/>
              <a:gd name="connsiteY89-26692" fmla="*/ 3777135 h 6858000"/>
              <a:gd name="connsiteX90-26693" fmla="*/ 718198 w 1605470"/>
              <a:gd name="connsiteY90-26694" fmla="*/ 3771656 h 6858000"/>
              <a:gd name="connsiteX91-26695" fmla="*/ 721941 w 1605470"/>
              <a:gd name="connsiteY91-26696" fmla="*/ 3769007 h 6858000"/>
              <a:gd name="connsiteX92-26697" fmla="*/ 721407 w 1605470"/>
              <a:gd name="connsiteY92-26698" fmla="*/ 3767709 h 6858000"/>
              <a:gd name="connsiteX93-26699" fmla="*/ 730103 w 1605470"/>
              <a:gd name="connsiteY93-26700" fmla="*/ 3738082 h 6858000"/>
              <a:gd name="connsiteX94-26701" fmla="*/ 737449 w 1605470"/>
              <a:gd name="connsiteY94-26702" fmla="*/ 3673397 h 6858000"/>
              <a:gd name="connsiteX95-26703" fmla="*/ 736745 w 1605470"/>
              <a:gd name="connsiteY95-26704" fmla="*/ 3637109 h 6858000"/>
              <a:gd name="connsiteX96-26705" fmla="*/ 740188 w 1605470"/>
              <a:gd name="connsiteY96-26706" fmla="*/ 3536883 h 6858000"/>
              <a:gd name="connsiteX97-26707" fmla="*/ 747726 w 1605470"/>
              <a:gd name="connsiteY97-26708" fmla="*/ 3435652 h 6858000"/>
              <a:gd name="connsiteX98-26709" fmla="*/ 774383 w 1605470"/>
              <a:gd name="connsiteY98-26710" fmla="*/ 3381564 h 6858000"/>
              <a:gd name="connsiteX99-26711" fmla="*/ 774870 w 1605470"/>
              <a:gd name="connsiteY99-26712" fmla="*/ 3375761 h 6858000"/>
              <a:gd name="connsiteX100-26713" fmla="*/ 770510 w 1605470"/>
              <a:gd name="connsiteY100-26714" fmla="*/ 3361844 h 6858000"/>
              <a:gd name="connsiteX101-26715" fmla="*/ 767933 w 1605470"/>
              <a:gd name="connsiteY101-26716" fmla="*/ 3356929 h 6858000"/>
              <a:gd name="connsiteX102-26717" fmla="*/ 766158 w 1605470"/>
              <a:gd name="connsiteY102-26718" fmla="*/ 3349058 h 6858000"/>
              <a:gd name="connsiteX103-26719" fmla="*/ 766414 w 1605470"/>
              <a:gd name="connsiteY103-26720" fmla="*/ 3348763 h 6858000"/>
              <a:gd name="connsiteX104-26721" fmla="*/ 764166 w 1605470"/>
              <a:gd name="connsiteY104-26722" fmla="*/ 3341588 h 6858000"/>
              <a:gd name="connsiteX105-26723" fmla="*/ 749397 w 1605470"/>
              <a:gd name="connsiteY105-26724" fmla="*/ 3307769 h 6858000"/>
              <a:gd name="connsiteX106-26725" fmla="*/ 766960 w 1605470"/>
              <a:gd name="connsiteY106-26726" fmla="*/ 3250522 h 6858000"/>
              <a:gd name="connsiteX107-26727" fmla="*/ 767385 w 1605470"/>
              <a:gd name="connsiteY107-26728" fmla="*/ 3229163 h 6858000"/>
              <a:gd name="connsiteX108-26729" fmla="*/ 769208 w 1605470"/>
              <a:gd name="connsiteY108-26730" fmla="*/ 3217217 h 6858000"/>
              <a:gd name="connsiteX109-26731" fmla="*/ 770350 w 1605470"/>
              <a:gd name="connsiteY109-26732" fmla="*/ 3216125 h 6858000"/>
              <a:gd name="connsiteX110-26733" fmla="*/ 756043 w 1605470"/>
              <a:gd name="connsiteY110-26734" fmla="*/ 3183755 h 6858000"/>
              <a:gd name="connsiteX111-26735" fmla="*/ 756544 w 1605470"/>
              <a:gd name="connsiteY111-26736" fmla="*/ 3178642 h 6858000"/>
              <a:gd name="connsiteX112-26737" fmla="*/ 744144 w 1605470"/>
              <a:gd name="connsiteY112-26738" fmla="*/ 3158586 h 6858000"/>
              <a:gd name="connsiteX113-26739" fmla="*/ 739378 w 1605470"/>
              <a:gd name="connsiteY113-26740" fmla="*/ 3147669 h 6858000"/>
              <a:gd name="connsiteX114-26741" fmla="*/ 734648 w 1605470"/>
              <a:gd name="connsiteY114-26742" fmla="*/ 3145733 h 6858000"/>
              <a:gd name="connsiteX115-26743" fmla="*/ 729329 w 1605470"/>
              <a:gd name="connsiteY115-26744" fmla="*/ 3129034 h 6858000"/>
              <a:gd name="connsiteX116-26745" fmla="*/ 729994 w 1605470"/>
              <a:gd name="connsiteY116-26746" fmla="*/ 3126682 h 6858000"/>
              <a:gd name="connsiteX117-26747" fmla="*/ 720862 w 1605470"/>
              <a:gd name="connsiteY117-26748" fmla="*/ 3114519 h 6858000"/>
              <a:gd name="connsiteX118-26749" fmla="*/ 707471 w 1605470"/>
              <a:gd name="connsiteY118-26750" fmla="*/ 3106272 h 6858000"/>
              <a:gd name="connsiteX119-26751" fmla="*/ 680201 w 1605470"/>
              <a:gd name="connsiteY119-26752" fmla="*/ 2958185 h 6858000"/>
              <a:gd name="connsiteX120-26753" fmla="*/ 622815 w 1605470"/>
              <a:gd name="connsiteY120-26754" fmla="*/ 2762989 h 6858000"/>
              <a:gd name="connsiteX121-26755" fmla="*/ 571733 w 1605470"/>
              <a:gd name="connsiteY121-26756" fmla="*/ 2554718 h 6858000"/>
              <a:gd name="connsiteX122-26757" fmla="*/ 551827 w 1605470"/>
              <a:gd name="connsiteY122-26758" fmla="*/ 2485734 h 6858000"/>
              <a:gd name="connsiteX123-26759" fmla="*/ 542550 w 1605470"/>
              <a:gd name="connsiteY123-26760" fmla="*/ 2447068 h 6858000"/>
              <a:gd name="connsiteX124-26761" fmla="*/ 529511 w 1605470"/>
              <a:gd name="connsiteY124-26762" fmla="*/ 2425819 h 6858000"/>
              <a:gd name="connsiteX125-26763" fmla="*/ 528878 w 1605470"/>
              <a:gd name="connsiteY125-26764" fmla="*/ 2408971 h 6858000"/>
              <a:gd name="connsiteX126-26765" fmla="*/ 535510 w 1605470"/>
              <a:gd name="connsiteY126-26766" fmla="*/ 2402874 h 6858000"/>
              <a:gd name="connsiteX127-26767" fmla="*/ 538122 w 1605470"/>
              <a:gd name="connsiteY127-26768" fmla="*/ 2381443 h 6858000"/>
              <a:gd name="connsiteX128-26769" fmla="*/ 514451 w 1605470"/>
              <a:gd name="connsiteY128-26770" fmla="*/ 2261920 h 6858000"/>
              <a:gd name="connsiteX129-26771" fmla="*/ 504338 w 1605470"/>
              <a:gd name="connsiteY129-26772" fmla="*/ 2195378 h 6858000"/>
              <a:gd name="connsiteX130-26773" fmla="*/ 488555 w 1605470"/>
              <a:gd name="connsiteY130-26774" fmla="*/ 2155135 h 6858000"/>
              <a:gd name="connsiteX131-26775" fmla="*/ 486013 w 1605470"/>
              <a:gd name="connsiteY131-26776" fmla="*/ 2118008 h 6858000"/>
              <a:gd name="connsiteX132-26777" fmla="*/ 487006 w 1605470"/>
              <a:gd name="connsiteY132-26778" fmla="*/ 2050531 h 6858000"/>
              <a:gd name="connsiteX133-26779" fmla="*/ 478812 w 1605470"/>
              <a:gd name="connsiteY133-26780" fmla="*/ 1963269 h 6858000"/>
              <a:gd name="connsiteX134-26781" fmla="*/ 459990 w 1605470"/>
              <a:gd name="connsiteY134-26782" fmla="*/ 1906352 h 6858000"/>
              <a:gd name="connsiteX135-26783" fmla="*/ 436547 w 1605470"/>
              <a:gd name="connsiteY135-26784" fmla="*/ 1861531 h 6858000"/>
              <a:gd name="connsiteX136-26785" fmla="*/ 390346 w 1605470"/>
              <a:gd name="connsiteY136-26786" fmla="*/ 1732919 h 6858000"/>
              <a:gd name="connsiteX137-26787" fmla="*/ 362657 w 1605470"/>
              <a:gd name="connsiteY137-26788" fmla="*/ 1663540 h 6858000"/>
              <a:gd name="connsiteX138-26789" fmla="*/ 361783 w 1605470"/>
              <a:gd name="connsiteY138-26790" fmla="*/ 1615777 h 6858000"/>
              <a:gd name="connsiteX139-26791" fmla="*/ 342578 w 1605470"/>
              <a:gd name="connsiteY139-26792" fmla="*/ 1563678 h 6858000"/>
              <a:gd name="connsiteX140-26793" fmla="*/ 355658 w 1605470"/>
              <a:gd name="connsiteY140-26794" fmla="*/ 1519474 h 6858000"/>
              <a:gd name="connsiteX141-26795" fmla="*/ 348400 w 1605470"/>
              <a:gd name="connsiteY141-26796" fmla="*/ 1477995 h 6858000"/>
              <a:gd name="connsiteX142-26797" fmla="*/ 334485 w 1605470"/>
              <a:gd name="connsiteY142-26798" fmla="*/ 1373769 h 6858000"/>
              <a:gd name="connsiteX143-26799" fmla="*/ 342792 w 1605470"/>
              <a:gd name="connsiteY143-26800" fmla="*/ 1307086 h 6858000"/>
              <a:gd name="connsiteX144-26801" fmla="*/ 343980 w 1605470"/>
              <a:gd name="connsiteY144-26802" fmla="*/ 1189033 h 6858000"/>
              <a:gd name="connsiteX145-26803" fmla="*/ 348665 w 1605470"/>
              <a:gd name="connsiteY145-26804" fmla="*/ 1168288 h 6858000"/>
              <a:gd name="connsiteX146-26805" fmla="*/ 340947 w 1605470"/>
              <a:gd name="connsiteY146-26806" fmla="*/ 1142577 h 6858000"/>
              <a:gd name="connsiteX147-26807" fmla="*/ 330253 w 1605470"/>
              <a:gd name="connsiteY147-26808" fmla="*/ 1088484 h 6858000"/>
              <a:gd name="connsiteX148-26809" fmla="*/ 318989 w 1605470"/>
              <a:gd name="connsiteY148-26810" fmla="*/ 1016103 h 6858000"/>
              <a:gd name="connsiteX149-26811" fmla="*/ 320445 w 1605470"/>
              <a:gd name="connsiteY149-26812" fmla="*/ 932283 h 6858000"/>
              <a:gd name="connsiteX150-26813" fmla="*/ 322681 w 1605470"/>
              <a:gd name="connsiteY150-26814" fmla="*/ 915925 h 6858000"/>
              <a:gd name="connsiteX151-26815" fmla="*/ 315310 w 1605470"/>
              <a:gd name="connsiteY151-26816" fmla="*/ 896999 h 6858000"/>
              <a:gd name="connsiteX152-26817" fmla="*/ 284718 w 1605470"/>
              <a:gd name="connsiteY152-26818" fmla="*/ 821517 h 6858000"/>
              <a:gd name="connsiteX153-26819" fmla="*/ 263668 w 1605470"/>
              <a:gd name="connsiteY153-26820" fmla="*/ 751353 h 6858000"/>
              <a:gd name="connsiteX154-26821" fmla="*/ 263226 w 1605470"/>
              <a:gd name="connsiteY154-26822" fmla="*/ 721230 h 6858000"/>
              <a:gd name="connsiteX155-26823" fmla="*/ 248897 w 1605470"/>
              <a:gd name="connsiteY155-26824" fmla="*/ 681659 h 6858000"/>
              <a:gd name="connsiteX156-26825" fmla="*/ 234316 w 1605470"/>
              <a:gd name="connsiteY156-26826" fmla="*/ 635218 h 6858000"/>
              <a:gd name="connsiteX157-26827" fmla="*/ 239327 w 1605470"/>
              <a:gd name="connsiteY157-26828" fmla="*/ 613763 h 6858000"/>
              <a:gd name="connsiteX158-26829" fmla="*/ 225269 w 1605470"/>
              <a:gd name="connsiteY158-26830" fmla="*/ 598582 h 6858000"/>
              <a:gd name="connsiteX159-26831" fmla="*/ 224950 w 1605470"/>
              <a:gd name="connsiteY159-26832" fmla="*/ 576846 h 6858000"/>
              <a:gd name="connsiteX160-26833" fmla="*/ 204576 w 1605470"/>
              <a:gd name="connsiteY160-26834" fmla="*/ 530055 h 6858000"/>
              <a:gd name="connsiteX161-26835" fmla="*/ 219064 w 1605470"/>
              <a:gd name="connsiteY161-26836" fmla="*/ 469651 h 6858000"/>
              <a:gd name="connsiteX162-26837" fmla="*/ 195012 w 1605470"/>
              <a:gd name="connsiteY162-26838" fmla="*/ 448559 h 6858000"/>
              <a:gd name="connsiteX163-26839" fmla="*/ 201434 w 1605470"/>
              <a:gd name="connsiteY163-26840" fmla="*/ 441529 h 6858000"/>
              <a:gd name="connsiteX164-26841" fmla="*/ 200655 w 1605470"/>
              <a:gd name="connsiteY164-26842" fmla="*/ 428927 h 6858000"/>
              <a:gd name="connsiteX165-26843" fmla="*/ 190059 w 1605470"/>
              <a:gd name="connsiteY165-26844" fmla="*/ 430161 h 6858000"/>
              <a:gd name="connsiteX166-26845" fmla="*/ 167079 w 1605470"/>
              <a:gd name="connsiteY166-26846" fmla="*/ 367211 h 6858000"/>
              <a:gd name="connsiteX167-26847" fmla="*/ 124571 w 1605470"/>
              <a:gd name="connsiteY167-26848" fmla="*/ 302178 h 6858000"/>
              <a:gd name="connsiteX168-26849" fmla="*/ 103243 w 1605470"/>
              <a:gd name="connsiteY168-26850" fmla="*/ 211375 h 6858000"/>
              <a:gd name="connsiteX169-26851" fmla="*/ 94571 w 1605470"/>
              <a:gd name="connsiteY169-26852" fmla="*/ 184179 h 6858000"/>
              <a:gd name="connsiteX170-26853" fmla="*/ 13437 w 1605470"/>
              <a:gd name="connsiteY170-26854" fmla="*/ 19287 h 6858000"/>
              <a:gd name="connsiteX171-26855" fmla="*/ 0 w 1605470"/>
              <a:gd name="connsiteY171-26856" fmla="*/ 0 h 6858000"/>
              <a:gd name="connsiteX0-26857" fmla="*/ 0 w 1605470"/>
              <a:gd name="connsiteY0-26858" fmla="*/ 0 h 6858000"/>
              <a:gd name="connsiteX1-26859" fmla="*/ 1605470 w 1605470"/>
              <a:gd name="connsiteY1-26860" fmla="*/ 0 h 6858000"/>
              <a:gd name="connsiteX2-26861" fmla="*/ 1605470 w 1605470"/>
              <a:gd name="connsiteY2-26862" fmla="*/ 6858000 h 6858000"/>
              <a:gd name="connsiteX3-26863" fmla="*/ 154105 w 1605470"/>
              <a:gd name="connsiteY3-26864" fmla="*/ 6858000 h 6858000"/>
              <a:gd name="connsiteX4-26865" fmla="*/ 154246 w 1605470"/>
              <a:gd name="connsiteY4-26866" fmla="*/ 6857735 h 6858000"/>
              <a:gd name="connsiteX5-26867" fmla="*/ 166295 w 1605470"/>
              <a:gd name="connsiteY5-26868" fmla="*/ 6809549 h 6858000"/>
              <a:gd name="connsiteX6-26869" fmla="*/ 198506 w 1605470"/>
              <a:gd name="connsiteY6-26870" fmla="*/ 6715115 h 6858000"/>
              <a:gd name="connsiteX7-26871" fmla="*/ 208357 w 1605470"/>
              <a:gd name="connsiteY7-26872" fmla="*/ 6680170 h 6858000"/>
              <a:gd name="connsiteX8-26873" fmla="*/ 233907 w 1605470"/>
              <a:gd name="connsiteY8-26874" fmla="*/ 6621207 h 6858000"/>
              <a:gd name="connsiteX9-26875" fmla="*/ 250564 w 1605470"/>
              <a:gd name="connsiteY9-26876" fmla="*/ 6596265 h 6858000"/>
              <a:gd name="connsiteX10-26877" fmla="*/ 250443 w 1605470"/>
              <a:gd name="connsiteY10-26878" fmla="*/ 6594818 h 6858000"/>
              <a:gd name="connsiteX11-26879" fmla="*/ 254688 w 1605470"/>
              <a:gd name="connsiteY11-26880" fmla="*/ 6593735 h 6858000"/>
              <a:gd name="connsiteX12-26881" fmla="*/ 257885 w 1605470"/>
              <a:gd name="connsiteY12-26882" fmla="*/ 6589172 h 6858000"/>
              <a:gd name="connsiteX13-26883" fmla="*/ 261179 w 1605470"/>
              <a:gd name="connsiteY13-26884" fmla="*/ 6574442 h 6858000"/>
              <a:gd name="connsiteX14-26885" fmla="*/ 261519 w 1605470"/>
              <a:gd name="connsiteY14-26886" fmla="*/ 6568530 h 6858000"/>
              <a:gd name="connsiteX15-26887" fmla="*/ 263928 w 1605470"/>
              <a:gd name="connsiteY15-26888" fmla="*/ 6560674 h 6858000"/>
              <a:gd name="connsiteX16-26889" fmla="*/ 264273 w 1605470"/>
              <a:gd name="connsiteY16-26890" fmla="*/ 6560598 h 6858000"/>
              <a:gd name="connsiteX17-26891" fmla="*/ 265970 w 1605470"/>
              <a:gd name="connsiteY17-26892" fmla="*/ 6553006 h 6858000"/>
              <a:gd name="connsiteX18-26893" fmla="*/ 270666 w 1605470"/>
              <a:gd name="connsiteY18-26894" fmla="*/ 6514360 h 6858000"/>
              <a:gd name="connsiteX19-26895" fmla="*/ 312320 w 1605470"/>
              <a:gd name="connsiteY19-26896" fmla="*/ 6478062 h 6858000"/>
              <a:gd name="connsiteX20-26897" fmla="*/ 323009 w 1605470"/>
              <a:gd name="connsiteY20-26898" fmla="*/ 6460325 h 6858000"/>
              <a:gd name="connsiteX21-26899" fmla="*/ 330242 w 1605470"/>
              <a:gd name="connsiteY21-26900" fmla="*/ 6451488 h 6858000"/>
              <a:gd name="connsiteX22-26901" fmla="*/ 331677 w 1605470"/>
              <a:gd name="connsiteY22-26902" fmla="*/ 6451348 h 6858000"/>
              <a:gd name="connsiteX23-26903" fmla="*/ 336035 w 1605470"/>
              <a:gd name="connsiteY23-26904" fmla="*/ 6414240 h 6858000"/>
              <a:gd name="connsiteX24-26905" fmla="*/ 338911 w 1605470"/>
              <a:gd name="connsiteY24-26906" fmla="*/ 6410269 h 6858000"/>
              <a:gd name="connsiteX25-26907" fmla="*/ 338811 w 1605470"/>
              <a:gd name="connsiteY25-26908" fmla="*/ 6384857 h 6858000"/>
              <a:gd name="connsiteX26-26909" fmla="*/ 340328 w 1605470"/>
              <a:gd name="connsiteY26-26910" fmla="*/ 6372381 h 6858000"/>
              <a:gd name="connsiteX27-26911" fmla="*/ 337522 w 1605470"/>
              <a:gd name="connsiteY27-26912" fmla="*/ 6367510 h 6858000"/>
              <a:gd name="connsiteX28-26913" fmla="*/ 341402 w 1605470"/>
              <a:gd name="connsiteY28-26914" fmla="*/ 6349778 h 6858000"/>
              <a:gd name="connsiteX29-26915" fmla="*/ 343067 w 1605470"/>
              <a:gd name="connsiteY29-26916" fmla="*/ 6348250 h 6858000"/>
              <a:gd name="connsiteX30-26917" fmla="*/ 359101 w 1605470"/>
              <a:gd name="connsiteY30-26918" fmla="*/ 6281972 h 6858000"/>
              <a:gd name="connsiteX31-26919" fmla="*/ 369864 w 1605470"/>
              <a:gd name="connsiteY31-26920" fmla="*/ 6211940 h 6858000"/>
              <a:gd name="connsiteX32-26921" fmla="*/ 411359 w 1605470"/>
              <a:gd name="connsiteY32-26922" fmla="*/ 6113913 h 6858000"/>
              <a:gd name="connsiteX33-26923" fmla="*/ 415652 w 1605470"/>
              <a:gd name="connsiteY33-26924" fmla="*/ 6028119 h 6858000"/>
              <a:gd name="connsiteX34-26925" fmla="*/ 442432 w 1605470"/>
              <a:gd name="connsiteY34-26926" fmla="*/ 5934687 h 6858000"/>
              <a:gd name="connsiteX35-26927" fmla="*/ 476444 w 1605470"/>
              <a:gd name="connsiteY35-26928" fmla="*/ 5765594 h 6858000"/>
              <a:gd name="connsiteX36-26929" fmla="*/ 508280 w 1605470"/>
              <a:gd name="connsiteY36-26930" fmla="*/ 5693685 h 6858000"/>
              <a:gd name="connsiteX37-26931" fmla="*/ 523992 w 1605470"/>
              <a:gd name="connsiteY37-26932" fmla="*/ 5619557 h 6858000"/>
              <a:gd name="connsiteX38-26933" fmla="*/ 531653 w 1605470"/>
              <a:gd name="connsiteY38-26934" fmla="*/ 5604904 h 6858000"/>
              <a:gd name="connsiteX39-26935" fmla="*/ 544206 w 1605470"/>
              <a:gd name="connsiteY39-26936" fmla="*/ 5641620 h 6858000"/>
              <a:gd name="connsiteX40-26937" fmla="*/ 591557 w 1605470"/>
              <a:gd name="connsiteY40-26938" fmla="*/ 5476393 h 6858000"/>
              <a:gd name="connsiteX41-26939" fmla="*/ 622750 w 1605470"/>
              <a:gd name="connsiteY41-26940" fmla="*/ 5396260 h 6858000"/>
              <a:gd name="connsiteX42-26941" fmla="*/ 638731 w 1605470"/>
              <a:gd name="connsiteY42-26942" fmla="*/ 5330009 h 6858000"/>
              <a:gd name="connsiteX43-26943" fmla="*/ 672224 w 1605470"/>
              <a:gd name="connsiteY43-26944" fmla="*/ 5273739 h 6858000"/>
              <a:gd name="connsiteX44-26945" fmla="*/ 681823 w 1605470"/>
              <a:gd name="connsiteY44-26946" fmla="*/ 5241779 h 6858000"/>
              <a:gd name="connsiteX45-26947" fmla="*/ 693049 w 1605470"/>
              <a:gd name="connsiteY45-26948" fmla="*/ 5225268 h 6858000"/>
              <a:gd name="connsiteX46-26949" fmla="*/ 694069 w 1605470"/>
              <a:gd name="connsiteY46-26950" fmla="*/ 5217684 h 6858000"/>
              <a:gd name="connsiteX47-26951" fmla="*/ 701410 w 1605470"/>
              <a:gd name="connsiteY47-26952" fmla="*/ 5193377 h 6858000"/>
              <a:gd name="connsiteX48-26953" fmla="*/ 704713 w 1605470"/>
              <a:gd name="connsiteY48-26954" fmla="*/ 5179288 h 6858000"/>
              <a:gd name="connsiteX49-26955" fmla="*/ 705697 w 1605470"/>
              <a:gd name="connsiteY49-26956" fmla="*/ 5173621 h 6858000"/>
              <a:gd name="connsiteX50-26957" fmla="*/ 701331 w 1605470"/>
              <a:gd name="connsiteY50-26958" fmla="*/ 5159961 h 6858000"/>
              <a:gd name="connsiteX51-26959" fmla="*/ 708008 w 1605470"/>
              <a:gd name="connsiteY51-26960" fmla="*/ 5144295 h 6858000"/>
              <a:gd name="connsiteX52-26961" fmla="*/ 704941 w 1605470"/>
              <a:gd name="connsiteY52-26962" fmla="*/ 5125185 h 6858000"/>
              <a:gd name="connsiteX53-26963" fmla="*/ 711771 w 1605470"/>
              <a:gd name="connsiteY53-26964" fmla="*/ 5121884 h 6858000"/>
              <a:gd name="connsiteX54-26965" fmla="*/ 718807 w 1605470"/>
              <a:gd name="connsiteY54-26966" fmla="*/ 5067850 h 6858000"/>
              <a:gd name="connsiteX55-26967" fmla="*/ 721538 w 1605470"/>
              <a:gd name="connsiteY55-26968" fmla="*/ 5060861 h 6858000"/>
              <a:gd name="connsiteX56-26969" fmla="*/ 718242 w 1605470"/>
              <a:gd name="connsiteY56-26970" fmla="*/ 5034192 h 6858000"/>
              <a:gd name="connsiteX57-26971" fmla="*/ 719796 w 1605470"/>
              <a:gd name="connsiteY57-26972" fmla="*/ 4993030 h 6858000"/>
              <a:gd name="connsiteX58-26973" fmla="*/ 726705 w 1605470"/>
              <a:gd name="connsiteY58-26974" fmla="*/ 4946844 h 6858000"/>
              <a:gd name="connsiteX59-26975" fmla="*/ 722561 w 1605470"/>
              <a:gd name="connsiteY59-26976" fmla="*/ 4932692 h 6858000"/>
              <a:gd name="connsiteX60-26977" fmla="*/ 737964 w 1605470"/>
              <a:gd name="connsiteY60-26978" fmla="*/ 4858827 h 6858000"/>
              <a:gd name="connsiteX61-26979" fmla="*/ 732118 w 1605470"/>
              <a:gd name="connsiteY61-26980" fmla="*/ 4801535 h 6858000"/>
              <a:gd name="connsiteX62-26981" fmla="*/ 739787 w 1605470"/>
              <a:gd name="connsiteY62-26982" fmla="*/ 4797794 h 6858000"/>
              <a:gd name="connsiteX63-26983" fmla="*/ 741081 w 1605470"/>
              <a:gd name="connsiteY63-26984" fmla="*/ 4784526 h 6858000"/>
              <a:gd name="connsiteX64-26985" fmla="*/ 742865 w 1605470"/>
              <a:gd name="connsiteY64-26986" fmla="*/ 4781211 h 6858000"/>
              <a:gd name="connsiteX65-26987" fmla="*/ 751652 w 1605470"/>
              <a:gd name="connsiteY65-26988" fmla="*/ 4761984 h 6858000"/>
              <a:gd name="connsiteX66-26989" fmla="*/ 747700 w 1605470"/>
              <a:gd name="connsiteY66-26990" fmla="*/ 4690749 h 6858000"/>
              <a:gd name="connsiteX67-26991" fmla="*/ 743180 w 1605470"/>
              <a:gd name="connsiteY67-26992" fmla="*/ 4584173 h 6858000"/>
              <a:gd name="connsiteX68-26993" fmla="*/ 738263 w 1605470"/>
              <a:gd name="connsiteY68-26994" fmla="*/ 4444346 h 6858000"/>
              <a:gd name="connsiteX69-26995" fmla="*/ 734828 w 1605470"/>
              <a:gd name="connsiteY69-26996" fmla="*/ 4375228 h 6858000"/>
              <a:gd name="connsiteX70-26997" fmla="*/ 715481 w 1605470"/>
              <a:gd name="connsiteY70-26998" fmla="*/ 4214165 h 6858000"/>
              <a:gd name="connsiteX71-26999" fmla="*/ 719554 w 1605470"/>
              <a:gd name="connsiteY71-27000" fmla="*/ 4090296 h 6858000"/>
              <a:gd name="connsiteX72-27001" fmla="*/ 704810 w 1605470"/>
              <a:gd name="connsiteY72-27002" fmla="*/ 4033999 h 6858000"/>
              <a:gd name="connsiteX73-27003" fmla="*/ 705959 w 1605470"/>
              <a:gd name="connsiteY73-27004" fmla="*/ 4031933 h 6858000"/>
              <a:gd name="connsiteX74-27005" fmla="*/ 704535 w 1605470"/>
              <a:gd name="connsiteY74-27006" fmla="*/ 4013953 h 6858000"/>
              <a:gd name="connsiteX75-27007" fmla="*/ 700443 w 1605470"/>
              <a:gd name="connsiteY75-27008" fmla="*/ 4010511 h 6858000"/>
              <a:gd name="connsiteX76-27009" fmla="*/ 698282 w 1605470"/>
              <a:gd name="connsiteY76-27010" fmla="*/ 3998331 h 6858000"/>
              <a:gd name="connsiteX77-27011" fmla="*/ 690830 w 1605470"/>
              <a:gd name="connsiteY77-27012" fmla="*/ 3974753 h 6858000"/>
              <a:gd name="connsiteX78-27013" fmla="*/ 692428 w 1605470"/>
              <a:gd name="connsiteY78-27014" fmla="*/ 3969950 h 6858000"/>
              <a:gd name="connsiteX79-27015" fmla="*/ 685850 w 1605470"/>
              <a:gd name="connsiteY79-27016" fmla="*/ 3933779 h 6858000"/>
              <a:gd name="connsiteX80-27017" fmla="*/ 687181 w 1605470"/>
              <a:gd name="connsiteY80-27018" fmla="*/ 3933093 h 6858000"/>
              <a:gd name="connsiteX81-27019" fmla="*/ 691535 w 1605470"/>
              <a:gd name="connsiteY81-27020" fmla="*/ 3922082 h 6858000"/>
              <a:gd name="connsiteX82-27021" fmla="*/ 696613 w 1605470"/>
              <a:gd name="connsiteY82-27022" fmla="*/ 3901461 h 6858000"/>
              <a:gd name="connsiteX83-27023" fmla="*/ 719207 w 1605470"/>
              <a:gd name="connsiteY83-27024" fmla="*/ 3813873 h 6858000"/>
              <a:gd name="connsiteX84-27025" fmla="*/ 718632 w 1605470"/>
              <a:gd name="connsiteY84-27026" fmla="*/ 3806161 h 6858000"/>
              <a:gd name="connsiteX85-27027" fmla="*/ 718939 w 1605470"/>
              <a:gd name="connsiteY85-27028" fmla="*/ 3805957 h 6858000"/>
              <a:gd name="connsiteX86-27029" fmla="*/ 718966 w 1605470"/>
              <a:gd name="connsiteY86-27030" fmla="*/ 3797724 h 6858000"/>
              <a:gd name="connsiteX87-27031" fmla="*/ 717581 w 1605470"/>
              <a:gd name="connsiteY87-27032" fmla="*/ 3792098 h 6858000"/>
              <a:gd name="connsiteX88-27033" fmla="*/ 716465 w 1605470"/>
              <a:gd name="connsiteY88-27034" fmla="*/ 3777135 h 6858000"/>
              <a:gd name="connsiteX89-27035" fmla="*/ 718198 w 1605470"/>
              <a:gd name="connsiteY89-27036" fmla="*/ 3771656 h 6858000"/>
              <a:gd name="connsiteX90-27037" fmla="*/ 721941 w 1605470"/>
              <a:gd name="connsiteY90-27038" fmla="*/ 3769007 h 6858000"/>
              <a:gd name="connsiteX91-27039" fmla="*/ 721407 w 1605470"/>
              <a:gd name="connsiteY91-27040" fmla="*/ 3767709 h 6858000"/>
              <a:gd name="connsiteX92-27041" fmla="*/ 730103 w 1605470"/>
              <a:gd name="connsiteY92-27042" fmla="*/ 3738082 h 6858000"/>
              <a:gd name="connsiteX93-27043" fmla="*/ 737449 w 1605470"/>
              <a:gd name="connsiteY93-27044" fmla="*/ 3673397 h 6858000"/>
              <a:gd name="connsiteX94-27045" fmla="*/ 736745 w 1605470"/>
              <a:gd name="connsiteY94-27046" fmla="*/ 3637109 h 6858000"/>
              <a:gd name="connsiteX95-27047" fmla="*/ 740188 w 1605470"/>
              <a:gd name="connsiteY95-27048" fmla="*/ 3536883 h 6858000"/>
              <a:gd name="connsiteX96-27049" fmla="*/ 747726 w 1605470"/>
              <a:gd name="connsiteY96-27050" fmla="*/ 3435652 h 6858000"/>
              <a:gd name="connsiteX97-27051" fmla="*/ 774383 w 1605470"/>
              <a:gd name="connsiteY97-27052" fmla="*/ 3381564 h 6858000"/>
              <a:gd name="connsiteX98-27053" fmla="*/ 774870 w 1605470"/>
              <a:gd name="connsiteY98-27054" fmla="*/ 3375761 h 6858000"/>
              <a:gd name="connsiteX99-27055" fmla="*/ 770510 w 1605470"/>
              <a:gd name="connsiteY99-27056" fmla="*/ 3361844 h 6858000"/>
              <a:gd name="connsiteX100-27057" fmla="*/ 767933 w 1605470"/>
              <a:gd name="connsiteY100-27058" fmla="*/ 3356929 h 6858000"/>
              <a:gd name="connsiteX101-27059" fmla="*/ 766158 w 1605470"/>
              <a:gd name="connsiteY101-27060" fmla="*/ 3349058 h 6858000"/>
              <a:gd name="connsiteX102-27061" fmla="*/ 766414 w 1605470"/>
              <a:gd name="connsiteY102-27062" fmla="*/ 3348763 h 6858000"/>
              <a:gd name="connsiteX103-27063" fmla="*/ 764166 w 1605470"/>
              <a:gd name="connsiteY103-27064" fmla="*/ 3341588 h 6858000"/>
              <a:gd name="connsiteX104-27065" fmla="*/ 749397 w 1605470"/>
              <a:gd name="connsiteY104-27066" fmla="*/ 3307769 h 6858000"/>
              <a:gd name="connsiteX105-27067" fmla="*/ 766960 w 1605470"/>
              <a:gd name="connsiteY105-27068" fmla="*/ 3250522 h 6858000"/>
              <a:gd name="connsiteX106-27069" fmla="*/ 767385 w 1605470"/>
              <a:gd name="connsiteY106-27070" fmla="*/ 3229163 h 6858000"/>
              <a:gd name="connsiteX107-27071" fmla="*/ 769208 w 1605470"/>
              <a:gd name="connsiteY107-27072" fmla="*/ 3217217 h 6858000"/>
              <a:gd name="connsiteX108-27073" fmla="*/ 770350 w 1605470"/>
              <a:gd name="connsiteY108-27074" fmla="*/ 3216125 h 6858000"/>
              <a:gd name="connsiteX109-27075" fmla="*/ 756043 w 1605470"/>
              <a:gd name="connsiteY109-27076" fmla="*/ 3183755 h 6858000"/>
              <a:gd name="connsiteX110-27077" fmla="*/ 756544 w 1605470"/>
              <a:gd name="connsiteY110-27078" fmla="*/ 3178642 h 6858000"/>
              <a:gd name="connsiteX111-27079" fmla="*/ 744144 w 1605470"/>
              <a:gd name="connsiteY111-27080" fmla="*/ 3158586 h 6858000"/>
              <a:gd name="connsiteX112-27081" fmla="*/ 739378 w 1605470"/>
              <a:gd name="connsiteY112-27082" fmla="*/ 3147669 h 6858000"/>
              <a:gd name="connsiteX113-27083" fmla="*/ 734648 w 1605470"/>
              <a:gd name="connsiteY113-27084" fmla="*/ 3145733 h 6858000"/>
              <a:gd name="connsiteX114-27085" fmla="*/ 729329 w 1605470"/>
              <a:gd name="connsiteY114-27086" fmla="*/ 3129034 h 6858000"/>
              <a:gd name="connsiteX115-27087" fmla="*/ 729994 w 1605470"/>
              <a:gd name="connsiteY115-27088" fmla="*/ 3126682 h 6858000"/>
              <a:gd name="connsiteX116-27089" fmla="*/ 720862 w 1605470"/>
              <a:gd name="connsiteY116-27090" fmla="*/ 3114519 h 6858000"/>
              <a:gd name="connsiteX117-27091" fmla="*/ 707471 w 1605470"/>
              <a:gd name="connsiteY117-27092" fmla="*/ 3106272 h 6858000"/>
              <a:gd name="connsiteX118-27093" fmla="*/ 680201 w 1605470"/>
              <a:gd name="connsiteY118-27094" fmla="*/ 2958185 h 6858000"/>
              <a:gd name="connsiteX119-27095" fmla="*/ 622815 w 1605470"/>
              <a:gd name="connsiteY119-27096" fmla="*/ 2762989 h 6858000"/>
              <a:gd name="connsiteX120-27097" fmla="*/ 571733 w 1605470"/>
              <a:gd name="connsiteY120-27098" fmla="*/ 2554718 h 6858000"/>
              <a:gd name="connsiteX121-27099" fmla="*/ 551827 w 1605470"/>
              <a:gd name="connsiteY121-27100" fmla="*/ 2485734 h 6858000"/>
              <a:gd name="connsiteX122-27101" fmla="*/ 542550 w 1605470"/>
              <a:gd name="connsiteY122-27102" fmla="*/ 2447068 h 6858000"/>
              <a:gd name="connsiteX123-27103" fmla="*/ 529511 w 1605470"/>
              <a:gd name="connsiteY123-27104" fmla="*/ 2425819 h 6858000"/>
              <a:gd name="connsiteX124-27105" fmla="*/ 528878 w 1605470"/>
              <a:gd name="connsiteY124-27106" fmla="*/ 2408971 h 6858000"/>
              <a:gd name="connsiteX125-27107" fmla="*/ 535510 w 1605470"/>
              <a:gd name="connsiteY125-27108" fmla="*/ 2402874 h 6858000"/>
              <a:gd name="connsiteX126-27109" fmla="*/ 538122 w 1605470"/>
              <a:gd name="connsiteY126-27110" fmla="*/ 2381443 h 6858000"/>
              <a:gd name="connsiteX127-27111" fmla="*/ 514451 w 1605470"/>
              <a:gd name="connsiteY127-27112" fmla="*/ 2261920 h 6858000"/>
              <a:gd name="connsiteX128-27113" fmla="*/ 504338 w 1605470"/>
              <a:gd name="connsiteY128-27114" fmla="*/ 2195378 h 6858000"/>
              <a:gd name="connsiteX129-27115" fmla="*/ 488555 w 1605470"/>
              <a:gd name="connsiteY129-27116" fmla="*/ 2155135 h 6858000"/>
              <a:gd name="connsiteX130-27117" fmla="*/ 486013 w 1605470"/>
              <a:gd name="connsiteY130-27118" fmla="*/ 2118008 h 6858000"/>
              <a:gd name="connsiteX131-27119" fmla="*/ 487006 w 1605470"/>
              <a:gd name="connsiteY131-27120" fmla="*/ 2050531 h 6858000"/>
              <a:gd name="connsiteX132-27121" fmla="*/ 478812 w 1605470"/>
              <a:gd name="connsiteY132-27122" fmla="*/ 1963269 h 6858000"/>
              <a:gd name="connsiteX133-27123" fmla="*/ 459990 w 1605470"/>
              <a:gd name="connsiteY133-27124" fmla="*/ 1906352 h 6858000"/>
              <a:gd name="connsiteX134-27125" fmla="*/ 436547 w 1605470"/>
              <a:gd name="connsiteY134-27126" fmla="*/ 1861531 h 6858000"/>
              <a:gd name="connsiteX135-27127" fmla="*/ 390346 w 1605470"/>
              <a:gd name="connsiteY135-27128" fmla="*/ 1732919 h 6858000"/>
              <a:gd name="connsiteX136-27129" fmla="*/ 362657 w 1605470"/>
              <a:gd name="connsiteY136-27130" fmla="*/ 1663540 h 6858000"/>
              <a:gd name="connsiteX137-27131" fmla="*/ 361783 w 1605470"/>
              <a:gd name="connsiteY137-27132" fmla="*/ 1615777 h 6858000"/>
              <a:gd name="connsiteX138-27133" fmla="*/ 342578 w 1605470"/>
              <a:gd name="connsiteY138-27134" fmla="*/ 1563678 h 6858000"/>
              <a:gd name="connsiteX139-27135" fmla="*/ 355658 w 1605470"/>
              <a:gd name="connsiteY139-27136" fmla="*/ 1519474 h 6858000"/>
              <a:gd name="connsiteX140-27137" fmla="*/ 348400 w 1605470"/>
              <a:gd name="connsiteY140-27138" fmla="*/ 1477995 h 6858000"/>
              <a:gd name="connsiteX141-27139" fmla="*/ 334485 w 1605470"/>
              <a:gd name="connsiteY141-27140" fmla="*/ 1373769 h 6858000"/>
              <a:gd name="connsiteX142-27141" fmla="*/ 342792 w 1605470"/>
              <a:gd name="connsiteY142-27142" fmla="*/ 1307086 h 6858000"/>
              <a:gd name="connsiteX143-27143" fmla="*/ 343980 w 1605470"/>
              <a:gd name="connsiteY143-27144" fmla="*/ 1189033 h 6858000"/>
              <a:gd name="connsiteX144-27145" fmla="*/ 348665 w 1605470"/>
              <a:gd name="connsiteY144-27146" fmla="*/ 1168288 h 6858000"/>
              <a:gd name="connsiteX145-27147" fmla="*/ 340947 w 1605470"/>
              <a:gd name="connsiteY145-27148" fmla="*/ 1142577 h 6858000"/>
              <a:gd name="connsiteX146-27149" fmla="*/ 330253 w 1605470"/>
              <a:gd name="connsiteY146-27150" fmla="*/ 1088484 h 6858000"/>
              <a:gd name="connsiteX147-27151" fmla="*/ 318989 w 1605470"/>
              <a:gd name="connsiteY147-27152" fmla="*/ 1016103 h 6858000"/>
              <a:gd name="connsiteX148-27153" fmla="*/ 320445 w 1605470"/>
              <a:gd name="connsiteY148-27154" fmla="*/ 932283 h 6858000"/>
              <a:gd name="connsiteX149-27155" fmla="*/ 322681 w 1605470"/>
              <a:gd name="connsiteY149-27156" fmla="*/ 915925 h 6858000"/>
              <a:gd name="connsiteX150-27157" fmla="*/ 315310 w 1605470"/>
              <a:gd name="connsiteY150-27158" fmla="*/ 896999 h 6858000"/>
              <a:gd name="connsiteX151-27159" fmla="*/ 284718 w 1605470"/>
              <a:gd name="connsiteY151-27160" fmla="*/ 821517 h 6858000"/>
              <a:gd name="connsiteX152-27161" fmla="*/ 263668 w 1605470"/>
              <a:gd name="connsiteY152-27162" fmla="*/ 751353 h 6858000"/>
              <a:gd name="connsiteX153-27163" fmla="*/ 263226 w 1605470"/>
              <a:gd name="connsiteY153-27164" fmla="*/ 721230 h 6858000"/>
              <a:gd name="connsiteX154-27165" fmla="*/ 248897 w 1605470"/>
              <a:gd name="connsiteY154-27166" fmla="*/ 681659 h 6858000"/>
              <a:gd name="connsiteX155-27167" fmla="*/ 234316 w 1605470"/>
              <a:gd name="connsiteY155-27168" fmla="*/ 635218 h 6858000"/>
              <a:gd name="connsiteX156-27169" fmla="*/ 239327 w 1605470"/>
              <a:gd name="connsiteY156-27170" fmla="*/ 613763 h 6858000"/>
              <a:gd name="connsiteX157-27171" fmla="*/ 225269 w 1605470"/>
              <a:gd name="connsiteY157-27172" fmla="*/ 598582 h 6858000"/>
              <a:gd name="connsiteX158-27173" fmla="*/ 224950 w 1605470"/>
              <a:gd name="connsiteY158-27174" fmla="*/ 576846 h 6858000"/>
              <a:gd name="connsiteX159-27175" fmla="*/ 204576 w 1605470"/>
              <a:gd name="connsiteY159-27176" fmla="*/ 530055 h 6858000"/>
              <a:gd name="connsiteX160-27177" fmla="*/ 219064 w 1605470"/>
              <a:gd name="connsiteY160-27178" fmla="*/ 469651 h 6858000"/>
              <a:gd name="connsiteX161-27179" fmla="*/ 195012 w 1605470"/>
              <a:gd name="connsiteY161-27180" fmla="*/ 448559 h 6858000"/>
              <a:gd name="connsiteX162-27181" fmla="*/ 201434 w 1605470"/>
              <a:gd name="connsiteY162-27182" fmla="*/ 441529 h 6858000"/>
              <a:gd name="connsiteX163-27183" fmla="*/ 200655 w 1605470"/>
              <a:gd name="connsiteY163-27184" fmla="*/ 428927 h 6858000"/>
              <a:gd name="connsiteX164-27185" fmla="*/ 190059 w 1605470"/>
              <a:gd name="connsiteY164-27186" fmla="*/ 430161 h 6858000"/>
              <a:gd name="connsiteX165-27187" fmla="*/ 167079 w 1605470"/>
              <a:gd name="connsiteY165-27188" fmla="*/ 367211 h 6858000"/>
              <a:gd name="connsiteX166-27189" fmla="*/ 124571 w 1605470"/>
              <a:gd name="connsiteY166-27190" fmla="*/ 302178 h 6858000"/>
              <a:gd name="connsiteX167-27191" fmla="*/ 103243 w 1605470"/>
              <a:gd name="connsiteY167-27192" fmla="*/ 211375 h 6858000"/>
              <a:gd name="connsiteX168-27193" fmla="*/ 94571 w 1605470"/>
              <a:gd name="connsiteY168-27194" fmla="*/ 184179 h 6858000"/>
              <a:gd name="connsiteX169-27195" fmla="*/ 13437 w 1605470"/>
              <a:gd name="connsiteY169-27196" fmla="*/ 19287 h 6858000"/>
              <a:gd name="connsiteX170-27197" fmla="*/ 0 w 1605470"/>
              <a:gd name="connsiteY170-27198" fmla="*/ 0 h 6858000"/>
              <a:gd name="connsiteX0-27199" fmla="*/ 0 w 1605470"/>
              <a:gd name="connsiteY0-27200" fmla="*/ 0 h 6858000"/>
              <a:gd name="connsiteX1-27201" fmla="*/ 1605470 w 1605470"/>
              <a:gd name="connsiteY1-27202" fmla="*/ 0 h 6858000"/>
              <a:gd name="connsiteX2-27203" fmla="*/ 1605470 w 1605470"/>
              <a:gd name="connsiteY2-27204" fmla="*/ 6858000 h 6858000"/>
              <a:gd name="connsiteX3-27205" fmla="*/ 154105 w 1605470"/>
              <a:gd name="connsiteY3-27206" fmla="*/ 6858000 h 6858000"/>
              <a:gd name="connsiteX4-27207" fmla="*/ 154246 w 1605470"/>
              <a:gd name="connsiteY4-27208" fmla="*/ 6857735 h 6858000"/>
              <a:gd name="connsiteX5-27209" fmla="*/ 166295 w 1605470"/>
              <a:gd name="connsiteY5-27210" fmla="*/ 6809549 h 6858000"/>
              <a:gd name="connsiteX6-27211" fmla="*/ 198506 w 1605470"/>
              <a:gd name="connsiteY6-27212" fmla="*/ 6715115 h 6858000"/>
              <a:gd name="connsiteX7-27213" fmla="*/ 208357 w 1605470"/>
              <a:gd name="connsiteY7-27214" fmla="*/ 6680170 h 6858000"/>
              <a:gd name="connsiteX8-27215" fmla="*/ 233907 w 1605470"/>
              <a:gd name="connsiteY8-27216" fmla="*/ 6621207 h 6858000"/>
              <a:gd name="connsiteX9-27217" fmla="*/ 250564 w 1605470"/>
              <a:gd name="connsiteY9-27218" fmla="*/ 6596265 h 6858000"/>
              <a:gd name="connsiteX10-27219" fmla="*/ 250443 w 1605470"/>
              <a:gd name="connsiteY10-27220" fmla="*/ 6594818 h 6858000"/>
              <a:gd name="connsiteX11-27221" fmla="*/ 254688 w 1605470"/>
              <a:gd name="connsiteY11-27222" fmla="*/ 6593735 h 6858000"/>
              <a:gd name="connsiteX12-27223" fmla="*/ 257885 w 1605470"/>
              <a:gd name="connsiteY12-27224" fmla="*/ 6589172 h 6858000"/>
              <a:gd name="connsiteX13-27225" fmla="*/ 261179 w 1605470"/>
              <a:gd name="connsiteY13-27226" fmla="*/ 6574442 h 6858000"/>
              <a:gd name="connsiteX14-27227" fmla="*/ 261519 w 1605470"/>
              <a:gd name="connsiteY14-27228" fmla="*/ 6568530 h 6858000"/>
              <a:gd name="connsiteX15-27229" fmla="*/ 263928 w 1605470"/>
              <a:gd name="connsiteY15-27230" fmla="*/ 6560674 h 6858000"/>
              <a:gd name="connsiteX16-27231" fmla="*/ 264273 w 1605470"/>
              <a:gd name="connsiteY16-27232" fmla="*/ 6560598 h 6858000"/>
              <a:gd name="connsiteX17-27233" fmla="*/ 265970 w 1605470"/>
              <a:gd name="connsiteY17-27234" fmla="*/ 6553006 h 6858000"/>
              <a:gd name="connsiteX18-27235" fmla="*/ 270666 w 1605470"/>
              <a:gd name="connsiteY18-27236" fmla="*/ 6514360 h 6858000"/>
              <a:gd name="connsiteX19-27237" fmla="*/ 312320 w 1605470"/>
              <a:gd name="connsiteY19-27238" fmla="*/ 6478062 h 6858000"/>
              <a:gd name="connsiteX20-27239" fmla="*/ 323009 w 1605470"/>
              <a:gd name="connsiteY20-27240" fmla="*/ 6460325 h 6858000"/>
              <a:gd name="connsiteX21-27241" fmla="*/ 330242 w 1605470"/>
              <a:gd name="connsiteY21-27242" fmla="*/ 6451488 h 6858000"/>
              <a:gd name="connsiteX22-27243" fmla="*/ 331677 w 1605470"/>
              <a:gd name="connsiteY22-27244" fmla="*/ 6451348 h 6858000"/>
              <a:gd name="connsiteX23-27245" fmla="*/ 336035 w 1605470"/>
              <a:gd name="connsiteY23-27246" fmla="*/ 6414240 h 6858000"/>
              <a:gd name="connsiteX24-27247" fmla="*/ 338911 w 1605470"/>
              <a:gd name="connsiteY24-27248" fmla="*/ 6410269 h 6858000"/>
              <a:gd name="connsiteX25-27249" fmla="*/ 338811 w 1605470"/>
              <a:gd name="connsiteY25-27250" fmla="*/ 6384857 h 6858000"/>
              <a:gd name="connsiteX26-27251" fmla="*/ 340328 w 1605470"/>
              <a:gd name="connsiteY26-27252" fmla="*/ 6372381 h 6858000"/>
              <a:gd name="connsiteX27-27253" fmla="*/ 337522 w 1605470"/>
              <a:gd name="connsiteY27-27254" fmla="*/ 6367510 h 6858000"/>
              <a:gd name="connsiteX28-27255" fmla="*/ 341402 w 1605470"/>
              <a:gd name="connsiteY28-27256" fmla="*/ 6349778 h 6858000"/>
              <a:gd name="connsiteX29-27257" fmla="*/ 343067 w 1605470"/>
              <a:gd name="connsiteY29-27258" fmla="*/ 6348250 h 6858000"/>
              <a:gd name="connsiteX30-27259" fmla="*/ 359101 w 1605470"/>
              <a:gd name="connsiteY30-27260" fmla="*/ 6281972 h 6858000"/>
              <a:gd name="connsiteX31-27261" fmla="*/ 369864 w 1605470"/>
              <a:gd name="connsiteY31-27262" fmla="*/ 6211940 h 6858000"/>
              <a:gd name="connsiteX32-27263" fmla="*/ 411359 w 1605470"/>
              <a:gd name="connsiteY32-27264" fmla="*/ 6113913 h 6858000"/>
              <a:gd name="connsiteX33-27265" fmla="*/ 415652 w 1605470"/>
              <a:gd name="connsiteY33-27266" fmla="*/ 6028119 h 6858000"/>
              <a:gd name="connsiteX34-27267" fmla="*/ 442432 w 1605470"/>
              <a:gd name="connsiteY34-27268" fmla="*/ 5934687 h 6858000"/>
              <a:gd name="connsiteX35-27269" fmla="*/ 476444 w 1605470"/>
              <a:gd name="connsiteY35-27270" fmla="*/ 5765594 h 6858000"/>
              <a:gd name="connsiteX36-27271" fmla="*/ 508280 w 1605470"/>
              <a:gd name="connsiteY36-27272" fmla="*/ 5693685 h 6858000"/>
              <a:gd name="connsiteX37-27273" fmla="*/ 523992 w 1605470"/>
              <a:gd name="connsiteY37-27274" fmla="*/ 5619557 h 6858000"/>
              <a:gd name="connsiteX38-27275" fmla="*/ 531653 w 1605470"/>
              <a:gd name="connsiteY38-27276" fmla="*/ 5604904 h 6858000"/>
              <a:gd name="connsiteX39-27277" fmla="*/ 591557 w 1605470"/>
              <a:gd name="connsiteY39-27278" fmla="*/ 5476393 h 6858000"/>
              <a:gd name="connsiteX40-27279" fmla="*/ 622750 w 1605470"/>
              <a:gd name="connsiteY40-27280" fmla="*/ 5396260 h 6858000"/>
              <a:gd name="connsiteX41-27281" fmla="*/ 638731 w 1605470"/>
              <a:gd name="connsiteY41-27282" fmla="*/ 5330009 h 6858000"/>
              <a:gd name="connsiteX42-27283" fmla="*/ 672224 w 1605470"/>
              <a:gd name="connsiteY42-27284" fmla="*/ 5273739 h 6858000"/>
              <a:gd name="connsiteX43-27285" fmla="*/ 681823 w 1605470"/>
              <a:gd name="connsiteY43-27286" fmla="*/ 5241779 h 6858000"/>
              <a:gd name="connsiteX44-27287" fmla="*/ 693049 w 1605470"/>
              <a:gd name="connsiteY44-27288" fmla="*/ 5225268 h 6858000"/>
              <a:gd name="connsiteX45-27289" fmla="*/ 694069 w 1605470"/>
              <a:gd name="connsiteY45-27290" fmla="*/ 5217684 h 6858000"/>
              <a:gd name="connsiteX46-27291" fmla="*/ 701410 w 1605470"/>
              <a:gd name="connsiteY46-27292" fmla="*/ 5193377 h 6858000"/>
              <a:gd name="connsiteX47-27293" fmla="*/ 704713 w 1605470"/>
              <a:gd name="connsiteY47-27294" fmla="*/ 5179288 h 6858000"/>
              <a:gd name="connsiteX48-27295" fmla="*/ 705697 w 1605470"/>
              <a:gd name="connsiteY48-27296" fmla="*/ 5173621 h 6858000"/>
              <a:gd name="connsiteX49-27297" fmla="*/ 701331 w 1605470"/>
              <a:gd name="connsiteY49-27298" fmla="*/ 5159961 h 6858000"/>
              <a:gd name="connsiteX50-27299" fmla="*/ 708008 w 1605470"/>
              <a:gd name="connsiteY50-27300" fmla="*/ 5144295 h 6858000"/>
              <a:gd name="connsiteX51-27301" fmla="*/ 704941 w 1605470"/>
              <a:gd name="connsiteY51-27302" fmla="*/ 5125185 h 6858000"/>
              <a:gd name="connsiteX52-27303" fmla="*/ 711771 w 1605470"/>
              <a:gd name="connsiteY52-27304" fmla="*/ 5121884 h 6858000"/>
              <a:gd name="connsiteX53-27305" fmla="*/ 718807 w 1605470"/>
              <a:gd name="connsiteY53-27306" fmla="*/ 5067850 h 6858000"/>
              <a:gd name="connsiteX54-27307" fmla="*/ 721538 w 1605470"/>
              <a:gd name="connsiteY54-27308" fmla="*/ 5060861 h 6858000"/>
              <a:gd name="connsiteX55-27309" fmla="*/ 718242 w 1605470"/>
              <a:gd name="connsiteY55-27310" fmla="*/ 5034192 h 6858000"/>
              <a:gd name="connsiteX56-27311" fmla="*/ 719796 w 1605470"/>
              <a:gd name="connsiteY56-27312" fmla="*/ 4993030 h 6858000"/>
              <a:gd name="connsiteX57-27313" fmla="*/ 726705 w 1605470"/>
              <a:gd name="connsiteY57-27314" fmla="*/ 4946844 h 6858000"/>
              <a:gd name="connsiteX58-27315" fmla="*/ 722561 w 1605470"/>
              <a:gd name="connsiteY58-27316" fmla="*/ 4932692 h 6858000"/>
              <a:gd name="connsiteX59-27317" fmla="*/ 737964 w 1605470"/>
              <a:gd name="connsiteY59-27318" fmla="*/ 4858827 h 6858000"/>
              <a:gd name="connsiteX60-27319" fmla="*/ 732118 w 1605470"/>
              <a:gd name="connsiteY60-27320" fmla="*/ 4801535 h 6858000"/>
              <a:gd name="connsiteX61-27321" fmla="*/ 739787 w 1605470"/>
              <a:gd name="connsiteY61-27322" fmla="*/ 4797794 h 6858000"/>
              <a:gd name="connsiteX62-27323" fmla="*/ 741081 w 1605470"/>
              <a:gd name="connsiteY62-27324" fmla="*/ 4784526 h 6858000"/>
              <a:gd name="connsiteX63-27325" fmla="*/ 742865 w 1605470"/>
              <a:gd name="connsiteY63-27326" fmla="*/ 4781211 h 6858000"/>
              <a:gd name="connsiteX64-27327" fmla="*/ 751652 w 1605470"/>
              <a:gd name="connsiteY64-27328" fmla="*/ 4761984 h 6858000"/>
              <a:gd name="connsiteX65-27329" fmla="*/ 747700 w 1605470"/>
              <a:gd name="connsiteY65-27330" fmla="*/ 4690749 h 6858000"/>
              <a:gd name="connsiteX66-27331" fmla="*/ 743180 w 1605470"/>
              <a:gd name="connsiteY66-27332" fmla="*/ 4584173 h 6858000"/>
              <a:gd name="connsiteX67-27333" fmla="*/ 738263 w 1605470"/>
              <a:gd name="connsiteY67-27334" fmla="*/ 4444346 h 6858000"/>
              <a:gd name="connsiteX68-27335" fmla="*/ 734828 w 1605470"/>
              <a:gd name="connsiteY68-27336" fmla="*/ 4375228 h 6858000"/>
              <a:gd name="connsiteX69-27337" fmla="*/ 715481 w 1605470"/>
              <a:gd name="connsiteY69-27338" fmla="*/ 4214165 h 6858000"/>
              <a:gd name="connsiteX70-27339" fmla="*/ 719554 w 1605470"/>
              <a:gd name="connsiteY70-27340" fmla="*/ 4090296 h 6858000"/>
              <a:gd name="connsiteX71-27341" fmla="*/ 704810 w 1605470"/>
              <a:gd name="connsiteY71-27342" fmla="*/ 4033999 h 6858000"/>
              <a:gd name="connsiteX72-27343" fmla="*/ 705959 w 1605470"/>
              <a:gd name="connsiteY72-27344" fmla="*/ 4031933 h 6858000"/>
              <a:gd name="connsiteX73-27345" fmla="*/ 704535 w 1605470"/>
              <a:gd name="connsiteY73-27346" fmla="*/ 4013953 h 6858000"/>
              <a:gd name="connsiteX74-27347" fmla="*/ 700443 w 1605470"/>
              <a:gd name="connsiteY74-27348" fmla="*/ 4010511 h 6858000"/>
              <a:gd name="connsiteX75-27349" fmla="*/ 698282 w 1605470"/>
              <a:gd name="connsiteY75-27350" fmla="*/ 3998331 h 6858000"/>
              <a:gd name="connsiteX76-27351" fmla="*/ 690830 w 1605470"/>
              <a:gd name="connsiteY76-27352" fmla="*/ 3974753 h 6858000"/>
              <a:gd name="connsiteX77-27353" fmla="*/ 692428 w 1605470"/>
              <a:gd name="connsiteY77-27354" fmla="*/ 3969950 h 6858000"/>
              <a:gd name="connsiteX78-27355" fmla="*/ 685850 w 1605470"/>
              <a:gd name="connsiteY78-27356" fmla="*/ 3933779 h 6858000"/>
              <a:gd name="connsiteX79-27357" fmla="*/ 687181 w 1605470"/>
              <a:gd name="connsiteY79-27358" fmla="*/ 3933093 h 6858000"/>
              <a:gd name="connsiteX80-27359" fmla="*/ 691535 w 1605470"/>
              <a:gd name="connsiteY80-27360" fmla="*/ 3922082 h 6858000"/>
              <a:gd name="connsiteX81-27361" fmla="*/ 696613 w 1605470"/>
              <a:gd name="connsiteY81-27362" fmla="*/ 3901461 h 6858000"/>
              <a:gd name="connsiteX82-27363" fmla="*/ 719207 w 1605470"/>
              <a:gd name="connsiteY82-27364" fmla="*/ 3813873 h 6858000"/>
              <a:gd name="connsiteX83-27365" fmla="*/ 718632 w 1605470"/>
              <a:gd name="connsiteY83-27366" fmla="*/ 3806161 h 6858000"/>
              <a:gd name="connsiteX84-27367" fmla="*/ 718939 w 1605470"/>
              <a:gd name="connsiteY84-27368" fmla="*/ 3805957 h 6858000"/>
              <a:gd name="connsiteX85-27369" fmla="*/ 718966 w 1605470"/>
              <a:gd name="connsiteY85-27370" fmla="*/ 3797724 h 6858000"/>
              <a:gd name="connsiteX86-27371" fmla="*/ 717581 w 1605470"/>
              <a:gd name="connsiteY86-27372" fmla="*/ 3792098 h 6858000"/>
              <a:gd name="connsiteX87-27373" fmla="*/ 716465 w 1605470"/>
              <a:gd name="connsiteY87-27374" fmla="*/ 3777135 h 6858000"/>
              <a:gd name="connsiteX88-27375" fmla="*/ 718198 w 1605470"/>
              <a:gd name="connsiteY88-27376" fmla="*/ 3771656 h 6858000"/>
              <a:gd name="connsiteX89-27377" fmla="*/ 721941 w 1605470"/>
              <a:gd name="connsiteY89-27378" fmla="*/ 3769007 h 6858000"/>
              <a:gd name="connsiteX90-27379" fmla="*/ 721407 w 1605470"/>
              <a:gd name="connsiteY90-27380" fmla="*/ 3767709 h 6858000"/>
              <a:gd name="connsiteX91-27381" fmla="*/ 730103 w 1605470"/>
              <a:gd name="connsiteY91-27382" fmla="*/ 3738082 h 6858000"/>
              <a:gd name="connsiteX92-27383" fmla="*/ 737449 w 1605470"/>
              <a:gd name="connsiteY92-27384" fmla="*/ 3673397 h 6858000"/>
              <a:gd name="connsiteX93-27385" fmla="*/ 736745 w 1605470"/>
              <a:gd name="connsiteY93-27386" fmla="*/ 3637109 h 6858000"/>
              <a:gd name="connsiteX94-27387" fmla="*/ 740188 w 1605470"/>
              <a:gd name="connsiteY94-27388" fmla="*/ 3536883 h 6858000"/>
              <a:gd name="connsiteX95-27389" fmla="*/ 747726 w 1605470"/>
              <a:gd name="connsiteY95-27390" fmla="*/ 3435652 h 6858000"/>
              <a:gd name="connsiteX96-27391" fmla="*/ 774383 w 1605470"/>
              <a:gd name="connsiteY96-27392" fmla="*/ 3381564 h 6858000"/>
              <a:gd name="connsiteX97-27393" fmla="*/ 774870 w 1605470"/>
              <a:gd name="connsiteY97-27394" fmla="*/ 3375761 h 6858000"/>
              <a:gd name="connsiteX98-27395" fmla="*/ 770510 w 1605470"/>
              <a:gd name="connsiteY98-27396" fmla="*/ 3361844 h 6858000"/>
              <a:gd name="connsiteX99-27397" fmla="*/ 767933 w 1605470"/>
              <a:gd name="connsiteY99-27398" fmla="*/ 3356929 h 6858000"/>
              <a:gd name="connsiteX100-27399" fmla="*/ 766158 w 1605470"/>
              <a:gd name="connsiteY100-27400" fmla="*/ 3349058 h 6858000"/>
              <a:gd name="connsiteX101-27401" fmla="*/ 766414 w 1605470"/>
              <a:gd name="connsiteY101-27402" fmla="*/ 3348763 h 6858000"/>
              <a:gd name="connsiteX102-27403" fmla="*/ 764166 w 1605470"/>
              <a:gd name="connsiteY102-27404" fmla="*/ 3341588 h 6858000"/>
              <a:gd name="connsiteX103-27405" fmla="*/ 749397 w 1605470"/>
              <a:gd name="connsiteY103-27406" fmla="*/ 3307769 h 6858000"/>
              <a:gd name="connsiteX104-27407" fmla="*/ 766960 w 1605470"/>
              <a:gd name="connsiteY104-27408" fmla="*/ 3250522 h 6858000"/>
              <a:gd name="connsiteX105-27409" fmla="*/ 767385 w 1605470"/>
              <a:gd name="connsiteY105-27410" fmla="*/ 3229163 h 6858000"/>
              <a:gd name="connsiteX106-27411" fmla="*/ 769208 w 1605470"/>
              <a:gd name="connsiteY106-27412" fmla="*/ 3217217 h 6858000"/>
              <a:gd name="connsiteX107-27413" fmla="*/ 770350 w 1605470"/>
              <a:gd name="connsiteY107-27414" fmla="*/ 3216125 h 6858000"/>
              <a:gd name="connsiteX108-27415" fmla="*/ 756043 w 1605470"/>
              <a:gd name="connsiteY108-27416" fmla="*/ 3183755 h 6858000"/>
              <a:gd name="connsiteX109-27417" fmla="*/ 756544 w 1605470"/>
              <a:gd name="connsiteY109-27418" fmla="*/ 3178642 h 6858000"/>
              <a:gd name="connsiteX110-27419" fmla="*/ 744144 w 1605470"/>
              <a:gd name="connsiteY110-27420" fmla="*/ 3158586 h 6858000"/>
              <a:gd name="connsiteX111-27421" fmla="*/ 739378 w 1605470"/>
              <a:gd name="connsiteY111-27422" fmla="*/ 3147669 h 6858000"/>
              <a:gd name="connsiteX112-27423" fmla="*/ 734648 w 1605470"/>
              <a:gd name="connsiteY112-27424" fmla="*/ 3145733 h 6858000"/>
              <a:gd name="connsiteX113-27425" fmla="*/ 729329 w 1605470"/>
              <a:gd name="connsiteY113-27426" fmla="*/ 3129034 h 6858000"/>
              <a:gd name="connsiteX114-27427" fmla="*/ 729994 w 1605470"/>
              <a:gd name="connsiteY114-27428" fmla="*/ 3126682 h 6858000"/>
              <a:gd name="connsiteX115-27429" fmla="*/ 720862 w 1605470"/>
              <a:gd name="connsiteY115-27430" fmla="*/ 3114519 h 6858000"/>
              <a:gd name="connsiteX116-27431" fmla="*/ 707471 w 1605470"/>
              <a:gd name="connsiteY116-27432" fmla="*/ 3106272 h 6858000"/>
              <a:gd name="connsiteX117-27433" fmla="*/ 680201 w 1605470"/>
              <a:gd name="connsiteY117-27434" fmla="*/ 2958185 h 6858000"/>
              <a:gd name="connsiteX118-27435" fmla="*/ 622815 w 1605470"/>
              <a:gd name="connsiteY118-27436" fmla="*/ 2762989 h 6858000"/>
              <a:gd name="connsiteX119-27437" fmla="*/ 571733 w 1605470"/>
              <a:gd name="connsiteY119-27438" fmla="*/ 2554718 h 6858000"/>
              <a:gd name="connsiteX120-27439" fmla="*/ 551827 w 1605470"/>
              <a:gd name="connsiteY120-27440" fmla="*/ 2485734 h 6858000"/>
              <a:gd name="connsiteX121-27441" fmla="*/ 542550 w 1605470"/>
              <a:gd name="connsiteY121-27442" fmla="*/ 2447068 h 6858000"/>
              <a:gd name="connsiteX122-27443" fmla="*/ 529511 w 1605470"/>
              <a:gd name="connsiteY122-27444" fmla="*/ 2425819 h 6858000"/>
              <a:gd name="connsiteX123-27445" fmla="*/ 528878 w 1605470"/>
              <a:gd name="connsiteY123-27446" fmla="*/ 2408971 h 6858000"/>
              <a:gd name="connsiteX124-27447" fmla="*/ 535510 w 1605470"/>
              <a:gd name="connsiteY124-27448" fmla="*/ 2402874 h 6858000"/>
              <a:gd name="connsiteX125-27449" fmla="*/ 538122 w 1605470"/>
              <a:gd name="connsiteY125-27450" fmla="*/ 2381443 h 6858000"/>
              <a:gd name="connsiteX126-27451" fmla="*/ 514451 w 1605470"/>
              <a:gd name="connsiteY126-27452" fmla="*/ 2261920 h 6858000"/>
              <a:gd name="connsiteX127-27453" fmla="*/ 504338 w 1605470"/>
              <a:gd name="connsiteY127-27454" fmla="*/ 2195378 h 6858000"/>
              <a:gd name="connsiteX128-27455" fmla="*/ 488555 w 1605470"/>
              <a:gd name="connsiteY128-27456" fmla="*/ 2155135 h 6858000"/>
              <a:gd name="connsiteX129-27457" fmla="*/ 486013 w 1605470"/>
              <a:gd name="connsiteY129-27458" fmla="*/ 2118008 h 6858000"/>
              <a:gd name="connsiteX130-27459" fmla="*/ 487006 w 1605470"/>
              <a:gd name="connsiteY130-27460" fmla="*/ 2050531 h 6858000"/>
              <a:gd name="connsiteX131-27461" fmla="*/ 478812 w 1605470"/>
              <a:gd name="connsiteY131-27462" fmla="*/ 1963269 h 6858000"/>
              <a:gd name="connsiteX132-27463" fmla="*/ 459990 w 1605470"/>
              <a:gd name="connsiteY132-27464" fmla="*/ 1906352 h 6858000"/>
              <a:gd name="connsiteX133-27465" fmla="*/ 436547 w 1605470"/>
              <a:gd name="connsiteY133-27466" fmla="*/ 1861531 h 6858000"/>
              <a:gd name="connsiteX134-27467" fmla="*/ 390346 w 1605470"/>
              <a:gd name="connsiteY134-27468" fmla="*/ 1732919 h 6858000"/>
              <a:gd name="connsiteX135-27469" fmla="*/ 362657 w 1605470"/>
              <a:gd name="connsiteY135-27470" fmla="*/ 1663540 h 6858000"/>
              <a:gd name="connsiteX136-27471" fmla="*/ 361783 w 1605470"/>
              <a:gd name="connsiteY136-27472" fmla="*/ 1615777 h 6858000"/>
              <a:gd name="connsiteX137-27473" fmla="*/ 342578 w 1605470"/>
              <a:gd name="connsiteY137-27474" fmla="*/ 1563678 h 6858000"/>
              <a:gd name="connsiteX138-27475" fmla="*/ 355658 w 1605470"/>
              <a:gd name="connsiteY138-27476" fmla="*/ 1519474 h 6858000"/>
              <a:gd name="connsiteX139-27477" fmla="*/ 348400 w 1605470"/>
              <a:gd name="connsiteY139-27478" fmla="*/ 1477995 h 6858000"/>
              <a:gd name="connsiteX140-27479" fmla="*/ 334485 w 1605470"/>
              <a:gd name="connsiteY140-27480" fmla="*/ 1373769 h 6858000"/>
              <a:gd name="connsiteX141-27481" fmla="*/ 342792 w 1605470"/>
              <a:gd name="connsiteY141-27482" fmla="*/ 1307086 h 6858000"/>
              <a:gd name="connsiteX142-27483" fmla="*/ 343980 w 1605470"/>
              <a:gd name="connsiteY142-27484" fmla="*/ 1189033 h 6858000"/>
              <a:gd name="connsiteX143-27485" fmla="*/ 348665 w 1605470"/>
              <a:gd name="connsiteY143-27486" fmla="*/ 1168288 h 6858000"/>
              <a:gd name="connsiteX144-27487" fmla="*/ 340947 w 1605470"/>
              <a:gd name="connsiteY144-27488" fmla="*/ 1142577 h 6858000"/>
              <a:gd name="connsiteX145-27489" fmla="*/ 330253 w 1605470"/>
              <a:gd name="connsiteY145-27490" fmla="*/ 1088484 h 6858000"/>
              <a:gd name="connsiteX146-27491" fmla="*/ 318989 w 1605470"/>
              <a:gd name="connsiteY146-27492" fmla="*/ 1016103 h 6858000"/>
              <a:gd name="connsiteX147-27493" fmla="*/ 320445 w 1605470"/>
              <a:gd name="connsiteY147-27494" fmla="*/ 932283 h 6858000"/>
              <a:gd name="connsiteX148-27495" fmla="*/ 322681 w 1605470"/>
              <a:gd name="connsiteY148-27496" fmla="*/ 915925 h 6858000"/>
              <a:gd name="connsiteX149-27497" fmla="*/ 315310 w 1605470"/>
              <a:gd name="connsiteY149-27498" fmla="*/ 896999 h 6858000"/>
              <a:gd name="connsiteX150-27499" fmla="*/ 284718 w 1605470"/>
              <a:gd name="connsiteY150-27500" fmla="*/ 821517 h 6858000"/>
              <a:gd name="connsiteX151-27501" fmla="*/ 263668 w 1605470"/>
              <a:gd name="connsiteY151-27502" fmla="*/ 751353 h 6858000"/>
              <a:gd name="connsiteX152-27503" fmla="*/ 263226 w 1605470"/>
              <a:gd name="connsiteY152-27504" fmla="*/ 721230 h 6858000"/>
              <a:gd name="connsiteX153-27505" fmla="*/ 248897 w 1605470"/>
              <a:gd name="connsiteY153-27506" fmla="*/ 681659 h 6858000"/>
              <a:gd name="connsiteX154-27507" fmla="*/ 234316 w 1605470"/>
              <a:gd name="connsiteY154-27508" fmla="*/ 635218 h 6858000"/>
              <a:gd name="connsiteX155-27509" fmla="*/ 239327 w 1605470"/>
              <a:gd name="connsiteY155-27510" fmla="*/ 613763 h 6858000"/>
              <a:gd name="connsiteX156-27511" fmla="*/ 225269 w 1605470"/>
              <a:gd name="connsiteY156-27512" fmla="*/ 598582 h 6858000"/>
              <a:gd name="connsiteX157-27513" fmla="*/ 224950 w 1605470"/>
              <a:gd name="connsiteY157-27514" fmla="*/ 576846 h 6858000"/>
              <a:gd name="connsiteX158-27515" fmla="*/ 204576 w 1605470"/>
              <a:gd name="connsiteY158-27516" fmla="*/ 530055 h 6858000"/>
              <a:gd name="connsiteX159-27517" fmla="*/ 219064 w 1605470"/>
              <a:gd name="connsiteY159-27518" fmla="*/ 469651 h 6858000"/>
              <a:gd name="connsiteX160-27519" fmla="*/ 195012 w 1605470"/>
              <a:gd name="connsiteY160-27520" fmla="*/ 448559 h 6858000"/>
              <a:gd name="connsiteX161-27521" fmla="*/ 201434 w 1605470"/>
              <a:gd name="connsiteY161-27522" fmla="*/ 441529 h 6858000"/>
              <a:gd name="connsiteX162-27523" fmla="*/ 200655 w 1605470"/>
              <a:gd name="connsiteY162-27524" fmla="*/ 428927 h 6858000"/>
              <a:gd name="connsiteX163-27525" fmla="*/ 190059 w 1605470"/>
              <a:gd name="connsiteY163-27526" fmla="*/ 430161 h 6858000"/>
              <a:gd name="connsiteX164-27527" fmla="*/ 167079 w 1605470"/>
              <a:gd name="connsiteY164-27528" fmla="*/ 367211 h 6858000"/>
              <a:gd name="connsiteX165-27529" fmla="*/ 124571 w 1605470"/>
              <a:gd name="connsiteY165-27530" fmla="*/ 302178 h 6858000"/>
              <a:gd name="connsiteX166-27531" fmla="*/ 103243 w 1605470"/>
              <a:gd name="connsiteY166-27532" fmla="*/ 211375 h 6858000"/>
              <a:gd name="connsiteX167-27533" fmla="*/ 94571 w 1605470"/>
              <a:gd name="connsiteY167-27534" fmla="*/ 184179 h 6858000"/>
              <a:gd name="connsiteX168-27535" fmla="*/ 13437 w 1605470"/>
              <a:gd name="connsiteY168-27536" fmla="*/ 19287 h 6858000"/>
              <a:gd name="connsiteX169-27537" fmla="*/ 0 w 1605470"/>
              <a:gd name="connsiteY169-27538" fmla="*/ 0 h 6858000"/>
              <a:gd name="connsiteX0-27539" fmla="*/ 0 w 1605470"/>
              <a:gd name="connsiteY0-27540" fmla="*/ 0 h 6858000"/>
              <a:gd name="connsiteX1-27541" fmla="*/ 1605470 w 1605470"/>
              <a:gd name="connsiteY1-27542" fmla="*/ 0 h 6858000"/>
              <a:gd name="connsiteX2-27543" fmla="*/ 1605470 w 1605470"/>
              <a:gd name="connsiteY2-27544" fmla="*/ 6858000 h 6858000"/>
              <a:gd name="connsiteX3-27545" fmla="*/ 154105 w 1605470"/>
              <a:gd name="connsiteY3-27546" fmla="*/ 6858000 h 6858000"/>
              <a:gd name="connsiteX4-27547" fmla="*/ 154246 w 1605470"/>
              <a:gd name="connsiteY4-27548" fmla="*/ 6857735 h 6858000"/>
              <a:gd name="connsiteX5-27549" fmla="*/ 166295 w 1605470"/>
              <a:gd name="connsiteY5-27550" fmla="*/ 6809549 h 6858000"/>
              <a:gd name="connsiteX6-27551" fmla="*/ 198506 w 1605470"/>
              <a:gd name="connsiteY6-27552" fmla="*/ 6715115 h 6858000"/>
              <a:gd name="connsiteX7-27553" fmla="*/ 208357 w 1605470"/>
              <a:gd name="connsiteY7-27554" fmla="*/ 6680170 h 6858000"/>
              <a:gd name="connsiteX8-27555" fmla="*/ 233907 w 1605470"/>
              <a:gd name="connsiteY8-27556" fmla="*/ 6621207 h 6858000"/>
              <a:gd name="connsiteX9-27557" fmla="*/ 250564 w 1605470"/>
              <a:gd name="connsiteY9-27558" fmla="*/ 6596265 h 6858000"/>
              <a:gd name="connsiteX10-27559" fmla="*/ 250443 w 1605470"/>
              <a:gd name="connsiteY10-27560" fmla="*/ 6594818 h 6858000"/>
              <a:gd name="connsiteX11-27561" fmla="*/ 254688 w 1605470"/>
              <a:gd name="connsiteY11-27562" fmla="*/ 6593735 h 6858000"/>
              <a:gd name="connsiteX12-27563" fmla="*/ 257885 w 1605470"/>
              <a:gd name="connsiteY12-27564" fmla="*/ 6589172 h 6858000"/>
              <a:gd name="connsiteX13-27565" fmla="*/ 261179 w 1605470"/>
              <a:gd name="connsiteY13-27566" fmla="*/ 6574442 h 6858000"/>
              <a:gd name="connsiteX14-27567" fmla="*/ 261519 w 1605470"/>
              <a:gd name="connsiteY14-27568" fmla="*/ 6568530 h 6858000"/>
              <a:gd name="connsiteX15-27569" fmla="*/ 263928 w 1605470"/>
              <a:gd name="connsiteY15-27570" fmla="*/ 6560674 h 6858000"/>
              <a:gd name="connsiteX16-27571" fmla="*/ 264273 w 1605470"/>
              <a:gd name="connsiteY16-27572" fmla="*/ 6560598 h 6858000"/>
              <a:gd name="connsiteX17-27573" fmla="*/ 265970 w 1605470"/>
              <a:gd name="connsiteY17-27574" fmla="*/ 6553006 h 6858000"/>
              <a:gd name="connsiteX18-27575" fmla="*/ 270666 w 1605470"/>
              <a:gd name="connsiteY18-27576" fmla="*/ 6514360 h 6858000"/>
              <a:gd name="connsiteX19-27577" fmla="*/ 312320 w 1605470"/>
              <a:gd name="connsiteY19-27578" fmla="*/ 6478062 h 6858000"/>
              <a:gd name="connsiteX20-27579" fmla="*/ 323009 w 1605470"/>
              <a:gd name="connsiteY20-27580" fmla="*/ 6460325 h 6858000"/>
              <a:gd name="connsiteX21-27581" fmla="*/ 330242 w 1605470"/>
              <a:gd name="connsiteY21-27582" fmla="*/ 6451488 h 6858000"/>
              <a:gd name="connsiteX22-27583" fmla="*/ 331677 w 1605470"/>
              <a:gd name="connsiteY22-27584" fmla="*/ 6451348 h 6858000"/>
              <a:gd name="connsiteX23-27585" fmla="*/ 336035 w 1605470"/>
              <a:gd name="connsiteY23-27586" fmla="*/ 6414240 h 6858000"/>
              <a:gd name="connsiteX24-27587" fmla="*/ 338911 w 1605470"/>
              <a:gd name="connsiteY24-27588" fmla="*/ 6410269 h 6858000"/>
              <a:gd name="connsiteX25-27589" fmla="*/ 338811 w 1605470"/>
              <a:gd name="connsiteY25-27590" fmla="*/ 6384857 h 6858000"/>
              <a:gd name="connsiteX26-27591" fmla="*/ 340328 w 1605470"/>
              <a:gd name="connsiteY26-27592" fmla="*/ 6372381 h 6858000"/>
              <a:gd name="connsiteX27-27593" fmla="*/ 337522 w 1605470"/>
              <a:gd name="connsiteY27-27594" fmla="*/ 6367510 h 6858000"/>
              <a:gd name="connsiteX28-27595" fmla="*/ 341402 w 1605470"/>
              <a:gd name="connsiteY28-27596" fmla="*/ 6349778 h 6858000"/>
              <a:gd name="connsiteX29-27597" fmla="*/ 343067 w 1605470"/>
              <a:gd name="connsiteY29-27598" fmla="*/ 6348250 h 6858000"/>
              <a:gd name="connsiteX30-27599" fmla="*/ 359101 w 1605470"/>
              <a:gd name="connsiteY30-27600" fmla="*/ 6281972 h 6858000"/>
              <a:gd name="connsiteX31-27601" fmla="*/ 369864 w 1605470"/>
              <a:gd name="connsiteY31-27602" fmla="*/ 6211940 h 6858000"/>
              <a:gd name="connsiteX32-27603" fmla="*/ 411359 w 1605470"/>
              <a:gd name="connsiteY32-27604" fmla="*/ 6113913 h 6858000"/>
              <a:gd name="connsiteX33-27605" fmla="*/ 415652 w 1605470"/>
              <a:gd name="connsiteY33-27606" fmla="*/ 6028119 h 6858000"/>
              <a:gd name="connsiteX34-27607" fmla="*/ 442432 w 1605470"/>
              <a:gd name="connsiteY34-27608" fmla="*/ 5934687 h 6858000"/>
              <a:gd name="connsiteX35-27609" fmla="*/ 476444 w 1605470"/>
              <a:gd name="connsiteY35-27610" fmla="*/ 5765594 h 6858000"/>
              <a:gd name="connsiteX36-27611" fmla="*/ 508280 w 1605470"/>
              <a:gd name="connsiteY36-27612" fmla="*/ 5693685 h 6858000"/>
              <a:gd name="connsiteX37-27613" fmla="*/ 523992 w 1605470"/>
              <a:gd name="connsiteY37-27614" fmla="*/ 5619557 h 6858000"/>
              <a:gd name="connsiteX38-27615" fmla="*/ 562052 w 1605470"/>
              <a:gd name="connsiteY38-27616" fmla="*/ 5563435 h 6858000"/>
              <a:gd name="connsiteX39-27617" fmla="*/ 591557 w 1605470"/>
              <a:gd name="connsiteY39-27618" fmla="*/ 5476393 h 6858000"/>
              <a:gd name="connsiteX40-27619" fmla="*/ 622750 w 1605470"/>
              <a:gd name="connsiteY40-27620" fmla="*/ 5396260 h 6858000"/>
              <a:gd name="connsiteX41-27621" fmla="*/ 638731 w 1605470"/>
              <a:gd name="connsiteY41-27622" fmla="*/ 5330009 h 6858000"/>
              <a:gd name="connsiteX42-27623" fmla="*/ 672224 w 1605470"/>
              <a:gd name="connsiteY42-27624" fmla="*/ 5273739 h 6858000"/>
              <a:gd name="connsiteX43-27625" fmla="*/ 681823 w 1605470"/>
              <a:gd name="connsiteY43-27626" fmla="*/ 5241779 h 6858000"/>
              <a:gd name="connsiteX44-27627" fmla="*/ 693049 w 1605470"/>
              <a:gd name="connsiteY44-27628" fmla="*/ 5225268 h 6858000"/>
              <a:gd name="connsiteX45-27629" fmla="*/ 694069 w 1605470"/>
              <a:gd name="connsiteY45-27630" fmla="*/ 5217684 h 6858000"/>
              <a:gd name="connsiteX46-27631" fmla="*/ 701410 w 1605470"/>
              <a:gd name="connsiteY46-27632" fmla="*/ 5193377 h 6858000"/>
              <a:gd name="connsiteX47-27633" fmla="*/ 704713 w 1605470"/>
              <a:gd name="connsiteY47-27634" fmla="*/ 5179288 h 6858000"/>
              <a:gd name="connsiteX48-27635" fmla="*/ 705697 w 1605470"/>
              <a:gd name="connsiteY48-27636" fmla="*/ 5173621 h 6858000"/>
              <a:gd name="connsiteX49-27637" fmla="*/ 701331 w 1605470"/>
              <a:gd name="connsiteY49-27638" fmla="*/ 5159961 h 6858000"/>
              <a:gd name="connsiteX50-27639" fmla="*/ 708008 w 1605470"/>
              <a:gd name="connsiteY50-27640" fmla="*/ 5144295 h 6858000"/>
              <a:gd name="connsiteX51-27641" fmla="*/ 704941 w 1605470"/>
              <a:gd name="connsiteY51-27642" fmla="*/ 5125185 h 6858000"/>
              <a:gd name="connsiteX52-27643" fmla="*/ 711771 w 1605470"/>
              <a:gd name="connsiteY52-27644" fmla="*/ 5121884 h 6858000"/>
              <a:gd name="connsiteX53-27645" fmla="*/ 718807 w 1605470"/>
              <a:gd name="connsiteY53-27646" fmla="*/ 5067850 h 6858000"/>
              <a:gd name="connsiteX54-27647" fmla="*/ 721538 w 1605470"/>
              <a:gd name="connsiteY54-27648" fmla="*/ 5060861 h 6858000"/>
              <a:gd name="connsiteX55-27649" fmla="*/ 718242 w 1605470"/>
              <a:gd name="connsiteY55-27650" fmla="*/ 5034192 h 6858000"/>
              <a:gd name="connsiteX56-27651" fmla="*/ 719796 w 1605470"/>
              <a:gd name="connsiteY56-27652" fmla="*/ 4993030 h 6858000"/>
              <a:gd name="connsiteX57-27653" fmla="*/ 726705 w 1605470"/>
              <a:gd name="connsiteY57-27654" fmla="*/ 4946844 h 6858000"/>
              <a:gd name="connsiteX58-27655" fmla="*/ 722561 w 1605470"/>
              <a:gd name="connsiteY58-27656" fmla="*/ 4932692 h 6858000"/>
              <a:gd name="connsiteX59-27657" fmla="*/ 737964 w 1605470"/>
              <a:gd name="connsiteY59-27658" fmla="*/ 4858827 h 6858000"/>
              <a:gd name="connsiteX60-27659" fmla="*/ 732118 w 1605470"/>
              <a:gd name="connsiteY60-27660" fmla="*/ 4801535 h 6858000"/>
              <a:gd name="connsiteX61-27661" fmla="*/ 739787 w 1605470"/>
              <a:gd name="connsiteY61-27662" fmla="*/ 4797794 h 6858000"/>
              <a:gd name="connsiteX62-27663" fmla="*/ 741081 w 1605470"/>
              <a:gd name="connsiteY62-27664" fmla="*/ 4784526 h 6858000"/>
              <a:gd name="connsiteX63-27665" fmla="*/ 742865 w 1605470"/>
              <a:gd name="connsiteY63-27666" fmla="*/ 4781211 h 6858000"/>
              <a:gd name="connsiteX64-27667" fmla="*/ 751652 w 1605470"/>
              <a:gd name="connsiteY64-27668" fmla="*/ 4761984 h 6858000"/>
              <a:gd name="connsiteX65-27669" fmla="*/ 747700 w 1605470"/>
              <a:gd name="connsiteY65-27670" fmla="*/ 4690749 h 6858000"/>
              <a:gd name="connsiteX66-27671" fmla="*/ 743180 w 1605470"/>
              <a:gd name="connsiteY66-27672" fmla="*/ 4584173 h 6858000"/>
              <a:gd name="connsiteX67-27673" fmla="*/ 738263 w 1605470"/>
              <a:gd name="connsiteY67-27674" fmla="*/ 4444346 h 6858000"/>
              <a:gd name="connsiteX68-27675" fmla="*/ 734828 w 1605470"/>
              <a:gd name="connsiteY68-27676" fmla="*/ 4375228 h 6858000"/>
              <a:gd name="connsiteX69-27677" fmla="*/ 715481 w 1605470"/>
              <a:gd name="connsiteY69-27678" fmla="*/ 4214165 h 6858000"/>
              <a:gd name="connsiteX70-27679" fmla="*/ 719554 w 1605470"/>
              <a:gd name="connsiteY70-27680" fmla="*/ 4090296 h 6858000"/>
              <a:gd name="connsiteX71-27681" fmla="*/ 704810 w 1605470"/>
              <a:gd name="connsiteY71-27682" fmla="*/ 4033999 h 6858000"/>
              <a:gd name="connsiteX72-27683" fmla="*/ 705959 w 1605470"/>
              <a:gd name="connsiteY72-27684" fmla="*/ 4031933 h 6858000"/>
              <a:gd name="connsiteX73-27685" fmla="*/ 704535 w 1605470"/>
              <a:gd name="connsiteY73-27686" fmla="*/ 4013953 h 6858000"/>
              <a:gd name="connsiteX74-27687" fmla="*/ 700443 w 1605470"/>
              <a:gd name="connsiteY74-27688" fmla="*/ 4010511 h 6858000"/>
              <a:gd name="connsiteX75-27689" fmla="*/ 698282 w 1605470"/>
              <a:gd name="connsiteY75-27690" fmla="*/ 3998331 h 6858000"/>
              <a:gd name="connsiteX76-27691" fmla="*/ 690830 w 1605470"/>
              <a:gd name="connsiteY76-27692" fmla="*/ 3974753 h 6858000"/>
              <a:gd name="connsiteX77-27693" fmla="*/ 692428 w 1605470"/>
              <a:gd name="connsiteY77-27694" fmla="*/ 3969950 h 6858000"/>
              <a:gd name="connsiteX78-27695" fmla="*/ 685850 w 1605470"/>
              <a:gd name="connsiteY78-27696" fmla="*/ 3933779 h 6858000"/>
              <a:gd name="connsiteX79-27697" fmla="*/ 687181 w 1605470"/>
              <a:gd name="connsiteY79-27698" fmla="*/ 3933093 h 6858000"/>
              <a:gd name="connsiteX80-27699" fmla="*/ 691535 w 1605470"/>
              <a:gd name="connsiteY80-27700" fmla="*/ 3922082 h 6858000"/>
              <a:gd name="connsiteX81-27701" fmla="*/ 696613 w 1605470"/>
              <a:gd name="connsiteY81-27702" fmla="*/ 3901461 h 6858000"/>
              <a:gd name="connsiteX82-27703" fmla="*/ 719207 w 1605470"/>
              <a:gd name="connsiteY82-27704" fmla="*/ 3813873 h 6858000"/>
              <a:gd name="connsiteX83-27705" fmla="*/ 718632 w 1605470"/>
              <a:gd name="connsiteY83-27706" fmla="*/ 3806161 h 6858000"/>
              <a:gd name="connsiteX84-27707" fmla="*/ 718939 w 1605470"/>
              <a:gd name="connsiteY84-27708" fmla="*/ 3805957 h 6858000"/>
              <a:gd name="connsiteX85-27709" fmla="*/ 718966 w 1605470"/>
              <a:gd name="connsiteY85-27710" fmla="*/ 3797724 h 6858000"/>
              <a:gd name="connsiteX86-27711" fmla="*/ 717581 w 1605470"/>
              <a:gd name="connsiteY86-27712" fmla="*/ 3792098 h 6858000"/>
              <a:gd name="connsiteX87-27713" fmla="*/ 716465 w 1605470"/>
              <a:gd name="connsiteY87-27714" fmla="*/ 3777135 h 6858000"/>
              <a:gd name="connsiteX88-27715" fmla="*/ 718198 w 1605470"/>
              <a:gd name="connsiteY88-27716" fmla="*/ 3771656 h 6858000"/>
              <a:gd name="connsiteX89-27717" fmla="*/ 721941 w 1605470"/>
              <a:gd name="connsiteY89-27718" fmla="*/ 3769007 h 6858000"/>
              <a:gd name="connsiteX90-27719" fmla="*/ 721407 w 1605470"/>
              <a:gd name="connsiteY90-27720" fmla="*/ 3767709 h 6858000"/>
              <a:gd name="connsiteX91-27721" fmla="*/ 730103 w 1605470"/>
              <a:gd name="connsiteY91-27722" fmla="*/ 3738082 h 6858000"/>
              <a:gd name="connsiteX92-27723" fmla="*/ 737449 w 1605470"/>
              <a:gd name="connsiteY92-27724" fmla="*/ 3673397 h 6858000"/>
              <a:gd name="connsiteX93-27725" fmla="*/ 736745 w 1605470"/>
              <a:gd name="connsiteY93-27726" fmla="*/ 3637109 h 6858000"/>
              <a:gd name="connsiteX94-27727" fmla="*/ 740188 w 1605470"/>
              <a:gd name="connsiteY94-27728" fmla="*/ 3536883 h 6858000"/>
              <a:gd name="connsiteX95-27729" fmla="*/ 747726 w 1605470"/>
              <a:gd name="connsiteY95-27730" fmla="*/ 3435652 h 6858000"/>
              <a:gd name="connsiteX96-27731" fmla="*/ 774383 w 1605470"/>
              <a:gd name="connsiteY96-27732" fmla="*/ 3381564 h 6858000"/>
              <a:gd name="connsiteX97-27733" fmla="*/ 774870 w 1605470"/>
              <a:gd name="connsiteY97-27734" fmla="*/ 3375761 h 6858000"/>
              <a:gd name="connsiteX98-27735" fmla="*/ 770510 w 1605470"/>
              <a:gd name="connsiteY98-27736" fmla="*/ 3361844 h 6858000"/>
              <a:gd name="connsiteX99-27737" fmla="*/ 767933 w 1605470"/>
              <a:gd name="connsiteY99-27738" fmla="*/ 3356929 h 6858000"/>
              <a:gd name="connsiteX100-27739" fmla="*/ 766158 w 1605470"/>
              <a:gd name="connsiteY100-27740" fmla="*/ 3349058 h 6858000"/>
              <a:gd name="connsiteX101-27741" fmla="*/ 766414 w 1605470"/>
              <a:gd name="connsiteY101-27742" fmla="*/ 3348763 h 6858000"/>
              <a:gd name="connsiteX102-27743" fmla="*/ 764166 w 1605470"/>
              <a:gd name="connsiteY102-27744" fmla="*/ 3341588 h 6858000"/>
              <a:gd name="connsiteX103-27745" fmla="*/ 749397 w 1605470"/>
              <a:gd name="connsiteY103-27746" fmla="*/ 3307769 h 6858000"/>
              <a:gd name="connsiteX104-27747" fmla="*/ 766960 w 1605470"/>
              <a:gd name="connsiteY104-27748" fmla="*/ 3250522 h 6858000"/>
              <a:gd name="connsiteX105-27749" fmla="*/ 767385 w 1605470"/>
              <a:gd name="connsiteY105-27750" fmla="*/ 3229163 h 6858000"/>
              <a:gd name="connsiteX106-27751" fmla="*/ 769208 w 1605470"/>
              <a:gd name="connsiteY106-27752" fmla="*/ 3217217 h 6858000"/>
              <a:gd name="connsiteX107-27753" fmla="*/ 770350 w 1605470"/>
              <a:gd name="connsiteY107-27754" fmla="*/ 3216125 h 6858000"/>
              <a:gd name="connsiteX108-27755" fmla="*/ 756043 w 1605470"/>
              <a:gd name="connsiteY108-27756" fmla="*/ 3183755 h 6858000"/>
              <a:gd name="connsiteX109-27757" fmla="*/ 756544 w 1605470"/>
              <a:gd name="connsiteY109-27758" fmla="*/ 3178642 h 6858000"/>
              <a:gd name="connsiteX110-27759" fmla="*/ 744144 w 1605470"/>
              <a:gd name="connsiteY110-27760" fmla="*/ 3158586 h 6858000"/>
              <a:gd name="connsiteX111-27761" fmla="*/ 739378 w 1605470"/>
              <a:gd name="connsiteY111-27762" fmla="*/ 3147669 h 6858000"/>
              <a:gd name="connsiteX112-27763" fmla="*/ 734648 w 1605470"/>
              <a:gd name="connsiteY112-27764" fmla="*/ 3145733 h 6858000"/>
              <a:gd name="connsiteX113-27765" fmla="*/ 729329 w 1605470"/>
              <a:gd name="connsiteY113-27766" fmla="*/ 3129034 h 6858000"/>
              <a:gd name="connsiteX114-27767" fmla="*/ 729994 w 1605470"/>
              <a:gd name="connsiteY114-27768" fmla="*/ 3126682 h 6858000"/>
              <a:gd name="connsiteX115-27769" fmla="*/ 720862 w 1605470"/>
              <a:gd name="connsiteY115-27770" fmla="*/ 3114519 h 6858000"/>
              <a:gd name="connsiteX116-27771" fmla="*/ 707471 w 1605470"/>
              <a:gd name="connsiteY116-27772" fmla="*/ 3106272 h 6858000"/>
              <a:gd name="connsiteX117-27773" fmla="*/ 680201 w 1605470"/>
              <a:gd name="connsiteY117-27774" fmla="*/ 2958185 h 6858000"/>
              <a:gd name="connsiteX118-27775" fmla="*/ 622815 w 1605470"/>
              <a:gd name="connsiteY118-27776" fmla="*/ 2762989 h 6858000"/>
              <a:gd name="connsiteX119-27777" fmla="*/ 571733 w 1605470"/>
              <a:gd name="connsiteY119-27778" fmla="*/ 2554718 h 6858000"/>
              <a:gd name="connsiteX120-27779" fmla="*/ 551827 w 1605470"/>
              <a:gd name="connsiteY120-27780" fmla="*/ 2485734 h 6858000"/>
              <a:gd name="connsiteX121-27781" fmla="*/ 542550 w 1605470"/>
              <a:gd name="connsiteY121-27782" fmla="*/ 2447068 h 6858000"/>
              <a:gd name="connsiteX122-27783" fmla="*/ 529511 w 1605470"/>
              <a:gd name="connsiteY122-27784" fmla="*/ 2425819 h 6858000"/>
              <a:gd name="connsiteX123-27785" fmla="*/ 528878 w 1605470"/>
              <a:gd name="connsiteY123-27786" fmla="*/ 2408971 h 6858000"/>
              <a:gd name="connsiteX124-27787" fmla="*/ 535510 w 1605470"/>
              <a:gd name="connsiteY124-27788" fmla="*/ 2402874 h 6858000"/>
              <a:gd name="connsiteX125-27789" fmla="*/ 538122 w 1605470"/>
              <a:gd name="connsiteY125-27790" fmla="*/ 2381443 h 6858000"/>
              <a:gd name="connsiteX126-27791" fmla="*/ 514451 w 1605470"/>
              <a:gd name="connsiteY126-27792" fmla="*/ 2261920 h 6858000"/>
              <a:gd name="connsiteX127-27793" fmla="*/ 504338 w 1605470"/>
              <a:gd name="connsiteY127-27794" fmla="*/ 2195378 h 6858000"/>
              <a:gd name="connsiteX128-27795" fmla="*/ 488555 w 1605470"/>
              <a:gd name="connsiteY128-27796" fmla="*/ 2155135 h 6858000"/>
              <a:gd name="connsiteX129-27797" fmla="*/ 486013 w 1605470"/>
              <a:gd name="connsiteY129-27798" fmla="*/ 2118008 h 6858000"/>
              <a:gd name="connsiteX130-27799" fmla="*/ 487006 w 1605470"/>
              <a:gd name="connsiteY130-27800" fmla="*/ 2050531 h 6858000"/>
              <a:gd name="connsiteX131-27801" fmla="*/ 478812 w 1605470"/>
              <a:gd name="connsiteY131-27802" fmla="*/ 1963269 h 6858000"/>
              <a:gd name="connsiteX132-27803" fmla="*/ 459990 w 1605470"/>
              <a:gd name="connsiteY132-27804" fmla="*/ 1906352 h 6858000"/>
              <a:gd name="connsiteX133-27805" fmla="*/ 436547 w 1605470"/>
              <a:gd name="connsiteY133-27806" fmla="*/ 1861531 h 6858000"/>
              <a:gd name="connsiteX134-27807" fmla="*/ 390346 w 1605470"/>
              <a:gd name="connsiteY134-27808" fmla="*/ 1732919 h 6858000"/>
              <a:gd name="connsiteX135-27809" fmla="*/ 362657 w 1605470"/>
              <a:gd name="connsiteY135-27810" fmla="*/ 1663540 h 6858000"/>
              <a:gd name="connsiteX136-27811" fmla="*/ 361783 w 1605470"/>
              <a:gd name="connsiteY136-27812" fmla="*/ 1615777 h 6858000"/>
              <a:gd name="connsiteX137-27813" fmla="*/ 342578 w 1605470"/>
              <a:gd name="connsiteY137-27814" fmla="*/ 1563678 h 6858000"/>
              <a:gd name="connsiteX138-27815" fmla="*/ 355658 w 1605470"/>
              <a:gd name="connsiteY138-27816" fmla="*/ 1519474 h 6858000"/>
              <a:gd name="connsiteX139-27817" fmla="*/ 348400 w 1605470"/>
              <a:gd name="connsiteY139-27818" fmla="*/ 1477995 h 6858000"/>
              <a:gd name="connsiteX140-27819" fmla="*/ 334485 w 1605470"/>
              <a:gd name="connsiteY140-27820" fmla="*/ 1373769 h 6858000"/>
              <a:gd name="connsiteX141-27821" fmla="*/ 342792 w 1605470"/>
              <a:gd name="connsiteY141-27822" fmla="*/ 1307086 h 6858000"/>
              <a:gd name="connsiteX142-27823" fmla="*/ 343980 w 1605470"/>
              <a:gd name="connsiteY142-27824" fmla="*/ 1189033 h 6858000"/>
              <a:gd name="connsiteX143-27825" fmla="*/ 348665 w 1605470"/>
              <a:gd name="connsiteY143-27826" fmla="*/ 1168288 h 6858000"/>
              <a:gd name="connsiteX144-27827" fmla="*/ 340947 w 1605470"/>
              <a:gd name="connsiteY144-27828" fmla="*/ 1142577 h 6858000"/>
              <a:gd name="connsiteX145-27829" fmla="*/ 330253 w 1605470"/>
              <a:gd name="connsiteY145-27830" fmla="*/ 1088484 h 6858000"/>
              <a:gd name="connsiteX146-27831" fmla="*/ 318989 w 1605470"/>
              <a:gd name="connsiteY146-27832" fmla="*/ 1016103 h 6858000"/>
              <a:gd name="connsiteX147-27833" fmla="*/ 320445 w 1605470"/>
              <a:gd name="connsiteY147-27834" fmla="*/ 932283 h 6858000"/>
              <a:gd name="connsiteX148-27835" fmla="*/ 322681 w 1605470"/>
              <a:gd name="connsiteY148-27836" fmla="*/ 915925 h 6858000"/>
              <a:gd name="connsiteX149-27837" fmla="*/ 315310 w 1605470"/>
              <a:gd name="connsiteY149-27838" fmla="*/ 896999 h 6858000"/>
              <a:gd name="connsiteX150-27839" fmla="*/ 284718 w 1605470"/>
              <a:gd name="connsiteY150-27840" fmla="*/ 821517 h 6858000"/>
              <a:gd name="connsiteX151-27841" fmla="*/ 263668 w 1605470"/>
              <a:gd name="connsiteY151-27842" fmla="*/ 751353 h 6858000"/>
              <a:gd name="connsiteX152-27843" fmla="*/ 263226 w 1605470"/>
              <a:gd name="connsiteY152-27844" fmla="*/ 721230 h 6858000"/>
              <a:gd name="connsiteX153-27845" fmla="*/ 248897 w 1605470"/>
              <a:gd name="connsiteY153-27846" fmla="*/ 681659 h 6858000"/>
              <a:gd name="connsiteX154-27847" fmla="*/ 234316 w 1605470"/>
              <a:gd name="connsiteY154-27848" fmla="*/ 635218 h 6858000"/>
              <a:gd name="connsiteX155-27849" fmla="*/ 239327 w 1605470"/>
              <a:gd name="connsiteY155-27850" fmla="*/ 613763 h 6858000"/>
              <a:gd name="connsiteX156-27851" fmla="*/ 225269 w 1605470"/>
              <a:gd name="connsiteY156-27852" fmla="*/ 598582 h 6858000"/>
              <a:gd name="connsiteX157-27853" fmla="*/ 224950 w 1605470"/>
              <a:gd name="connsiteY157-27854" fmla="*/ 576846 h 6858000"/>
              <a:gd name="connsiteX158-27855" fmla="*/ 204576 w 1605470"/>
              <a:gd name="connsiteY158-27856" fmla="*/ 530055 h 6858000"/>
              <a:gd name="connsiteX159-27857" fmla="*/ 219064 w 1605470"/>
              <a:gd name="connsiteY159-27858" fmla="*/ 469651 h 6858000"/>
              <a:gd name="connsiteX160-27859" fmla="*/ 195012 w 1605470"/>
              <a:gd name="connsiteY160-27860" fmla="*/ 448559 h 6858000"/>
              <a:gd name="connsiteX161-27861" fmla="*/ 201434 w 1605470"/>
              <a:gd name="connsiteY161-27862" fmla="*/ 441529 h 6858000"/>
              <a:gd name="connsiteX162-27863" fmla="*/ 200655 w 1605470"/>
              <a:gd name="connsiteY162-27864" fmla="*/ 428927 h 6858000"/>
              <a:gd name="connsiteX163-27865" fmla="*/ 190059 w 1605470"/>
              <a:gd name="connsiteY163-27866" fmla="*/ 430161 h 6858000"/>
              <a:gd name="connsiteX164-27867" fmla="*/ 167079 w 1605470"/>
              <a:gd name="connsiteY164-27868" fmla="*/ 367211 h 6858000"/>
              <a:gd name="connsiteX165-27869" fmla="*/ 124571 w 1605470"/>
              <a:gd name="connsiteY165-27870" fmla="*/ 302178 h 6858000"/>
              <a:gd name="connsiteX166-27871" fmla="*/ 103243 w 1605470"/>
              <a:gd name="connsiteY166-27872" fmla="*/ 211375 h 6858000"/>
              <a:gd name="connsiteX167-27873" fmla="*/ 94571 w 1605470"/>
              <a:gd name="connsiteY167-27874" fmla="*/ 184179 h 6858000"/>
              <a:gd name="connsiteX168-27875" fmla="*/ 13437 w 1605470"/>
              <a:gd name="connsiteY168-27876" fmla="*/ 19287 h 6858000"/>
              <a:gd name="connsiteX169-27877" fmla="*/ 0 w 1605470"/>
              <a:gd name="connsiteY169-27878" fmla="*/ 0 h 6858000"/>
              <a:gd name="connsiteX0-27879" fmla="*/ 0 w 1605470"/>
              <a:gd name="connsiteY0-27880" fmla="*/ 0 h 6858000"/>
              <a:gd name="connsiteX1-27881" fmla="*/ 1605470 w 1605470"/>
              <a:gd name="connsiteY1-27882" fmla="*/ 0 h 6858000"/>
              <a:gd name="connsiteX2-27883" fmla="*/ 1605470 w 1605470"/>
              <a:gd name="connsiteY2-27884" fmla="*/ 6858000 h 6858000"/>
              <a:gd name="connsiteX3-27885" fmla="*/ 154105 w 1605470"/>
              <a:gd name="connsiteY3-27886" fmla="*/ 6858000 h 6858000"/>
              <a:gd name="connsiteX4-27887" fmla="*/ 154246 w 1605470"/>
              <a:gd name="connsiteY4-27888" fmla="*/ 6857735 h 6858000"/>
              <a:gd name="connsiteX5-27889" fmla="*/ 166295 w 1605470"/>
              <a:gd name="connsiteY5-27890" fmla="*/ 6809549 h 6858000"/>
              <a:gd name="connsiteX6-27891" fmla="*/ 198506 w 1605470"/>
              <a:gd name="connsiteY6-27892" fmla="*/ 6715115 h 6858000"/>
              <a:gd name="connsiteX7-27893" fmla="*/ 208357 w 1605470"/>
              <a:gd name="connsiteY7-27894" fmla="*/ 6680170 h 6858000"/>
              <a:gd name="connsiteX8-27895" fmla="*/ 233907 w 1605470"/>
              <a:gd name="connsiteY8-27896" fmla="*/ 6621207 h 6858000"/>
              <a:gd name="connsiteX9-27897" fmla="*/ 250564 w 1605470"/>
              <a:gd name="connsiteY9-27898" fmla="*/ 6596265 h 6858000"/>
              <a:gd name="connsiteX10-27899" fmla="*/ 250443 w 1605470"/>
              <a:gd name="connsiteY10-27900" fmla="*/ 6594818 h 6858000"/>
              <a:gd name="connsiteX11-27901" fmla="*/ 254688 w 1605470"/>
              <a:gd name="connsiteY11-27902" fmla="*/ 6593735 h 6858000"/>
              <a:gd name="connsiteX12-27903" fmla="*/ 257885 w 1605470"/>
              <a:gd name="connsiteY12-27904" fmla="*/ 6589172 h 6858000"/>
              <a:gd name="connsiteX13-27905" fmla="*/ 261179 w 1605470"/>
              <a:gd name="connsiteY13-27906" fmla="*/ 6574442 h 6858000"/>
              <a:gd name="connsiteX14-27907" fmla="*/ 261519 w 1605470"/>
              <a:gd name="connsiteY14-27908" fmla="*/ 6568530 h 6858000"/>
              <a:gd name="connsiteX15-27909" fmla="*/ 263928 w 1605470"/>
              <a:gd name="connsiteY15-27910" fmla="*/ 6560674 h 6858000"/>
              <a:gd name="connsiteX16-27911" fmla="*/ 264273 w 1605470"/>
              <a:gd name="connsiteY16-27912" fmla="*/ 6560598 h 6858000"/>
              <a:gd name="connsiteX17-27913" fmla="*/ 265970 w 1605470"/>
              <a:gd name="connsiteY17-27914" fmla="*/ 6553006 h 6858000"/>
              <a:gd name="connsiteX18-27915" fmla="*/ 270666 w 1605470"/>
              <a:gd name="connsiteY18-27916" fmla="*/ 6514360 h 6858000"/>
              <a:gd name="connsiteX19-27917" fmla="*/ 312320 w 1605470"/>
              <a:gd name="connsiteY19-27918" fmla="*/ 6478062 h 6858000"/>
              <a:gd name="connsiteX20-27919" fmla="*/ 323009 w 1605470"/>
              <a:gd name="connsiteY20-27920" fmla="*/ 6460325 h 6858000"/>
              <a:gd name="connsiteX21-27921" fmla="*/ 330242 w 1605470"/>
              <a:gd name="connsiteY21-27922" fmla="*/ 6451488 h 6858000"/>
              <a:gd name="connsiteX22-27923" fmla="*/ 331677 w 1605470"/>
              <a:gd name="connsiteY22-27924" fmla="*/ 6451348 h 6858000"/>
              <a:gd name="connsiteX23-27925" fmla="*/ 336035 w 1605470"/>
              <a:gd name="connsiteY23-27926" fmla="*/ 6414240 h 6858000"/>
              <a:gd name="connsiteX24-27927" fmla="*/ 338911 w 1605470"/>
              <a:gd name="connsiteY24-27928" fmla="*/ 6410269 h 6858000"/>
              <a:gd name="connsiteX25-27929" fmla="*/ 338811 w 1605470"/>
              <a:gd name="connsiteY25-27930" fmla="*/ 6384857 h 6858000"/>
              <a:gd name="connsiteX26-27931" fmla="*/ 340328 w 1605470"/>
              <a:gd name="connsiteY26-27932" fmla="*/ 6372381 h 6858000"/>
              <a:gd name="connsiteX27-27933" fmla="*/ 337522 w 1605470"/>
              <a:gd name="connsiteY27-27934" fmla="*/ 6367510 h 6858000"/>
              <a:gd name="connsiteX28-27935" fmla="*/ 341402 w 1605470"/>
              <a:gd name="connsiteY28-27936" fmla="*/ 6349778 h 6858000"/>
              <a:gd name="connsiteX29-27937" fmla="*/ 343067 w 1605470"/>
              <a:gd name="connsiteY29-27938" fmla="*/ 6348250 h 6858000"/>
              <a:gd name="connsiteX30-27939" fmla="*/ 359101 w 1605470"/>
              <a:gd name="connsiteY30-27940" fmla="*/ 6281972 h 6858000"/>
              <a:gd name="connsiteX31-27941" fmla="*/ 369864 w 1605470"/>
              <a:gd name="connsiteY31-27942" fmla="*/ 6211940 h 6858000"/>
              <a:gd name="connsiteX32-27943" fmla="*/ 411359 w 1605470"/>
              <a:gd name="connsiteY32-27944" fmla="*/ 6113913 h 6858000"/>
              <a:gd name="connsiteX33-27945" fmla="*/ 415652 w 1605470"/>
              <a:gd name="connsiteY33-27946" fmla="*/ 6028119 h 6858000"/>
              <a:gd name="connsiteX34-27947" fmla="*/ 442432 w 1605470"/>
              <a:gd name="connsiteY34-27948" fmla="*/ 5934687 h 6858000"/>
              <a:gd name="connsiteX35-27949" fmla="*/ 476444 w 1605470"/>
              <a:gd name="connsiteY35-27950" fmla="*/ 5765594 h 6858000"/>
              <a:gd name="connsiteX36-27951" fmla="*/ 508280 w 1605470"/>
              <a:gd name="connsiteY36-27952" fmla="*/ 5693685 h 6858000"/>
              <a:gd name="connsiteX37-27953" fmla="*/ 528335 w 1605470"/>
              <a:gd name="connsiteY37-27954" fmla="*/ 5665173 h 6858000"/>
              <a:gd name="connsiteX38-27955" fmla="*/ 562052 w 1605470"/>
              <a:gd name="connsiteY38-27956" fmla="*/ 5563435 h 6858000"/>
              <a:gd name="connsiteX39-27957" fmla="*/ 591557 w 1605470"/>
              <a:gd name="connsiteY39-27958" fmla="*/ 5476393 h 6858000"/>
              <a:gd name="connsiteX40-27959" fmla="*/ 622750 w 1605470"/>
              <a:gd name="connsiteY40-27960" fmla="*/ 5396260 h 6858000"/>
              <a:gd name="connsiteX41-27961" fmla="*/ 638731 w 1605470"/>
              <a:gd name="connsiteY41-27962" fmla="*/ 5330009 h 6858000"/>
              <a:gd name="connsiteX42-27963" fmla="*/ 672224 w 1605470"/>
              <a:gd name="connsiteY42-27964" fmla="*/ 5273739 h 6858000"/>
              <a:gd name="connsiteX43-27965" fmla="*/ 681823 w 1605470"/>
              <a:gd name="connsiteY43-27966" fmla="*/ 5241779 h 6858000"/>
              <a:gd name="connsiteX44-27967" fmla="*/ 693049 w 1605470"/>
              <a:gd name="connsiteY44-27968" fmla="*/ 5225268 h 6858000"/>
              <a:gd name="connsiteX45-27969" fmla="*/ 694069 w 1605470"/>
              <a:gd name="connsiteY45-27970" fmla="*/ 5217684 h 6858000"/>
              <a:gd name="connsiteX46-27971" fmla="*/ 701410 w 1605470"/>
              <a:gd name="connsiteY46-27972" fmla="*/ 5193377 h 6858000"/>
              <a:gd name="connsiteX47-27973" fmla="*/ 704713 w 1605470"/>
              <a:gd name="connsiteY47-27974" fmla="*/ 5179288 h 6858000"/>
              <a:gd name="connsiteX48-27975" fmla="*/ 705697 w 1605470"/>
              <a:gd name="connsiteY48-27976" fmla="*/ 5173621 h 6858000"/>
              <a:gd name="connsiteX49-27977" fmla="*/ 701331 w 1605470"/>
              <a:gd name="connsiteY49-27978" fmla="*/ 5159961 h 6858000"/>
              <a:gd name="connsiteX50-27979" fmla="*/ 708008 w 1605470"/>
              <a:gd name="connsiteY50-27980" fmla="*/ 5144295 h 6858000"/>
              <a:gd name="connsiteX51-27981" fmla="*/ 704941 w 1605470"/>
              <a:gd name="connsiteY51-27982" fmla="*/ 5125185 h 6858000"/>
              <a:gd name="connsiteX52-27983" fmla="*/ 711771 w 1605470"/>
              <a:gd name="connsiteY52-27984" fmla="*/ 5121884 h 6858000"/>
              <a:gd name="connsiteX53-27985" fmla="*/ 718807 w 1605470"/>
              <a:gd name="connsiteY53-27986" fmla="*/ 5067850 h 6858000"/>
              <a:gd name="connsiteX54-27987" fmla="*/ 721538 w 1605470"/>
              <a:gd name="connsiteY54-27988" fmla="*/ 5060861 h 6858000"/>
              <a:gd name="connsiteX55-27989" fmla="*/ 718242 w 1605470"/>
              <a:gd name="connsiteY55-27990" fmla="*/ 5034192 h 6858000"/>
              <a:gd name="connsiteX56-27991" fmla="*/ 719796 w 1605470"/>
              <a:gd name="connsiteY56-27992" fmla="*/ 4993030 h 6858000"/>
              <a:gd name="connsiteX57-27993" fmla="*/ 726705 w 1605470"/>
              <a:gd name="connsiteY57-27994" fmla="*/ 4946844 h 6858000"/>
              <a:gd name="connsiteX58-27995" fmla="*/ 722561 w 1605470"/>
              <a:gd name="connsiteY58-27996" fmla="*/ 4932692 h 6858000"/>
              <a:gd name="connsiteX59-27997" fmla="*/ 737964 w 1605470"/>
              <a:gd name="connsiteY59-27998" fmla="*/ 4858827 h 6858000"/>
              <a:gd name="connsiteX60-27999" fmla="*/ 732118 w 1605470"/>
              <a:gd name="connsiteY60-28000" fmla="*/ 4801535 h 6858000"/>
              <a:gd name="connsiteX61-28001" fmla="*/ 739787 w 1605470"/>
              <a:gd name="connsiteY61-28002" fmla="*/ 4797794 h 6858000"/>
              <a:gd name="connsiteX62-28003" fmla="*/ 741081 w 1605470"/>
              <a:gd name="connsiteY62-28004" fmla="*/ 4784526 h 6858000"/>
              <a:gd name="connsiteX63-28005" fmla="*/ 742865 w 1605470"/>
              <a:gd name="connsiteY63-28006" fmla="*/ 4781211 h 6858000"/>
              <a:gd name="connsiteX64-28007" fmla="*/ 751652 w 1605470"/>
              <a:gd name="connsiteY64-28008" fmla="*/ 4761984 h 6858000"/>
              <a:gd name="connsiteX65-28009" fmla="*/ 747700 w 1605470"/>
              <a:gd name="connsiteY65-28010" fmla="*/ 4690749 h 6858000"/>
              <a:gd name="connsiteX66-28011" fmla="*/ 743180 w 1605470"/>
              <a:gd name="connsiteY66-28012" fmla="*/ 4584173 h 6858000"/>
              <a:gd name="connsiteX67-28013" fmla="*/ 738263 w 1605470"/>
              <a:gd name="connsiteY67-28014" fmla="*/ 4444346 h 6858000"/>
              <a:gd name="connsiteX68-28015" fmla="*/ 734828 w 1605470"/>
              <a:gd name="connsiteY68-28016" fmla="*/ 4375228 h 6858000"/>
              <a:gd name="connsiteX69-28017" fmla="*/ 715481 w 1605470"/>
              <a:gd name="connsiteY69-28018" fmla="*/ 4214165 h 6858000"/>
              <a:gd name="connsiteX70-28019" fmla="*/ 719554 w 1605470"/>
              <a:gd name="connsiteY70-28020" fmla="*/ 4090296 h 6858000"/>
              <a:gd name="connsiteX71-28021" fmla="*/ 704810 w 1605470"/>
              <a:gd name="connsiteY71-28022" fmla="*/ 4033999 h 6858000"/>
              <a:gd name="connsiteX72-28023" fmla="*/ 705959 w 1605470"/>
              <a:gd name="connsiteY72-28024" fmla="*/ 4031933 h 6858000"/>
              <a:gd name="connsiteX73-28025" fmla="*/ 704535 w 1605470"/>
              <a:gd name="connsiteY73-28026" fmla="*/ 4013953 h 6858000"/>
              <a:gd name="connsiteX74-28027" fmla="*/ 700443 w 1605470"/>
              <a:gd name="connsiteY74-28028" fmla="*/ 4010511 h 6858000"/>
              <a:gd name="connsiteX75-28029" fmla="*/ 698282 w 1605470"/>
              <a:gd name="connsiteY75-28030" fmla="*/ 3998331 h 6858000"/>
              <a:gd name="connsiteX76-28031" fmla="*/ 690830 w 1605470"/>
              <a:gd name="connsiteY76-28032" fmla="*/ 3974753 h 6858000"/>
              <a:gd name="connsiteX77-28033" fmla="*/ 692428 w 1605470"/>
              <a:gd name="connsiteY77-28034" fmla="*/ 3969950 h 6858000"/>
              <a:gd name="connsiteX78-28035" fmla="*/ 685850 w 1605470"/>
              <a:gd name="connsiteY78-28036" fmla="*/ 3933779 h 6858000"/>
              <a:gd name="connsiteX79-28037" fmla="*/ 687181 w 1605470"/>
              <a:gd name="connsiteY79-28038" fmla="*/ 3933093 h 6858000"/>
              <a:gd name="connsiteX80-28039" fmla="*/ 691535 w 1605470"/>
              <a:gd name="connsiteY80-28040" fmla="*/ 3922082 h 6858000"/>
              <a:gd name="connsiteX81-28041" fmla="*/ 696613 w 1605470"/>
              <a:gd name="connsiteY81-28042" fmla="*/ 3901461 h 6858000"/>
              <a:gd name="connsiteX82-28043" fmla="*/ 719207 w 1605470"/>
              <a:gd name="connsiteY82-28044" fmla="*/ 3813873 h 6858000"/>
              <a:gd name="connsiteX83-28045" fmla="*/ 718632 w 1605470"/>
              <a:gd name="connsiteY83-28046" fmla="*/ 3806161 h 6858000"/>
              <a:gd name="connsiteX84-28047" fmla="*/ 718939 w 1605470"/>
              <a:gd name="connsiteY84-28048" fmla="*/ 3805957 h 6858000"/>
              <a:gd name="connsiteX85-28049" fmla="*/ 718966 w 1605470"/>
              <a:gd name="connsiteY85-28050" fmla="*/ 3797724 h 6858000"/>
              <a:gd name="connsiteX86-28051" fmla="*/ 717581 w 1605470"/>
              <a:gd name="connsiteY86-28052" fmla="*/ 3792098 h 6858000"/>
              <a:gd name="connsiteX87-28053" fmla="*/ 716465 w 1605470"/>
              <a:gd name="connsiteY87-28054" fmla="*/ 3777135 h 6858000"/>
              <a:gd name="connsiteX88-28055" fmla="*/ 718198 w 1605470"/>
              <a:gd name="connsiteY88-28056" fmla="*/ 3771656 h 6858000"/>
              <a:gd name="connsiteX89-28057" fmla="*/ 721941 w 1605470"/>
              <a:gd name="connsiteY89-28058" fmla="*/ 3769007 h 6858000"/>
              <a:gd name="connsiteX90-28059" fmla="*/ 721407 w 1605470"/>
              <a:gd name="connsiteY90-28060" fmla="*/ 3767709 h 6858000"/>
              <a:gd name="connsiteX91-28061" fmla="*/ 730103 w 1605470"/>
              <a:gd name="connsiteY91-28062" fmla="*/ 3738082 h 6858000"/>
              <a:gd name="connsiteX92-28063" fmla="*/ 737449 w 1605470"/>
              <a:gd name="connsiteY92-28064" fmla="*/ 3673397 h 6858000"/>
              <a:gd name="connsiteX93-28065" fmla="*/ 736745 w 1605470"/>
              <a:gd name="connsiteY93-28066" fmla="*/ 3637109 h 6858000"/>
              <a:gd name="connsiteX94-28067" fmla="*/ 740188 w 1605470"/>
              <a:gd name="connsiteY94-28068" fmla="*/ 3536883 h 6858000"/>
              <a:gd name="connsiteX95-28069" fmla="*/ 747726 w 1605470"/>
              <a:gd name="connsiteY95-28070" fmla="*/ 3435652 h 6858000"/>
              <a:gd name="connsiteX96-28071" fmla="*/ 774383 w 1605470"/>
              <a:gd name="connsiteY96-28072" fmla="*/ 3381564 h 6858000"/>
              <a:gd name="connsiteX97-28073" fmla="*/ 774870 w 1605470"/>
              <a:gd name="connsiteY97-28074" fmla="*/ 3375761 h 6858000"/>
              <a:gd name="connsiteX98-28075" fmla="*/ 770510 w 1605470"/>
              <a:gd name="connsiteY98-28076" fmla="*/ 3361844 h 6858000"/>
              <a:gd name="connsiteX99-28077" fmla="*/ 767933 w 1605470"/>
              <a:gd name="connsiteY99-28078" fmla="*/ 3356929 h 6858000"/>
              <a:gd name="connsiteX100-28079" fmla="*/ 766158 w 1605470"/>
              <a:gd name="connsiteY100-28080" fmla="*/ 3349058 h 6858000"/>
              <a:gd name="connsiteX101-28081" fmla="*/ 766414 w 1605470"/>
              <a:gd name="connsiteY101-28082" fmla="*/ 3348763 h 6858000"/>
              <a:gd name="connsiteX102-28083" fmla="*/ 764166 w 1605470"/>
              <a:gd name="connsiteY102-28084" fmla="*/ 3341588 h 6858000"/>
              <a:gd name="connsiteX103-28085" fmla="*/ 749397 w 1605470"/>
              <a:gd name="connsiteY103-28086" fmla="*/ 3307769 h 6858000"/>
              <a:gd name="connsiteX104-28087" fmla="*/ 766960 w 1605470"/>
              <a:gd name="connsiteY104-28088" fmla="*/ 3250522 h 6858000"/>
              <a:gd name="connsiteX105-28089" fmla="*/ 767385 w 1605470"/>
              <a:gd name="connsiteY105-28090" fmla="*/ 3229163 h 6858000"/>
              <a:gd name="connsiteX106-28091" fmla="*/ 769208 w 1605470"/>
              <a:gd name="connsiteY106-28092" fmla="*/ 3217217 h 6858000"/>
              <a:gd name="connsiteX107-28093" fmla="*/ 770350 w 1605470"/>
              <a:gd name="connsiteY107-28094" fmla="*/ 3216125 h 6858000"/>
              <a:gd name="connsiteX108-28095" fmla="*/ 756043 w 1605470"/>
              <a:gd name="connsiteY108-28096" fmla="*/ 3183755 h 6858000"/>
              <a:gd name="connsiteX109-28097" fmla="*/ 756544 w 1605470"/>
              <a:gd name="connsiteY109-28098" fmla="*/ 3178642 h 6858000"/>
              <a:gd name="connsiteX110-28099" fmla="*/ 744144 w 1605470"/>
              <a:gd name="connsiteY110-28100" fmla="*/ 3158586 h 6858000"/>
              <a:gd name="connsiteX111-28101" fmla="*/ 739378 w 1605470"/>
              <a:gd name="connsiteY111-28102" fmla="*/ 3147669 h 6858000"/>
              <a:gd name="connsiteX112-28103" fmla="*/ 734648 w 1605470"/>
              <a:gd name="connsiteY112-28104" fmla="*/ 3145733 h 6858000"/>
              <a:gd name="connsiteX113-28105" fmla="*/ 729329 w 1605470"/>
              <a:gd name="connsiteY113-28106" fmla="*/ 3129034 h 6858000"/>
              <a:gd name="connsiteX114-28107" fmla="*/ 729994 w 1605470"/>
              <a:gd name="connsiteY114-28108" fmla="*/ 3126682 h 6858000"/>
              <a:gd name="connsiteX115-28109" fmla="*/ 720862 w 1605470"/>
              <a:gd name="connsiteY115-28110" fmla="*/ 3114519 h 6858000"/>
              <a:gd name="connsiteX116-28111" fmla="*/ 707471 w 1605470"/>
              <a:gd name="connsiteY116-28112" fmla="*/ 3106272 h 6858000"/>
              <a:gd name="connsiteX117-28113" fmla="*/ 680201 w 1605470"/>
              <a:gd name="connsiteY117-28114" fmla="*/ 2958185 h 6858000"/>
              <a:gd name="connsiteX118-28115" fmla="*/ 622815 w 1605470"/>
              <a:gd name="connsiteY118-28116" fmla="*/ 2762989 h 6858000"/>
              <a:gd name="connsiteX119-28117" fmla="*/ 571733 w 1605470"/>
              <a:gd name="connsiteY119-28118" fmla="*/ 2554718 h 6858000"/>
              <a:gd name="connsiteX120-28119" fmla="*/ 551827 w 1605470"/>
              <a:gd name="connsiteY120-28120" fmla="*/ 2485734 h 6858000"/>
              <a:gd name="connsiteX121-28121" fmla="*/ 542550 w 1605470"/>
              <a:gd name="connsiteY121-28122" fmla="*/ 2447068 h 6858000"/>
              <a:gd name="connsiteX122-28123" fmla="*/ 529511 w 1605470"/>
              <a:gd name="connsiteY122-28124" fmla="*/ 2425819 h 6858000"/>
              <a:gd name="connsiteX123-28125" fmla="*/ 528878 w 1605470"/>
              <a:gd name="connsiteY123-28126" fmla="*/ 2408971 h 6858000"/>
              <a:gd name="connsiteX124-28127" fmla="*/ 535510 w 1605470"/>
              <a:gd name="connsiteY124-28128" fmla="*/ 2402874 h 6858000"/>
              <a:gd name="connsiteX125-28129" fmla="*/ 538122 w 1605470"/>
              <a:gd name="connsiteY125-28130" fmla="*/ 2381443 h 6858000"/>
              <a:gd name="connsiteX126-28131" fmla="*/ 514451 w 1605470"/>
              <a:gd name="connsiteY126-28132" fmla="*/ 2261920 h 6858000"/>
              <a:gd name="connsiteX127-28133" fmla="*/ 504338 w 1605470"/>
              <a:gd name="connsiteY127-28134" fmla="*/ 2195378 h 6858000"/>
              <a:gd name="connsiteX128-28135" fmla="*/ 488555 w 1605470"/>
              <a:gd name="connsiteY128-28136" fmla="*/ 2155135 h 6858000"/>
              <a:gd name="connsiteX129-28137" fmla="*/ 486013 w 1605470"/>
              <a:gd name="connsiteY129-28138" fmla="*/ 2118008 h 6858000"/>
              <a:gd name="connsiteX130-28139" fmla="*/ 487006 w 1605470"/>
              <a:gd name="connsiteY130-28140" fmla="*/ 2050531 h 6858000"/>
              <a:gd name="connsiteX131-28141" fmla="*/ 478812 w 1605470"/>
              <a:gd name="connsiteY131-28142" fmla="*/ 1963269 h 6858000"/>
              <a:gd name="connsiteX132-28143" fmla="*/ 459990 w 1605470"/>
              <a:gd name="connsiteY132-28144" fmla="*/ 1906352 h 6858000"/>
              <a:gd name="connsiteX133-28145" fmla="*/ 436547 w 1605470"/>
              <a:gd name="connsiteY133-28146" fmla="*/ 1861531 h 6858000"/>
              <a:gd name="connsiteX134-28147" fmla="*/ 390346 w 1605470"/>
              <a:gd name="connsiteY134-28148" fmla="*/ 1732919 h 6858000"/>
              <a:gd name="connsiteX135-28149" fmla="*/ 362657 w 1605470"/>
              <a:gd name="connsiteY135-28150" fmla="*/ 1663540 h 6858000"/>
              <a:gd name="connsiteX136-28151" fmla="*/ 361783 w 1605470"/>
              <a:gd name="connsiteY136-28152" fmla="*/ 1615777 h 6858000"/>
              <a:gd name="connsiteX137-28153" fmla="*/ 342578 w 1605470"/>
              <a:gd name="connsiteY137-28154" fmla="*/ 1563678 h 6858000"/>
              <a:gd name="connsiteX138-28155" fmla="*/ 355658 w 1605470"/>
              <a:gd name="connsiteY138-28156" fmla="*/ 1519474 h 6858000"/>
              <a:gd name="connsiteX139-28157" fmla="*/ 348400 w 1605470"/>
              <a:gd name="connsiteY139-28158" fmla="*/ 1477995 h 6858000"/>
              <a:gd name="connsiteX140-28159" fmla="*/ 334485 w 1605470"/>
              <a:gd name="connsiteY140-28160" fmla="*/ 1373769 h 6858000"/>
              <a:gd name="connsiteX141-28161" fmla="*/ 342792 w 1605470"/>
              <a:gd name="connsiteY141-28162" fmla="*/ 1307086 h 6858000"/>
              <a:gd name="connsiteX142-28163" fmla="*/ 343980 w 1605470"/>
              <a:gd name="connsiteY142-28164" fmla="*/ 1189033 h 6858000"/>
              <a:gd name="connsiteX143-28165" fmla="*/ 348665 w 1605470"/>
              <a:gd name="connsiteY143-28166" fmla="*/ 1168288 h 6858000"/>
              <a:gd name="connsiteX144-28167" fmla="*/ 340947 w 1605470"/>
              <a:gd name="connsiteY144-28168" fmla="*/ 1142577 h 6858000"/>
              <a:gd name="connsiteX145-28169" fmla="*/ 330253 w 1605470"/>
              <a:gd name="connsiteY145-28170" fmla="*/ 1088484 h 6858000"/>
              <a:gd name="connsiteX146-28171" fmla="*/ 318989 w 1605470"/>
              <a:gd name="connsiteY146-28172" fmla="*/ 1016103 h 6858000"/>
              <a:gd name="connsiteX147-28173" fmla="*/ 320445 w 1605470"/>
              <a:gd name="connsiteY147-28174" fmla="*/ 932283 h 6858000"/>
              <a:gd name="connsiteX148-28175" fmla="*/ 322681 w 1605470"/>
              <a:gd name="connsiteY148-28176" fmla="*/ 915925 h 6858000"/>
              <a:gd name="connsiteX149-28177" fmla="*/ 315310 w 1605470"/>
              <a:gd name="connsiteY149-28178" fmla="*/ 896999 h 6858000"/>
              <a:gd name="connsiteX150-28179" fmla="*/ 284718 w 1605470"/>
              <a:gd name="connsiteY150-28180" fmla="*/ 821517 h 6858000"/>
              <a:gd name="connsiteX151-28181" fmla="*/ 263668 w 1605470"/>
              <a:gd name="connsiteY151-28182" fmla="*/ 751353 h 6858000"/>
              <a:gd name="connsiteX152-28183" fmla="*/ 263226 w 1605470"/>
              <a:gd name="connsiteY152-28184" fmla="*/ 721230 h 6858000"/>
              <a:gd name="connsiteX153-28185" fmla="*/ 248897 w 1605470"/>
              <a:gd name="connsiteY153-28186" fmla="*/ 681659 h 6858000"/>
              <a:gd name="connsiteX154-28187" fmla="*/ 234316 w 1605470"/>
              <a:gd name="connsiteY154-28188" fmla="*/ 635218 h 6858000"/>
              <a:gd name="connsiteX155-28189" fmla="*/ 239327 w 1605470"/>
              <a:gd name="connsiteY155-28190" fmla="*/ 613763 h 6858000"/>
              <a:gd name="connsiteX156-28191" fmla="*/ 225269 w 1605470"/>
              <a:gd name="connsiteY156-28192" fmla="*/ 598582 h 6858000"/>
              <a:gd name="connsiteX157-28193" fmla="*/ 224950 w 1605470"/>
              <a:gd name="connsiteY157-28194" fmla="*/ 576846 h 6858000"/>
              <a:gd name="connsiteX158-28195" fmla="*/ 204576 w 1605470"/>
              <a:gd name="connsiteY158-28196" fmla="*/ 530055 h 6858000"/>
              <a:gd name="connsiteX159-28197" fmla="*/ 219064 w 1605470"/>
              <a:gd name="connsiteY159-28198" fmla="*/ 469651 h 6858000"/>
              <a:gd name="connsiteX160-28199" fmla="*/ 195012 w 1605470"/>
              <a:gd name="connsiteY160-28200" fmla="*/ 448559 h 6858000"/>
              <a:gd name="connsiteX161-28201" fmla="*/ 201434 w 1605470"/>
              <a:gd name="connsiteY161-28202" fmla="*/ 441529 h 6858000"/>
              <a:gd name="connsiteX162-28203" fmla="*/ 200655 w 1605470"/>
              <a:gd name="connsiteY162-28204" fmla="*/ 428927 h 6858000"/>
              <a:gd name="connsiteX163-28205" fmla="*/ 190059 w 1605470"/>
              <a:gd name="connsiteY163-28206" fmla="*/ 430161 h 6858000"/>
              <a:gd name="connsiteX164-28207" fmla="*/ 167079 w 1605470"/>
              <a:gd name="connsiteY164-28208" fmla="*/ 367211 h 6858000"/>
              <a:gd name="connsiteX165-28209" fmla="*/ 124571 w 1605470"/>
              <a:gd name="connsiteY165-28210" fmla="*/ 302178 h 6858000"/>
              <a:gd name="connsiteX166-28211" fmla="*/ 103243 w 1605470"/>
              <a:gd name="connsiteY166-28212" fmla="*/ 211375 h 6858000"/>
              <a:gd name="connsiteX167-28213" fmla="*/ 94571 w 1605470"/>
              <a:gd name="connsiteY167-28214" fmla="*/ 184179 h 6858000"/>
              <a:gd name="connsiteX168-28215" fmla="*/ 13437 w 1605470"/>
              <a:gd name="connsiteY168-28216" fmla="*/ 19287 h 6858000"/>
              <a:gd name="connsiteX169-28217" fmla="*/ 0 w 1605470"/>
              <a:gd name="connsiteY169-28218" fmla="*/ 0 h 6858000"/>
              <a:gd name="connsiteX0-28219" fmla="*/ 0 w 1605470"/>
              <a:gd name="connsiteY0-28220" fmla="*/ 0 h 6858000"/>
              <a:gd name="connsiteX1-28221" fmla="*/ 1605470 w 1605470"/>
              <a:gd name="connsiteY1-28222" fmla="*/ 0 h 6858000"/>
              <a:gd name="connsiteX2-28223" fmla="*/ 1605470 w 1605470"/>
              <a:gd name="connsiteY2-28224" fmla="*/ 6858000 h 6858000"/>
              <a:gd name="connsiteX3-28225" fmla="*/ 154105 w 1605470"/>
              <a:gd name="connsiteY3-28226" fmla="*/ 6858000 h 6858000"/>
              <a:gd name="connsiteX4-28227" fmla="*/ 154246 w 1605470"/>
              <a:gd name="connsiteY4-28228" fmla="*/ 6857735 h 6858000"/>
              <a:gd name="connsiteX5-28229" fmla="*/ 166295 w 1605470"/>
              <a:gd name="connsiteY5-28230" fmla="*/ 6809549 h 6858000"/>
              <a:gd name="connsiteX6-28231" fmla="*/ 198506 w 1605470"/>
              <a:gd name="connsiteY6-28232" fmla="*/ 6715115 h 6858000"/>
              <a:gd name="connsiteX7-28233" fmla="*/ 208357 w 1605470"/>
              <a:gd name="connsiteY7-28234" fmla="*/ 6680170 h 6858000"/>
              <a:gd name="connsiteX8-28235" fmla="*/ 233907 w 1605470"/>
              <a:gd name="connsiteY8-28236" fmla="*/ 6621207 h 6858000"/>
              <a:gd name="connsiteX9-28237" fmla="*/ 250564 w 1605470"/>
              <a:gd name="connsiteY9-28238" fmla="*/ 6596265 h 6858000"/>
              <a:gd name="connsiteX10-28239" fmla="*/ 250443 w 1605470"/>
              <a:gd name="connsiteY10-28240" fmla="*/ 6594818 h 6858000"/>
              <a:gd name="connsiteX11-28241" fmla="*/ 254688 w 1605470"/>
              <a:gd name="connsiteY11-28242" fmla="*/ 6593735 h 6858000"/>
              <a:gd name="connsiteX12-28243" fmla="*/ 257885 w 1605470"/>
              <a:gd name="connsiteY12-28244" fmla="*/ 6589172 h 6858000"/>
              <a:gd name="connsiteX13-28245" fmla="*/ 261179 w 1605470"/>
              <a:gd name="connsiteY13-28246" fmla="*/ 6574442 h 6858000"/>
              <a:gd name="connsiteX14-28247" fmla="*/ 261519 w 1605470"/>
              <a:gd name="connsiteY14-28248" fmla="*/ 6568530 h 6858000"/>
              <a:gd name="connsiteX15-28249" fmla="*/ 263928 w 1605470"/>
              <a:gd name="connsiteY15-28250" fmla="*/ 6560674 h 6858000"/>
              <a:gd name="connsiteX16-28251" fmla="*/ 264273 w 1605470"/>
              <a:gd name="connsiteY16-28252" fmla="*/ 6560598 h 6858000"/>
              <a:gd name="connsiteX17-28253" fmla="*/ 265970 w 1605470"/>
              <a:gd name="connsiteY17-28254" fmla="*/ 6553006 h 6858000"/>
              <a:gd name="connsiteX18-28255" fmla="*/ 270666 w 1605470"/>
              <a:gd name="connsiteY18-28256" fmla="*/ 6514360 h 6858000"/>
              <a:gd name="connsiteX19-28257" fmla="*/ 312320 w 1605470"/>
              <a:gd name="connsiteY19-28258" fmla="*/ 6478062 h 6858000"/>
              <a:gd name="connsiteX20-28259" fmla="*/ 323009 w 1605470"/>
              <a:gd name="connsiteY20-28260" fmla="*/ 6460325 h 6858000"/>
              <a:gd name="connsiteX21-28261" fmla="*/ 330242 w 1605470"/>
              <a:gd name="connsiteY21-28262" fmla="*/ 6451488 h 6858000"/>
              <a:gd name="connsiteX22-28263" fmla="*/ 331677 w 1605470"/>
              <a:gd name="connsiteY22-28264" fmla="*/ 6451348 h 6858000"/>
              <a:gd name="connsiteX23-28265" fmla="*/ 336035 w 1605470"/>
              <a:gd name="connsiteY23-28266" fmla="*/ 6414240 h 6858000"/>
              <a:gd name="connsiteX24-28267" fmla="*/ 338911 w 1605470"/>
              <a:gd name="connsiteY24-28268" fmla="*/ 6410269 h 6858000"/>
              <a:gd name="connsiteX25-28269" fmla="*/ 338811 w 1605470"/>
              <a:gd name="connsiteY25-28270" fmla="*/ 6384857 h 6858000"/>
              <a:gd name="connsiteX26-28271" fmla="*/ 340328 w 1605470"/>
              <a:gd name="connsiteY26-28272" fmla="*/ 6372381 h 6858000"/>
              <a:gd name="connsiteX27-28273" fmla="*/ 337522 w 1605470"/>
              <a:gd name="connsiteY27-28274" fmla="*/ 6367510 h 6858000"/>
              <a:gd name="connsiteX28-28275" fmla="*/ 341402 w 1605470"/>
              <a:gd name="connsiteY28-28276" fmla="*/ 6349778 h 6858000"/>
              <a:gd name="connsiteX29-28277" fmla="*/ 343067 w 1605470"/>
              <a:gd name="connsiteY29-28278" fmla="*/ 6348250 h 6858000"/>
              <a:gd name="connsiteX30-28279" fmla="*/ 359101 w 1605470"/>
              <a:gd name="connsiteY30-28280" fmla="*/ 6281972 h 6858000"/>
              <a:gd name="connsiteX31-28281" fmla="*/ 369864 w 1605470"/>
              <a:gd name="connsiteY31-28282" fmla="*/ 6211940 h 6858000"/>
              <a:gd name="connsiteX32-28283" fmla="*/ 411359 w 1605470"/>
              <a:gd name="connsiteY32-28284" fmla="*/ 6113913 h 6858000"/>
              <a:gd name="connsiteX33-28285" fmla="*/ 415652 w 1605470"/>
              <a:gd name="connsiteY33-28286" fmla="*/ 6028119 h 6858000"/>
              <a:gd name="connsiteX34-28287" fmla="*/ 442432 w 1605470"/>
              <a:gd name="connsiteY34-28288" fmla="*/ 5934687 h 6858000"/>
              <a:gd name="connsiteX35-28289" fmla="*/ 476444 w 1605470"/>
              <a:gd name="connsiteY35-28290" fmla="*/ 5765594 h 6858000"/>
              <a:gd name="connsiteX36-28291" fmla="*/ 508280 w 1605470"/>
              <a:gd name="connsiteY36-28292" fmla="*/ 5693685 h 6858000"/>
              <a:gd name="connsiteX37-28293" fmla="*/ 528335 w 1605470"/>
              <a:gd name="connsiteY37-28294" fmla="*/ 5665173 h 6858000"/>
              <a:gd name="connsiteX38-28295" fmla="*/ 562052 w 1605470"/>
              <a:gd name="connsiteY38-28296" fmla="*/ 5563435 h 6858000"/>
              <a:gd name="connsiteX39-28297" fmla="*/ 591557 w 1605470"/>
              <a:gd name="connsiteY39-28298" fmla="*/ 5476393 h 6858000"/>
              <a:gd name="connsiteX40-28299" fmla="*/ 622750 w 1605470"/>
              <a:gd name="connsiteY40-28300" fmla="*/ 5396260 h 6858000"/>
              <a:gd name="connsiteX41-28301" fmla="*/ 638731 w 1605470"/>
              <a:gd name="connsiteY41-28302" fmla="*/ 5330009 h 6858000"/>
              <a:gd name="connsiteX42-28303" fmla="*/ 672224 w 1605470"/>
              <a:gd name="connsiteY42-28304" fmla="*/ 5273739 h 6858000"/>
              <a:gd name="connsiteX43-28305" fmla="*/ 681823 w 1605470"/>
              <a:gd name="connsiteY43-28306" fmla="*/ 5241779 h 6858000"/>
              <a:gd name="connsiteX44-28307" fmla="*/ 693049 w 1605470"/>
              <a:gd name="connsiteY44-28308" fmla="*/ 5225268 h 6858000"/>
              <a:gd name="connsiteX45-28309" fmla="*/ 694069 w 1605470"/>
              <a:gd name="connsiteY45-28310" fmla="*/ 5217684 h 6858000"/>
              <a:gd name="connsiteX46-28311" fmla="*/ 701410 w 1605470"/>
              <a:gd name="connsiteY46-28312" fmla="*/ 5193377 h 6858000"/>
              <a:gd name="connsiteX47-28313" fmla="*/ 704713 w 1605470"/>
              <a:gd name="connsiteY47-28314" fmla="*/ 5179288 h 6858000"/>
              <a:gd name="connsiteX48-28315" fmla="*/ 705697 w 1605470"/>
              <a:gd name="connsiteY48-28316" fmla="*/ 5173621 h 6858000"/>
              <a:gd name="connsiteX49-28317" fmla="*/ 701331 w 1605470"/>
              <a:gd name="connsiteY49-28318" fmla="*/ 5159961 h 6858000"/>
              <a:gd name="connsiteX50-28319" fmla="*/ 708008 w 1605470"/>
              <a:gd name="connsiteY50-28320" fmla="*/ 5144295 h 6858000"/>
              <a:gd name="connsiteX51-28321" fmla="*/ 704941 w 1605470"/>
              <a:gd name="connsiteY51-28322" fmla="*/ 5125185 h 6858000"/>
              <a:gd name="connsiteX52-28323" fmla="*/ 711771 w 1605470"/>
              <a:gd name="connsiteY52-28324" fmla="*/ 5121884 h 6858000"/>
              <a:gd name="connsiteX53-28325" fmla="*/ 718807 w 1605470"/>
              <a:gd name="connsiteY53-28326" fmla="*/ 5067850 h 6858000"/>
              <a:gd name="connsiteX54-28327" fmla="*/ 721538 w 1605470"/>
              <a:gd name="connsiteY54-28328" fmla="*/ 5060861 h 6858000"/>
              <a:gd name="connsiteX55-28329" fmla="*/ 718242 w 1605470"/>
              <a:gd name="connsiteY55-28330" fmla="*/ 5034192 h 6858000"/>
              <a:gd name="connsiteX56-28331" fmla="*/ 719796 w 1605470"/>
              <a:gd name="connsiteY56-28332" fmla="*/ 4993030 h 6858000"/>
              <a:gd name="connsiteX57-28333" fmla="*/ 726705 w 1605470"/>
              <a:gd name="connsiteY57-28334" fmla="*/ 4946844 h 6858000"/>
              <a:gd name="connsiteX58-28335" fmla="*/ 722561 w 1605470"/>
              <a:gd name="connsiteY58-28336" fmla="*/ 4932692 h 6858000"/>
              <a:gd name="connsiteX59-28337" fmla="*/ 737964 w 1605470"/>
              <a:gd name="connsiteY59-28338" fmla="*/ 4858827 h 6858000"/>
              <a:gd name="connsiteX60-28339" fmla="*/ 732118 w 1605470"/>
              <a:gd name="connsiteY60-28340" fmla="*/ 4801535 h 6858000"/>
              <a:gd name="connsiteX61-28341" fmla="*/ 739787 w 1605470"/>
              <a:gd name="connsiteY61-28342" fmla="*/ 4797794 h 6858000"/>
              <a:gd name="connsiteX62-28343" fmla="*/ 741081 w 1605470"/>
              <a:gd name="connsiteY62-28344" fmla="*/ 4784526 h 6858000"/>
              <a:gd name="connsiteX63-28345" fmla="*/ 742865 w 1605470"/>
              <a:gd name="connsiteY63-28346" fmla="*/ 4781211 h 6858000"/>
              <a:gd name="connsiteX64-28347" fmla="*/ 751652 w 1605470"/>
              <a:gd name="connsiteY64-28348" fmla="*/ 4761984 h 6858000"/>
              <a:gd name="connsiteX65-28349" fmla="*/ 747700 w 1605470"/>
              <a:gd name="connsiteY65-28350" fmla="*/ 4690749 h 6858000"/>
              <a:gd name="connsiteX66-28351" fmla="*/ 743180 w 1605470"/>
              <a:gd name="connsiteY66-28352" fmla="*/ 4584173 h 6858000"/>
              <a:gd name="connsiteX67-28353" fmla="*/ 738263 w 1605470"/>
              <a:gd name="connsiteY67-28354" fmla="*/ 4444346 h 6858000"/>
              <a:gd name="connsiteX68-28355" fmla="*/ 734828 w 1605470"/>
              <a:gd name="connsiteY68-28356" fmla="*/ 4375228 h 6858000"/>
              <a:gd name="connsiteX69-28357" fmla="*/ 715481 w 1605470"/>
              <a:gd name="connsiteY69-28358" fmla="*/ 4214165 h 6858000"/>
              <a:gd name="connsiteX70-28359" fmla="*/ 719554 w 1605470"/>
              <a:gd name="connsiteY70-28360" fmla="*/ 4090296 h 6858000"/>
              <a:gd name="connsiteX71-28361" fmla="*/ 704810 w 1605470"/>
              <a:gd name="connsiteY71-28362" fmla="*/ 4033999 h 6858000"/>
              <a:gd name="connsiteX72-28363" fmla="*/ 705959 w 1605470"/>
              <a:gd name="connsiteY72-28364" fmla="*/ 4031933 h 6858000"/>
              <a:gd name="connsiteX73-28365" fmla="*/ 704535 w 1605470"/>
              <a:gd name="connsiteY73-28366" fmla="*/ 4013953 h 6858000"/>
              <a:gd name="connsiteX74-28367" fmla="*/ 700443 w 1605470"/>
              <a:gd name="connsiteY74-28368" fmla="*/ 4010511 h 6858000"/>
              <a:gd name="connsiteX75-28369" fmla="*/ 698282 w 1605470"/>
              <a:gd name="connsiteY75-28370" fmla="*/ 3998331 h 6858000"/>
              <a:gd name="connsiteX76-28371" fmla="*/ 690830 w 1605470"/>
              <a:gd name="connsiteY76-28372" fmla="*/ 3974753 h 6858000"/>
              <a:gd name="connsiteX77-28373" fmla="*/ 692428 w 1605470"/>
              <a:gd name="connsiteY77-28374" fmla="*/ 3969950 h 6858000"/>
              <a:gd name="connsiteX78-28375" fmla="*/ 685850 w 1605470"/>
              <a:gd name="connsiteY78-28376" fmla="*/ 3933779 h 6858000"/>
              <a:gd name="connsiteX79-28377" fmla="*/ 687181 w 1605470"/>
              <a:gd name="connsiteY79-28378" fmla="*/ 3933093 h 6858000"/>
              <a:gd name="connsiteX80-28379" fmla="*/ 691535 w 1605470"/>
              <a:gd name="connsiteY80-28380" fmla="*/ 3922082 h 6858000"/>
              <a:gd name="connsiteX81-28381" fmla="*/ 696613 w 1605470"/>
              <a:gd name="connsiteY81-28382" fmla="*/ 3901461 h 6858000"/>
              <a:gd name="connsiteX82-28383" fmla="*/ 719207 w 1605470"/>
              <a:gd name="connsiteY82-28384" fmla="*/ 3813873 h 6858000"/>
              <a:gd name="connsiteX83-28385" fmla="*/ 718632 w 1605470"/>
              <a:gd name="connsiteY83-28386" fmla="*/ 3806161 h 6858000"/>
              <a:gd name="connsiteX84-28387" fmla="*/ 718939 w 1605470"/>
              <a:gd name="connsiteY84-28388" fmla="*/ 3805957 h 6858000"/>
              <a:gd name="connsiteX85-28389" fmla="*/ 718966 w 1605470"/>
              <a:gd name="connsiteY85-28390" fmla="*/ 3797724 h 6858000"/>
              <a:gd name="connsiteX86-28391" fmla="*/ 717581 w 1605470"/>
              <a:gd name="connsiteY86-28392" fmla="*/ 3792098 h 6858000"/>
              <a:gd name="connsiteX87-28393" fmla="*/ 716465 w 1605470"/>
              <a:gd name="connsiteY87-28394" fmla="*/ 3777135 h 6858000"/>
              <a:gd name="connsiteX88-28395" fmla="*/ 718198 w 1605470"/>
              <a:gd name="connsiteY88-28396" fmla="*/ 3771656 h 6858000"/>
              <a:gd name="connsiteX89-28397" fmla="*/ 721941 w 1605470"/>
              <a:gd name="connsiteY89-28398" fmla="*/ 3769007 h 6858000"/>
              <a:gd name="connsiteX90-28399" fmla="*/ 721407 w 1605470"/>
              <a:gd name="connsiteY90-28400" fmla="*/ 3767709 h 6858000"/>
              <a:gd name="connsiteX91-28401" fmla="*/ 730103 w 1605470"/>
              <a:gd name="connsiteY91-28402" fmla="*/ 3738082 h 6858000"/>
              <a:gd name="connsiteX92-28403" fmla="*/ 737449 w 1605470"/>
              <a:gd name="connsiteY92-28404" fmla="*/ 3673397 h 6858000"/>
              <a:gd name="connsiteX93-28405" fmla="*/ 736745 w 1605470"/>
              <a:gd name="connsiteY93-28406" fmla="*/ 3637109 h 6858000"/>
              <a:gd name="connsiteX94-28407" fmla="*/ 740188 w 1605470"/>
              <a:gd name="connsiteY94-28408" fmla="*/ 3536883 h 6858000"/>
              <a:gd name="connsiteX95-28409" fmla="*/ 747726 w 1605470"/>
              <a:gd name="connsiteY95-28410" fmla="*/ 3435652 h 6858000"/>
              <a:gd name="connsiteX96-28411" fmla="*/ 774383 w 1605470"/>
              <a:gd name="connsiteY96-28412" fmla="*/ 3381564 h 6858000"/>
              <a:gd name="connsiteX97-28413" fmla="*/ 770510 w 1605470"/>
              <a:gd name="connsiteY97-28414" fmla="*/ 3361844 h 6858000"/>
              <a:gd name="connsiteX98-28415" fmla="*/ 767933 w 1605470"/>
              <a:gd name="connsiteY98-28416" fmla="*/ 3356929 h 6858000"/>
              <a:gd name="connsiteX99-28417" fmla="*/ 766158 w 1605470"/>
              <a:gd name="connsiteY99-28418" fmla="*/ 3349058 h 6858000"/>
              <a:gd name="connsiteX100-28419" fmla="*/ 766414 w 1605470"/>
              <a:gd name="connsiteY100-28420" fmla="*/ 3348763 h 6858000"/>
              <a:gd name="connsiteX101-28421" fmla="*/ 764166 w 1605470"/>
              <a:gd name="connsiteY101-28422" fmla="*/ 3341588 h 6858000"/>
              <a:gd name="connsiteX102-28423" fmla="*/ 749397 w 1605470"/>
              <a:gd name="connsiteY102-28424" fmla="*/ 3307769 h 6858000"/>
              <a:gd name="connsiteX103-28425" fmla="*/ 766960 w 1605470"/>
              <a:gd name="connsiteY103-28426" fmla="*/ 3250522 h 6858000"/>
              <a:gd name="connsiteX104-28427" fmla="*/ 767385 w 1605470"/>
              <a:gd name="connsiteY104-28428" fmla="*/ 3229163 h 6858000"/>
              <a:gd name="connsiteX105-28429" fmla="*/ 769208 w 1605470"/>
              <a:gd name="connsiteY105-28430" fmla="*/ 3217217 h 6858000"/>
              <a:gd name="connsiteX106-28431" fmla="*/ 770350 w 1605470"/>
              <a:gd name="connsiteY106-28432" fmla="*/ 3216125 h 6858000"/>
              <a:gd name="connsiteX107-28433" fmla="*/ 756043 w 1605470"/>
              <a:gd name="connsiteY107-28434" fmla="*/ 3183755 h 6858000"/>
              <a:gd name="connsiteX108-28435" fmla="*/ 756544 w 1605470"/>
              <a:gd name="connsiteY108-28436" fmla="*/ 3178642 h 6858000"/>
              <a:gd name="connsiteX109-28437" fmla="*/ 744144 w 1605470"/>
              <a:gd name="connsiteY109-28438" fmla="*/ 3158586 h 6858000"/>
              <a:gd name="connsiteX110-28439" fmla="*/ 739378 w 1605470"/>
              <a:gd name="connsiteY110-28440" fmla="*/ 3147669 h 6858000"/>
              <a:gd name="connsiteX111-28441" fmla="*/ 734648 w 1605470"/>
              <a:gd name="connsiteY111-28442" fmla="*/ 3145733 h 6858000"/>
              <a:gd name="connsiteX112-28443" fmla="*/ 729329 w 1605470"/>
              <a:gd name="connsiteY112-28444" fmla="*/ 3129034 h 6858000"/>
              <a:gd name="connsiteX113-28445" fmla="*/ 729994 w 1605470"/>
              <a:gd name="connsiteY113-28446" fmla="*/ 3126682 h 6858000"/>
              <a:gd name="connsiteX114-28447" fmla="*/ 720862 w 1605470"/>
              <a:gd name="connsiteY114-28448" fmla="*/ 3114519 h 6858000"/>
              <a:gd name="connsiteX115-28449" fmla="*/ 707471 w 1605470"/>
              <a:gd name="connsiteY115-28450" fmla="*/ 3106272 h 6858000"/>
              <a:gd name="connsiteX116-28451" fmla="*/ 680201 w 1605470"/>
              <a:gd name="connsiteY116-28452" fmla="*/ 2958185 h 6858000"/>
              <a:gd name="connsiteX117-28453" fmla="*/ 622815 w 1605470"/>
              <a:gd name="connsiteY117-28454" fmla="*/ 2762989 h 6858000"/>
              <a:gd name="connsiteX118-28455" fmla="*/ 571733 w 1605470"/>
              <a:gd name="connsiteY118-28456" fmla="*/ 2554718 h 6858000"/>
              <a:gd name="connsiteX119-28457" fmla="*/ 551827 w 1605470"/>
              <a:gd name="connsiteY119-28458" fmla="*/ 2485734 h 6858000"/>
              <a:gd name="connsiteX120-28459" fmla="*/ 542550 w 1605470"/>
              <a:gd name="connsiteY120-28460" fmla="*/ 2447068 h 6858000"/>
              <a:gd name="connsiteX121-28461" fmla="*/ 529511 w 1605470"/>
              <a:gd name="connsiteY121-28462" fmla="*/ 2425819 h 6858000"/>
              <a:gd name="connsiteX122-28463" fmla="*/ 528878 w 1605470"/>
              <a:gd name="connsiteY122-28464" fmla="*/ 2408971 h 6858000"/>
              <a:gd name="connsiteX123-28465" fmla="*/ 535510 w 1605470"/>
              <a:gd name="connsiteY123-28466" fmla="*/ 2402874 h 6858000"/>
              <a:gd name="connsiteX124-28467" fmla="*/ 538122 w 1605470"/>
              <a:gd name="connsiteY124-28468" fmla="*/ 2381443 h 6858000"/>
              <a:gd name="connsiteX125-28469" fmla="*/ 514451 w 1605470"/>
              <a:gd name="connsiteY125-28470" fmla="*/ 2261920 h 6858000"/>
              <a:gd name="connsiteX126-28471" fmla="*/ 504338 w 1605470"/>
              <a:gd name="connsiteY126-28472" fmla="*/ 2195378 h 6858000"/>
              <a:gd name="connsiteX127-28473" fmla="*/ 488555 w 1605470"/>
              <a:gd name="connsiteY127-28474" fmla="*/ 2155135 h 6858000"/>
              <a:gd name="connsiteX128-28475" fmla="*/ 486013 w 1605470"/>
              <a:gd name="connsiteY128-28476" fmla="*/ 2118008 h 6858000"/>
              <a:gd name="connsiteX129-28477" fmla="*/ 487006 w 1605470"/>
              <a:gd name="connsiteY129-28478" fmla="*/ 2050531 h 6858000"/>
              <a:gd name="connsiteX130-28479" fmla="*/ 478812 w 1605470"/>
              <a:gd name="connsiteY130-28480" fmla="*/ 1963269 h 6858000"/>
              <a:gd name="connsiteX131-28481" fmla="*/ 459990 w 1605470"/>
              <a:gd name="connsiteY131-28482" fmla="*/ 1906352 h 6858000"/>
              <a:gd name="connsiteX132-28483" fmla="*/ 436547 w 1605470"/>
              <a:gd name="connsiteY132-28484" fmla="*/ 1861531 h 6858000"/>
              <a:gd name="connsiteX133-28485" fmla="*/ 390346 w 1605470"/>
              <a:gd name="connsiteY133-28486" fmla="*/ 1732919 h 6858000"/>
              <a:gd name="connsiteX134-28487" fmla="*/ 362657 w 1605470"/>
              <a:gd name="connsiteY134-28488" fmla="*/ 1663540 h 6858000"/>
              <a:gd name="connsiteX135-28489" fmla="*/ 361783 w 1605470"/>
              <a:gd name="connsiteY135-28490" fmla="*/ 1615777 h 6858000"/>
              <a:gd name="connsiteX136-28491" fmla="*/ 342578 w 1605470"/>
              <a:gd name="connsiteY136-28492" fmla="*/ 1563678 h 6858000"/>
              <a:gd name="connsiteX137-28493" fmla="*/ 355658 w 1605470"/>
              <a:gd name="connsiteY137-28494" fmla="*/ 1519474 h 6858000"/>
              <a:gd name="connsiteX138-28495" fmla="*/ 348400 w 1605470"/>
              <a:gd name="connsiteY138-28496" fmla="*/ 1477995 h 6858000"/>
              <a:gd name="connsiteX139-28497" fmla="*/ 334485 w 1605470"/>
              <a:gd name="connsiteY139-28498" fmla="*/ 1373769 h 6858000"/>
              <a:gd name="connsiteX140-28499" fmla="*/ 342792 w 1605470"/>
              <a:gd name="connsiteY140-28500" fmla="*/ 1307086 h 6858000"/>
              <a:gd name="connsiteX141-28501" fmla="*/ 343980 w 1605470"/>
              <a:gd name="connsiteY141-28502" fmla="*/ 1189033 h 6858000"/>
              <a:gd name="connsiteX142-28503" fmla="*/ 348665 w 1605470"/>
              <a:gd name="connsiteY142-28504" fmla="*/ 1168288 h 6858000"/>
              <a:gd name="connsiteX143-28505" fmla="*/ 340947 w 1605470"/>
              <a:gd name="connsiteY143-28506" fmla="*/ 1142577 h 6858000"/>
              <a:gd name="connsiteX144-28507" fmla="*/ 330253 w 1605470"/>
              <a:gd name="connsiteY144-28508" fmla="*/ 1088484 h 6858000"/>
              <a:gd name="connsiteX145-28509" fmla="*/ 318989 w 1605470"/>
              <a:gd name="connsiteY145-28510" fmla="*/ 1016103 h 6858000"/>
              <a:gd name="connsiteX146-28511" fmla="*/ 320445 w 1605470"/>
              <a:gd name="connsiteY146-28512" fmla="*/ 932283 h 6858000"/>
              <a:gd name="connsiteX147-28513" fmla="*/ 322681 w 1605470"/>
              <a:gd name="connsiteY147-28514" fmla="*/ 915925 h 6858000"/>
              <a:gd name="connsiteX148-28515" fmla="*/ 315310 w 1605470"/>
              <a:gd name="connsiteY148-28516" fmla="*/ 896999 h 6858000"/>
              <a:gd name="connsiteX149-28517" fmla="*/ 284718 w 1605470"/>
              <a:gd name="connsiteY149-28518" fmla="*/ 821517 h 6858000"/>
              <a:gd name="connsiteX150-28519" fmla="*/ 263668 w 1605470"/>
              <a:gd name="connsiteY150-28520" fmla="*/ 751353 h 6858000"/>
              <a:gd name="connsiteX151-28521" fmla="*/ 263226 w 1605470"/>
              <a:gd name="connsiteY151-28522" fmla="*/ 721230 h 6858000"/>
              <a:gd name="connsiteX152-28523" fmla="*/ 248897 w 1605470"/>
              <a:gd name="connsiteY152-28524" fmla="*/ 681659 h 6858000"/>
              <a:gd name="connsiteX153-28525" fmla="*/ 234316 w 1605470"/>
              <a:gd name="connsiteY153-28526" fmla="*/ 635218 h 6858000"/>
              <a:gd name="connsiteX154-28527" fmla="*/ 239327 w 1605470"/>
              <a:gd name="connsiteY154-28528" fmla="*/ 613763 h 6858000"/>
              <a:gd name="connsiteX155-28529" fmla="*/ 225269 w 1605470"/>
              <a:gd name="connsiteY155-28530" fmla="*/ 598582 h 6858000"/>
              <a:gd name="connsiteX156-28531" fmla="*/ 224950 w 1605470"/>
              <a:gd name="connsiteY156-28532" fmla="*/ 576846 h 6858000"/>
              <a:gd name="connsiteX157-28533" fmla="*/ 204576 w 1605470"/>
              <a:gd name="connsiteY157-28534" fmla="*/ 530055 h 6858000"/>
              <a:gd name="connsiteX158-28535" fmla="*/ 219064 w 1605470"/>
              <a:gd name="connsiteY158-28536" fmla="*/ 469651 h 6858000"/>
              <a:gd name="connsiteX159-28537" fmla="*/ 195012 w 1605470"/>
              <a:gd name="connsiteY159-28538" fmla="*/ 448559 h 6858000"/>
              <a:gd name="connsiteX160-28539" fmla="*/ 201434 w 1605470"/>
              <a:gd name="connsiteY160-28540" fmla="*/ 441529 h 6858000"/>
              <a:gd name="connsiteX161-28541" fmla="*/ 200655 w 1605470"/>
              <a:gd name="connsiteY161-28542" fmla="*/ 428927 h 6858000"/>
              <a:gd name="connsiteX162-28543" fmla="*/ 190059 w 1605470"/>
              <a:gd name="connsiteY162-28544" fmla="*/ 430161 h 6858000"/>
              <a:gd name="connsiteX163-28545" fmla="*/ 167079 w 1605470"/>
              <a:gd name="connsiteY163-28546" fmla="*/ 367211 h 6858000"/>
              <a:gd name="connsiteX164-28547" fmla="*/ 124571 w 1605470"/>
              <a:gd name="connsiteY164-28548" fmla="*/ 302178 h 6858000"/>
              <a:gd name="connsiteX165-28549" fmla="*/ 103243 w 1605470"/>
              <a:gd name="connsiteY165-28550" fmla="*/ 211375 h 6858000"/>
              <a:gd name="connsiteX166-28551" fmla="*/ 94571 w 1605470"/>
              <a:gd name="connsiteY166-28552" fmla="*/ 184179 h 6858000"/>
              <a:gd name="connsiteX167-28553" fmla="*/ 13437 w 1605470"/>
              <a:gd name="connsiteY167-28554" fmla="*/ 19287 h 6858000"/>
              <a:gd name="connsiteX168-28555" fmla="*/ 0 w 1605470"/>
              <a:gd name="connsiteY168-28556" fmla="*/ 0 h 6858000"/>
              <a:gd name="connsiteX0-28557" fmla="*/ 0 w 1605470"/>
              <a:gd name="connsiteY0-28558" fmla="*/ 0 h 6858000"/>
              <a:gd name="connsiteX1-28559" fmla="*/ 1605470 w 1605470"/>
              <a:gd name="connsiteY1-28560" fmla="*/ 0 h 6858000"/>
              <a:gd name="connsiteX2-28561" fmla="*/ 1605470 w 1605470"/>
              <a:gd name="connsiteY2-28562" fmla="*/ 6858000 h 6858000"/>
              <a:gd name="connsiteX3-28563" fmla="*/ 154105 w 1605470"/>
              <a:gd name="connsiteY3-28564" fmla="*/ 6858000 h 6858000"/>
              <a:gd name="connsiteX4-28565" fmla="*/ 154246 w 1605470"/>
              <a:gd name="connsiteY4-28566" fmla="*/ 6857735 h 6858000"/>
              <a:gd name="connsiteX5-28567" fmla="*/ 166295 w 1605470"/>
              <a:gd name="connsiteY5-28568" fmla="*/ 6809549 h 6858000"/>
              <a:gd name="connsiteX6-28569" fmla="*/ 198506 w 1605470"/>
              <a:gd name="connsiteY6-28570" fmla="*/ 6715115 h 6858000"/>
              <a:gd name="connsiteX7-28571" fmla="*/ 208357 w 1605470"/>
              <a:gd name="connsiteY7-28572" fmla="*/ 6680170 h 6858000"/>
              <a:gd name="connsiteX8-28573" fmla="*/ 233907 w 1605470"/>
              <a:gd name="connsiteY8-28574" fmla="*/ 6621207 h 6858000"/>
              <a:gd name="connsiteX9-28575" fmla="*/ 250564 w 1605470"/>
              <a:gd name="connsiteY9-28576" fmla="*/ 6596265 h 6858000"/>
              <a:gd name="connsiteX10-28577" fmla="*/ 250443 w 1605470"/>
              <a:gd name="connsiteY10-28578" fmla="*/ 6594818 h 6858000"/>
              <a:gd name="connsiteX11-28579" fmla="*/ 254688 w 1605470"/>
              <a:gd name="connsiteY11-28580" fmla="*/ 6593735 h 6858000"/>
              <a:gd name="connsiteX12-28581" fmla="*/ 257885 w 1605470"/>
              <a:gd name="connsiteY12-28582" fmla="*/ 6589172 h 6858000"/>
              <a:gd name="connsiteX13-28583" fmla="*/ 261179 w 1605470"/>
              <a:gd name="connsiteY13-28584" fmla="*/ 6574442 h 6858000"/>
              <a:gd name="connsiteX14-28585" fmla="*/ 261519 w 1605470"/>
              <a:gd name="connsiteY14-28586" fmla="*/ 6568530 h 6858000"/>
              <a:gd name="connsiteX15-28587" fmla="*/ 263928 w 1605470"/>
              <a:gd name="connsiteY15-28588" fmla="*/ 6560674 h 6858000"/>
              <a:gd name="connsiteX16-28589" fmla="*/ 264273 w 1605470"/>
              <a:gd name="connsiteY16-28590" fmla="*/ 6560598 h 6858000"/>
              <a:gd name="connsiteX17-28591" fmla="*/ 265970 w 1605470"/>
              <a:gd name="connsiteY17-28592" fmla="*/ 6553006 h 6858000"/>
              <a:gd name="connsiteX18-28593" fmla="*/ 270666 w 1605470"/>
              <a:gd name="connsiteY18-28594" fmla="*/ 6514360 h 6858000"/>
              <a:gd name="connsiteX19-28595" fmla="*/ 312320 w 1605470"/>
              <a:gd name="connsiteY19-28596" fmla="*/ 6478062 h 6858000"/>
              <a:gd name="connsiteX20-28597" fmla="*/ 323009 w 1605470"/>
              <a:gd name="connsiteY20-28598" fmla="*/ 6460325 h 6858000"/>
              <a:gd name="connsiteX21-28599" fmla="*/ 330242 w 1605470"/>
              <a:gd name="connsiteY21-28600" fmla="*/ 6451488 h 6858000"/>
              <a:gd name="connsiteX22-28601" fmla="*/ 331677 w 1605470"/>
              <a:gd name="connsiteY22-28602" fmla="*/ 6451348 h 6858000"/>
              <a:gd name="connsiteX23-28603" fmla="*/ 336035 w 1605470"/>
              <a:gd name="connsiteY23-28604" fmla="*/ 6414240 h 6858000"/>
              <a:gd name="connsiteX24-28605" fmla="*/ 338911 w 1605470"/>
              <a:gd name="connsiteY24-28606" fmla="*/ 6410269 h 6858000"/>
              <a:gd name="connsiteX25-28607" fmla="*/ 338811 w 1605470"/>
              <a:gd name="connsiteY25-28608" fmla="*/ 6384857 h 6858000"/>
              <a:gd name="connsiteX26-28609" fmla="*/ 340328 w 1605470"/>
              <a:gd name="connsiteY26-28610" fmla="*/ 6372381 h 6858000"/>
              <a:gd name="connsiteX27-28611" fmla="*/ 337522 w 1605470"/>
              <a:gd name="connsiteY27-28612" fmla="*/ 6367510 h 6858000"/>
              <a:gd name="connsiteX28-28613" fmla="*/ 341402 w 1605470"/>
              <a:gd name="connsiteY28-28614" fmla="*/ 6349778 h 6858000"/>
              <a:gd name="connsiteX29-28615" fmla="*/ 343067 w 1605470"/>
              <a:gd name="connsiteY29-28616" fmla="*/ 6348250 h 6858000"/>
              <a:gd name="connsiteX30-28617" fmla="*/ 359101 w 1605470"/>
              <a:gd name="connsiteY30-28618" fmla="*/ 6281972 h 6858000"/>
              <a:gd name="connsiteX31-28619" fmla="*/ 369864 w 1605470"/>
              <a:gd name="connsiteY31-28620" fmla="*/ 6211940 h 6858000"/>
              <a:gd name="connsiteX32-28621" fmla="*/ 411359 w 1605470"/>
              <a:gd name="connsiteY32-28622" fmla="*/ 6113913 h 6858000"/>
              <a:gd name="connsiteX33-28623" fmla="*/ 415652 w 1605470"/>
              <a:gd name="connsiteY33-28624" fmla="*/ 6028119 h 6858000"/>
              <a:gd name="connsiteX34-28625" fmla="*/ 442432 w 1605470"/>
              <a:gd name="connsiteY34-28626" fmla="*/ 5934687 h 6858000"/>
              <a:gd name="connsiteX35-28627" fmla="*/ 476444 w 1605470"/>
              <a:gd name="connsiteY35-28628" fmla="*/ 5765594 h 6858000"/>
              <a:gd name="connsiteX36-28629" fmla="*/ 508280 w 1605470"/>
              <a:gd name="connsiteY36-28630" fmla="*/ 5693685 h 6858000"/>
              <a:gd name="connsiteX37-28631" fmla="*/ 528335 w 1605470"/>
              <a:gd name="connsiteY37-28632" fmla="*/ 5665173 h 6858000"/>
              <a:gd name="connsiteX38-28633" fmla="*/ 562052 w 1605470"/>
              <a:gd name="connsiteY38-28634" fmla="*/ 5563435 h 6858000"/>
              <a:gd name="connsiteX39-28635" fmla="*/ 591557 w 1605470"/>
              <a:gd name="connsiteY39-28636" fmla="*/ 5476393 h 6858000"/>
              <a:gd name="connsiteX40-28637" fmla="*/ 622750 w 1605470"/>
              <a:gd name="connsiteY40-28638" fmla="*/ 5396260 h 6858000"/>
              <a:gd name="connsiteX41-28639" fmla="*/ 638731 w 1605470"/>
              <a:gd name="connsiteY41-28640" fmla="*/ 5330009 h 6858000"/>
              <a:gd name="connsiteX42-28641" fmla="*/ 672224 w 1605470"/>
              <a:gd name="connsiteY42-28642" fmla="*/ 5273739 h 6858000"/>
              <a:gd name="connsiteX43-28643" fmla="*/ 681823 w 1605470"/>
              <a:gd name="connsiteY43-28644" fmla="*/ 5241779 h 6858000"/>
              <a:gd name="connsiteX44-28645" fmla="*/ 693049 w 1605470"/>
              <a:gd name="connsiteY44-28646" fmla="*/ 5225268 h 6858000"/>
              <a:gd name="connsiteX45-28647" fmla="*/ 694069 w 1605470"/>
              <a:gd name="connsiteY45-28648" fmla="*/ 5217684 h 6858000"/>
              <a:gd name="connsiteX46-28649" fmla="*/ 701410 w 1605470"/>
              <a:gd name="connsiteY46-28650" fmla="*/ 5193377 h 6858000"/>
              <a:gd name="connsiteX47-28651" fmla="*/ 704713 w 1605470"/>
              <a:gd name="connsiteY47-28652" fmla="*/ 5179288 h 6858000"/>
              <a:gd name="connsiteX48-28653" fmla="*/ 705697 w 1605470"/>
              <a:gd name="connsiteY48-28654" fmla="*/ 5173621 h 6858000"/>
              <a:gd name="connsiteX49-28655" fmla="*/ 701331 w 1605470"/>
              <a:gd name="connsiteY49-28656" fmla="*/ 5159961 h 6858000"/>
              <a:gd name="connsiteX50-28657" fmla="*/ 708008 w 1605470"/>
              <a:gd name="connsiteY50-28658" fmla="*/ 5144295 h 6858000"/>
              <a:gd name="connsiteX51-28659" fmla="*/ 704941 w 1605470"/>
              <a:gd name="connsiteY51-28660" fmla="*/ 5125185 h 6858000"/>
              <a:gd name="connsiteX52-28661" fmla="*/ 711771 w 1605470"/>
              <a:gd name="connsiteY52-28662" fmla="*/ 5121884 h 6858000"/>
              <a:gd name="connsiteX53-28663" fmla="*/ 718807 w 1605470"/>
              <a:gd name="connsiteY53-28664" fmla="*/ 5067850 h 6858000"/>
              <a:gd name="connsiteX54-28665" fmla="*/ 721538 w 1605470"/>
              <a:gd name="connsiteY54-28666" fmla="*/ 5060861 h 6858000"/>
              <a:gd name="connsiteX55-28667" fmla="*/ 718242 w 1605470"/>
              <a:gd name="connsiteY55-28668" fmla="*/ 5034192 h 6858000"/>
              <a:gd name="connsiteX56-28669" fmla="*/ 719796 w 1605470"/>
              <a:gd name="connsiteY56-28670" fmla="*/ 4993030 h 6858000"/>
              <a:gd name="connsiteX57-28671" fmla="*/ 726705 w 1605470"/>
              <a:gd name="connsiteY57-28672" fmla="*/ 4946844 h 6858000"/>
              <a:gd name="connsiteX58-28673" fmla="*/ 722561 w 1605470"/>
              <a:gd name="connsiteY58-28674" fmla="*/ 4932692 h 6858000"/>
              <a:gd name="connsiteX59-28675" fmla="*/ 737964 w 1605470"/>
              <a:gd name="connsiteY59-28676" fmla="*/ 4858827 h 6858000"/>
              <a:gd name="connsiteX60-28677" fmla="*/ 732118 w 1605470"/>
              <a:gd name="connsiteY60-28678" fmla="*/ 4801535 h 6858000"/>
              <a:gd name="connsiteX61-28679" fmla="*/ 739787 w 1605470"/>
              <a:gd name="connsiteY61-28680" fmla="*/ 4797794 h 6858000"/>
              <a:gd name="connsiteX62-28681" fmla="*/ 741081 w 1605470"/>
              <a:gd name="connsiteY62-28682" fmla="*/ 4784526 h 6858000"/>
              <a:gd name="connsiteX63-28683" fmla="*/ 742865 w 1605470"/>
              <a:gd name="connsiteY63-28684" fmla="*/ 4781211 h 6858000"/>
              <a:gd name="connsiteX64-28685" fmla="*/ 751652 w 1605470"/>
              <a:gd name="connsiteY64-28686" fmla="*/ 4761984 h 6858000"/>
              <a:gd name="connsiteX65-28687" fmla="*/ 747700 w 1605470"/>
              <a:gd name="connsiteY65-28688" fmla="*/ 4690749 h 6858000"/>
              <a:gd name="connsiteX66-28689" fmla="*/ 743180 w 1605470"/>
              <a:gd name="connsiteY66-28690" fmla="*/ 4584173 h 6858000"/>
              <a:gd name="connsiteX67-28691" fmla="*/ 738263 w 1605470"/>
              <a:gd name="connsiteY67-28692" fmla="*/ 4444346 h 6858000"/>
              <a:gd name="connsiteX68-28693" fmla="*/ 734828 w 1605470"/>
              <a:gd name="connsiteY68-28694" fmla="*/ 4375228 h 6858000"/>
              <a:gd name="connsiteX69-28695" fmla="*/ 715481 w 1605470"/>
              <a:gd name="connsiteY69-28696" fmla="*/ 4214165 h 6858000"/>
              <a:gd name="connsiteX70-28697" fmla="*/ 719554 w 1605470"/>
              <a:gd name="connsiteY70-28698" fmla="*/ 4090296 h 6858000"/>
              <a:gd name="connsiteX71-28699" fmla="*/ 704810 w 1605470"/>
              <a:gd name="connsiteY71-28700" fmla="*/ 4033999 h 6858000"/>
              <a:gd name="connsiteX72-28701" fmla="*/ 705959 w 1605470"/>
              <a:gd name="connsiteY72-28702" fmla="*/ 4031933 h 6858000"/>
              <a:gd name="connsiteX73-28703" fmla="*/ 704535 w 1605470"/>
              <a:gd name="connsiteY73-28704" fmla="*/ 4013953 h 6858000"/>
              <a:gd name="connsiteX74-28705" fmla="*/ 700443 w 1605470"/>
              <a:gd name="connsiteY74-28706" fmla="*/ 4010511 h 6858000"/>
              <a:gd name="connsiteX75-28707" fmla="*/ 698282 w 1605470"/>
              <a:gd name="connsiteY75-28708" fmla="*/ 3998331 h 6858000"/>
              <a:gd name="connsiteX76-28709" fmla="*/ 690830 w 1605470"/>
              <a:gd name="connsiteY76-28710" fmla="*/ 3974753 h 6858000"/>
              <a:gd name="connsiteX77-28711" fmla="*/ 692428 w 1605470"/>
              <a:gd name="connsiteY77-28712" fmla="*/ 3969950 h 6858000"/>
              <a:gd name="connsiteX78-28713" fmla="*/ 685850 w 1605470"/>
              <a:gd name="connsiteY78-28714" fmla="*/ 3933779 h 6858000"/>
              <a:gd name="connsiteX79-28715" fmla="*/ 687181 w 1605470"/>
              <a:gd name="connsiteY79-28716" fmla="*/ 3933093 h 6858000"/>
              <a:gd name="connsiteX80-28717" fmla="*/ 691535 w 1605470"/>
              <a:gd name="connsiteY80-28718" fmla="*/ 3922082 h 6858000"/>
              <a:gd name="connsiteX81-28719" fmla="*/ 696613 w 1605470"/>
              <a:gd name="connsiteY81-28720" fmla="*/ 3901461 h 6858000"/>
              <a:gd name="connsiteX82-28721" fmla="*/ 719207 w 1605470"/>
              <a:gd name="connsiteY82-28722" fmla="*/ 3813873 h 6858000"/>
              <a:gd name="connsiteX83-28723" fmla="*/ 718632 w 1605470"/>
              <a:gd name="connsiteY83-28724" fmla="*/ 3806161 h 6858000"/>
              <a:gd name="connsiteX84-28725" fmla="*/ 718939 w 1605470"/>
              <a:gd name="connsiteY84-28726" fmla="*/ 3805957 h 6858000"/>
              <a:gd name="connsiteX85-28727" fmla="*/ 718966 w 1605470"/>
              <a:gd name="connsiteY85-28728" fmla="*/ 3797724 h 6858000"/>
              <a:gd name="connsiteX86-28729" fmla="*/ 717581 w 1605470"/>
              <a:gd name="connsiteY86-28730" fmla="*/ 3792098 h 6858000"/>
              <a:gd name="connsiteX87-28731" fmla="*/ 716465 w 1605470"/>
              <a:gd name="connsiteY87-28732" fmla="*/ 3777135 h 6858000"/>
              <a:gd name="connsiteX88-28733" fmla="*/ 718198 w 1605470"/>
              <a:gd name="connsiteY88-28734" fmla="*/ 3771656 h 6858000"/>
              <a:gd name="connsiteX89-28735" fmla="*/ 721941 w 1605470"/>
              <a:gd name="connsiteY89-28736" fmla="*/ 3769007 h 6858000"/>
              <a:gd name="connsiteX90-28737" fmla="*/ 721407 w 1605470"/>
              <a:gd name="connsiteY90-28738" fmla="*/ 3767709 h 6858000"/>
              <a:gd name="connsiteX91-28739" fmla="*/ 730103 w 1605470"/>
              <a:gd name="connsiteY91-28740" fmla="*/ 3738082 h 6858000"/>
              <a:gd name="connsiteX92-28741" fmla="*/ 737449 w 1605470"/>
              <a:gd name="connsiteY92-28742" fmla="*/ 3673397 h 6858000"/>
              <a:gd name="connsiteX93-28743" fmla="*/ 736745 w 1605470"/>
              <a:gd name="connsiteY93-28744" fmla="*/ 3637109 h 6858000"/>
              <a:gd name="connsiteX94-28745" fmla="*/ 740188 w 1605470"/>
              <a:gd name="connsiteY94-28746" fmla="*/ 3536883 h 6858000"/>
              <a:gd name="connsiteX95-28747" fmla="*/ 747726 w 1605470"/>
              <a:gd name="connsiteY95-28748" fmla="*/ 3435652 h 6858000"/>
              <a:gd name="connsiteX96-28749" fmla="*/ 774383 w 1605470"/>
              <a:gd name="connsiteY96-28750" fmla="*/ 3381564 h 6858000"/>
              <a:gd name="connsiteX97-28751" fmla="*/ 770510 w 1605470"/>
              <a:gd name="connsiteY97-28752" fmla="*/ 3361844 h 6858000"/>
              <a:gd name="connsiteX98-28753" fmla="*/ 766158 w 1605470"/>
              <a:gd name="connsiteY98-28754" fmla="*/ 3349058 h 6858000"/>
              <a:gd name="connsiteX99-28755" fmla="*/ 766414 w 1605470"/>
              <a:gd name="connsiteY99-28756" fmla="*/ 3348763 h 6858000"/>
              <a:gd name="connsiteX100-28757" fmla="*/ 764166 w 1605470"/>
              <a:gd name="connsiteY100-28758" fmla="*/ 3341588 h 6858000"/>
              <a:gd name="connsiteX101-28759" fmla="*/ 749397 w 1605470"/>
              <a:gd name="connsiteY101-28760" fmla="*/ 3307769 h 6858000"/>
              <a:gd name="connsiteX102-28761" fmla="*/ 766960 w 1605470"/>
              <a:gd name="connsiteY102-28762" fmla="*/ 3250522 h 6858000"/>
              <a:gd name="connsiteX103-28763" fmla="*/ 767385 w 1605470"/>
              <a:gd name="connsiteY103-28764" fmla="*/ 3229163 h 6858000"/>
              <a:gd name="connsiteX104-28765" fmla="*/ 769208 w 1605470"/>
              <a:gd name="connsiteY104-28766" fmla="*/ 3217217 h 6858000"/>
              <a:gd name="connsiteX105-28767" fmla="*/ 770350 w 1605470"/>
              <a:gd name="connsiteY105-28768" fmla="*/ 3216125 h 6858000"/>
              <a:gd name="connsiteX106-28769" fmla="*/ 756043 w 1605470"/>
              <a:gd name="connsiteY106-28770" fmla="*/ 3183755 h 6858000"/>
              <a:gd name="connsiteX107-28771" fmla="*/ 756544 w 1605470"/>
              <a:gd name="connsiteY107-28772" fmla="*/ 3178642 h 6858000"/>
              <a:gd name="connsiteX108-28773" fmla="*/ 744144 w 1605470"/>
              <a:gd name="connsiteY108-28774" fmla="*/ 3158586 h 6858000"/>
              <a:gd name="connsiteX109-28775" fmla="*/ 739378 w 1605470"/>
              <a:gd name="connsiteY109-28776" fmla="*/ 3147669 h 6858000"/>
              <a:gd name="connsiteX110-28777" fmla="*/ 734648 w 1605470"/>
              <a:gd name="connsiteY110-28778" fmla="*/ 3145733 h 6858000"/>
              <a:gd name="connsiteX111-28779" fmla="*/ 729329 w 1605470"/>
              <a:gd name="connsiteY111-28780" fmla="*/ 3129034 h 6858000"/>
              <a:gd name="connsiteX112-28781" fmla="*/ 729994 w 1605470"/>
              <a:gd name="connsiteY112-28782" fmla="*/ 3126682 h 6858000"/>
              <a:gd name="connsiteX113-28783" fmla="*/ 720862 w 1605470"/>
              <a:gd name="connsiteY113-28784" fmla="*/ 3114519 h 6858000"/>
              <a:gd name="connsiteX114-28785" fmla="*/ 707471 w 1605470"/>
              <a:gd name="connsiteY114-28786" fmla="*/ 3106272 h 6858000"/>
              <a:gd name="connsiteX115-28787" fmla="*/ 680201 w 1605470"/>
              <a:gd name="connsiteY115-28788" fmla="*/ 2958185 h 6858000"/>
              <a:gd name="connsiteX116-28789" fmla="*/ 622815 w 1605470"/>
              <a:gd name="connsiteY116-28790" fmla="*/ 2762989 h 6858000"/>
              <a:gd name="connsiteX117-28791" fmla="*/ 571733 w 1605470"/>
              <a:gd name="connsiteY117-28792" fmla="*/ 2554718 h 6858000"/>
              <a:gd name="connsiteX118-28793" fmla="*/ 551827 w 1605470"/>
              <a:gd name="connsiteY118-28794" fmla="*/ 2485734 h 6858000"/>
              <a:gd name="connsiteX119-28795" fmla="*/ 542550 w 1605470"/>
              <a:gd name="connsiteY119-28796" fmla="*/ 2447068 h 6858000"/>
              <a:gd name="connsiteX120-28797" fmla="*/ 529511 w 1605470"/>
              <a:gd name="connsiteY120-28798" fmla="*/ 2425819 h 6858000"/>
              <a:gd name="connsiteX121-28799" fmla="*/ 528878 w 1605470"/>
              <a:gd name="connsiteY121-28800" fmla="*/ 2408971 h 6858000"/>
              <a:gd name="connsiteX122-28801" fmla="*/ 535510 w 1605470"/>
              <a:gd name="connsiteY122-28802" fmla="*/ 2402874 h 6858000"/>
              <a:gd name="connsiteX123-28803" fmla="*/ 538122 w 1605470"/>
              <a:gd name="connsiteY123-28804" fmla="*/ 2381443 h 6858000"/>
              <a:gd name="connsiteX124-28805" fmla="*/ 514451 w 1605470"/>
              <a:gd name="connsiteY124-28806" fmla="*/ 2261920 h 6858000"/>
              <a:gd name="connsiteX125-28807" fmla="*/ 504338 w 1605470"/>
              <a:gd name="connsiteY125-28808" fmla="*/ 2195378 h 6858000"/>
              <a:gd name="connsiteX126-28809" fmla="*/ 488555 w 1605470"/>
              <a:gd name="connsiteY126-28810" fmla="*/ 2155135 h 6858000"/>
              <a:gd name="connsiteX127-28811" fmla="*/ 486013 w 1605470"/>
              <a:gd name="connsiteY127-28812" fmla="*/ 2118008 h 6858000"/>
              <a:gd name="connsiteX128-28813" fmla="*/ 487006 w 1605470"/>
              <a:gd name="connsiteY128-28814" fmla="*/ 2050531 h 6858000"/>
              <a:gd name="connsiteX129-28815" fmla="*/ 478812 w 1605470"/>
              <a:gd name="connsiteY129-28816" fmla="*/ 1963269 h 6858000"/>
              <a:gd name="connsiteX130-28817" fmla="*/ 459990 w 1605470"/>
              <a:gd name="connsiteY130-28818" fmla="*/ 1906352 h 6858000"/>
              <a:gd name="connsiteX131-28819" fmla="*/ 436547 w 1605470"/>
              <a:gd name="connsiteY131-28820" fmla="*/ 1861531 h 6858000"/>
              <a:gd name="connsiteX132-28821" fmla="*/ 390346 w 1605470"/>
              <a:gd name="connsiteY132-28822" fmla="*/ 1732919 h 6858000"/>
              <a:gd name="connsiteX133-28823" fmla="*/ 362657 w 1605470"/>
              <a:gd name="connsiteY133-28824" fmla="*/ 1663540 h 6858000"/>
              <a:gd name="connsiteX134-28825" fmla="*/ 361783 w 1605470"/>
              <a:gd name="connsiteY134-28826" fmla="*/ 1615777 h 6858000"/>
              <a:gd name="connsiteX135-28827" fmla="*/ 342578 w 1605470"/>
              <a:gd name="connsiteY135-28828" fmla="*/ 1563678 h 6858000"/>
              <a:gd name="connsiteX136-28829" fmla="*/ 355658 w 1605470"/>
              <a:gd name="connsiteY136-28830" fmla="*/ 1519474 h 6858000"/>
              <a:gd name="connsiteX137-28831" fmla="*/ 348400 w 1605470"/>
              <a:gd name="connsiteY137-28832" fmla="*/ 1477995 h 6858000"/>
              <a:gd name="connsiteX138-28833" fmla="*/ 334485 w 1605470"/>
              <a:gd name="connsiteY138-28834" fmla="*/ 1373769 h 6858000"/>
              <a:gd name="connsiteX139-28835" fmla="*/ 342792 w 1605470"/>
              <a:gd name="connsiteY139-28836" fmla="*/ 1307086 h 6858000"/>
              <a:gd name="connsiteX140-28837" fmla="*/ 343980 w 1605470"/>
              <a:gd name="connsiteY140-28838" fmla="*/ 1189033 h 6858000"/>
              <a:gd name="connsiteX141-28839" fmla="*/ 348665 w 1605470"/>
              <a:gd name="connsiteY141-28840" fmla="*/ 1168288 h 6858000"/>
              <a:gd name="connsiteX142-28841" fmla="*/ 340947 w 1605470"/>
              <a:gd name="connsiteY142-28842" fmla="*/ 1142577 h 6858000"/>
              <a:gd name="connsiteX143-28843" fmla="*/ 330253 w 1605470"/>
              <a:gd name="connsiteY143-28844" fmla="*/ 1088484 h 6858000"/>
              <a:gd name="connsiteX144-28845" fmla="*/ 318989 w 1605470"/>
              <a:gd name="connsiteY144-28846" fmla="*/ 1016103 h 6858000"/>
              <a:gd name="connsiteX145-28847" fmla="*/ 320445 w 1605470"/>
              <a:gd name="connsiteY145-28848" fmla="*/ 932283 h 6858000"/>
              <a:gd name="connsiteX146-28849" fmla="*/ 322681 w 1605470"/>
              <a:gd name="connsiteY146-28850" fmla="*/ 915925 h 6858000"/>
              <a:gd name="connsiteX147-28851" fmla="*/ 315310 w 1605470"/>
              <a:gd name="connsiteY147-28852" fmla="*/ 896999 h 6858000"/>
              <a:gd name="connsiteX148-28853" fmla="*/ 284718 w 1605470"/>
              <a:gd name="connsiteY148-28854" fmla="*/ 821517 h 6858000"/>
              <a:gd name="connsiteX149-28855" fmla="*/ 263668 w 1605470"/>
              <a:gd name="connsiteY149-28856" fmla="*/ 751353 h 6858000"/>
              <a:gd name="connsiteX150-28857" fmla="*/ 263226 w 1605470"/>
              <a:gd name="connsiteY150-28858" fmla="*/ 721230 h 6858000"/>
              <a:gd name="connsiteX151-28859" fmla="*/ 248897 w 1605470"/>
              <a:gd name="connsiteY151-28860" fmla="*/ 681659 h 6858000"/>
              <a:gd name="connsiteX152-28861" fmla="*/ 234316 w 1605470"/>
              <a:gd name="connsiteY152-28862" fmla="*/ 635218 h 6858000"/>
              <a:gd name="connsiteX153-28863" fmla="*/ 239327 w 1605470"/>
              <a:gd name="connsiteY153-28864" fmla="*/ 613763 h 6858000"/>
              <a:gd name="connsiteX154-28865" fmla="*/ 225269 w 1605470"/>
              <a:gd name="connsiteY154-28866" fmla="*/ 598582 h 6858000"/>
              <a:gd name="connsiteX155-28867" fmla="*/ 224950 w 1605470"/>
              <a:gd name="connsiteY155-28868" fmla="*/ 576846 h 6858000"/>
              <a:gd name="connsiteX156-28869" fmla="*/ 204576 w 1605470"/>
              <a:gd name="connsiteY156-28870" fmla="*/ 530055 h 6858000"/>
              <a:gd name="connsiteX157-28871" fmla="*/ 219064 w 1605470"/>
              <a:gd name="connsiteY157-28872" fmla="*/ 469651 h 6858000"/>
              <a:gd name="connsiteX158-28873" fmla="*/ 195012 w 1605470"/>
              <a:gd name="connsiteY158-28874" fmla="*/ 448559 h 6858000"/>
              <a:gd name="connsiteX159-28875" fmla="*/ 201434 w 1605470"/>
              <a:gd name="connsiteY159-28876" fmla="*/ 441529 h 6858000"/>
              <a:gd name="connsiteX160-28877" fmla="*/ 200655 w 1605470"/>
              <a:gd name="connsiteY160-28878" fmla="*/ 428927 h 6858000"/>
              <a:gd name="connsiteX161-28879" fmla="*/ 190059 w 1605470"/>
              <a:gd name="connsiteY161-28880" fmla="*/ 430161 h 6858000"/>
              <a:gd name="connsiteX162-28881" fmla="*/ 167079 w 1605470"/>
              <a:gd name="connsiteY162-28882" fmla="*/ 367211 h 6858000"/>
              <a:gd name="connsiteX163-28883" fmla="*/ 124571 w 1605470"/>
              <a:gd name="connsiteY163-28884" fmla="*/ 302178 h 6858000"/>
              <a:gd name="connsiteX164-28885" fmla="*/ 103243 w 1605470"/>
              <a:gd name="connsiteY164-28886" fmla="*/ 211375 h 6858000"/>
              <a:gd name="connsiteX165-28887" fmla="*/ 94571 w 1605470"/>
              <a:gd name="connsiteY165-28888" fmla="*/ 184179 h 6858000"/>
              <a:gd name="connsiteX166-28889" fmla="*/ 13437 w 1605470"/>
              <a:gd name="connsiteY166-28890" fmla="*/ 19287 h 6858000"/>
              <a:gd name="connsiteX167-28891" fmla="*/ 0 w 1605470"/>
              <a:gd name="connsiteY167-28892" fmla="*/ 0 h 6858000"/>
              <a:gd name="connsiteX0-28893" fmla="*/ 0 w 1605470"/>
              <a:gd name="connsiteY0-28894" fmla="*/ 0 h 6858000"/>
              <a:gd name="connsiteX1-28895" fmla="*/ 1605470 w 1605470"/>
              <a:gd name="connsiteY1-28896" fmla="*/ 0 h 6858000"/>
              <a:gd name="connsiteX2-28897" fmla="*/ 1605470 w 1605470"/>
              <a:gd name="connsiteY2-28898" fmla="*/ 6858000 h 6858000"/>
              <a:gd name="connsiteX3-28899" fmla="*/ 154105 w 1605470"/>
              <a:gd name="connsiteY3-28900" fmla="*/ 6858000 h 6858000"/>
              <a:gd name="connsiteX4-28901" fmla="*/ 154246 w 1605470"/>
              <a:gd name="connsiteY4-28902" fmla="*/ 6857735 h 6858000"/>
              <a:gd name="connsiteX5-28903" fmla="*/ 166295 w 1605470"/>
              <a:gd name="connsiteY5-28904" fmla="*/ 6809549 h 6858000"/>
              <a:gd name="connsiteX6-28905" fmla="*/ 198506 w 1605470"/>
              <a:gd name="connsiteY6-28906" fmla="*/ 6715115 h 6858000"/>
              <a:gd name="connsiteX7-28907" fmla="*/ 208357 w 1605470"/>
              <a:gd name="connsiteY7-28908" fmla="*/ 6680170 h 6858000"/>
              <a:gd name="connsiteX8-28909" fmla="*/ 233907 w 1605470"/>
              <a:gd name="connsiteY8-28910" fmla="*/ 6621207 h 6858000"/>
              <a:gd name="connsiteX9-28911" fmla="*/ 250564 w 1605470"/>
              <a:gd name="connsiteY9-28912" fmla="*/ 6596265 h 6858000"/>
              <a:gd name="connsiteX10-28913" fmla="*/ 250443 w 1605470"/>
              <a:gd name="connsiteY10-28914" fmla="*/ 6594818 h 6858000"/>
              <a:gd name="connsiteX11-28915" fmla="*/ 254688 w 1605470"/>
              <a:gd name="connsiteY11-28916" fmla="*/ 6593735 h 6858000"/>
              <a:gd name="connsiteX12-28917" fmla="*/ 257885 w 1605470"/>
              <a:gd name="connsiteY12-28918" fmla="*/ 6589172 h 6858000"/>
              <a:gd name="connsiteX13-28919" fmla="*/ 261179 w 1605470"/>
              <a:gd name="connsiteY13-28920" fmla="*/ 6574442 h 6858000"/>
              <a:gd name="connsiteX14-28921" fmla="*/ 261519 w 1605470"/>
              <a:gd name="connsiteY14-28922" fmla="*/ 6568530 h 6858000"/>
              <a:gd name="connsiteX15-28923" fmla="*/ 263928 w 1605470"/>
              <a:gd name="connsiteY15-28924" fmla="*/ 6560674 h 6858000"/>
              <a:gd name="connsiteX16-28925" fmla="*/ 264273 w 1605470"/>
              <a:gd name="connsiteY16-28926" fmla="*/ 6560598 h 6858000"/>
              <a:gd name="connsiteX17-28927" fmla="*/ 265970 w 1605470"/>
              <a:gd name="connsiteY17-28928" fmla="*/ 6553006 h 6858000"/>
              <a:gd name="connsiteX18-28929" fmla="*/ 270666 w 1605470"/>
              <a:gd name="connsiteY18-28930" fmla="*/ 6514360 h 6858000"/>
              <a:gd name="connsiteX19-28931" fmla="*/ 312320 w 1605470"/>
              <a:gd name="connsiteY19-28932" fmla="*/ 6478062 h 6858000"/>
              <a:gd name="connsiteX20-28933" fmla="*/ 323009 w 1605470"/>
              <a:gd name="connsiteY20-28934" fmla="*/ 6460325 h 6858000"/>
              <a:gd name="connsiteX21-28935" fmla="*/ 330242 w 1605470"/>
              <a:gd name="connsiteY21-28936" fmla="*/ 6451488 h 6858000"/>
              <a:gd name="connsiteX22-28937" fmla="*/ 331677 w 1605470"/>
              <a:gd name="connsiteY22-28938" fmla="*/ 6451348 h 6858000"/>
              <a:gd name="connsiteX23-28939" fmla="*/ 336035 w 1605470"/>
              <a:gd name="connsiteY23-28940" fmla="*/ 6414240 h 6858000"/>
              <a:gd name="connsiteX24-28941" fmla="*/ 338911 w 1605470"/>
              <a:gd name="connsiteY24-28942" fmla="*/ 6410269 h 6858000"/>
              <a:gd name="connsiteX25-28943" fmla="*/ 338811 w 1605470"/>
              <a:gd name="connsiteY25-28944" fmla="*/ 6384857 h 6858000"/>
              <a:gd name="connsiteX26-28945" fmla="*/ 340328 w 1605470"/>
              <a:gd name="connsiteY26-28946" fmla="*/ 6372381 h 6858000"/>
              <a:gd name="connsiteX27-28947" fmla="*/ 337522 w 1605470"/>
              <a:gd name="connsiteY27-28948" fmla="*/ 6367510 h 6858000"/>
              <a:gd name="connsiteX28-28949" fmla="*/ 341402 w 1605470"/>
              <a:gd name="connsiteY28-28950" fmla="*/ 6349778 h 6858000"/>
              <a:gd name="connsiteX29-28951" fmla="*/ 343067 w 1605470"/>
              <a:gd name="connsiteY29-28952" fmla="*/ 6348250 h 6858000"/>
              <a:gd name="connsiteX30-28953" fmla="*/ 359101 w 1605470"/>
              <a:gd name="connsiteY30-28954" fmla="*/ 6281972 h 6858000"/>
              <a:gd name="connsiteX31-28955" fmla="*/ 369864 w 1605470"/>
              <a:gd name="connsiteY31-28956" fmla="*/ 6211940 h 6858000"/>
              <a:gd name="connsiteX32-28957" fmla="*/ 411359 w 1605470"/>
              <a:gd name="connsiteY32-28958" fmla="*/ 6113913 h 6858000"/>
              <a:gd name="connsiteX33-28959" fmla="*/ 415652 w 1605470"/>
              <a:gd name="connsiteY33-28960" fmla="*/ 6028119 h 6858000"/>
              <a:gd name="connsiteX34-28961" fmla="*/ 442432 w 1605470"/>
              <a:gd name="connsiteY34-28962" fmla="*/ 5934687 h 6858000"/>
              <a:gd name="connsiteX35-28963" fmla="*/ 476444 w 1605470"/>
              <a:gd name="connsiteY35-28964" fmla="*/ 5765594 h 6858000"/>
              <a:gd name="connsiteX36-28965" fmla="*/ 508280 w 1605470"/>
              <a:gd name="connsiteY36-28966" fmla="*/ 5693685 h 6858000"/>
              <a:gd name="connsiteX37-28967" fmla="*/ 528335 w 1605470"/>
              <a:gd name="connsiteY37-28968" fmla="*/ 5665173 h 6858000"/>
              <a:gd name="connsiteX38-28969" fmla="*/ 562052 w 1605470"/>
              <a:gd name="connsiteY38-28970" fmla="*/ 5563435 h 6858000"/>
              <a:gd name="connsiteX39-28971" fmla="*/ 591557 w 1605470"/>
              <a:gd name="connsiteY39-28972" fmla="*/ 5476393 h 6858000"/>
              <a:gd name="connsiteX40-28973" fmla="*/ 622750 w 1605470"/>
              <a:gd name="connsiteY40-28974" fmla="*/ 5396260 h 6858000"/>
              <a:gd name="connsiteX41-28975" fmla="*/ 638731 w 1605470"/>
              <a:gd name="connsiteY41-28976" fmla="*/ 5330009 h 6858000"/>
              <a:gd name="connsiteX42-28977" fmla="*/ 672224 w 1605470"/>
              <a:gd name="connsiteY42-28978" fmla="*/ 5273739 h 6858000"/>
              <a:gd name="connsiteX43-28979" fmla="*/ 681823 w 1605470"/>
              <a:gd name="connsiteY43-28980" fmla="*/ 5241779 h 6858000"/>
              <a:gd name="connsiteX44-28981" fmla="*/ 693049 w 1605470"/>
              <a:gd name="connsiteY44-28982" fmla="*/ 5225268 h 6858000"/>
              <a:gd name="connsiteX45-28983" fmla="*/ 694069 w 1605470"/>
              <a:gd name="connsiteY45-28984" fmla="*/ 5217684 h 6858000"/>
              <a:gd name="connsiteX46-28985" fmla="*/ 701410 w 1605470"/>
              <a:gd name="connsiteY46-28986" fmla="*/ 5193377 h 6858000"/>
              <a:gd name="connsiteX47-28987" fmla="*/ 704713 w 1605470"/>
              <a:gd name="connsiteY47-28988" fmla="*/ 5179288 h 6858000"/>
              <a:gd name="connsiteX48-28989" fmla="*/ 705697 w 1605470"/>
              <a:gd name="connsiteY48-28990" fmla="*/ 5173621 h 6858000"/>
              <a:gd name="connsiteX49-28991" fmla="*/ 701331 w 1605470"/>
              <a:gd name="connsiteY49-28992" fmla="*/ 5159961 h 6858000"/>
              <a:gd name="connsiteX50-28993" fmla="*/ 708008 w 1605470"/>
              <a:gd name="connsiteY50-28994" fmla="*/ 5144295 h 6858000"/>
              <a:gd name="connsiteX51-28995" fmla="*/ 704941 w 1605470"/>
              <a:gd name="connsiteY51-28996" fmla="*/ 5125185 h 6858000"/>
              <a:gd name="connsiteX52-28997" fmla="*/ 711771 w 1605470"/>
              <a:gd name="connsiteY52-28998" fmla="*/ 5121884 h 6858000"/>
              <a:gd name="connsiteX53-28999" fmla="*/ 718807 w 1605470"/>
              <a:gd name="connsiteY53-29000" fmla="*/ 5067850 h 6858000"/>
              <a:gd name="connsiteX54-29001" fmla="*/ 721538 w 1605470"/>
              <a:gd name="connsiteY54-29002" fmla="*/ 5060861 h 6858000"/>
              <a:gd name="connsiteX55-29003" fmla="*/ 718242 w 1605470"/>
              <a:gd name="connsiteY55-29004" fmla="*/ 5034192 h 6858000"/>
              <a:gd name="connsiteX56-29005" fmla="*/ 719796 w 1605470"/>
              <a:gd name="connsiteY56-29006" fmla="*/ 4993030 h 6858000"/>
              <a:gd name="connsiteX57-29007" fmla="*/ 726705 w 1605470"/>
              <a:gd name="connsiteY57-29008" fmla="*/ 4946844 h 6858000"/>
              <a:gd name="connsiteX58-29009" fmla="*/ 722561 w 1605470"/>
              <a:gd name="connsiteY58-29010" fmla="*/ 4932692 h 6858000"/>
              <a:gd name="connsiteX59-29011" fmla="*/ 737964 w 1605470"/>
              <a:gd name="connsiteY59-29012" fmla="*/ 4858827 h 6858000"/>
              <a:gd name="connsiteX60-29013" fmla="*/ 732118 w 1605470"/>
              <a:gd name="connsiteY60-29014" fmla="*/ 4801535 h 6858000"/>
              <a:gd name="connsiteX61-29015" fmla="*/ 739787 w 1605470"/>
              <a:gd name="connsiteY61-29016" fmla="*/ 4797794 h 6858000"/>
              <a:gd name="connsiteX62-29017" fmla="*/ 741081 w 1605470"/>
              <a:gd name="connsiteY62-29018" fmla="*/ 4784526 h 6858000"/>
              <a:gd name="connsiteX63-29019" fmla="*/ 742865 w 1605470"/>
              <a:gd name="connsiteY63-29020" fmla="*/ 4781211 h 6858000"/>
              <a:gd name="connsiteX64-29021" fmla="*/ 751652 w 1605470"/>
              <a:gd name="connsiteY64-29022" fmla="*/ 4761984 h 6858000"/>
              <a:gd name="connsiteX65-29023" fmla="*/ 747700 w 1605470"/>
              <a:gd name="connsiteY65-29024" fmla="*/ 4690749 h 6858000"/>
              <a:gd name="connsiteX66-29025" fmla="*/ 743180 w 1605470"/>
              <a:gd name="connsiteY66-29026" fmla="*/ 4584173 h 6858000"/>
              <a:gd name="connsiteX67-29027" fmla="*/ 738263 w 1605470"/>
              <a:gd name="connsiteY67-29028" fmla="*/ 4444346 h 6858000"/>
              <a:gd name="connsiteX68-29029" fmla="*/ 734828 w 1605470"/>
              <a:gd name="connsiteY68-29030" fmla="*/ 4375228 h 6858000"/>
              <a:gd name="connsiteX69-29031" fmla="*/ 715481 w 1605470"/>
              <a:gd name="connsiteY69-29032" fmla="*/ 4214165 h 6858000"/>
              <a:gd name="connsiteX70-29033" fmla="*/ 719554 w 1605470"/>
              <a:gd name="connsiteY70-29034" fmla="*/ 4090296 h 6858000"/>
              <a:gd name="connsiteX71-29035" fmla="*/ 704810 w 1605470"/>
              <a:gd name="connsiteY71-29036" fmla="*/ 4033999 h 6858000"/>
              <a:gd name="connsiteX72-29037" fmla="*/ 705959 w 1605470"/>
              <a:gd name="connsiteY72-29038" fmla="*/ 4031933 h 6858000"/>
              <a:gd name="connsiteX73-29039" fmla="*/ 704535 w 1605470"/>
              <a:gd name="connsiteY73-29040" fmla="*/ 4013953 h 6858000"/>
              <a:gd name="connsiteX74-29041" fmla="*/ 700443 w 1605470"/>
              <a:gd name="connsiteY74-29042" fmla="*/ 4010511 h 6858000"/>
              <a:gd name="connsiteX75-29043" fmla="*/ 698282 w 1605470"/>
              <a:gd name="connsiteY75-29044" fmla="*/ 3998331 h 6858000"/>
              <a:gd name="connsiteX76-29045" fmla="*/ 690830 w 1605470"/>
              <a:gd name="connsiteY76-29046" fmla="*/ 3974753 h 6858000"/>
              <a:gd name="connsiteX77-29047" fmla="*/ 692428 w 1605470"/>
              <a:gd name="connsiteY77-29048" fmla="*/ 3969950 h 6858000"/>
              <a:gd name="connsiteX78-29049" fmla="*/ 685850 w 1605470"/>
              <a:gd name="connsiteY78-29050" fmla="*/ 3933779 h 6858000"/>
              <a:gd name="connsiteX79-29051" fmla="*/ 687181 w 1605470"/>
              <a:gd name="connsiteY79-29052" fmla="*/ 3933093 h 6858000"/>
              <a:gd name="connsiteX80-29053" fmla="*/ 691535 w 1605470"/>
              <a:gd name="connsiteY80-29054" fmla="*/ 3922082 h 6858000"/>
              <a:gd name="connsiteX81-29055" fmla="*/ 696613 w 1605470"/>
              <a:gd name="connsiteY81-29056" fmla="*/ 3901461 h 6858000"/>
              <a:gd name="connsiteX82-29057" fmla="*/ 719207 w 1605470"/>
              <a:gd name="connsiteY82-29058" fmla="*/ 3813873 h 6858000"/>
              <a:gd name="connsiteX83-29059" fmla="*/ 718632 w 1605470"/>
              <a:gd name="connsiteY83-29060" fmla="*/ 3806161 h 6858000"/>
              <a:gd name="connsiteX84-29061" fmla="*/ 718939 w 1605470"/>
              <a:gd name="connsiteY84-29062" fmla="*/ 3805957 h 6858000"/>
              <a:gd name="connsiteX85-29063" fmla="*/ 718966 w 1605470"/>
              <a:gd name="connsiteY85-29064" fmla="*/ 3797724 h 6858000"/>
              <a:gd name="connsiteX86-29065" fmla="*/ 717581 w 1605470"/>
              <a:gd name="connsiteY86-29066" fmla="*/ 3792098 h 6858000"/>
              <a:gd name="connsiteX87-29067" fmla="*/ 716465 w 1605470"/>
              <a:gd name="connsiteY87-29068" fmla="*/ 3777135 h 6858000"/>
              <a:gd name="connsiteX88-29069" fmla="*/ 718198 w 1605470"/>
              <a:gd name="connsiteY88-29070" fmla="*/ 3771656 h 6858000"/>
              <a:gd name="connsiteX89-29071" fmla="*/ 721941 w 1605470"/>
              <a:gd name="connsiteY89-29072" fmla="*/ 3769007 h 6858000"/>
              <a:gd name="connsiteX90-29073" fmla="*/ 721407 w 1605470"/>
              <a:gd name="connsiteY90-29074" fmla="*/ 3767709 h 6858000"/>
              <a:gd name="connsiteX91-29075" fmla="*/ 730103 w 1605470"/>
              <a:gd name="connsiteY91-29076" fmla="*/ 3738082 h 6858000"/>
              <a:gd name="connsiteX92-29077" fmla="*/ 737449 w 1605470"/>
              <a:gd name="connsiteY92-29078" fmla="*/ 3673397 h 6858000"/>
              <a:gd name="connsiteX93-29079" fmla="*/ 736745 w 1605470"/>
              <a:gd name="connsiteY93-29080" fmla="*/ 3637109 h 6858000"/>
              <a:gd name="connsiteX94-29081" fmla="*/ 740188 w 1605470"/>
              <a:gd name="connsiteY94-29082" fmla="*/ 3536883 h 6858000"/>
              <a:gd name="connsiteX95-29083" fmla="*/ 747726 w 1605470"/>
              <a:gd name="connsiteY95-29084" fmla="*/ 3435652 h 6858000"/>
              <a:gd name="connsiteX96-29085" fmla="*/ 770510 w 1605470"/>
              <a:gd name="connsiteY96-29086" fmla="*/ 3361844 h 6858000"/>
              <a:gd name="connsiteX97-29087" fmla="*/ 766158 w 1605470"/>
              <a:gd name="connsiteY97-29088" fmla="*/ 3349058 h 6858000"/>
              <a:gd name="connsiteX98-29089" fmla="*/ 766414 w 1605470"/>
              <a:gd name="connsiteY98-29090" fmla="*/ 3348763 h 6858000"/>
              <a:gd name="connsiteX99-29091" fmla="*/ 764166 w 1605470"/>
              <a:gd name="connsiteY99-29092" fmla="*/ 3341588 h 6858000"/>
              <a:gd name="connsiteX100-29093" fmla="*/ 749397 w 1605470"/>
              <a:gd name="connsiteY100-29094" fmla="*/ 3307769 h 6858000"/>
              <a:gd name="connsiteX101-29095" fmla="*/ 766960 w 1605470"/>
              <a:gd name="connsiteY101-29096" fmla="*/ 3250522 h 6858000"/>
              <a:gd name="connsiteX102-29097" fmla="*/ 767385 w 1605470"/>
              <a:gd name="connsiteY102-29098" fmla="*/ 3229163 h 6858000"/>
              <a:gd name="connsiteX103-29099" fmla="*/ 769208 w 1605470"/>
              <a:gd name="connsiteY103-29100" fmla="*/ 3217217 h 6858000"/>
              <a:gd name="connsiteX104-29101" fmla="*/ 770350 w 1605470"/>
              <a:gd name="connsiteY104-29102" fmla="*/ 3216125 h 6858000"/>
              <a:gd name="connsiteX105-29103" fmla="*/ 756043 w 1605470"/>
              <a:gd name="connsiteY105-29104" fmla="*/ 3183755 h 6858000"/>
              <a:gd name="connsiteX106-29105" fmla="*/ 756544 w 1605470"/>
              <a:gd name="connsiteY106-29106" fmla="*/ 3178642 h 6858000"/>
              <a:gd name="connsiteX107-29107" fmla="*/ 744144 w 1605470"/>
              <a:gd name="connsiteY107-29108" fmla="*/ 3158586 h 6858000"/>
              <a:gd name="connsiteX108-29109" fmla="*/ 739378 w 1605470"/>
              <a:gd name="connsiteY108-29110" fmla="*/ 3147669 h 6858000"/>
              <a:gd name="connsiteX109-29111" fmla="*/ 734648 w 1605470"/>
              <a:gd name="connsiteY109-29112" fmla="*/ 3145733 h 6858000"/>
              <a:gd name="connsiteX110-29113" fmla="*/ 729329 w 1605470"/>
              <a:gd name="connsiteY110-29114" fmla="*/ 3129034 h 6858000"/>
              <a:gd name="connsiteX111-29115" fmla="*/ 729994 w 1605470"/>
              <a:gd name="connsiteY111-29116" fmla="*/ 3126682 h 6858000"/>
              <a:gd name="connsiteX112-29117" fmla="*/ 720862 w 1605470"/>
              <a:gd name="connsiteY112-29118" fmla="*/ 3114519 h 6858000"/>
              <a:gd name="connsiteX113-29119" fmla="*/ 707471 w 1605470"/>
              <a:gd name="connsiteY113-29120" fmla="*/ 3106272 h 6858000"/>
              <a:gd name="connsiteX114-29121" fmla="*/ 680201 w 1605470"/>
              <a:gd name="connsiteY114-29122" fmla="*/ 2958185 h 6858000"/>
              <a:gd name="connsiteX115-29123" fmla="*/ 622815 w 1605470"/>
              <a:gd name="connsiteY115-29124" fmla="*/ 2762989 h 6858000"/>
              <a:gd name="connsiteX116-29125" fmla="*/ 571733 w 1605470"/>
              <a:gd name="connsiteY116-29126" fmla="*/ 2554718 h 6858000"/>
              <a:gd name="connsiteX117-29127" fmla="*/ 551827 w 1605470"/>
              <a:gd name="connsiteY117-29128" fmla="*/ 2485734 h 6858000"/>
              <a:gd name="connsiteX118-29129" fmla="*/ 542550 w 1605470"/>
              <a:gd name="connsiteY118-29130" fmla="*/ 2447068 h 6858000"/>
              <a:gd name="connsiteX119-29131" fmla="*/ 529511 w 1605470"/>
              <a:gd name="connsiteY119-29132" fmla="*/ 2425819 h 6858000"/>
              <a:gd name="connsiteX120-29133" fmla="*/ 528878 w 1605470"/>
              <a:gd name="connsiteY120-29134" fmla="*/ 2408971 h 6858000"/>
              <a:gd name="connsiteX121-29135" fmla="*/ 535510 w 1605470"/>
              <a:gd name="connsiteY121-29136" fmla="*/ 2402874 h 6858000"/>
              <a:gd name="connsiteX122-29137" fmla="*/ 538122 w 1605470"/>
              <a:gd name="connsiteY122-29138" fmla="*/ 2381443 h 6858000"/>
              <a:gd name="connsiteX123-29139" fmla="*/ 514451 w 1605470"/>
              <a:gd name="connsiteY123-29140" fmla="*/ 2261920 h 6858000"/>
              <a:gd name="connsiteX124-29141" fmla="*/ 504338 w 1605470"/>
              <a:gd name="connsiteY124-29142" fmla="*/ 2195378 h 6858000"/>
              <a:gd name="connsiteX125-29143" fmla="*/ 488555 w 1605470"/>
              <a:gd name="connsiteY125-29144" fmla="*/ 2155135 h 6858000"/>
              <a:gd name="connsiteX126-29145" fmla="*/ 486013 w 1605470"/>
              <a:gd name="connsiteY126-29146" fmla="*/ 2118008 h 6858000"/>
              <a:gd name="connsiteX127-29147" fmla="*/ 487006 w 1605470"/>
              <a:gd name="connsiteY127-29148" fmla="*/ 2050531 h 6858000"/>
              <a:gd name="connsiteX128-29149" fmla="*/ 478812 w 1605470"/>
              <a:gd name="connsiteY128-29150" fmla="*/ 1963269 h 6858000"/>
              <a:gd name="connsiteX129-29151" fmla="*/ 459990 w 1605470"/>
              <a:gd name="connsiteY129-29152" fmla="*/ 1906352 h 6858000"/>
              <a:gd name="connsiteX130-29153" fmla="*/ 436547 w 1605470"/>
              <a:gd name="connsiteY130-29154" fmla="*/ 1861531 h 6858000"/>
              <a:gd name="connsiteX131-29155" fmla="*/ 390346 w 1605470"/>
              <a:gd name="connsiteY131-29156" fmla="*/ 1732919 h 6858000"/>
              <a:gd name="connsiteX132-29157" fmla="*/ 362657 w 1605470"/>
              <a:gd name="connsiteY132-29158" fmla="*/ 1663540 h 6858000"/>
              <a:gd name="connsiteX133-29159" fmla="*/ 361783 w 1605470"/>
              <a:gd name="connsiteY133-29160" fmla="*/ 1615777 h 6858000"/>
              <a:gd name="connsiteX134-29161" fmla="*/ 342578 w 1605470"/>
              <a:gd name="connsiteY134-29162" fmla="*/ 1563678 h 6858000"/>
              <a:gd name="connsiteX135-29163" fmla="*/ 355658 w 1605470"/>
              <a:gd name="connsiteY135-29164" fmla="*/ 1519474 h 6858000"/>
              <a:gd name="connsiteX136-29165" fmla="*/ 348400 w 1605470"/>
              <a:gd name="connsiteY136-29166" fmla="*/ 1477995 h 6858000"/>
              <a:gd name="connsiteX137-29167" fmla="*/ 334485 w 1605470"/>
              <a:gd name="connsiteY137-29168" fmla="*/ 1373769 h 6858000"/>
              <a:gd name="connsiteX138-29169" fmla="*/ 342792 w 1605470"/>
              <a:gd name="connsiteY138-29170" fmla="*/ 1307086 h 6858000"/>
              <a:gd name="connsiteX139-29171" fmla="*/ 343980 w 1605470"/>
              <a:gd name="connsiteY139-29172" fmla="*/ 1189033 h 6858000"/>
              <a:gd name="connsiteX140-29173" fmla="*/ 348665 w 1605470"/>
              <a:gd name="connsiteY140-29174" fmla="*/ 1168288 h 6858000"/>
              <a:gd name="connsiteX141-29175" fmla="*/ 340947 w 1605470"/>
              <a:gd name="connsiteY141-29176" fmla="*/ 1142577 h 6858000"/>
              <a:gd name="connsiteX142-29177" fmla="*/ 330253 w 1605470"/>
              <a:gd name="connsiteY142-29178" fmla="*/ 1088484 h 6858000"/>
              <a:gd name="connsiteX143-29179" fmla="*/ 318989 w 1605470"/>
              <a:gd name="connsiteY143-29180" fmla="*/ 1016103 h 6858000"/>
              <a:gd name="connsiteX144-29181" fmla="*/ 320445 w 1605470"/>
              <a:gd name="connsiteY144-29182" fmla="*/ 932283 h 6858000"/>
              <a:gd name="connsiteX145-29183" fmla="*/ 322681 w 1605470"/>
              <a:gd name="connsiteY145-29184" fmla="*/ 915925 h 6858000"/>
              <a:gd name="connsiteX146-29185" fmla="*/ 315310 w 1605470"/>
              <a:gd name="connsiteY146-29186" fmla="*/ 896999 h 6858000"/>
              <a:gd name="connsiteX147-29187" fmla="*/ 284718 w 1605470"/>
              <a:gd name="connsiteY147-29188" fmla="*/ 821517 h 6858000"/>
              <a:gd name="connsiteX148-29189" fmla="*/ 263668 w 1605470"/>
              <a:gd name="connsiteY148-29190" fmla="*/ 751353 h 6858000"/>
              <a:gd name="connsiteX149-29191" fmla="*/ 263226 w 1605470"/>
              <a:gd name="connsiteY149-29192" fmla="*/ 721230 h 6858000"/>
              <a:gd name="connsiteX150-29193" fmla="*/ 248897 w 1605470"/>
              <a:gd name="connsiteY150-29194" fmla="*/ 681659 h 6858000"/>
              <a:gd name="connsiteX151-29195" fmla="*/ 234316 w 1605470"/>
              <a:gd name="connsiteY151-29196" fmla="*/ 635218 h 6858000"/>
              <a:gd name="connsiteX152-29197" fmla="*/ 239327 w 1605470"/>
              <a:gd name="connsiteY152-29198" fmla="*/ 613763 h 6858000"/>
              <a:gd name="connsiteX153-29199" fmla="*/ 225269 w 1605470"/>
              <a:gd name="connsiteY153-29200" fmla="*/ 598582 h 6858000"/>
              <a:gd name="connsiteX154-29201" fmla="*/ 224950 w 1605470"/>
              <a:gd name="connsiteY154-29202" fmla="*/ 576846 h 6858000"/>
              <a:gd name="connsiteX155-29203" fmla="*/ 204576 w 1605470"/>
              <a:gd name="connsiteY155-29204" fmla="*/ 530055 h 6858000"/>
              <a:gd name="connsiteX156-29205" fmla="*/ 219064 w 1605470"/>
              <a:gd name="connsiteY156-29206" fmla="*/ 469651 h 6858000"/>
              <a:gd name="connsiteX157-29207" fmla="*/ 195012 w 1605470"/>
              <a:gd name="connsiteY157-29208" fmla="*/ 448559 h 6858000"/>
              <a:gd name="connsiteX158-29209" fmla="*/ 201434 w 1605470"/>
              <a:gd name="connsiteY158-29210" fmla="*/ 441529 h 6858000"/>
              <a:gd name="connsiteX159-29211" fmla="*/ 200655 w 1605470"/>
              <a:gd name="connsiteY159-29212" fmla="*/ 428927 h 6858000"/>
              <a:gd name="connsiteX160-29213" fmla="*/ 190059 w 1605470"/>
              <a:gd name="connsiteY160-29214" fmla="*/ 430161 h 6858000"/>
              <a:gd name="connsiteX161-29215" fmla="*/ 167079 w 1605470"/>
              <a:gd name="connsiteY161-29216" fmla="*/ 367211 h 6858000"/>
              <a:gd name="connsiteX162-29217" fmla="*/ 124571 w 1605470"/>
              <a:gd name="connsiteY162-29218" fmla="*/ 302178 h 6858000"/>
              <a:gd name="connsiteX163-29219" fmla="*/ 103243 w 1605470"/>
              <a:gd name="connsiteY163-29220" fmla="*/ 211375 h 6858000"/>
              <a:gd name="connsiteX164-29221" fmla="*/ 94571 w 1605470"/>
              <a:gd name="connsiteY164-29222" fmla="*/ 184179 h 6858000"/>
              <a:gd name="connsiteX165-29223" fmla="*/ 13437 w 1605470"/>
              <a:gd name="connsiteY165-29224" fmla="*/ 19287 h 6858000"/>
              <a:gd name="connsiteX166-29225" fmla="*/ 0 w 1605470"/>
              <a:gd name="connsiteY166-29226" fmla="*/ 0 h 6858000"/>
              <a:gd name="connsiteX0-29227" fmla="*/ 0 w 1605470"/>
              <a:gd name="connsiteY0-29228" fmla="*/ 0 h 6858000"/>
              <a:gd name="connsiteX1-29229" fmla="*/ 1605470 w 1605470"/>
              <a:gd name="connsiteY1-29230" fmla="*/ 0 h 6858000"/>
              <a:gd name="connsiteX2-29231" fmla="*/ 1605470 w 1605470"/>
              <a:gd name="connsiteY2-29232" fmla="*/ 6858000 h 6858000"/>
              <a:gd name="connsiteX3-29233" fmla="*/ 154105 w 1605470"/>
              <a:gd name="connsiteY3-29234" fmla="*/ 6858000 h 6858000"/>
              <a:gd name="connsiteX4-29235" fmla="*/ 154246 w 1605470"/>
              <a:gd name="connsiteY4-29236" fmla="*/ 6857735 h 6858000"/>
              <a:gd name="connsiteX5-29237" fmla="*/ 166295 w 1605470"/>
              <a:gd name="connsiteY5-29238" fmla="*/ 6809549 h 6858000"/>
              <a:gd name="connsiteX6-29239" fmla="*/ 198506 w 1605470"/>
              <a:gd name="connsiteY6-29240" fmla="*/ 6715115 h 6858000"/>
              <a:gd name="connsiteX7-29241" fmla="*/ 208357 w 1605470"/>
              <a:gd name="connsiteY7-29242" fmla="*/ 6680170 h 6858000"/>
              <a:gd name="connsiteX8-29243" fmla="*/ 233907 w 1605470"/>
              <a:gd name="connsiteY8-29244" fmla="*/ 6621207 h 6858000"/>
              <a:gd name="connsiteX9-29245" fmla="*/ 250564 w 1605470"/>
              <a:gd name="connsiteY9-29246" fmla="*/ 6596265 h 6858000"/>
              <a:gd name="connsiteX10-29247" fmla="*/ 250443 w 1605470"/>
              <a:gd name="connsiteY10-29248" fmla="*/ 6594818 h 6858000"/>
              <a:gd name="connsiteX11-29249" fmla="*/ 254688 w 1605470"/>
              <a:gd name="connsiteY11-29250" fmla="*/ 6593735 h 6858000"/>
              <a:gd name="connsiteX12-29251" fmla="*/ 257885 w 1605470"/>
              <a:gd name="connsiteY12-29252" fmla="*/ 6589172 h 6858000"/>
              <a:gd name="connsiteX13-29253" fmla="*/ 261179 w 1605470"/>
              <a:gd name="connsiteY13-29254" fmla="*/ 6574442 h 6858000"/>
              <a:gd name="connsiteX14-29255" fmla="*/ 261519 w 1605470"/>
              <a:gd name="connsiteY14-29256" fmla="*/ 6568530 h 6858000"/>
              <a:gd name="connsiteX15-29257" fmla="*/ 263928 w 1605470"/>
              <a:gd name="connsiteY15-29258" fmla="*/ 6560674 h 6858000"/>
              <a:gd name="connsiteX16-29259" fmla="*/ 264273 w 1605470"/>
              <a:gd name="connsiteY16-29260" fmla="*/ 6560598 h 6858000"/>
              <a:gd name="connsiteX17-29261" fmla="*/ 265970 w 1605470"/>
              <a:gd name="connsiteY17-29262" fmla="*/ 6553006 h 6858000"/>
              <a:gd name="connsiteX18-29263" fmla="*/ 270666 w 1605470"/>
              <a:gd name="connsiteY18-29264" fmla="*/ 6514360 h 6858000"/>
              <a:gd name="connsiteX19-29265" fmla="*/ 312320 w 1605470"/>
              <a:gd name="connsiteY19-29266" fmla="*/ 6478062 h 6858000"/>
              <a:gd name="connsiteX20-29267" fmla="*/ 323009 w 1605470"/>
              <a:gd name="connsiteY20-29268" fmla="*/ 6460325 h 6858000"/>
              <a:gd name="connsiteX21-29269" fmla="*/ 330242 w 1605470"/>
              <a:gd name="connsiteY21-29270" fmla="*/ 6451488 h 6858000"/>
              <a:gd name="connsiteX22-29271" fmla="*/ 331677 w 1605470"/>
              <a:gd name="connsiteY22-29272" fmla="*/ 6451348 h 6858000"/>
              <a:gd name="connsiteX23-29273" fmla="*/ 336035 w 1605470"/>
              <a:gd name="connsiteY23-29274" fmla="*/ 6414240 h 6858000"/>
              <a:gd name="connsiteX24-29275" fmla="*/ 338911 w 1605470"/>
              <a:gd name="connsiteY24-29276" fmla="*/ 6410269 h 6858000"/>
              <a:gd name="connsiteX25-29277" fmla="*/ 338811 w 1605470"/>
              <a:gd name="connsiteY25-29278" fmla="*/ 6384857 h 6858000"/>
              <a:gd name="connsiteX26-29279" fmla="*/ 340328 w 1605470"/>
              <a:gd name="connsiteY26-29280" fmla="*/ 6372381 h 6858000"/>
              <a:gd name="connsiteX27-29281" fmla="*/ 337522 w 1605470"/>
              <a:gd name="connsiteY27-29282" fmla="*/ 6367510 h 6858000"/>
              <a:gd name="connsiteX28-29283" fmla="*/ 341402 w 1605470"/>
              <a:gd name="connsiteY28-29284" fmla="*/ 6349778 h 6858000"/>
              <a:gd name="connsiteX29-29285" fmla="*/ 343067 w 1605470"/>
              <a:gd name="connsiteY29-29286" fmla="*/ 6348250 h 6858000"/>
              <a:gd name="connsiteX30-29287" fmla="*/ 359101 w 1605470"/>
              <a:gd name="connsiteY30-29288" fmla="*/ 6281972 h 6858000"/>
              <a:gd name="connsiteX31-29289" fmla="*/ 369864 w 1605470"/>
              <a:gd name="connsiteY31-29290" fmla="*/ 6211940 h 6858000"/>
              <a:gd name="connsiteX32-29291" fmla="*/ 411359 w 1605470"/>
              <a:gd name="connsiteY32-29292" fmla="*/ 6113913 h 6858000"/>
              <a:gd name="connsiteX33-29293" fmla="*/ 415652 w 1605470"/>
              <a:gd name="connsiteY33-29294" fmla="*/ 6028119 h 6858000"/>
              <a:gd name="connsiteX34-29295" fmla="*/ 442432 w 1605470"/>
              <a:gd name="connsiteY34-29296" fmla="*/ 5934687 h 6858000"/>
              <a:gd name="connsiteX35-29297" fmla="*/ 476444 w 1605470"/>
              <a:gd name="connsiteY35-29298" fmla="*/ 5765594 h 6858000"/>
              <a:gd name="connsiteX36-29299" fmla="*/ 508280 w 1605470"/>
              <a:gd name="connsiteY36-29300" fmla="*/ 5693685 h 6858000"/>
              <a:gd name="connsiteX37-29301" fmla="*/ 528335 w 1605470"/>
              <a:gd name="connsiteY37-29302" fmla="*/ 5665173 h 6858000"/>
              <a:gd name="connsiteX38-29303" fmla="*/ 562052 w 1605470"/>
              <a:gd name="connsiteY38-29304" fmla="*/ 5563435 h 6858000"/>
              <a:gd name="connsiteX39-29305" fmla="*/ 591557 w 1605470"/>
              <a:gd name="connsiteY39-29306" fmla="*/ 5476393 h 6858000"/>
              <a:gd name="connsiteX40-29307" fmla="*/ 622750 w 1605470"/>
              <a:gd name="connsiteY40-29308" fmla="*/ 5396260 h 6858000"/>
              <a:gd name="connsiteX41-29309" fmla="*/ 638731 w 1605470"/>
              <a:gd name="connsiteY41-29310" fmla="*/ 5330009 h 6858000"/>
              <a:gd name="connsiteX42-29311" fmla="*/ 672224 w 1605470"/>
              <a:gd name="connsiteY42-29312" fmla="*/ 5273739 h 6858000"/>
              <a:gd name="connsiteX43-29313" fmla="*/ 681823 w 1605470"/>
              <a:gd name="connsiteY43-29314" fmla="*/ 5241779 h 6858000"/>
              <a:gd name="connsiteX44-29315" fmla="*/ 693049 w 1605470"/>
              <a:gd name="connsiteY44-29316" fmla="*/ 5225268 h 6858000"/>
              <a:gd name="connsiteX45-29317" fmla="*/ 694069 w 1605470"/>
              <a:gd name="connsiteY45-29318" fmla="*/ 5217684 h 6858000"/>
              <a:gd name="connsiteX46-29319" fmla="*/ 701410 w 1605470"/>
              <a:gd name="connsiteY46-29320" fmla="*/ 5193377 h 6858000"/>
              <a:gd name="connsiteX47-29321" fmla="*/ 704713 w 1605470"/>
              <a:gd name="connsiteY47-29322" fmla="*/ 5179288 h 6858000"/>
              <a:gd name="connsiteX48-29323" fmla="*/ 705697 w 1605470"/>
              <a:gd name="connsiteY48-29324" fmla="*/ 5173621 h 6858000"/>
              <a:gd name="connsiteX49-29325" fmla="*/ 701331 w 1605470"/>
              <a:gd name="connsiteY49-29326" fmla="*/ 5159961 h 6858000"/>
              <a:gd name="connsiteX50-29327" fmla="*/ 708008 w 1605470"/>
              <a:gd name="connsiteY50-29328" fmla="*/ 5144295 h 6858000"/>
              <a:gd name="connsiteX51-29329" fmla="*/ 704941 w 1605470"/>
              <a:gd name="connsiteY51-29330" fmla="*/ 5125185 h 6858000"/>
              <a:gd name="connsiteX52-29331" fmla="*/ 711771 w 1605470"/>
              <a:gd name="connsiteY52-29332" fmla="*/ 5121884 h 6858000"/>
              <a:gd name="connsiteX53-29333" fmla="*/ 718807 w 1605470"/>
              <a:gd name="connsiteY53-29334" fmla="*/ 5067850 h 6858000"/>
              <a:gd name="connsiteX54-29335" fmla="*/ 721538 w 1605470"/>
              <a:gd name="connsiteY54-29336" fmla="*/ 5060861 h 6858000"/>
              <a:gd name="connsiteX55-29337" fmla="*/ 718242 w 1605470"/>
              <a:gd name="connsiteY55-29338" fmla="*/ 5034192 h 6858000"/>
              <a:gd name="connsiteX56-29339" fmla="*/ 719796 w 1605470"/>
              <a:gd name="connsiteY56-29340" fmla="*/ 4993030 h 6858000"/>
              <a:gd name="connsiteX57-29341" fmla="*/ 726705 w 1605470"/>
              <a:gd name="connsiteY57-29342" fmla="*/ 4946844 h 6858000"/>
              <a:gd name="connsiteX58-29343" fmla="*/ 722561 w 1605470"/>
              <a:gd name="connsiteY58-29344" fmla="*/ 4932692 h 6858000"/>
              <a:gd name="connsiteX59-29345" fmla="*/ 737964 w 1605470"/>
              <a:gd name="connsiteY59-29346" fmla="*/ 4858827 h 6858000"/>
              <a:gd name="connsiteX60-29347" fmla="*/ 732118 w 1605470"/>
              <a:gd name="connsiteY60-29348" fmla="*/ 4801535 h 6858000"/>
              <a:gd name="connsiteX61-29349" fmla="*/ 739787 w 1605470"/>
              <a:gd name="connsiteY61-29350" fmla="*/ 4797794 h 6858000"/>
              <a:gd name="connsiteX62-29351" fmla="*/ 741081 w 1605470"/>
              <a:gd name="connsiteY62-29352" fmla="*/ 4784526 h 6858000"/>
              <a:gd name="connsiteX63-29353" fmla="*/ 742865 w 1605470"/>
              <a:gd name="connsiteY63-29354" fmla="*/ 4781211 h 6858000"/>
              <a:gd name="connsiteX64-29355" fmla="*/ 751652 w 1605470"/>
              <a:gd name="connsiteY64-29356" fmla="*/ 4761984 h 6858000"/>
              <a:gd name="connsiteX65-29357" fmla="*/ 747700 w 1605470"/>
              <a:gd name="connsiteY65-29358" fmla="*/ 4690749 h 6858000"/>
              <a:gd name="connsiteX66-29359" fmla="*/ 743180 w 1605470"/>
              <a:gd name="connsiteY66-29360" fmla="*/ 4584173 h 6858000"/>
              <a:gd name="connsiteX67-29361" fmla="*/ 738263 w 1605470"/>
              <a:gd name="connsiteY67-29362" fmla="*/ 4444346 h 6858000"/>
              <a:gd name="connsiteX68-29363" fmla="*/ 734828 w 1605470"/>
              <a:gd name="connsiteY68-29364" fmla="*/ 4375228 h 6858000"/>
              <a:gd name="connsiteX69-29365" fmla="*/ 715481 w 1605470"/>
              <a:gd name="connsiteY69-29366" fmla="*/ 4214165 h 6858000"/>
              <a:gd name="connsiteX70-29367" fmla="*/ 719554 w 1605470"/>
              <a:gd name="connsiteY70-29368" fmla="*/ 4090296 h 6858000"/>
              <a:gd name="connsiteX71-29369" fmla="*/ 704810 w 1605470"/>
              <a:gd name="connsiteY71-29370" fmla="*/ 4033999 h 6858000"/>
              <a:gd name="connsiteX72-29371" fmla="*/ 705959 w 1605470"/>
              <a:gd name="connsiteY72-29372" fmla="*/ 4031933 h 6858000"/>
              <a:gd name="connsiteX73-29373" fmla="*/ 704535 w 1605470"/>
              <a:gd name="connsiteY73-29374" fmla="*/ 4013953 h 6858000"/>
              <a:gd name="connsiteX74-29375" fmla="*/ 700443 w 1605470"/>
              <a:gd name="connsiteY74-29376" fmla="*/ 4010511 h 6858000"/>
              <a:gd name="connsiteX75-29377" fmla="*/ 698282 w 1605470"/>
              <a:gd name="connsiteY75-29378" fmla="*/ 3998331 h 6858000"/>
              <a:gd name="connsiteX76-29379" fmla="*/ 690830 w 1605470"/>
              <a:gd name="connsiteY76-29380" fmla="*/ 3974753 h 6858000"/>
              <a:gd name="connsiteX77-29381" fmla="*/ 692428 w 1605470"/>
              <a:gd name="connsiteY77-29382" fmla="*/ 3969950 h 6858000"/>
              <a:gd name="connsiteX78-29383" fmla="*/ 685850 w 1605470"/>
              <a:gd name="connsiteY78-29384" fmla="*/ 3933779 h 6858000"/>
              <a:gd name="connsiteX79-29385" fmla="*/ 687181 w 1605470"/>
              <a:gd name="connsiteY79-29386" fmla="*/ 3933093 h 6858000"/>
              <a:gd name="connsiteX80-29387" fmla="*/ 691535 w 1605470"/>
              <a:gd name="connsiteY80-29388" fmla="*/ 3922082 h 6858000"/>
              <a:gd name="connsiteX81-29389" fmla="*/ 696613 w 1605470"/>
              <a:gd name="connsiteY81-29390" fmla="*/ 3901461 h 6858000"/>
              <a:gd name="connsiteX82-29391" fmla="*/ 719207 w 1605470"/>
              <a:gd name="connsiteY82-29392" fmla="*/ 3813873 h 6858000"/>
              <a:gd name="connsiteX83-29393" fmla="*/ 718632 w 1605470"/>
              <a:gd name="connsiteY83-29394" fmla="*/ 3806161 h 6858000"/>
              <a:gd name="connsiteX84-29395" fmla="*/ 718939 w 1605470"/>
              <a:gd name="connsiteY84-29396" fmla="*/ 3805957 h 6858000"/>
              <a:gd name="connsiteX85-29397" fmla="*/ 718966 w 1605470"/>
              <a:gd name="connsiteY85-29398" fmla="*/ 3797724 h 6858000"/>
              <a:gd name="connsiteX86-29399" fmla="*/ 717581 w 1605470"/>
              <a:gd name="connsiteY86-29400" fmla="*/ 3792098 h 6858000"/>
              <a:gd name="connsiteX87-29401" fmla="*/ 716465 w 1605470"/>
              <a:gd name="connsiteY87-29402" fmla="*/ 3777135 h 6858000"/>
              <a:gd name="connsiteX88-29403" fmla="*/ 718198 w 1605470"/>
              <a:gd name="connsiteY88-29404" fmla="*/ 3771656 h 6858000"/>
              <a:gd name="connsiteX89-29405" fmla="*/ 721941 w 1605470"/>
              <a:gd name="connsiteY89-29406" fmla="*/ 3769007 h 6858000"/>
              <a:gd name="connsiteX90-29407" fmla="*/ 721407 w 1605470"/>
              <a:gd name="connsiteY90-29408" fmla="*/ 3767709 h 6858000"/>
              <a:gd name="connsiteX91-29409" fmla="*/ 730103 w 1605470"/>
              <a:gd name="connsiteY91-29410" fmla="*/ 3738082 h 6858000"/>
              <a:gd name="connsiteX92-29411" fmla="*/ 737449 w 1605470"/>
              <a:gd name="connsiteY92-29412" fmla="*/ 3673397 h 6858000"/>
              <a:gd name="connsiteX93-29413" fmla="*/ 736745 w 1605470"/>
              <a:gd name="connsiteY93-29414" fmla="*/ 3637109 h 6858000"/>
              <a:gd name="connsiteX94-29415" fmla="*/ 740188 w 1605470"/>
              <a:gd name="connsiteY94-29416" fmla="*/ 3536883 h 6858000"/>
              <a:gd name="connsiteX95-29417" fmla="*/ 747726 w 1605470"/>
              <a:gd name="connsiteY95-29418" fmla="*/ 3435652 h 6858000"/>
              <a:gd name="connsiteX96-29419" fmla="*/ 770510 w 1605470"/>
              <a:gd name="connsiteY96-29420" fmla="*/ 3361844 h 6858000"/>
              <a:gd name="connsiteX97-29421" fmla="*/ 766158 w 1605470"/>
              <a:gd name="connsiteY97-29422" fmla="*/ 3349058 h 6858000"/>
              <a:gd name="connsiteX98-29423" fmla="*/ 764166 w 1605470"/>
              <a:gd name="connsiteY98-29424" fmla="*/ 3341588 h 6858000"/>
              <a:gd name="connsiteX99-29425" fmla="*/ 749397 w 1605470"/>
              <a:gd name="connsiteY99-29426" fmla="*/ 3307769 h 6858000"/>
              <a:gd name="connsiteX100-29427" fmla="*/ 766960 w 1605470"/>
              <a:gd name="connsiteY100-29428" fmla="*/ 3250522 h 6858000"/>
              <a:gd name="connsiteX101-29429" fmla="*/ 767385 w 1605470"/>
              <a:gd name="connsiteY101-29430" fmla="*/ 3229163 h 6858000"/>
              <a:gd name="connsiteX102-29431" fmla="*/ 769208 w 1605470"/>
              <a:gd name="connsiteY102-29432" fmla="*/ 3217217 h 6858000"/>
              <a:gd name="connsiteX103-29433" fmla="*/ 770350 w 1605470"/>
              <a:gd name="connsiteY103-29434" fmla="*/ 3216125 h 6858000"/>
              <a:gd name="connsiteX104-29435" fmla="*/ 756043 w 1605470"/>
              <a:gd name="connsiteY104-29436" fmla="*/ 3183755 h 6858000"/>
              <a:gd name="connsiteX105-29437" fmla="*/ 756544 w 1605470"/>
              <a:gd name="connsiteY105-29438" fmla="*/ 3178642 h 6858000"/>
              <a:gd name="connsiteX106-29439" fmla="*/ 744144 w 1605470"/>
              <a:gd name="connsiteY106-29440" fmla="*/ 3158586 h 6858000"/>
              <a:gd name="connsiteX107-29441" fmla="*/ 739378 w 1605470"/>
              <a:gd name="connsiteY107-29442" fmla="*/ 3147669 h 6858000"/>
              <a:gd name="connsiteX108-29443" fmla="*/ 734648 w 1605470"/>
              <a:gd name="connsiteY108-29444" fmla="*/ 3145733 h 6858000"/>
              <a:gd name="connsiteX109-29445" fmla="*/ 729329 w 1605470"/>
              <a:gd name="connsiteY109-29446" fmla="*/ 3129034 h 6858000"/>
              <a:gd name="connsiteX110-29447" fmla="*/ 729994 w 1605470"/>
              <a:gd name="connsiteY110-29448" fmla="*/ 3126682 h 6858000"/>
              <a:gd name="connsiteX111-29449" fmla="*/ 720862 w 1605470"/>
              <a:gd name="connsiteY111-29450" fmla="*/ 3114519 h 6858000"/>
              <a:gd name="connsiteX112-29451" fmla="*/ 707471 w 1605470"/>
              <a:gd name="connsiteY112-29452" fmla="*/ 3106272 h 6858000"/>
              <a:gd name="connsiteX113-29453" fmla="*/ 680201 w 1605470"/>
              <a:gd name="connsiteY113-29454" fmla="*/ 2958185 h 6858000"/>
              <a:gd name="connsiteX114-29455" fmla="*/ 622815 w 1605470"/>
              <a:gd name="connsiteY114-29456" fmla="*/ 2762989 h 6858000"/>
              <a:gd name="connsiteX115-29457" fmla="*/ 571733 w 1605470"/>
              <a:gd name="connsiteY115-29458" fmla="*/ 2554718 h 6858000"/>
              <a:gd name="connsiteX116-29459" fmla="*/ 551827 w 1605470"/>
              <a:gd name="connsiteY116-29460" fmla="*/ 2485734 h 6858000"/>
              <a:gd name="connsiteX117-29461" fmla="*/ 542550 w 1605470"/>
              <a:gd name="connsiteY117-29462" fmla="*/ 2447068 h 6858000"/>
              <a:gd name="connsiteX118-29463" fmla="*/ 529511 w 1605470"/>
              <a:gd name="connsiteY118-29464" fmla="*/ 2425819 h 6858000"/>
              <a:gd name="connsiteX119-29465" fmla="*/ 528878 w 1605470"/>
              <a:gd name="connsiteY119-29466" fmla="*/ 2408971 h 6858000"/>
              <a:gd name="connsiteX120-29467" fmla="*/ 535510 w 1605470"/>
              <a:gd name="connsiteY120-29468" fmla="*/ 2402874 h 6858000"/>
              <a:gd name="connsiteX121-29469" fmla="*/ 538122 w 1605470"/>
              <a:gd name="connsiteY121-29470" fmla="*/ 2381443 h 6858000"/>
              <a:gd name="connsiteX122-29471" fmla="*/ 514451 w 1605470"/>
              <a:gd name="connsiteY122-29472" fmla="*/ 2261920 h 6858000"/>
              <a:gd name="connsiteX123-29473" fmla="*/ 504338 w 1605470"/>
              <a:gd name="connsiteY123-29474" fmla="*/ 2195378 h 6858000"/>
              <a:gd name="connsiteX124-29475" fmla="*/ 488555 w 1605470"/>
              <a:gd name="connsiteY124-29476" fmla="*/ 2155135 h 6858000"/>
              <a:gd name="connsiteX125-29477" fmla="*/ 486013 w 1605470"/>
              <a:gd name="connsiteY125-29478" fmla="*/ 2118008 h 6858000"/>
              <a:gd name="connsiteX126-29479" fmla="*/ 487006 w 1605470"/>
              <a:gd name="connsiteY126-29480" fmla="*/ 2050531 h 6858000"/>
              <a:gd name="connsiteX127-29481" fmla="*/ 478812 w 1605470"/>
              <a:gd name="connsiteY127-29482" fmla="*/ 1963269 h 6858000"/>
              <a:gd name="connsiteX128-29483" fmla="*/ 459990 w 1605470"/>
              <a:gd name="connsiteY128-29484" fmla="*/ 1906352 h 6858000"/>
              <a:gd name="connsiteX129-29485" fmla="*/ 436547 w 1605470"/>
              <a:gd name="connsiteY129-29486" fmla="*/ 1861531 h 6858000"/>
              <a:gd name="connsiteX130-29487" fmla="*/ 390346 w 1605470"/>
              <a:gd name="connsiteY130-29488" fmla="*/ 1732919 h 6858000"/>
              <a:gd name="connsiteX131-29489" fmla="*/ 362657 w 1605470"/>
              <a:gd name="connsiteY131-29490" fmla="*/ 1663540 h 6858000"/>
              <a:gd name="connsiteX132-29491" fmla="*/ 361783 w 1605470"/>
              <a:gd name="connsiteY132-29492" fmla="*/ 1615777 h 6858000"/>
              <a:gd name="connsiteX133-29493" fmla="*/ 342578 w 1605470"/>
              <a:gd name="connsiteY133-29494" fmla="*/ 1563678 h 6858000"/>
              <a:gd name="connsiteX134-29495" fmla="*/ 355658 w 1605470"/>
              <a:gd name="connsiteY134-29496" fmla="*/ 1519474 h 6858000"/>
              <a:gd name="connsiteX135-29497" fmla="*/ 348400 w 1605470"/>
              <a:gd name="connsiteY135-29498" fmla="*/ 1477995 h 6858000"/>
              <a:gd name="connsiteX136-29499" fmla="*/ 334485 w 1605470"/>
              <a:gd name="connsiteY136-29500" fmla="*/ 1373769 h 6858000"/>
              <a:gd name="connsiteX137-29501" fmla="*/ 342792 w 1605470"/>
              <a:gd name="connsiteY137-29502" fmla="*/ 1307086 h 6858000"/>
              <a:gd name="connsiteX138-29503" fmla="*/ 343980 w 1605470"/>
              <a:gd name="connsiteY138-29504" fmla="*/ 1189033 h 6858000"/>
              <a:gd name="connsiteX139-29505" fmla="*/ 348665 w 1605470"/>
              <a:gd name="connsiteY139-29506" fmla="*/ 1168288 h 6858000"/>
              <a:gd name="connsiteX140-29507" fmla="*/ 340947 w 1605470"/>
              <a:gd name="connsiteY140-29508" fmla="*/ 1142577 h 6858000"/>
              <a:gd name="connsiteX141-29509" fmla="*/ 330253 w 1605470"/>
              <a:gd name="connsiteY141-29510" fmla="*/ 1088484 h 6858000"/>
              <a:gd name="connsiteX142-29511" fmla="*/ 318989 w 1605470"/>
              <a:gd name="connsiteY142-29512" fmla="*/ 1016103 h 6858000"/>
              <a:gd name="connsiteX143-29513" fmla="*/ 320445 w 1605470"/>
              <a:gd name="connsiteY143-29514" fmla="*/ 932283 h 6858000"/>
              <a:gd name="connsiteX144-29515" fmla="*/ 322681 w 1605470"/>
              <a:gd name="connsiteY144-29516" fmla="*/ 915925 h 6858000"/>
              <a:gd name="connsiteX145-29517" fmla="*/ 315310 w 1605470"/>
              <a:gd name="connsiteY145-29518" fmla="*/ 896999 h 6858000"/>
              <a:gd name="connsiteX146-29519" fmla="*/ 284718 w 1605470"/>
              <a:gd name="connsiteY146-29520" fmla="*/ 821517 h 6858000"/>
              <a:gd name="connsiteX147-29521" fmla="*/ 263668 w 1605470"/>
              <a:gd name="connsiteY147-29522" fmla="*/ 751353 h 6858000"/>
              <a:gd name="connsiteX148-29523" fmla="*/ 263226 w 1605470"/>
              <a:gd name="connsiteY148-29524" fmla="*/ 721230 h 6858000"/>
              <a:gd name="connsiteX149-29525" fmla="*/ 248897 w 1605470"/>
              <a:gd name="connsiteY149-29526" fmla="*/ 681659 h 6858000"/>
              <a:gd name="connsiteX150-29527" fmla="*/ 234316 w 1605470"/>
              <a:gd name="connsiteY150-29528" fmla="*/ 635218 h 6858000"/>
              <a:gd name="connsiteX151-29529" fmla="*/ 239327 w 1605470"/>
              <a:gd name="connsiteY151-29530" fmla="*/ 613763 h 6858000"/>
              <a:gd name="connsiteX152-29531" fmla="*/ 225269 w 1605470"/>
              <a:gd name="connsiteY152-29532" fmla="*/ 598582 h 6858000"/>
              <a:gd name="connsiteX153-29533" fmla="*/ 224950 w 1605470"/>
              <a:gd name="connsiteY153-29534" fmla="*/ 576846 h 6858000"/>
              <a:gd name="connsiteX154-29535" fmla="*/ 204576 w 1605470"/>
              <a:gd name="connsiteY154-29536" fmla="*/ 530055 h 6858000"/>
              <a:gd name="connsiteX155-29537" fmla="*/ 219064 w 1605470"/>
              <a:gd name="connsiteY155-29538" fmla="*/ 469651 h 6858000"/>
              <a:gd name="connsiteX156-29539" fmla="*/ 195012 w 1605470"/>
              <a:gd name="connsiteY156-29540" fmla="*/ 448559 h 6858000"/>
              <a:gd name="connsiteX157-29541" fmla="*/ 201434 w 1605470"/>
              <a:gd name="connsiteY157-29542" fmla="*/ 441529 h 6858000"/>
              <a:gd name="connsiteX158-29543" fmla="*/ 200655 w 1605470"/>
              <a:gd name="connsiteY158-29544" fmla="*/ 428927 h 6858000"/>
              <a:gd name="connsiteX159-29545" fmla="*/ 190059 w 1605470"/>
              <a:gd name="connsiteY159-29546" fmla="*/ 430161 h 6858000"/>
              <a:gd name="connsiteX160-29547" fmla="*/ 167079 w 1605470"/>
              <a:gd name="connsiteY160-29548" fmla="*/ 367211 h 6858000"/>
              <a:gd name="connsiteX161-29549" fmla="*/ 124571 w 1605470"/>
              <a:gd name="connsiteY161-29550" fmla="*/ 302178 h 6858000"/>
              <a:gd name="connsiteX162-29551" fmla="*/ 103243 w 1605470"/>
              <a:gd name="connsiteY162-29552" fmla="*/ 211375 h 6858000"/>
              <a:gd name="connsiteX163-29553" fmla="*/ 94571 w 1605470"/>
              <a:gd name="connsiteY163-29554" fmla="*/ 184179 h 6858000"/>
              <a:gd name="connsiteX164-29555" fmla="*/ 13437 w 1605470"/>
              <a:gd name="connsiteY164-29556" fmla="*/ 19287 h 6858000"/>
              <a:gd name="connsiteX165-29557" fmla="*/ 0 w 1605470"/>
              <a:gd name="connsiteY165-29558" fmla="*/ 0 h 6858000"/>
              <a:gd name="connsiteX0-29559" fmla="*/ 0 w 1605470"/>
              <a:gd name="connsiteY0-29560" fmla="*/ 0 h 6858000"/>
              <a:gd name="connsiteX1-29561" fmla="*/ 1605470 w 1605470"/>
              <a:gd name="connsiteY1-29562" fmla="*/ 0 h 6858000"/>
              <a:gd name="connsiteX2-29563" fmla="*/ 1605470 w 1605470"/>
              <a:gd name="connsiteY2-29564" fmla="*/ 6858000 h 6858000"/>
              <a:gd name="connsiteX3-29565" fmla="*/ 154105 w 1605470"/>
              <a:gd name="connsiteY3-29566" fmla="*/ 6858000 h 6858000"/>
              <a:gd name="connsiteX4-29567" fmla="*/ 154246 w 1605470"/>
              <a:gd name="connsiteY4-29568" fmla="*/ 6857735 h 6858000"/>
              <a:gd name="connsiteX5-29569" fmla="*/ 166295 w 1605470"/>
              <a:gd name="connsiteY5-29570" fmla="*/ 6809549 h 6858000"/>
              <a:gd name="connsiteX6-29571" fmla="*/ 198506 w 1605470"/>
              <a:gd name="connsiteY6-29572" fmla="*/ 6715115 h 6858000"/>
              <a:gd name="connsiteX7-29573" fmla="*/ 208357 w 1605470"/>
              <a:gd name="connsiteY7-29574" fmla="*/ 6680170 h 6858000"/>
              <a:gd name="connsiteX8-29575" fmla="*/ 233907 w 1605470"/>
              <a:gd name="connsiteY8-29576" fmla="*/ 6621207 h 6858000"/>
              <a:gd name="connsiteX9-29577" fmla="*/ 250564 w 1605470"/>
              <a:gd name="connsiteY9-29578" fmla="*/ 6596265 h 6858000"/>
              <a:gd name="connsiteX10-29579" fmla="*/ 250443 w 1605470"/>
              <a:gd name="connsiteY10-29580" fmla="*/ 6594818 h 6858000"/>
              <a:gd name="connsiteX11-29581" fmla="*/ 254688 w 1605470"/>
              <a:gd name="connsiteY11-29582" fmla="*/ 6593735 h 6858000"/>
              <a:gd name="connsiteX12-29583" fmla="*/ 257885 w 1605470"/>
              <a:gd name="connsiteY12-29584" fmla="*/ 6589172 h 6858000"/>
              <a:gd name="connsiteX13-29585" fmla="*/ 261179 w 1605470"/>
              <a:gd name="connsiteY13-29586" fmla="*/ 6574442 h 6858000"/>
              <a:gd name="connsiteX14-29587" fmla="*/ 261519 w 1605470"/>
              <a:gd name="connsiteY14-29588" fmla="*/ 6568530 h 6858000"/>
              <a:gd name="connsiteX15-29589" fmla="*/ 263928 w 1605470"/>
              <a:gd name="connsiteY15-29590" fmla="*/ 6560674 h 6858000"/>
              <a:gd name="connsiteX16-29591" fmla="*/ 264273 w 1605470"/>
              <a:gd name="connsiteY16-29592" fmla="*/ 6560598 h 6858000"/>
              <a:gd name="connsiteX17-29593" fmla="*/ 265970 w 1605470"/>
              <a:gd name="connsiteY17-29594" fmla="*/ 6553006 h 6858000"/>
              <a:gd name="connsiteX18-29595" fmla="*/ 270666 w 1605470"/>
              <a:gd name="connsiteY18-29596" fmla="*/ 6514360 h 6858000"/>
              <a:gd name="connsiteX19-29597" fmla="*/ 312320 w 1605470"/>
              <a:gd name="connsiteY19-29598" fmla="*/ 6478062 h 6858000"/>
              <a:gd name="connsiteX20-29599" fmla="*/ 323009 w 1605470"/>
              <a:gd name="connsiteY20-29600" fmla="*/ 6460325 h 6858000"/>
              <a:gd name="connsiteX21-29601" fmla="*/ 330242 w 1605470"/>
              <a:gd name="connsiteY21-29602" fmla="*/ 6451488 h 6858000"/>
              <a:gd name="connsiteX22-29603" fmla="*/ 331677 w 1605470"/>
              <a:gd name="connsiteY22-29604" fmla="*/ 6451348 h 6858000"/>
              <a:gd name="connsiteX23-29605" fmla="*/ 336035 w 1605470"/>
              <a:gd name="connsiteY23-29606" fmla="*/ 6414240 h 6858000"/>
              <a:gd name="connsiteX24-29607" fmla="*/ 338911 w 1605470"/>
              <a:gd name="connsiteY24-29608" fmla="*/ 6410269 h 6858000"/>
              <a:gd name="connsiteX25-29609" fmla="*/ 338811 w 1605470"/>
              <a:gd name="connsiteY25-29610" fmla="*/ 6384857 h 6858000"/>
              <a:gd name="connsiteX26-29611" fmla="*/ 340328 w 1605470"/>
              <a:gd name="connsiteY26-29612" fmla="*/ 6372381 h 6858000"/>
              <a:gd name="connsiteX27-29613" fmla="*/ 337522 w 1605470"/>
              <a:gd name="connsiteY27-29614" fmla="*/ 6367510 h 6858000"/>
              <a:gd name="connsiteX28-29615" fmla="*/ 341402 w 1605470"/>
              <a:gd name="connsiteY28-29616" fmla="*/ 6349778 h 6858000"/>
              <a:gd name="connsiteX29-29617" fmla="*/ 343067 w 1605470"/>
              <a:gd name="connsiteY29-29618" fmla="*/ 6348250 h 6858000"/>
              <a:gd name="connsiteX30-29619" fmla="*/ 359101 w 1605470"/>
              <a:gd name="connsiteY30-29620" fmla="*/ 6281972 h 6858000"/>
              <a:gd name="connsiteX31-29621" fmla="*/ 369864 w 1605470"/>
              <a:gd name="connsiteY31-29622" fmla="*/ 6211940 h 6858000"/>
              <a:gd name="connsiteX32-29623" fmla="*/ 411359 w 1605470"/>
              <a:gd name="connsiteY32-29624" fmla="*/ 6113913 h 6858000"/>
              <a:gd name="connsiteX33-29625" fmla="*/ 415652 w 1605470"/>
              <a:gd name="connsiteY33-29626" fmla="*/ 6028119 h 6858000"/>
              <a:gd name="connsiteX34-29627" fmla="*/ 442432 w 1605470"/>
              <a:gd name="connsiteY34-29628" fmla="*/ 5934687 h 6858000"/>
              <a:gd name="connsiteX35-29629" fmla="*/ 476444 w 1605470"/>
              <a:gd name="connsiteY35-29630" fmla="*/ 5765594 h 6858000"/>
              <a:gd name="connsiteX36-29631" fmla="*/ 508280 w 1605470"/>
              <a:gd name="connsiteY36-29632" fmla="*/ 5693685 h 6858000"/>
              <a:gd name="connsiteX37-29633" fmla="*/ 528335 w 1605470"/>
              <a:gd name="connsiteY37-29634" fmla="*/ 5665173 h 6858000"/>
              <a:gd name="connsiteX38-29635" fmla="*/ 562052 w 1605470"/>
              <a:gd name="connsiteY38-29636" fmla="*/ 5563435 h 6858000"/>
              <a:gd name="connsiteX39-29637" fmla="*/ 591557 w 1605470"/>
              <a:gd name="connsiteY39-29638" fmla="*/ 5476393 h 6858000"/>
              <a:gd name="connsiteX40-29639" fmla="*/ 622750 w 1605470"/>
              <a:gd name="connsiteY40-29640" fmla="*/ 5396260 h 6858000"/>
              <a:gd name="connsiteX41-29641" fmla="*/ 638731 w 1605470"/>
              <a:gd name="connsiteY41-29642" fmla="*/ 5330009 h 6858000"/>
              <a:gd name="connsiteX42-29643" fmla="*/ 672224 w 1605470"/>
              <a:gd name="connsiteY42-29644" fmla="*/ 5273739 h 6858000"/>
              <a:gd name="connsiteX43-29645" fmla="*/ 681823 w 1605470"/>
              <a:gd name="connsiteY43-29646" fmla="*/ 5241779 h 6858000"/>
              <a:gd name="connsiteX44-29647" fmla="*/ 693049 w 1605470"/>
              <a:gd name="connsiteY44-29648" fmla="*/ 5225268 h 6858000"/>
              <a:gd name="connsiteX45-29649" fmla="*/ 694069 w 1605470"/>
              <a:gd name="connsiteY45-29650" fmla="*/ 5217684 h 6858000"/>
              <a:gd name="connsiteX46-29651" fmla="*/ 701410 w 1605470"/>
              <a:gd name="connsiteY46-29652" fmla="*/ 5193377 h 6858000"/>
              <a:gd name="connsiteX47-29653" fmla="*/ 704713 w 1605470"/>
              <a:gd name="connsiteY47-29654" fmla="*/ 5179288 h 6858000"/>
              <a:gd name="connsiteX48-29655" fmla="*/ 705697 w 1605470"/>
              <a:gd name="connsiteY48-29656" fmla="*/ 5173621 h 6858000"/>
              <a:gd name="connsiteX49-29657" fmla="*/ 701331 w 1605470"/>
              <a:gd name="connsiteY49-29658" fmla="*/ 5159961 h 6858000"/>
              <a:gd name="connsiteX50-29659" fmla="*/ 708008 w 1605470"/>
              <a:gd name="connsiteY50-29660" fmla="*/ 5144295 h 6858000"/>
              <a:gd name="connsiteX51-29661" fmla="*/ 704941 w 1605470"/>
              <a:gd name="connsiteY51-29662" fmla="*/ 5125185 h 6858000"/>
              <a:gd name="connsiteX52-29663" fmla="*/ 711771 w 1605470"/>
              <a:gd name="connsiteY52-29664" fmla="*/ 5121884 h 6858000"/>
              <a:gd name="connsiteX53-29665" fmla="*/ 718807 w 1605470"/>
              <a:gd name="connsiteY53-29666" fmla="*/ 5067850 h 6858000"/>
              <a:gd name="connsiteX54-29667" fmla="*/ 721538 w 1605470"/>
              <a:gd name="connsiteY54-29668" fmla="*/ 5060861 h 6858000"/>
              <a:gd name="connsiteX55-29669" fmla="*/ 718242 w 1605470"/>
              <a:gd name="connsiteY55-29670" fmla="*/ 5034192 h 6858000"/>
              <a:gd name="connsiteX56-29671" fmla="*/ 719796 w 1605470"/>
              <a:gd name="connsiteY56-29672" fmla="*/ 4993030 h 6858000"/>
              <a:gd name="connsiteX57-29673" fmla="*/ 726705 w 1605470"/>
              <a:gd name="connsiteY57-29674" fmla="*/ 4946844 h 6858000"/>
              <a:gd name="connsiteX58-29675" fmla="*/ 722561 w 1605470"/>
              <a:gd name="connsiteY58-29676" fmla="*/ 4932692 h 6858000"/>
              <a:gd name="connsiteX59-29677" fmla="*/ 737964 w 1605470"/>
              <a:gd name="connsiteY59-29678" fmla="*/ 4858827 h 6858000"/>
              <a:gd name="connsiteX60-29679" fmla="*/ 732118 w 1605470"/>
              <a:gd name="connsiteY60-29680" fmla="*/ 4801535 h 6858000"/>
              <a:gd name="connsiteX61-29681" fmla="*/ 739787 w 1605470"/>
              <a:gd name="connsiteY61-29682" fmla="*/ 4797794 h 6858000"/>
              <a:gd name="connsiteX62-29683" fmla="*/ 741081 w 1605470"/>
              <a:gd name="connsiteY62-29684" fmla="*/ 4784526 h 6858000"/>
              <a:gd name="connsiteX63-29685" fmla="*/ 742865 w 1605470"/>
              <a:gd name="connsiteY63-29686" fmla="*/ 4781211 h 6858000"/>
              <a:gd name="connsiteX64-29687" fmla="*/ 751652 w 1605470"/>
              <a:gd name="connsiteY64-29688" fmla="*/ 4761984 h 6858000"/>
              <a:gd name="connsiteX65-29689" fmla="*/ 747700 w 1605470"/>
              <a:gd name="connsiteY65-29690" fmla="*/ 4690749 h 6858000"/>
              <a:gd name="connsiteX66-29691" fmla="*/ 743180 w 1605470"/>
              <a:gd name="connsiteY66-29692" fmla="*/ 4584173 h 6858000"/>
              <a:gd name="connsiteX67-29693" fmla="*/ 738263 w 1605470"/>
              <a:gd name="connsiteY67-29694" fmla="*/ 4444346 h 6858000"/>
              <a:gd name="connsiteX68-29695" fmla="*/ 734828 w 1605470"/>
              <a:gd name="connsiteY68-29696" fmla="*/ 4375228 h 6858000"/>
              <a:gd name="connsiteX69-29697" fmla="*/ 715481 w 1605470"/>
              <a:gd name="connsiteY69-29698" fmla="*/ 4214165 h 6858000"/>
              <a:gd name="connsiteX70-29699" fmla="*/ 719554 w 1605470"/>
              <a:gd name="connsiteY70-29700" fmla="*/ 4090296 h 6858000"/>
              <a:gd name="connsiteX71-29701" fmla="*/ 704810 w 1605470"/>
              <a:gd name="connsiteY71-29702" fmla="*/ 4033999 h 6858000"/>
              <a:gd name="connsiteX72-29703" fmla="*/ 705959 w 1605470"/>
              <a:gd name="connsiteY72-29704" fmla="*/ 4031933 h 6858000"/>
              <a:gd name="connsiteX73-29705" fmla="*/ 704535 w 1605470"/>
              <a:gd name="connsiteY73-29706" fmla="*/ 4013953 h 6858000"/>
              <a:gd name="connsiteX74-29707" fmla="*/ 700443 w 1605470"/>
              <a:gd name="connsiteY74-29708" fmla="*/ 4010511 h 6858000"/>
              <a:gd name="connsiteX75-29709" fmla="*/ 698282 w 1605470"/>
              <a:gd name="connsiteY75-29710" fmla="*/ 3998331 h 6858000"/>
              <a:gd name="connsiteX76-29711" fmla="*/ 690830 w 1605470"/>
              <a:gd name="connsiteY76-29712" fmla="*/ 3974753 h 6858000"/>
              <a:gd name="connsiteX77-29713" fmla="*/ 692428 w 1605470"/>
              <a:gd name="connsiteY77-29714" fmla="*/ 3969950 h 6858000"/>
              <a:gd name="connsiteX78-29715" fmla="*/ 685850 w 1605470"/>
              <a:gd name="connsiteY78-29716" fmla="*/ 3933779 h 6858000"/>
              <a:gd name="connsiteX79-29717" fmla="*/ 687181 w 1605470"/>
              <a:gd name="connsiteY79-29718" fmla="*/ 3933093 h 6858000"/>
              <a:gd name="connsiteX80-29719" fmla="*/ 691535 w 1605470"/>
              <a:gd name="connsiteY80-29720" fmla="*/ 3922082 h 6858000"/>
              <a:gd name="connsiteX81-29721" fmla="*/ 696613 w 1605470"/>
              <a:gd name="connsiteY81-29722" fmla="*/ 3901461 h 6858000"/>
              <a:gd name="connsiteX82-29723" fmla="*/ 719207 w 1605470"/>
              <a:gd name="connsiteY82-29724" fmla="*/ 3813873 h 6858000"/>
              <a:gd name="connsiteX83-29725" fmla="*/ 718632 w 1605470"/>
              <a:gd name="connsiteY83-29726" fmla="*/ 3806161 h 6858000"/>
              <a:gd name="connsiteX84-29727" fmla="*/ 718939 w 1605470"/>
              <a:gd name="connsiteY84-29728" fmla="*/ 3805957 h 6858000"/>
              <a:gd name="connsiteX85-29729" fmla="*/ 718966 w 1605470"/>
              <a:gd name="connsiteY85-29730" fmla="*/ 3797724 h 6858000"/>
              <a:gd name="connsiteX86-29731" fmla="*/ 717581 w 1605470"/>
              <a:gd name="connsiteY86-29732" fmla="*/ 3792098 h 6858000"/>
              <a:gd name="connsiteX87-29733" fmla="*/ 716465 w 1605470"/>
              <a:gd name="connsiteY87-29734" fmla="*/ 3777135 h 6858000"/>
              <a:gd name="connsiteX88-29735" fmla="*/ 718198 w 1605470"/>
              <a:gd name="connsiteY88-29736" fmla="*/ 3771656 h 6858000"/>
              <a:gd name="connsiteX89-29737" fmla="*/ 721941 w 1605470"/>
              <a:gd name="connsiteY89-29738" fmla="*/ 3769007 h 6858000"/>
              <a:gd name="connsiteX90-29739" fmla="*/ 721407 w 1605470"/>
              <a:gd name="connsiteY90-29740" fmla="*/ 3767709 h 6858000"/>
              <a:gd name="connsiteX91-29741" fmla="*/ 730103 w 1605470"/>
              <a:gd name="connsiteY91-29742" fmla="*/ 3738082 h 6858000"/>
              <a:gd name="connsiteX92-29743" fmla="*/ 737449 w 1605470"/>
              <a:gd name="connsiteY92-29744" fmla="*/ 3673397 h 6858000"/>
              <a:gd name="connsiteX93-29745" fmla="*/ 736745 w 1605470"/>
              <a:gd name="connsiteY93-29746" fmla="*/ 3637109 h 6858000"/>
              <a:gd name="connsiteX94-29747" fmla="*/ 740188 w 1605470"/>
              <a:gd name="connsiteY94-29748" fmla="*/ 3536883 h 6858000"/>
              <a:gd name="connsiteX95-29749" fmla="*/ 747726 w 1605470"/>
              <a:gd name="connsiteY95-29750" fmla="*/ 3435652 h 6858000"/>
              <a:gd name="connsiteX96-29751" fmla="*/ 770510 w 1605470"/>
              <a:gd name="connsiteY96-29752" fmla="*/ 3361844 h 6858000"/>
              <a:gd name="connsiteX97-29753" fmla="*/ 766158 w 1605470"/>
              <a:gd name="connsiteY97-29754" fmla="*/ 3349058 h 6858000"/>
              <a:gd name="connsiteX98-29755" fmla="*/ 749397 w 1605470"/>
              <a:gd name="connsiteY98-29756" fmla="*/ 3307769 h 6858000"/>
              <a:gd name="connsiteX99-29757" fmla="*/ 766960 w 1605470"/>
              <a:gd name="connsiteY99-29758" fmla="*/ 3250522 h 6858000"/>
              <a:gd name="connsiteX100-29759" fmla="*/ 767385 w 1605470"/>
              <a:gd name="connsiteY100-29760" fmla="*/ 3229163 h 6858000"/>
              <a:gd name="connsiteX101-29761" fmla="*/ 769208 w 1605470"/>
              <a:gd name="connsiteY101-29762" fmla="*/ 3217217 h 6858000"/>
              <a:gd name="connsiteX102-29763" fmla="*/ 770350 w 1605470"/>
              <a:gd name="connsiteY102-29764" fmla="*/ 3216125 h 6858000"/>
              <a:gd name="connsiteX103-29765" fmla="*/ 756043 w 1605470"/>
              <a:gd name="connsiteY103-29766" fmla="*/ 3183755 h 6858000"/>
              <a:gd name="connsiteX104-29767" fmla="*/ 756544 w 1605470"/>
              <a:gd name="connsiteY104-29768" fmla="*/ 3178642 h 6858000"/>
              <a:gd name="connsiteX105-29769" fmla="*/ 744144 w 1605470"/>
              <a:gd name="connsiteY105-29770" fmla="*/ 3158586 h 6858000"/>
              <a:gd name="connsiteX106-29771" fmla="*/ 739378 w 1605470"/>
              <a:gd name="connsiteY106-29772" fmla="*/ 3147669 h 6858000"/>
              <a:gd name="connsiteX107-29773" fmla="*/ 734648 w 1605470"/>
              <a:gd name="connsiteY107-29774" fmla="*/ 3145733 h 6858000"/>
              <a:gd name="connsiteX108-29775" fmla="*/ 729329 w 1605470"/>
              <a:gd name="connsiteY108-29776" fmla="*/ 3129034 h 6858000"/>
              <a:gd name="connsiteX109-29777" fmla="*/ 729994 w 1605470"/>
              <a:gd name="connsiteY109-29778" fmla="*/ 3126682 h 6858000"/>
              <a:gd name="connsiteX110-29779" fmla="*/ 720862 w 1605470"/>
              <a:gd name="connsiteY110-29780" fmla="*/ 3114519 h 6858000"/>
              <a:gd name="connsiteX111-29781" fmla="*/ 707471 w 1605470"/>
              <a:gd name="connsiteY111-29782" fmla="*/ 3106272 h 6858000"/>
              <a:gd name="connsiteX112-29783" fmla="*/ 680201 w 1605470"/>
              <a:gd name="connsiteY112-29784" fmla="*/ 2958185 h 6858000"/>
              <a:gd name="connsiteX113-29785" fmla="*/ 622815 w 1605470"/>
              <a:gd name="connsiteY113-29786" fmla="*/ 2762989 h 6858000"/>
              <a:gd name="connsiteX114-29787" fmla="*/ 571733 w 1605470"/>
              <a:gd name="connsiteY114-29788" fmla="*/ 2554718 h 6858000"/>
              <a:gd name="connsiteX115-29789" fmla="*/ 551827 w 1605470"/>
              <a:gd name="connsiteY115-29790" fmla="*/ 2485734 h 6858000"/>
              <a:gd name="connsiteX116-29791" fmla="*/ 542550 w 1605470"/>
              <a:gd name="connsiteY116-29792" fmla="*/ 2447068 h 6858000"/>
              <a:gd name="connsiteX117-29793" fmla="*/ 529511 w 1605470"/>
              <a:gd name="connsiteY117-29794" fmla="*/ 2425819 h 6858000"/>
              <a:gd name="connsiteX118-29795" fmla="*/ 528878 w 1605470"/>
              <a:gd name="connsiteY118-29796" fmla="*/ 2408971 h 6858000"/>
              <a:gd name="connsiteX119-29797" fmla="*/ 535510 w 1605470"/>
              <a:gd name="connsiteY119-29798" fmla="*/ 2402874 h 6858000"/>
              <a:gd name="connsiteX120-29799" fmla="*/ 538122 w 1605470"/>
              <a:gd name="connsiteY120-29800" fmla="*/ 2381443 h 6858000"/>
              <a:gd name="connsiteX121-29801" fmla="*/ 514451 w 1605470"/>
              <a:gd name="connsiteY121-29802" fmla="*/ 2261920 h 6858000"/>
              <a:gd name="connsiteX122-29803" fmla="*/ 504338 w 1605470"/>
              <a:gd name="connsiteY122-29804" fmla="*/ 2195378 h 6858000"/>
              <a:gd name="connsiteX123-29805" fmla="*/ 488555 w 1605470"/>
              <a:gd name="connsiteY123-29806" fmla="*/ 2155135 h 6858000"/>
              <a:gd name="connsiteX124-29807" fmla="*/ 486013 w 1605470"/>
              <a:gd name="connsiteY124-29808" fmla="*/ 2118008 h 6858000"/>
              <a:gd name="connsiteX125-29809" fmla="*/ 487006 w 1605470"/>
              <a:gd name="connsiteY125-29810" fmla="*/ 2050531 h 6858000"/>
              <a:gd name="connsiteX126-29811" fmla="*/ 478812 w 1605470"/>
              <a:gd name="connsiteY126-29812" fmla="*/ 1963269 h 6858000"/>
              <a:gd name="connsiteX127-29813" fmla="*/ 459990 w 1605470"/>
              <a:gd name="connsiteY127-29814" fmla="*/ 1906352 h 6858000"/>
              <a:gd name="connsiteX128-29815" fmla="*/ 436547 w 1605470"/>
              <a:gd name="connsiteY128-29816" fmla="*/ 1861531 h 6858000"/>
              <a:gd name="connsiteX129-29817" fmla="*/ 390346 w 1605470"/>
              <a:gd name="connsiteY129-29818" fmla="*/ 1732919 h 6858000"/>
              <a:gd name="connsiteX130-29819" fmla="*/ 362657 w 1605470"/>
              <a:gd name="connsiteY130-29820" fmla="*/ 1663540 h 6858000"/>
              <a:gd name="connsiteX131-29821" fmla="*/ 361783 w 1605470"/>
              <a:gd name="connsiteY131-29822" fmla="*/ 1615777 h 6858000"/>
              <a:gd name="connsiteX132-29823" fmla="*/ 342578 w 1605470"/>
              <a:gd name="connsiteY132-29824" fmla="*/ 1563678 h 6858000"/>
              <a:gd name="connsiteX133-29825" fmla="*/ 355658 w 1605470"/>
              <a:gd name="connsiteY133-29826" fmla="*/ 1519474 h 6858000"/>
              <a:gd name="connsiteX134-29827" fmla="*/ 348400 w 1605470"/>
              <a:gd name="connsiteY134-29828" fmla="*/ 1477995 h 6858000"/>
              <a:gd name="connsiteX135-29829" fmla="*/ 334485 w 1605470"/>
              <a:gd name="connsiteY135-29830" fmla="*/ 1373769 h 6858000"/>
              <a:gd name="connsiteX136-29831" fmla="*/ 342792 w 1605470"/>
              <a:gd name="connsiteY136-29832" fmla="*/ 1307086 h 6858000"/>
              <a:gd name="connsiteX137-29833" fmla="*/ 343980 w 1605470"/>
              <a:gd name="connsiteY137-29834" fmla="*/ 1189033 h 6858000"/>
              <a:gd name="connsiteX138-29835" fmla="*/ 348665 w 1605470"/>
              <a:gd name="connsiteY138-29836" fmla="*/ 1168288 h 6858000"/>
              <a:gd name="connsiteX139-29837" fmla="*/ 340947 w 1605470"/>
              <a:gd name="connsiteY139-29838" fmla="*/ 1142577 h 6858000"/>
              <a:gd name="connsiteX140-29839" fmla="*/ 330253 w 1605470"/>
              <a:gd name="connsiteY140-29840" fmla="*/ 1088484 h 6858000"/>
              <a:gd name="connsiteX141-29841" fmla="*/ 318989 w 1605470"/>
              <a:gd name="connsiteY141-29842" fmla="*/ 1016103 h 6858000"/>
              <a:gd name="connsiteX142-29843" fmla="*/ 320445 w 1605470"/>
              <a:gd name="connsiteY142-29844" fmla="*/ 932283 h 6858000"/>
              <a:gd name="connsiteX143-29845" fmla="*/ 322681 w 1605470"/>
              <a:gd name="connsiteY143-29846" fmla="*/ 915925 h 6858000"/>
              <a:gd name="connsiteX144-29847" fmla="*/ 315310 w 1605470"/>
              <a:gd name="connsiteY144-29848" fmla="*/ 896999 h 6858000"/>
              <a:gd name="connsiteX145-29849" fmla="*/ 284718 w 1605470"/>
              <a:gd name="connsiteY145-29850" fmla="*/ 821517 h 6858000"/>
              <a:gd name="connsiteX146-29851" fmla="*/ 263668 w 1605470"/>
              <a:gd name="connsiteY146-29852" fmla="*/ 751353 h 6858000"/>
              <a:gd name="connsiteX147-29853" fmla="*/ 263226 w 1605470"/>
              <a:gd name="connsiteY147-29854" fmla="*/ 721230 h 6858000"/>
              <a:gd name="connsiteX148-29855" fmla="*/ 248897 w 1605470"/>
              <a:gd name="connsiteY148-29856" fmla="*/ 681659 h 6858000"/>
              <a:gd name="connsiteX149-29857" fmla="*/ 234316 w 1605470"/>
              <a:gd name="connsiteY149-29858" fmla="*/ 635218 h 6858000"/>
              <a:gd name="connsiteX150-29859" fmla="*/ 239327 w 1605470"/>
              <a:gd name="connsiteY150-29860" fmla="*/ 613763 h 6858000"/>
              <a:gd name="connsiteX151-29861" fmla="*/ 225269 w 1605470"/>
              <a:gd name="connsiteY151-29862" fmla="*/ 598582 h 6858000"/>
              <a:gd name="connsiteX152-29863" fmla="*/ 224950 w 1605470"/>
              <a:gd name="connsiteY152-29864" fmla="*/ 576846 h 6858000"/>
              <a:gd name="connsiteX153-29865" fmla="*/ 204576 w 1605470"/>
              <a:gd name="connsiteY153-29866" fmla="*/ 530055 h 6858000"/>
              <a:gd name="connsiteX154-29867" fmla="*/ 219064 w 1605470"/>
              <a:gd name="connsiteY154-29868" fmla="*/ 469651 h 6858000"/>
              <a:gd name="connsiteX155-29869" fmla="*/ 195012 w 1605470"/>
              <a:gd name="connsiteY155-29870" fmla="*/ 448559 h 6858000"/>
              <a:gd name="connsiteX156-29871" fmla="*/ 201434 w 1605470"/>
              <a:gd name="connsiteY156-29872" fmla="*/ 441529 h 6858000"/>
              <a:gd name="connsiteX157-29873" fmla="*/ 200655 w 1605470"/>
              <a:gd name="connsiteY157-29874" fmla="*/ 428927 h 6858000"/>
              <a:gd name="connsiteX158-29875" fmla="*/ 190059 w 1605470"/>
              <a:gd name="connsiteY158-29876" fmla="*/ 430161 h 6858000"/>
              <a:gd name="connsiteX159-29877" fmla="*/ 167079 w 1605470"/>
              <a:gd name="connsiteY159-29878" fmla="*/ 367211 h 6858000"/>
              <a:gd name="connsiteX160-29879" fmla="*/ 124571 w 1605470"/>
              <a:gd name="connsiteY160-29880" fmla="*/ 302178 h 6858000"/>
              <a:gd name="connsiteX161-29881" fmla="*/ 103243 w 1605470"/>
              <a:gd name="connsiteY161-29882" fmla="*/ 211375 h 6858000"/>
              <a:gd name="connsiteX162-29883" fmla="*/ 94571 w 1605470"/>
              <a:gd name="connsiteY162-29884" fmla="*/ 184179 h 6858000"/>
              <a:gd name="connsiteX163-29885" fmla="*/ 13437 w 1605470"/>
              <a:gd name="connsiteY163-29886" fmla="*/ 19287 h 6858000"/>
              <a:gd name="connsiteX164-29887" fmla="*/ 0 w 1605470"/>
              <a:gd name="connsiteY164-29888" fmla="*/ 0 h 6858000"/>
              <a:gd name="connsiteX0-29889" fmla="*/ 0 w 1605470"/>
              <a:gd name="connsiteY0-29890" fmla="*/ 0 h 6858000"/>
              <a:gd name="connsiteX1-29891" fmla="*/ 1605470 w 1605470"/>
              <a:gd name="connsiteY1-29892" fmla="*/ 0 h 6858000"/>
              <a:gd name="connsiteX2-29893" fmla="*/ 1605470 w 1605470"/>
              <a:gd name="connsiteY2-29894" fmla="*/ 6858000 h 6858000"/>
              <a:gd name="connsiteX3-29895" fmla="*/ 154105 w 1605470"/>
              <a:gd name="connsiteY3-29896" fmla="*/ 6858000 h 6858000"/>
              <a:gd name="connsiteX4-29897" fmla="*/ 154246 w 1605470"/>
              <a:gd name="connsiteY4-29898" fmla="*/ 6857735 h 6858000"/>
              <a:gd name="connsiteX5-29899" fmla="*/ 166295 w 1605470"/>
              <a:gd name="connsiteY5-29900" fmla="*/ 6809549 h 6858000"/>
              <a:gd name="connsiteX6-29901" fmla="*/ 198506 w 1605470"/>
              <a:gd name="connsiteY6-29902" fmla="*/ 6715115 h 6858000"/>
              <a:gd name="connsiteX7-29903" fmla="*/ 208357 w 1605470"/>
              <a:gd name="connsiteY7-29904" fmla="*/ 6680170 h 6858000"/>
              <a:gd name="connsiteX8-29905" fmla="*/ 233907 w 1605470"/>
              <a:gd name="connsiteY8-29906" fmla="*/ 6621207 h 6858000"/>
              <a:gd name="connsiteX9-29907" fmla="*/ 250564 w 1605470"/>
              <a:gd name="connsiteY9-29908" fmla="*/ 6596265 h 6858000"/>
              <a:gd name="connsiteX10-29909" fmla="*/ 250443 w 1605470"/>
              <a:gd name="connsiteY10-29910" fmla="*/ 6594818 h 6858000"/>
              <a:gd name="connsiteX11-29911" fmla="*/ 254688 w 1605470"/>
              <a:gd name="connsiteY11-29912" fmla="*/ 6593735 h 6858000"/>
              <a:gd name="connsiteX12-29913" fmla="*/ 257885 w 1605470"/>
              <a:gd name="connsiteY12-29914" fmla="*/ 6589172 h 6858000"/>
              <a:gd name="connsiteX13-29915" fmla="*/ 261179 w 1605470"/>
              <a:gd name="connsiteY13-29916" fmla="*/ 6574442 h 6858000"/>
              <a:gd name="connsiteX14-29917" fmla="*/ 261519 w 1605470"/>
              <a:gd name="connsiteY14-29918" fmla="*/ 6568530 h 6858000"/>
              <a:gd name="connsiteX15-29919" fmla="*/ 263928 w 1605470"/>
              <a:gd name="connsiteY15-29920" fmla="*/ 6560674 h 6858000"/>
              <a:gd name="connsiteX16-29921" fmla="*/ 264273 w 1605470"/>
              <a:gd name="connsiteY16-29922" fmla="*/ 6560598 h 6858000"/>
              <a:gd name="connsiteX17-29923" fmla="*/ 265970 w 1605470"/>
              <a:gd name="connsiteY17-29924" fmla="*/ 6553006 h 6858000"/>
              <a:gd name="connsiteX18-29925" fmla="*/ 270666 w 1605470"/>
              <a:gd name="connsiteY18-29926" fmla="*/ 6514360 h 6858000"/>
              <a:gd name="connsiteX19-29927" fmla="*/ 312320 w 1605470"/>
              <a:gd name="connsiteY19-29928" fmla="*/ 6478062 h 6858000"/>
              <a:gd name="connsiteX20-29929" fmla="*/ 323009 w 1605470"/>
              <a:gd name="connsiteY20-29930" fmla="*/ 6460325 h 6858000"/>
              <a:gd name="connsiteX21-29931" fmla="*/ 330242 w 1605470"/>
              <a:gd name="connsiteY21-29932" fmla="*/ 6451488 h 6858000"/>
              <a:gd name="connsiteX22-29933" fmla="*/ 331677 w 1605470"/>
              <a:gd name="connsiteY22-29934" fmla="*/ 6451348 h 6858000"/>
              <a:gd name="connsiteX23-29935" fmla="*/ 336035 w 1605470"/>
              <a:gd name="connsiteY23-29936" fmla="*/ 6414240 h 6858000"/>
              <a:gd name="connsiteX24-29937" fmla="*/ 338911 w 1605470"/>
              <a:gd name="connsiteY24-29938" fmla="*/ 6410269 h 6858000"/>
              <a:gd name="connsiteX25-29939" fmla="*/ 338811 w 1605470"/>
              <a:gd name="connsiteY25-29940" fmla="*/ 6384857 h 6858000"/>
              <a:gd name="connsiteX26-29941" fmla="*/ 340328 w 1605470"/>
              <a:gd name="connsiteY26-29942" fmla="*/ 6372381 h 6858000"/>
              <a:gd name="connsiteX27-29943" fmla="*/ 337522 w 1605470"/>
              <a:gd name="connsiteY27-29944" fmla="*/ 6367510 h 6858000"/>
              <a:gd name="connsiteX28-29945" fmla="*/ 341402 w 1605470"/>
              <a:gd name="connsiteY28-29946" fmla="*/ 6349778 h 6858000"/>
              <a:gd name="connsiteX29-29947" fmla="*/ 343067 w 1605470"/>
              <a:gd name="connsiteY29-29948" fmla="*/ 6348250 h 6858000"/>
              <a:gd name="connsiteX30-29949" fmla="*/ 359101 w 1605470"/>
              <a:gd name="connsiteY30-29950" fmla="*/ 6281972 h 6858000"/>
              <a:gd name="connsiteX31-29951" fmla="*/ 369864 w 1605470"/>
              <a:gd name="connsiteY31-29952" fmla="*/ 6211940 h 6858000"/>
              <a:gd name="connsiteX32-29953" fmla="*/ 411359 w 1605470"/>
              <a:gd name="connsiteY32-29954" fmla="*/ 6113913 h 6858000"/>
              <a:gd name="connsiteX33-29955" fmla="*/ 415652 w 1605470"/>
              <a:gd name="connsiteY33-29956" fmla="*/ 6028119 h 6858000"/>
              <a:gd name="connsiteX34-29957" fmla="*/ 442432 w 1605470"/>
              <a:gd name="connsiteY34-29958" fmla="*/ 5934687 h 6858000"/>
              <a:gd name="connsiteX35-29959" fmla="*/ 476444 w 1605470"/>
              <a:gd name="connsiteY35-29960" fmla="*/ 5765594 h 6858000"/>
              <a:gd name="connsiteX36-29961" fmla="*/ 508280 w 1605470"/>
              <a:gd name="connsiteY36-29962" fmla="*/ 5693685 h 6858000"/>
              <a:gd name="connsiteX37-29963" fmla="*/ 528335 w 1605470"/>
              <a:gd name="connsiteY37-29964" fmla="*/ 5665173 h 6858000"/>
              <a:gd name="connsiteX38-29965" fmla="*/ 562052 w 1605470"/>
              <a:gd name="connsiteY38-29966" fmla="*/ 5563435 h 6858000"/>
              <a:gd name="connsiteX39-29967" fmla="*/ 591557 w 1605470"/>
              <a:gd name="connsiteY39-29968" fmla="*/ 5476393 h 6858000"/>
              <a:gd name="connsiteX40-29969" fmla="*/ 622750 w 1605470"/>
              <a:gd name="connsiteY40-29970" fmla="*/ 5396260 h 6858000"/>
              <a:gd name="connsiteX41-29971" fmla="*/ 638731 w 1605470"/>
              <a:gd name="connsiteY41-29972" fmla="*/ 5330009 h 6858000"/>
              <a:gd name="connsiteX42-29973" fmla="*/ 672224 w 1605470"/>
              <a:gd name="connsiteY42-29974" fmla="*/ 5273739 h 6858000"/>
              <a:gd name="connsiteX43-29975" fmla="*/ 681823 w 1605470"/>
              <a:gd name="connsiteY43-29976" fmla="*/ 5241779 h 6858000"/>
              <a:gd name="connsiteX44-29977" fmla="*/ 693049 w 1605470"/>
              <a:gd name="connsiteY44-29978" fmla="*/ 5225268 h 6858000"/>
              <a:gd name="connsiteX45-29979" fmla="*/ 694069 w 1605470"/>
              <a:gd name="connsiteY45-29980" fmla="*/ 5217684 h 6858000"/>
              <a:gd name="connsiteX46-29981" fmla="*/ 701410 w 1605470"/>
              <a:gd name="connsiteY46-29982" fmla="*/ 5193377 h 6858000"/>
              <a:gd name="connsiteX47-29983" fmla="*/ 704713 w 1605470"/>
              <a:gd name="connsiteY47-29984" fmla="*/ 5179288 h 6858000"/>
              <a:gd name="connsiteX48-29985" fmla="*/ 705697 w 1605470"/>
              <a:gd name="connsiteY48-29986" fmla="*/ 5173621 h 6858000"/>
              <a:gd name="connsiteX49-29987" fmla="*/ 701331 w 1605470"/>
              <a:gd name="connsiteY49-29988" fmla="*/ 5159961 h 6858000"/>
              <a:gd name="connsiteX50-29989" fmla="*/ 708008 w 1605470"/>
              <a:gd name="connsiteY50-29990" fmla="*/ 5144295 h 6858000"/>
              <a:gd name="connsiteX51-29991" fmla="*/ 704941 w 1605470"/>
              <a:gd name="connsiteY51-29992" fmla="*/ 5125185 h 6858000"/>
              <a:gd name="connsiteX52-29993" fmla="*/ 711771 w 1605470"/>
              <a:gd name="connsiteY52-29994" fmla="*/ 5121884 h 6858000"/>
              <a:gd name="connsiteX53-29995" fmla="*/ 718807 w 1605470"/>
              <a:gd name="connsiteY53-29996" fmla="*/ 5067850 h 6858000"/>
              <a:gd name="connsiteX54-29997" fmla="*/ 721538 w 1605470"/>
              <a:gd name="connsiteY54-29998" fmla="*/ 5060861 h 6858000"/>
              <a:gd name="connsiteX55-29999" fmla="*/ 718242 w 1605470"/>
              <a:gd name="connsiteY55-30000" fmla="*/ 5034192 h 6858000"/>
              <a:gd name="connsiteX56-30001" fmla="*/ 719796 w 1605470"/>
              <a:gd name="connsiteY56-30002" fmla="*/ 4993030 h 6858000"/>
              <a:gd name="connsiteX57-30003" fmla="*/ 726705 w 1605470"/>
              <a:gd name="connsiteY57-30004" fmla="*/ 4946844 h 6858000"/>
              <a:gd name="connsiteX58-30005" fmla="*/ 722561 w 1605470"/>
              <a:gd name="connsiteY58-30006" fmla="*/ 4932692 h 6858000"/>
              <a:gd name="connsiteX59-30007" fmla="*/ 737964 w 1605470"/>
              <a:gd name="connsiteY59-30008" fmla="*/ 4858827 h 6858000"/>
              <a:gd name="connsiteX60-30009" fmla="*/ 732118 w 1605470"/>
              <a:gd name="connsiteY60-30010" fmla="*/ 4801535 h 6858000"/>
              <a:gd name="connsiteX61-30011" fmla="*/ 739787 w 1605470"/>
              <a:gd name="connsiteY61-30012" fmla="*/ 4797794 h 6858000"/>
              <a:gd name="connsiteX62-30013" fmla="*/ 741081 w 1605470"/>
              <a:gd name="connsiteY62-30014" fmla="*/ 4784526 h 6858000"/>
              <a:gd name="connsiteX63-30015" fmla="*/ 742865 w 1605470"/>
              <a:gd name="connsiteY63-30016" fmla="*/ 4781211 h 6858000"/>
              <a:gd name="connsiteX64-30017" fmla="*/ 751652 w 1605470"/>
              <a:gd name="connsiteY64-30018" fmla="*/ 4761984 h 6858000"/>
              <a:gd name="connsiteX65-30019" fmla="*/ 747700 w 1605470"/>
              <a:gd name="connsiteY65-30020" fmla="*/ 4690749 h 6858000"/>
              <a:gd name="connsiteX66-30021" fmla="*/ 743180 w 1605470"/>
              <a:gd name="connsiteY66-30022" fmla="*/ 4584173 h 6858000"/>
              <a:gd name="connsiteX67-30023" fmla="*/ 738263 w 1605470"/>
              <a:gd name="connsiteY67-30024" fmla="*/ 4444346 h 6858000"/>
              <a:gd name="connsiteX68-30025" fmla="*/ 734828 w 1605470"/>
              <a:gd name="connsiteY68-30026" fmla="*/ 4375228 h 6858000"/>
              <a:gd name="connsiteX69-30027" fmla="*/ 715481 w 1605470"/>
              <a:gd name="connsiteY69-30028" fmla="*/ 4214165 h 6858000"/>
              <a:gd name="connsiteX70-30029" fmla="*/ 719554 w 1605470"/>
              <a:gd name="connsiteY70-30030" fmla="*/ 4090296 h 6858000"/>
              <a:gd name="connsiteX71-30031" fmla="*/ 704810 w 1605470"/>
              <a:gd name="connsiteY71-30032" fmla="*/ 4033999 h 6858000"/>
              <a:gd name="connsiteX72-30033" fmla="*/ 705959 w 1605470"/>
              <a:gd name="connsiteY72-30034" fmla="*/ 4031933 h 6858000"/>
              <a:gd name="connsiteX73-30035" fmla="*/ 704535 w 1605470"/>
              <a:gd name="connsiteY73-30036" fmla="*/ 4013953 h 6858000"/>
              <a:gd name="connsiteX74-30037" fmla="*/ 700443 w 1605470"/>
              <a:gd name="connsiteY74-30038" fmla="*/ 4010511 h 6858000"/>
              <a:gd name="connsiteX75-30039" fmla="*/ 698282 w 1605470"/>
              <a:gd name="connsiteY75-30040" fmla="*/ 3998331 h 6858000"/>
              <a:gd name="connsiteX76-30041" fmla="*/ 690830 w 1605470"/>
              <a:gd name="connsiteY76-30042" fmla="*/ 3974753 h 6858000"/>
              <a:gd name="connsiteX77-30043" fmla="*/ 692428 w 1605470"/>
              <a:gd name="connsiteY77-30044" fmla="*/ 3969950 h 6858000"/>
              <a:gd name="connsiteX78-30045" fmla="*/ 685850 w 1605470"/>
              <a:gd name="connsiteY78-30046" fmla="*/ 3933779 h 6858000"/>
              <a:gd name="connsiteX79-30047" fmla="*/ 687181 w 1605470"/>
              <a:gd name="connsiteY79-30048" fmla="*/ 3933093 h 6858000"/>
              <a:gd name="connsiteX80-30049" fmla="*/ 691535 w 1605470"/>
              <a:gd name="connsiteY80-30050" fmla="*/ 3922082 h 6858000"/>
              <a:gd name="connsiteX81-30051" fmla="*/ 696613 w 1605470"/>
              <a:gd name="connsiteY81-30052" fmla="*/ 3901461 h 6858000"/>
              <a:gd name="connsiteX82-30053" fmla="*/ 719207 w 1605470"/>
              <a:gd name="connsiteY82-30054" fmla="*/ 3813873 h 6858000"/>
              <a:gd name="connsiteX83-30055" fmla="*/ 718632 w 1605470"/>
              <a:gd name="connsiteY83-30056" fmla="*/ 3806161 h 6858000"/>
              <a:gd name="connsiteX84-30057" fmla="*/ 718939 w 1605470"/>
              <a:gd name="connsiteY84-30058" fmla="*/ 3805957 h 6858000"/>
              <a:gd name="connsiteX85-30059" fmla="*/ 718966 w 1605470"/>
              <a:gd name="connsiteY85-30060" fmla="*/ 3797724 h 6858000"/>
              <a:gd name="connsiteX86-30061" fmla="*/ 717581 w 1605470"/>
              <a:gd name="connsiteY86-30062" fmla="*/ 3792098 h 6858000"/>
              <a:gd name="connsiteX87-30063" fmla="*/ 716465 w 1605470"/>
              <a:gd name="connsiteY87-30064" fmla="*/ 3777135 h 6858000"/>
              <a:gd name="connsiteX88-30065" fmla="*/ 718198 w 1605470"/>
              <a:gd name="connsiteY88-30066" fmla="*/ 3771656 h 6858000"/>
              <a:gd name="connsiteX89-30067" fmla="*/ 721941 w 1605470"/>
              <a:gd name="connsiteY89-30068" fmla="*/ 3769007 h 6858000"/>
              <a:gd name="connsiteX90-30069" fmla="*/ 721407 w 1605470"/>
              <a:gd name="connsiteY90-30070" fmla="*/ 3767709 h 6858000"/>
              <a:gd name="connsiteX91-30071" fmla="*/ 730103 w 1605470"/>
              <a:gd name="connsiteY91-30072" fmla="*/ 3738082 h 6858000"/>
              <a:gd name="connsiteX92-30073" fmla="*/ 737449 w 1605470"/>
              <a:gd name="connsiteY92-30074" fmla="*/ 3673397 h 6858000"/>
              <a:gd name="connsiteX93-30075" fmla="*/ 736745 w 1605470"/>
              <a:gd name="connsiteY93-30076" fmla="*/ 3637109 h 6858000"/>
              <a:gd name="connsiteX94-30077" fmla="*/ 740188 w 1605470"/>
              <a:gd name="connsiteY94-30078" fmla="*/ 3536883 h 6858000"/>
              <a:gd name="connsiteX95-30079" fmla="*/ 747726 w 1605470"/>
              <a:gd name="connsiteY95-30080" fmla="*/ 3435652 h 6858000"/>
              <a:gd name="connsiteX96-30081" fmla="*/ 770510 w 1605470"/>
              <a:gd name="connsiteY96-30082" fmla="*/ 3361844 h 6858000"/>
              <a:gd name="connsiteX97-30083" fmla="*/ 749397 w 1605470"/>
              <a:gd name="connsiteY97-30084" fmla="*/ 3307769 h 6858000"/>
              <a:gd name="connsiteX98-30085" fmla="*/ 766960 w 1605470"/>
              <a:gd name="connsiteY98-30086" fmla="*/ 3250522 h 6858000"/>
              <a:gd name="connsiteX99-30087" fmla="*/ 767385 w 1605470"/>
              <a:gd name="connsiteY99-30088" fmla="*/ 3229163 h 6858000"/>
              <a:gd name="connsiteX100-30089" fmla="*/ 769208 w 1605470"/>
              <a:gd name="connsiteY100-30090" fmla="*/ 3217217 h 6858000"/>
              <a:gd name="connsiteX101-30091" fmla="*/ 770350 w 1605470"/>
              <a:gd name="connsiteY101-30092" fmla="*/ 3216125 h 6858000"/>
              <a:gd name="connsiteX102-30093" fmla="*/ 756043 w 1605470"/>
              <a:gd name="connsiteY102-30094" fmla="*/ 3183755 h 6858000"/>
              <a:gd name="connsiteX103-30095" fmla="*/ 756544 w 1605470"/>
              <a:gd name="connsiteY103-30096" fmla="*/ 3178642 h 6858000"/>
              <a:gd name="connsiteX104-30097" fmla="*/ 744144 w 1605470"/>
              <a:gd name="connsiteY104-30098" fmla="*/ 3158586 h 6858000"/>
              <a:gd name="connsiteX105-30099" fmla="*/ 739378 w 1605470"/>
              <a:gd name="connsiteY105-30100" fmla="*/ 3147669 h 6858000"/>
              <a:gd name="connsiteX106-30101" fmla="*/ 734648 w 1605470"/>
              <a:gd name="connsiteY106-30102" fmla="*/ 3145733 h 6858000"/>
              <a:gd name="connsiteX107-30103" fmla="*/ 729329 w 1605470"/>
              <a:gd name="connsiteY107-30104" fmla="*/ 3129034 h 6858000"/>
              <a:gd name="connsiteX108-30105" fmla="*/ 729994 w 1605470"/>
              <a:gd name="connsiteY108-30106" fmla="*/ 3126682 h 6858000"/>
              <a:gd name="connsiteX109-30107" fmla="*/ 720862 w 1605470"/>
              <a:gd name="connsiteY109-30108" fmla="*/ 3114519 h 6858000"/>
              <a:gd name="connsiteX110-30109" fmla="*/ 707471 w 1605470"/>
              <a:gd name="connsiteY110-30110" fmla="*/ 3106272 h 6858000"/>
              <a:gd name="connsiteX111-30111" fmla="*/ 680201 w 1605470"/>
              <a:gd name="connsiteY111-30112" fmla="*/ 2958185 h 6858000"/>
              <a:gd name="connsiteX112-30113" fmla="*/ 622815 w 1605470"/>
              <a:gd name="connsiteY112-30114" fmla="*/ 2762989 h 6858000"/>
              <a:gd name="connsiteX113-30115" fmla="*/ 571733 w 1605470"/>
              <a:gd name="connsiteY113-30116" fmla="*/ 2554718 h 6858000"/>
              <a:gd name="connsiteX114-30117" fmla="*/ 551827 w 1605470"/>
              <a:gd name="connsiteY114-30118" fmla="*/ 2485734 h 6858000"/>
              <a:gd name="connsiteX115-30119" fmla="*/ 542550 w 1605470"/>
              <a:gd name="connsiteY115-30120" fmla="*/ 2447068 h 6858000"/>
              <a:gd name="connsiteX116-30121" fmla="*/ 529511 w 1605470"/>
              <a:gd name="connsiteY116-30122" fmla="*/ 2425819 h 6858000"/>
              <a:gd name="connsiteX117-30123" fmla="*/ 528878 w 1605470"/>
              <a:gd name="connsiteY117-30124" fmla="*/ 2408971 h 6858000"/>
              <a:gd name="connsiteX118-30125" fmla="*/ 535510 w 1605470"/>
              <a:gd name="connsiteY118-30126" fmla="*/ 2402874 h 6858000"/>
              <a:gd name="connsiteX119-30127" fmla="*/ 538122 w 1605470"/>
              <a:gd name="connsiteY119-30128" fmla="*/ 2381443 h 6858000"/>
              <a:gd name="connsiteX120-30129" fmla="*/ 514451 w 1605470"/>
              <a:gd name="connsiteY120-30130" fmla="*/ 2261920 h 6858000"/>
              <a:gd name="connsiteX121-30131" fmla="*/ 504338 w 1605470"/>
              <a:gd name="connsiteY121-30132" fmla="*/ 2195378 h 6858000"/>
              <a:gd name="connsiteX122-30133" fmla="*/ 488555 w 1605470"/>
              <a:gd name="connsiteY122-30134" fmla="*/ 2155135 h 6858000"/>
              <a:gd name="connsiteX123-30135" fmla="*/ 486013 w 1605470"/>
              <a:gd name="connsiteY123-30136" fmla="*/ 2118008 h 6858000"/>
              <a:gd name="connsiteX124-30137" fmla="*/ 487006 w 1605470"/>
              <a:gd name="connsiteY124-30138" fmla="*/ 2050531 h 6858000"/>
              <a:gd name="connsiteX125-30139" fmla="*/ 478812 w 1605470"/>
              <a:gd name="connsiteY125-30140" fmla="*/ 1963269 h 6858000"/>
              <a:gd name="connsiteX126-30141" fmla="*/ 459990 w 1605470"/>
              <a:gd name="connsiteY126-30142" fmla="*/ 1906352 h 6858000"/>
              <a:gd name="connsiteX127-30143" fmla="*/ 436547 w 1605470"/>
              <a:gd name="connsiteY127-30144" fmla="*/ 1861531 h 6858000"/>
              <a:gd name="connsiteX128-30145" fmla="*/ 390346 w 1605470"/>
              <a:gd name="connsiteY128-30146" fmla="*/ 1732919 h 6858000"/>
              <a:gd name="connsiteX129-30147" fmla="*/ 362657 w 1605470"/>
              <a:gd name="connsiteY129-30148" fmla="*/ 1663540 h 6858000"/>
              <a:gd name="connsiteX130-30149" fmla="*/ 361783 w 1605470"/>
              <a:gd name="connsiteY130-30150" fmla="*/ 1615777 h 6858000"/>
              <a:gd name="connsiteX131-30151" fmla="*/ 342578 w 1605470"/>
              <a:gd name="connsiteY131-30152" fmla="*/ 1563678 h 6858000"/>
              <a:gd name="connsiteX132-30153" fmla="*/ 355658 w 1605470"/>
              <a:gd name="connsiteY132-30154" fmla="*/ 1519474 h 6858000"/>
              <a:gd name="connsiteX133-30155" fmla="*/ 348400 w 1605470"/>
              <a:gd name="connsiteY133-30156" fmla="*/ 1477995 h 6858000"/>
              <a:gd name="connsiteX134-30157" fmla="*/ 334485 w 1605470"/>
              <a:gd name="connsiteY134-30158" fmla="*/ 1373769 h 6858000"/>
              <a:gd name="connsiteX135-30159" fmla="*/ 342792 w 1605470"/>
              <a:gd name="connsiteY135-30160" fmla="*/ 1307086 h 6858000"/>
              <a:gd name="connsiteX136-30161" fmla="*/ 343980 w 1605470"/>
              <a:gd name="connsiteY136-30162" fmla="*/ 1189033 h 6858000"/>
              <a:gd name="connsiteX137-30163" fmla="*/ 348665 w 1605470"/>
              <a:gd name="connsiteY137-30164" fmla="*/ 1168288 h 6858000"/>
              <a:gd name="connsiteX138-30165" fmla="*/ 340947 w 1605470"/>
              <a:gd name="connsiteY138-30166" fmla="*/ 1142577 h 6858000"/>
              <a:gd name="connsiteX139-30167" fmla="*/ 330253 w 1605470"/>
              <a:gd name="connsiteY139-30168" fmla="*/ 1088484 h 6858000"/>
              <a:gd name="connsiteX140-30169" fmla="*/ 318989 w 1605470"/>
              <a:gd name="connsiteY140-30170" fmla="*/ 1016103 h 6858000"/>
              <a:gd name="connsiteX141-30171" fmla="*/ 320445 w 1605470"/>
              <a:gd name="connsiteY141-30172" fmla="*/ 932283 h 6858000"/>
              <a:gd name="connsiteX142-30173" fmla="*/ 322681 w 1605470"/>
              <a:gd name="connsiteY142-30174" fmla="*/ 915925 h 6858000"/>
              <a:gd name="connsiteX143-30175" fmla="*/ 315310 w 1605470"/>
              <a:gd name="connsiteY143-30176" fmla="*/ 896999 h 6858000"/>
              <a:gd name="connsiteX144-30177" fmla="*/ 284718 w 1605470"/>
              <a:gd name="connsiteY144-30178" fmla="*/ 821517 h 6858000"/>
              <a:gd name="connsiteX145-30179" fmla="*/ 263668 w 1605470"/>
              <a:gd name="connsiteY145-30180" fmla="*/ 751353 h 6858000"/>
              <a:gd name="connsiteX146-30181" fmla="*/ 263226 w 1605470"/>
              <a:gd name="connsiteY146-30182" fmla="*/ 721230 h 6858000"/>
              <a:gd name="connsiteX147-30183" fmla="*/ 248897 w 1605470"/>
              <a:gd name="connsiteY147-30184" fmla="*/ 681659 h 6858000"/>
              <a:gd name="connsiteX148-30185" fmla="*/ 234316 w 1605470"/>
              <a:gd name="connsiteY148-30186" fmla="*/ 635218 h 6858000"/>
              <a:gd name="connsiteX149-30187" fmla="*/ 239327 w 1605470"/>
              <a:gd name="connsiteY149-30188" fmla="*/ 613763 h 6858000"/>
              <a:gd name="connsiteX150-30189" fmla="*/ 225269 w 1605470"/>
              <a:gd name="connsiteY150-30190" fmla="*/ 598582 h 6858000"/>
              <a:gd name="connsiteX151-30191" fmla="*/ 224950 w 1605470"/>
              <a:gd name="connsiteY151-30192" fmla="*/ 576846 h 6858000"/>
              <a:gd name="connsiteX152-30193" fmla="*/ 204576 w 1605470"/>
              <a:gd name="connsiteY152-30194" fmla="*/ 530055 h 6858000"/>
              <a:gd name="connsiteX153-30195" fmla="*/ 219064 w 1605470"/>
              <a:gd name="connsiteY153-30196" fmla="*/ 469651 h 6858000"/>
              <a:gd name="connsiteX154-30197" fmla="*/ 195012 w 1605470"/>
              <a:gd name="connsiteY154-30198" fmla="*/ 448559 h 6858000"/>
              <a:gd name="connsiteX155-30199" fmla="*/ 201434 w 1605470"/>
              <a:gd name="connsiteY155-30200" fmla="*/ 441529 h 6858000"/>
              <a:gd name="connsiteX156-30201" fmla="*/ 200655 w 1605470"/>
              <a:gd name="connsiteY156-30202" fmla="*/ 428927 h 6858000"/>
              <a:gd name="connsiteX157-30203" fmla="*/ 190059 w 1605470"/>
              <a:gd name="connsiteY157-30204" fmla="*/ 430161 h 6858000"/>
              <a:gd name="connsiteX158-30205" fmla="*/ 167079 w 1605470"/>
              <a:gd name="connsiteY158-30206" fmla="*/ 367211 h 6858000"/>
              <a:gd name="connsiteX159-30207" fmla="*/ 124571 w 1605470"/>
              <a:gd name="connsiteY159-30208" fmla="*/ 302178 h 6858000"/>
              <a:gd name="connsiteX160-30209" fmla="*/ 103243 w 1605470"/>
              <a:gd name="connsiteY160-30210" fmla="*/ 211375 h 6858000"/>
              <a:gd name="connsiteX161-30211" fmla="*/ 94571 w 1605470"/>
              <a:gd name="connsiteY161-30212" fmla="*/ 184179 h 6858000"/>
              <a:gd name="connsiteX162-30213" fmla="*/ 13437 w 1605470"/>
              <a:gd name="connsiteY162-30214" fmla="*/ 19287 h 6858000"/>
              <a:gd name="connsiteX163-30215" fmla="*/ 0 w 1605470"/>
              <a:gd name="connsiteY163-30216" fmla="*/ 0 h 6858000"/>
              <a:gd name="connsiteX0-30217" fmla="*/ 0 w 1605470"/>
              <a:gd name="connsiteY0-30218" fmla="*/ 0 h 6858000"/>
              <a:gd name="connsiteX1-30219" fmla="*/ 1605470 w 1605470"/>
              <a:gd name="connsiteY1-30220" fmla="*/ 0 h 6858000"/>
              <a:gd name="connsiteX2-30221" fmla="*/ 1605470 w 1605470"/>
              <a:gd name="connsiteY2-30222" fmla="*/ 6858000 h 6858000"/>
              <a:gd name="connsiteX3-30223" fmla="*/ 154105 w 1605470"/>
              <a:gd name="connsiteY3-30224" fmla="*/ 6858000 h 6858000"/>
              <a:gd name="connsiteX4-30225" fmla="*/ 154246 w 1605470"/>
              <a:gd name="connsiteY4-30226" fmla="*/ 6857735 h 6858000"/>
              <a:gd name="connsiteX5-30227" fmla="*/ 166295 w 1605470"/>
              <a:gd name="connsiteY5-30228" fmla="*/ 6809549 h 6858000"/>
              <a:gd name="connsiteX6-30229" fmla="*/ 198506 w 1605470"/>
              <a:gd name="connsiteY6-30230" fmla="*/ 6715115 h 6858000"/>
              <a:gd name="connsiteX7-30231" fmla="*/ 208357 w 1605470"/>
              <a:gd name="connsiteY7-30232" fmla="*/ 6680170 h 6858000"/>
              <a:gd name="connsiteX8-30233" fmla="*/ 233907 w 1605470"/>
              <a:gd name="connsiteY8-30234" fmla="*/ 6621207 h 6858000"/>
              <a:gd name="connsiteX9-30235" fmla="*/ 250564 w 1605470"/>
              <a:gd name="connsiteY9-30236" fmla="*/ 6596265 h 6858000"/>
              <a:gd name="connsiteX10-30237" fmla="*/ 250443 w 1605470"/>
              <a:gd name="connsiteY10-30238" fmla="*/ 6594818 h 6858000"/>
              <a:gd name="connsiteX11-30239" fmla="*/ 254688 w 1605470"/>
              <a:gd name="connsiteY11-30240" fmla="*/ 6593735 h 6858000"/>
              <a:gd name="connsiteX12-30241" fmla="*/ 257885 w 1605470"/>
              <a:gd name="connsiteY12-30242" fmla="*/ 6589172 h 6858000"/>
              <a:gd name="connsiteX13-30243" fmla="*/ 261179 w 1605470"/>
              <a:gd name="connsiteY13-30244" fmla="*/ 6574442 h 6858000"/>
              <a:gd name="connsiteX14-30245" fmla="*/ 261519 w 1605470"/>
              <a:gd name="connsiteY14-30246" fmla="*/ 6568530 h 6858000"/>
              <a:gd name="connsiteX15-30247" fmla="*/ 263928 w 1605470"/>
              <a:gd name="connsiteY15-30248" fmla="*/ 6560674 h 6858000"/>
              <a:gd name="connsiteX16-30249" fmla="*/ 264273 w 1605470"/>
              <a:gd name="connsiteY16-30250" fmla="*/ 6560598 h 6858000"/>
              <a:gd name="connsiteX17-30251" fmla="*/ 265970 w 1605470"/>
              <a:gd name="connsiteY17-30252" fmla="*/ 6553006 h 6858000"/>
              <a:gd name="connsiteX18-30253" fmla="*/ 270666 w 1605470"/>
              <a:gd name="connsiteY18-30254" fmla="*/ 6514360 h 6858000"/>
              <a:gd name="connsiteX19-30255" fmla="*/ 312320 w 1605470"/>
              <a:gd name="connsiteY19-30256" fmla="*/ 6478062 h 6858000"/>
              <a:gd name="connsiteX20-30257" fmla="*/ 323009 w 1605470"/>
              <a:gd name="connsiteY20-30258" fmla="*/ 6460325 h 6858000"/>
              <a:gd name="connsiteX21-30259" fmla="*/ 330242 w 1605470"/>
              <a:gd name="connsiteY21-30260" fmla="*/ 6451488 h 6858000"/>
              <a:gd name="connsiteX22-30261" fmla="*/ 331677 w 1605470"/>
              <a:gd name="connsiteY22-30262" fmla="*/ 6451348 h 6858000"/>
              <a:gd name="connsiteX23-30263" fmla="*/ 336035 w 1605470"/>
              <a:gd name="connsiteY23-30264" fmla="*/ 6414240 h 6858000"/>
              <a:gd name="connsiteX24-30265" fmla="*/ 338911 w 1605470"/>
              <a:gd name="connsiteY24-30266" fmla="*/ 6410269 h 6858000"/>
              <a:gd name="connsiteX25-30267" fmla="*/ 338811 w 1605470"/>
              <a:gd name="connsiteY25-30268" fmla="*/ 6384857 h 6858000"/>
              <a:gd name="connsiteX26-30269" fmla="*/ 340328 w 1605470"/>
              <a:gd name="connsiteY26-30270" fmla="*/ 6372381 h 6858000"/>
              <a:gd name="connsiteX27-30271" fmla="*/ 337522 w 1605470"/>
              <a:gd name="connsiteY27-30272" fmla="*/ 6367510 h 6858000"/>
              <a:gd name="connsiteX28-30273" fmla="*/ 341402 w 1605470"/>
              <a:gd name="connsiteY28-30274" fmla="*/ 6349778 h 6858000"/>
              <a:gd name="connsiteX29-30275" fmla="*/ 343067 w 1605470"/>
              <a:gd name="connsiteY29-30276" fmla="*/ 6348250 h 6858000"/>
              <a:gd name="connsiteX30-30277" fmla="*/ 359101 w 1605470"/>
              <a:gd name="connsiteY30-30278" fmla="*/ 6281972 h 6858000"/>
              <a:gd name="connsiteX31-30279" fmla="*/ 369864 w 1605470"/>
              <a:gd name="connsiteY31-30280" fmla="*/ 6211940 h 6858000"/>
              <a:gd name="connsiteX32-30281" fmla="*/ 411359 w 1605470"/>
              <a:gd name="connsiteY32-30282" fmla="*/ 6113913 h 6858000"/>
              <a:gd name="connsiteX33-30283" fmla="*/ 415652 w 1605470"/>
              <a:gd name="connsiteY33-30284" fmla="*/ 6028119 h 6858000"/>
              <a:gd name="connsiteX34-30285" fmla="*/ 442432 w 1605470"/>
              <a:gd name="connsiteY34-30286" fmla="*/ 5934687 h 6858000"/>
              <a:gd name="connsiteX35-30287" fmla="*/ 476444 w 1605470"/>
              <a:gd name="connsiteY35-30288" fmla="*/ 5765594 h 6858000"/>
              <a:gd name="connsiteX36-30289" fmla="*/ 508280 w 1605470"/>
              <a:gd name="connsiteY36-30290" fmla="*/ 5693685 h 6858000"/>
              <a:gd name="connsiteX37-30291" fmla="*/ 528335 w 1605470"/>
              <a:gd name="connsiteY37-30292" fmla="*/ 5665173 h 6858000"/>
              <a:gd name="connsiteX38-30293" fmla="*/ 562052 w 1605470"/>
              <a:gd name="connsiteY38-30294" fmla="*/ 5563435 h 6858000"/>
              <a:gd name="connsiteX39-30295" fmla="*/ 591557 w 1605470"/>
              <a:gd name="connsiteY39-30296" fmla="*/ 5476393 h 6858000"/>
              <a:gd name="connsiteX40-30297" fmla="*/ 622750 w 1605470"/>
              <a:gd name="connsiteY40-30298" fmla="*/ 5396260 h 6858000"/>
              <a:gd name="connsiteX41-30299" fmla="*/ 638731 w 1605470"/>
              <a:gd name="connsiteY41-30300" fmla="*/ 5330009 h 6858000"/>
              <a:gd name="connsiteX42-30301" fmla="*/ 672224 w 1605470"/>
              <a:gd name="connsiteY42-30302" fmla="*/ 5273739 h 6858000"/>
              <a:gd name="connsiteX43-30303" fmla="*/ 681823 w 1605470"/>
              <a:gd name="connsiteY43-30304" fmla="*/ 5241779 h 6858000"/>
              <a:gd name="connsiteX44-30305" fmla="*/ 693049 w 1605470"/>
              <a:gd name="connsiteY44-30306" fmla="*/ 5225268 h 6858000"/>
              <a:gd name="connsiteX45-30307" fmla="*/ 694069 w 1605470"/>
              <a:gd name="connsiteY45-30308" fmla="*/ 5217684 h 6858000"/>
              <a:gd name="connsiteX46-30309" fmla="*/ 701410 w 1605470"/>
              <a:gd name="connsiteY46-30310" fmla="*/ 5193377 h 6858000"/>
              <a:gd name="connsiteX47-30311" fmla="*/ 704713 w 1605470"/>
              <a:gd name="connsiteY47-30312" fmla="*/ 5179288 h 6858000"/>
              <a:gd name="connsiteX48-30313" fmla="*/ 705697 w 1605470"/>
              <a:gd name="connsiteY48-30314" fmla="*/ 5173621 h 6858000"/>
              <a:gd name="connsiteX49-30315" fmla="*/ 701331 w 1605470"/>
              <a:gd name="connsiteY49-30316" fmla="*/ 5159961 h 6858000"/>
              <a:gd name="connsiteX50-30317" fmla="*/ 708008 w 1605470"/>
              <a:gd name="connsiteY50-30318" fmla="*/ 5144295 h 6858000"/>
              <a:gd name="connsiteX51-30319" fmla="*/ 704941 w 1605470"/>
              <a:gd name="connsiteY51-30320" fmla="*/ 5125185 h 6858000"/>
              <a:gd name="connsiteX52-30321" fmla="*/ 711771 w 1605470"/>
              <a:gd name="connsiteY52-30322" fmla="*/ 5121884 h 6858000"/>
              <a:gd name="connsiteX53-30323" fmla="*/ 718807 w 1605470"/>
              <a:gd name="connsiteY53-30324" fmla="*/ 5067850 h 6858000"/>
              <a:gd name="connsiteX54-30325" fmla="*/ 721538 w 1605470"/>
              <a:gd name="connsiteY54-30326" fmla="*/ 5060861 h 6858000"/>
              <a:gd name="connsiteX55-30327" fmla="*/ 718242 w 1605470"/>
              <a:gd name="connsiteY55-30328" fmla="*/ 5034192 h 6858000"/>
              <a:gd name="connsiteX56-30329" fmla="*/ 719796 w 1605470"/>
              <a:gd name="connsiteY56-30330" fmla="*/ 4993030 h 6858000"/>
              <a:gd name="connsiteX57-30331" fmla="*/ 726705 w 1605470"/>
              <a:gd name="connsiteY57-30332" fmla="*/ 4946844 h 6858000"/>
              <a:gd name="connsiteX58-30333" fmla="*/ 722561 w 1605470"/>
              <a:gd name="connsiteY58-30334" fmla="*/ 4932692 h 6858000"/>
              <a:gd name="connsiteX59-30335" fmla="*/ 737964 w 1605470"/>
              <a:gd name="connsiteY59-30336" fmla="*/ 4858827 h 6858000"/>
              <a:gd name="connsiteX60-30337" fmla="*/ 732118 w 1605470"/>
              <a:gd name="connsiteY60-30338" fmla="*/ 4801535 h 6858000"/>
              <a:gd name="connsiteX61-30339" fmla="*/ 739787 w 1605470"/>
              <a:gd name="connsiteY61-30340" fmla="*/ 4797794 h 6858000"/>
              <a:gd name="connsiteX62-30341" fmla="*/ 741081 w 1605470"/>
              <a:gd name="connsiteY62-30342" fmla="*/ 4784526 h 6858000"/>
              <a:gd name="connsiteX63-30343" fmla="*/ 742865 w 1605470"/>
              <a:gd name="connsiteY63-30344" fmla="*/ 4781211 h 6858000"/>
              <a:gd name="connsiteX64-30345" fmla="*/ 751652 w 1605470"/>
              <a:gd name="connsiteY64-30346" fmla="*/ 4761984 h 6858000"/>
              <a:gd name="connsiteX65-30347" fmla="*/ 747700 w 1605470"/>
              <a:gd name="connsiteY65-30348" fmla="*/ 4690749 h 6858000"/>
              <a:gd name="connsiteX66-30349" fmla="*/ 743180 w 1605470"/>
              <a:gd name="connsiteY66-30350" fmla="*/ 4584173 h 6858000"/>
              <a:gd name="connsiteX67-30351" fmla="*/ 738263 w 1605470"/>
              <a:gd name="connsiteY67-30352" fmla="*/ 4444346 h 6858000"/>
              <a:gd name="connsiteX68-30353" fmla="*/ 734828 w 1605470"/>
              <a:gd name="connsiteY68-30354" fmla="*/ 4375228 h 6858000"/>
              <a:gd name="connsiteX69-30355" fmla="*/ 715481 w 1605470"/>
              <a:gd name="connsiteY69-30356" fmla="*/ 4214165 h 6858000"/>
              <a:gd name="connsiteX70-30357" fmla="*/ 719554 w 1605470"/>
              <a:gd name="connsiteY70-30358" fmla="*/ 4090296 h 6858000"/>
              <a:gd name="connsiteX71-30359" fmla="*/ 704810 w 1605470"/>
              <a:gd name="connsiteY71-30360" fmla="*/ 4033999 h 6858000"/>
              <a:gd name="connsiteX72-30361" fmla="*/ 705959 w 1605470"/>
              <a:gd name="connsiteY72-30362" fmla="*/ 4031933 h 6858000"/>
              <a:gd name="connsiteX73-30363" fmla="*/ 704535 w 1605470"/>
              <a:gd name="connsiteY73-30364" fmla="*/ 4013953 h 6858000"/>
              <a:gd name="connsiteX74-30365" fmla="*/ 700443 w 1605470"/>
              <a:gd name="connsiteY74-30366" fmla="*/ 4010511 h 6858000"/>
              <a:gd name="connsiteX75-30367" fmla="*/ 698282 w 1605470"/>
              <a:gd name="connsiteY75-30368" fmla="*/ 3998331 h 6858000"/>
              <a:gd name="connsiteX76-30369" fmla="*/ 690830 w 1605470"/>
              <a:gd name="connsiteY76-30370" fmla="*/ 3974753 h 6858000"/>
              <a:gd name="connsiteX77-30371" fmla="*/ 692428 w 1605470"/>
              <a:gd name="connsiteY77-30372" fmla="*/ 3969950 h 6858000"/>
              <a:gd name="connsiteX78-30373" fmla="*/ 685850 w 1605470"/>
              <a:gd name="connsiteY78-30374" fmla="*/ 3933779 h 6858000"/>
              <a:gd name="connsiteX79-30375" fmla="*/ 687181 w 1605470"/>
              <a:gd name="connsiteY79-30376" fmla="*/ 3933093 h 6858000"/>
              <a:gd name="connsiteX80-30377" fmla="*/ 691535 w 1605470"/>
              <a:gd name="connsiteY80-30378" fmla="*/ 3922082 h 6858000"/>
              <a:gd name="connsiteX81-30379" fmla="*/ 696613 w 1605470"/>
              <a:gd name="connsiteY81-30380" fmla="*/ 3901461 h 6858000"/>
              <a:gd name="connsiteX82-30381" fmla="*/ 719207 w 1605470"/>
              <a:gd name="connsiteY82-30382" fmla="*/ 3813873 h 6858000"/>
              <a:gd name="connsiteX83-30383" fmla="*/ 718632 w 1605470"/>
              <a:gd name="connsiteY83-30384" fmla="*/ 3806161 h 6858000"/>
              <a:gd name="connsiteX84-30385" fmla="*/ 718939 w 1605470"/>
              <a:gd name="connsiteY84-30386" fmla="*/ 3805957 h 6858000"/>
              <a:gd name="connsiteX85-30387" fmla="*/ 718966 w 1605470"/>
              <a:gd name="connsiteY85-30388" fmla="*/ 3797724 h 6858000"/>
              <a:gd name="connsiteX86-30389" fmla="*/ 717581 w 1605470"/>
              <a:gd name="connsiteY86-30390" fmla="*/ 3792098 h 6858000"/>
              <a:gd name="connsiteX87-30391" fmla="*/ 716465 w 1605470"/>
              <a:gd name="connsiteY87-30392" fmla="*/ 3777135 h 6858000"/>
              <a:gd name="connsiteX88-30393" fmla="*/ 718198 w 1605470"/>
              <a:gd name="connsiteY88-30394" fmla="*/ 3771656 h 6858000"/>
              <a:gd name="connsiteX89-30395" fmla="*/ 721941 w 1605470"/>
              <a:gd name="connsiteY89-30396" fmla="*/ 3769007 h 6858000"/>
              <a:gd name="connsiteX90-30397" fmla="*/ 721407 w 1605470"/>
              <a:gd name="connsiteY90-30398" fmla="*/ 3767709 h 6858000"/>
              <a:gd name="connsiteX91-30399" fmla="*/ 730103 w 1605470"/>
              <a:gd name="connsiteY91-30400" fmla="*/ 3738082 h 6858000"/>
              <a:gd name="connsiteX92-30401" fmla="*/ 737449 w 1605470"/>
              <a:gd name="connsiteY92-30402" fmla="*/ 3673397 h 6858000"/>
              <a:gd name="connsiteX93-30403" fmla="*/ 736745 w 1605470"/>
              <a:gd name="connsiteY93-30404" fmla="*/ 3637109 h 6858000"/>
              <a:gd name="connsiteX94-30405" fmla="*/ 740188 w 1605470"/>
              <a:gd name="connsiteY94-30406" fmla="*/ 3536883 h 6858000"/>
              <a:gd name="connsiteX95-30407" fmla="*/ 747726 w 1605470"/>
              <a:gd name="connsiteY95-30408" fmla="*/ 3435652 h 6858000"/>
              <a:gd name="connsiteX96-30409" fmla="*/ 749397 w 1605470"/>
              <a:gd name="connsiteY96-30410" fmla="*/ 3307769 h 6858000"/>
              <a:gd name="connsiteX97-30411" fmla="*/ 766960 w 1605470"/>
              <a:gd name="connsiteY97-30412" fmla="*/ 3250522 h 6858000"/>
              <a:gd name="connsiteX98-30413" fmla="*/ 767385 w 1605470"/>
              <a:gd name="connsiteY98-30414" fmla="*/ 3229163 h 6858000"/>
              <a:gd name="connsiteX99-30415" fmla="*/ 769208 w 1605470"/>
              <a:gd name="connsiteY99-30416" fmla="*/ 3217217 h 6858000"/>
              <a:gd name="connsiteX100-30417" fmla="*/ 770350 w 1605470"/>
              <a:gd name="connsiteY100-30418" fmla="*/ 3216125 h 6858000"/>
              <a:gd name="connsiteX101-30419" fmla="*/ 756043 w 1605470"/>
              <a:gd name="connsiteY101-30420" fmla="*/ 3183755 h 6858000"/>
              <a:gd name="connsiteX102-30421" fmla="*/ 756544 w 1605470"/>
              <a:gd name="connsiteY102-30422" fmla="*/ 3178642 h 6858000"/>
              <a:gd name="connsiteX103-30423" fmla="*/ 744144 w 1605470"/>
              <a:gd name="connsiteY103-30424" fmla="*/ 3158586 h 6858000"/>
              <a:gd name="connsiteX104-30425" fmla="*/ 739378 w 1605470"/>
              <a:gd name="connsiteY104-30426" fmla="*/ 3147669 h 6858000"/>
              <a:gd name="connsiteX105-30427" fmla="*/ 734648 w 1605470"/>
              <a:gd name="connsiteY105-30428" fmla="*/ 3145733 h 6858000"/>
              <a:gd name="connsiteX106-30429" fmla="*/ 729329 w 1605470"/>
              <a:gd name="connsiteY106-30430" fmla="*/ 3129034 h 6858000"/>
              <a:gd name="connsiteX107-30431" fmla="*/ 729994 w 1605470"/>
              <a:gd name="connsiteY107-30432" fmla="*/ 3126682 h 6858000"/>
              <a:gd name="connsiteX108-30433" fmla="*/ 720862 w 1605470"/>
              <a:gd name="connsiteY108-30434" fmla="*/ 3114519 h 6858000"/>
              <a:gd name="connsiteX109-30435" fmla="*/ 707471 w 1605470"/>
              <a:gd name="connsiteY109-30436" fmla="*/ 3106272 h 6858000"/>
              <a:gd name="connsiteX110-30437" fmla="*/ 680201 w 1605470"/>
              <a:gd name="connsiteY110-30438" fmla="*/ 2958185 h 6858000"/>
              <a:gd name="connsiteX111-30439" fmla="*/ 622815 w 1605470"/>
              <a:gd name="connsiteY111-30440" fmla="*/ 2762989 h 6858000"/>
              <a:gd name="connsiteX112-30441" fmla="*/ 571733 w 1605470"/>
              <a:gd name="connsiteY112-30442" fmla="*/ 2554718 h 6858000"/>
              <a:gd name="connsiteX113-30443" fmla="*/ 551827 w 1605470"/>
              <a:gd name="connsiteY113-30444" fmla="*/ 2485734 h 6858000"/>
              <a:gd name="connsiteX114-30445" fmla="*/ 542550 w 1605470"/>
              <a:gd name="connsiteY114-30446" fmla="*/ 2447068 h 6858000"/>
              <a:gd name="connsiteX115-30447" fmla="*/ 529511 w 1605470"/>
              <a:gd name="connsiteY115-30448" fmla="*/ 2425819 h 6858000"/>
              <a:gd name="connsiteX116-30449" fmla="*/ 528878 w 1605470"/>
              <a:gd name="connsiteY116-30450" fmla="*/ 2408971 h 6858000"/>
              <a:gd name="connsiteX117-30451" fmla="*/ 535510 w 1605470"/>
              <a:gd name="connsiteY117-30452" fmla="*/ 2402874 h 6858000"/>
              <a:gd name="connsiteX118-30453" fmla="*/ 538122 w 1605470"/>
              <a:gd name="connsiteY118-30454" fmla="*/ 2381443 h 6858000"/>
              <a:gd name="connsiteX119-30455" fmla="*/ 514451 w 1605470"/>
              <a:gd name="connsiteY119-30456" fmla="*/ 2261920 h 6858000"/>
              <a:gd name="connsiteX120-30457" fmla="*/ 504338 w 1605470"/>
              <a:gd name="connsiteY120-30458" fmla="*/ 2195378 h 6858000"/>
              <a:gd name="connsiteX121-30459" fmla="*/ 488555 w 1605470"/>
              <a:gd name="connsiteY121-30460" fmla="*/ 2155135 h 6858000"/>
              <a:gd name="connsiteX122-30461" fmla="*/ 486013 w 1605470"/>
              <a:gd name="connsiteY122-30462" fmla="*/ 2118008 h 6858000"/>
              <a:gd name="connsiteX123-30463" fmla="*/ 487006 w 1605470"/>
              <a:gd name="connsiteY123-30464" fmla="*/ 2050531 h 6858000"/>
              <a:gd name="connsiteX124-30465" fmla="*/ 478812 w 1605470"/>
              <a:gd name="connsiteY124-30466" fmla="*/ 1963269 h 6858000"/>
              <a:gd name="connsiteX125-30467" fmla="*/ 459990 w 1605470"/>
              <a:gd name="connsiteY125-30468" fmla="*/ 1906352 h 6858000"/>
              <a:gd name="connsiteX126-30469" fmla="*/ 436547 w 1605470"/>
              <a:gd name="connsiteY126-30470" fmla="*/ 1861531 h 6858000"/>
              <a:gd name="connsiteX127-30471" fmla="*/ 390346 w 1605470"/>
              <a:gd name="connsiteY127-30472" fmla="*/ 1732919 h 6858000"/>
              <a:gd name="connsiteX128-30473" fmla="*/ 362657 w 1605470"/>
              <a:gd name="connsiteY128-30474" fmla="*/ 1663540 h 6858000"/>
              <a:gd name="connsiteX129-30475" fmla="*/ 361783 w 1605470"/>
              <a:gd name="connsiteY129-30476" fmla="*/ 1615777 h 6858000"/>
              <a:gd name="connsiteX130-30477" fmla="*/ 342578 w 1605470"/>
              <a:gd name="connsiteY130-30478" fmla="*/ 1563678 h 6858000"/>
              <a:gd name="connsiteX131-30479" fmla="*/ 355658 w 1605470"/>
              <a:gd name="connsiteY131-30480" fmla="*/ 1519474 h 6858000"/>
              <a:gd name="connsiteX132-30481" fmla="*/ 348400 w 1605470"/>
              <a:gd name="connsiteY132-30482" fmla="*/ 1477995 h 6858000"/>
              <a:gd name="connsiteX133-30483" fmla="*/ 334485 w 1605470"/>
              <a:gd name="connsiteY133-30484" fmla="*/ 1373769 h 6858000"/>
              <a:gd name="connsiteX134-30485" fmla="*/ 342792 w 1605470"/>
              <a:gd name="connsiteY134-30486" fmla="*/ 1307086 h 6858000"/>
              <a:gd name="connsiteX135-30487" fmla="*/ 343980 w 1605470"/>
              <a:gd name="connsiteY135-30488" fmla="*/ 1189033 h 6858000"/>
              <a:gd name="connsiteX136-30489" fmla="*/ 348665 w 1605470"/>
              <a:gd name="connsiteY136-30490" fmla="*/ 1168288 h 6858000"/>
              <a:gd name="connsiteX137-30491" fmla="*/ 340947 w 1605470"/>
              <a:gd name="connsiteY137-30492" fmla="*/ 1142577 h 6858000"/>
              <a:gd name="connsiteX138-30493" fmla="*/ 330253 w 1605470"/>
              <a:gd name="connsiteY138-30494" fmla="*/ 1088484 h 6858000"/>
              <a:gd name="connsiteX139-30495" fmla="*/ 318989 w 1605470"/>
              <a:gd name="connsiteY139-30496" fmla="*/ 1016103 h 6858000"/>
              <a:gd name="connsiteX140-30497" fmla="*/ 320445 w 1605470"/>
              <a:gd name="connsiteY140-30498" fmla="*/ 932283 h 6858000"/>
              <a:gd name="connsiteX141-30499" fmla="*/ 322681 w 1605470"/>
              <a:gd name="connsiteY141-30500" fmla="*/ 915925 h 6858000"/>
              <a:gd name="connsiteX142-30501" fmla="*/ 315310 w 1605470"/>
              <a:gd name="connsiteY142-30502" fmla="*/ 896999 h 6858000"/>
              <a:gd name="connsiteX143-30503" fmla="*/ 284718 w 1605470"/>
              <a:gd name="connsiteY143-30504" fmla="*/ 821517 h 6858000"/>
              <a:gd name="connsiteX144-30505" fmla="*/ 263668 w 1605470"/>
              <a:gd name="connsiteY144-30506" fmla="*/ 751353 h 6858000"/>
              <a:gd name="connsiteX145-30507" fmla="*/ 263226 w 1605470"/>
              <a:gd name="connsiteY145-30508" fmla="*/ 721230 h 6858000"/>
              <a:gd name="connsiteX146-30509" fmla="*/ 248897 w 1605470"/>
              <a:gd name="connsiteY146-30510" fmla="*/ 681659 h 6858000"/>
              <a:gd name="connsiteX147-30511" fmla="*/ 234316 w 1605470"/>
              <a:gd name="connsiteY147-30512" fmla="*/ 635218 h 6858000"/>
              <a:gd name="connsiteX148-30513" fmla="*/ 239327 w 1605470"/>
              <a:gd name="connsiteY148-30514" fmla="*/ 613763 h 6858000"/>
              <a:gd name="connsiteX149-30515" fmla="*/ 225269 w 1605470"/>
              <a:gd name="connsiteY149-30516" fmla="*/ 598582 h 6858000"/>
              <a:gd name="connsiteX150-30517" fmla="*/ 224950 w 1605470"/>
              <a:gd name="connsiteY150-30518" fmla="*/ 576846 h 6858000"/>
              <a:gd name="connsiteX151-30519" fmla="*/ 204576 w 1605470"/>
              <a:gd name="connsiteY151-30520" fmla="*/ 530055 h 6858000"/>
              <a:gd name="connsiteX152-30521" fmla="*/ 219064 w 1605470"/>
              <a:gd name="connsiteY152-30522" fmla="*/ 469651 h 6858000"/>
              <a:gd name="connsiteX153-30523" fmla="*/ 195012 w 1605470"/>
              <a:gd name="connsiteY153-30524" fmla="*/ 448559 h 6858000"/>
              <a:gd name="connsiteX154-30525" fmla="*/ 201434 w 1605470"/>
              <a:gd name="connsiteY154-30526" fmla="*/ 441529 h 6858000"/>
              <a:gd name="connsiteX155-30527" fmla="*/ 200655 w 1605470"/>
              <a:gd name="connsiteY155-30528" fmla="*/ 428927 h 6858000"/>
              <a:gd name="connsiteX156-30529" fmla="*/ 190059 w 1605470"/>
              <a:gd name="connsiteY156-30530" fmla="*/ 430161 h 6858000"/>
              <a:gd name="connsiteX157-30531" fmla="*/ 167079 w 1605470"/>
              <a:gd name="connsiteY157-30532" fmla="*/ 367211 h 6858000"/>
              <a:gd name="connsiteX158-30533" fmla="*/ 124571 w 1605470"/>
              <a:gd name="connsiteY158-30534" fmla="*/ 302178 h 6858000"/>
              <a:gd name="connsiteX159-30535" fmla="*/ 103243 w 1605470"/>
              <a:gd name="connsiteY159-30536" fmla="*/ 211375 h 6858000"/>
              <a:gd name="connsiteX160-30537" fmla="*/ 94571 w 1605470"/>
              <a:gd name="connsiteY160-30538" fmla="*/ 184179 h 6858000"/>
              <a:gd name="connsiteX161-30539" fmla="*/ 13437 w 1605470"/>
              <a:gd name="connsiteY161-30540" fmla="*/ 19287 h 6858000"/>
              <a:gd name="connsiteX162-30541" fmla="*/ 0 w 1605470"/>
              <a:gd name="connsiteY162-30542" fmla="*/ 0 h 6858000"/>
              <a:gd name="connsiteX0-30543" fmla="*/ 0 w 1605470"/>
              <a:gd name="connsiteY0-30544" fmla="*/ 0 h 6858000"/>
              <a:gd name="connsiteX1-30545" fmla="*/ 1605470 w 1605470"/>
              <a:gd name="connsiteY1-30546" fmla="*/ 0 h 6858000"/>
              <a:gd name="connsiteX2-30547" fmla="*/ 1605470 w 1605470"/>
              <a:gd name="connsiteY2-30548" fmla="*/ 6858000 h 6858000"/>
              <a:gd name="connsiteX3-30549" fmla="*/ 154105 w 1605470"/>
              <a:gd name="connsiteY3-30550" fmla="*/ 6858000 h 6858000"/>
              <a:gd name="connsiteX4-30551" fmla="*/ 154246 w 1605470"/>
              <a:gd name="connsiteY4-30552" fmla="*/ 6857735 h 6858000"/>
              <a:gd name="connsiteX5-30553" fmla="*/ 166295 w 1605470"/>
              <a:gd name="connsiteY5-30554" fmla="*/ 6809549 h 6858000"/>
              <a:gd name="connsiteX6-30555" fmla="*/ 198506 w 1605470"/>
              <a:gd name="connsiteY6-30556" fmla="*/ 6715115 h 6858000"/>
              <a:gd name="connsiteX7-30557" fmla="*/ 208357 w 1605470"/>
              <a:gd name="connsiteY7-30558" fmla="*/ 6680170 h 6858000"/>
              <a:gd name="connsiteX8-30559" fmla="*/ 233907 w 1605470"/>
              <a:gd name="connsiteY8-30560" fmla="*/ 6621207 h 6858000"/>
              <a:gd name="connsiteX9-30561" fmla="*/ 250564 w 1605470"/>
              <a:gd name="connsiteY9-30562" fmla="*/ 6596265 h 6858000"/>
              <a:gd name="connsiteX10-30563" fmla="*/ 250443 w 1605470"/>
              <a:gd name="connsiteY10-30564" fmla="*/ 6594818 h 6858000"/>
              <a:gd name="connsiteX11-30565" fmla="*/ 254688 w 1605470"/>
              <a:gd name="connsiteY11-30566" fmla="*/ 6593735 h 6858000"/>
              <a:gd name="connsiteX12-30567" fmla="*/ 257885 w 1605470"/>
              <a:gd name="connsiteY12-30568" fmla="*/ 6589172 h 6858000"/>
              <a:gd name="connsiteX13-30569" fmla="*/ 261179 w 1605470"/>
              <a:gd name="connsiteY13-30570" fmla="*/ 6574442 h 6858000"/>
              <a:gd name="connsiteX14-30571" fmla="*/ 261519 w 1605470"/>
              <a:gd name="connsiteY14-30572" fmla="*/ 6568530 h 6858000"/>
              <a:gd name="connsiteX15-30573" fmla="*/ 263928 w 1605470"/>
              <a:gd name="connsiteY15-30574" fmla="*/ 6560674 h 6858000"/>
              <a:gd name="connsiteX16-30575" fmla="*/ 264273 w 1605470"/>
              <a:gd name="connsiteY16-30576" fmla="*/ 6560598 h 6858000"/>
              <a:gd name="connsiteX17-30577" fmla="*/ 265970 w 1605470"/>
              <a:gd name="connsiteY17-30578" fmla="*/ 6553006 h 6858000"/>
              <a:gd name="connsiteX18-30579" fmla="*/ 270666 w 1605470"/>
              <a:gd name="connsiteY18-30580" fmla="*/ 6514360 h 6858000"/>
              <a:gd name="connsiteX19-30581" fmla="*/ 312320 w 1605470"/>
              <a:gd name="connsiteY19-30582" fmla="*/ 6478062 h 6858000"/>
              <a:gd name="connsiteX20-30583" fmla="*/ 323009 w 1605470"/>
              <a:gd name="connsiteY20-30584" fmla="*/ 6460325 h 6858000"/>
              <a:gd name="connsiteX21-30585" fmla="*/ 330242 w 1605470"/>
              <a:gd name="connsiteY21-30586" fmla="*/ 6451488 h 6858000"/>
              <a:gd name="connsiteX22-30587" fmla="*/ 331677 w 1605470"/>
              <a:gd name="connsiteY22-30588" fmla="*/ 6451348 h 6858000"/>
              <a:gd name="connsiteX23-30589" fmla="*/ 336035 w 1605470"/>
              <a:gd name="connsiteY23-30590" fmla="*/ 6414240 h 6858000"/>
              <a:gd name="connsiteX24-30591" fmla="*/ 338911 w 1605470"/>
              <a:gd name="connsiteY24-30592" fmla="*/ 6410269 h 6858000"/>
              <a:gd name="connsiteX25-30593" fmla="*/ 338811 w 1605470"/>
              <a:gd name="connsiteY25-30594" fmla="*/ 6384857 h 6858000"/>
              <a:gd name="connsiteX26-30595" fmla="*/ 340328 w 1605470"/>
              <a:gd name="connsiteY26-30596" fmla="*/ 6372381 h 6858000"/>
              <a:gd name="connsiteX27-30597" fmla="*/ 337522 w 1605470"/>
              <a:gd name="connsiteY27-30598" fmla="*/ 6367510 h 6858000"/>
              <a:gd name="connsiteX28-30599" fmla="*/ 341402 w 1605470"/>
              <a:gd name="connsiteY28-30600" fmla="*/ 6349778 h 6858000"/>
              <a:gd name="connsiteX29-30601" fmla="*/ 343067 w 1605470"/>
              <a:gd name="connsiteY29-30602" fmla="*/ 6348250 h 6858000"/>
              <a:gd name="connsiteX30-30603" fmla="*/ 359101 w 1605470"/>
              <a:gd name="connsiteY30-30604" fmla="*/ 6281972 h 6858000"/>
              <a:gd name="connsiteX31-30605" fmla="*/ 369864 w 1605470"/>
              <a:gd name="connsiteY31-30606" fmla="*/ 6211940 h 6858000"/>
              <a:gd name="connsiteX32-30607" fmla="*/ 411359 w 1605470"/>
              <a:gd name="connsiteY32-30608" fmla="*/ 6113913 h 6858000"/>
              <a:gd name="connsiteX33-30609" fmla="*/ 415652 w 1605470"/>
              <a:gd name="connsiteY33-30610" fmla="*/ 6028119 h 6858000"/>
              <a:gd name="connsiteX34-30611" fmla="*/ 442432 w 1605470"/>
              <a:gd name="connsiteY34-30612" fmla="*/ 5934687 h 6858000"/>
              <a:gd name="connsiteX35-30613" fmla="*/ 476444 w 1605470"/>
              <a:gd name="connsiteY35-30614" fmla="*/ 5765594 h 6858000"/>
              <a:gd name="connsiteX36-30615" fmla="*/ 508280 w 1605470"/>
              <a:gd name="connsiteY36-30616" fmla="*/ 5693685 h 6858000"/>
              <a:gd name="connsiteX37-30617" fmla="*/ 528335 w 1605470"/>
              <a:gd name="connsiteY37-30618" fmla="*/ 5665173 h 6858000"/>
              <a:gd name="connsiteX38-30619" fmla="*/ 562052 w 1605470"/>
              <a:gd name="connsiteY38-30620" fmla="*/ 5563435 h 6858000"/>
              <a:gd name="connsiteX39-30621" fmla="*/ 591557 w 1605470"/>
              <a:gd name="connsiteY39-30622" fmla="*/ 5476393 h 6858000"/>
              <a:gd name="connsiteX40-30623" fmla="*/ 622750 w 1605470"/>
              <a:gd name="connsiteY40-30624" fmla="*/ 5396260 h 6858000"/>
              <a:gd name="connsiteX41-30625" fmla="*/ 638731 w 1605470"/>
              <a:gd name="connsiteY41-30626" fmla="*/ 5330009 h 6858000"/>
              <a:gd name="connsiteX42-30627" fmla="*/ 672224 w 1605470"/>
              <a:gd name="connsiteY42-30628" fmla="*/ 5273739 h 6858000"/>
              <a:gd name="connsiteX43-30629" fmla="*/ 681823 w 1605470"/>
              <a:gd name="connsiteY43-30630" fmla="*/ 5241779 h 6858000"/>
              <a:gd name="connsiteX44-30631" fmla="*/ 693049 w 1605470"/>
              <a:gd name="connsiteY44-30632" fmla="*/ 5225268 h 6858000"/>
              <a:gd name="connsiteX45-30633" fmla="*/ 694069 w 1605470"/>
              <a:gd name="connsiteY45-30634" fmla="*/ 5217684 h 6858000"/>
              <a:gd name="connsiteX46-30635" fmla="*/ 701410 w 1605470"/>
              <a:gd name="connsiteY46-30636" fmla="*/ 5193377 h 6858000"/>
              <a:gd name="connsiteX47-30637" fmla="*/ 704713 w 1605470"/>
              <a:gd name="connsiteY47-30638" fmla="*/ 5179288 h 6858000"/>
              <a:gd name="connsiteX48-30639" fmla="*/ 705697 w 1605470"/>
              <a:gd name="connsiteY48-30640" fmla="*/ 5173621 h 6858000"/>
              <a:gd name="connsiteX49-30641" fmla="*/ 701331 w 1605470"/>
              <a:gd name="connsiteY49-30642" fmla="*/ 5159961 h 6858000"/>
              <a:gd name="connsiteX50-30643" fmla="*/ 708008 w 1605470"/>
              <a:gd name="connsiteY50-30644" fmla="*/ 5144295 h 6858000"/>
              <a:gd name="connsiteX51-30645" fmla="*/ 704941 w 1605470"/>
              <a:gd name="connsiteY51-30646" fmla="*/ 5125185 h 6858000"/>
              <a:gd name="connsiteX52-30647" fmla="*/ 711771 w 1605470"/>
              <a:gd name="connsiteY52-30648" fmla="*/ 5121884 h 6858000"/>
              <a:gd name="connsiteX53-30649" fmla="*/ 718807 w 1605470"/>
              <a:gd name="connsiteY53-30650" fmla="*/ 5067850 h 6858000"/>
              <a:gd name="connsiteX54-30651" fmla="*/ 721538 w 1605470"/>
              <a:gd name="connsiteY54-30652" fmla="*/ 5060861 h 6858000"/>
              <a:gd name="connsiteX55-30653" fmla="*/ 718242 w 1605470"/>
              <a:gd name="connsiteY55-30654" fmla="*/ 5034192 h 6858000"/>
              <a:gd name="connsiteX56-30655" fmla="*/ 719796 w 1605470"/>
              <a:gd name="connsiteY56-30656" fmla="*/ 4993030 h 6858000"/>
              <a:gd name="connsiteX57-30657" fmla="*/ 726705 w 1605470"/>
              <a:gd name="connsiteY57-30658" fmla="*/ 4946844 h 6858000"/>
              <a:gd name="connsiteX58-30659" fmla="*/ 722561 w 1605470"/>
              <a:gd name="connsiteY58-30660" fmla="*/ 4932692 h 6858000"/>
              <a:gd name="connsiteX59-30661" fmla="*/ 737964 w 1605470"/>
              <a:gd name="connsiteY59-30662" fmla="*/ 4858827 h 6858000"/>
              <a:gd name="connsiteX60-30663" fmla="*/ 732118 w 1605470"/>
              <a:gd name="connsiteY60-30664" fmla="*/ 4801535 h 6858000"/>
              <a:gd name="connsiteX61-30665" fmla="*/ 739787 w 1605470"/>
              <a:gd name="connsiteY61-30666" fmla="*/ 4797794 h 6858000"/>
              <a:gd name="connsiteX62-30667" fmla="*/ 741081 w 1605470"/>
              <a:gd name="connsiteY62-30668" fmla="*/ 4784526 h 6858000"/>
              <a:gd name="connsiteX63-30669" fmla="*/ 742865 w 1605470"/>
              <a:gd name="connsiteY63-30670" fmla="*/ 4781211 h 6858000"/>
              <a:gd name="connsiteX64-30671" fmla="*/ 751652 w 1605470"/>
              <a:gd name="connsiteY64-30672" fmla="*/ 4761984 h 6858000"/>
              <a:gd name="connsiteX65-30673" fmla="*/ 747700 w 1605470"/>
              <a:gd name="connsiteY65-30674" fmla="*/ 4690749 h 6858000"/>
              <a:gd name="connsiteX66-30675" fmla="*/ 743180 w 1605470"/>
              <a:gd name="connsiteY66-30676" fmla="*/ 4584173 h 6858000"/>
              <a:gd name="connsiteX67-30677" fmla="*/ 738263 w 1605470"/>
              <a:gd name="connsiteY67-30678" fmla="*/ 4444346 h 6858000"/>
              <a:gd name="connsiteX68-30679" fmla="*/ 734828 w 1605470"/>
              <a:gd name="connsiteY68-30680" fmla="*/ 4375228 h 6858000"/>
              <a:gd name="connsiteX69-30681" fmla="*/ 715481 w 1605470"/>
              <a:gd name="connsiteY69-30682" fmla="*/ 4214165 h 6858000"/>
              <a:gd name="connsiteX70-30683" fmla="*/ 719554 w 1605470"/>
              <a:gd name="connsiteY70-30684" fmla="*/ 4090296 h 6858000"/>
              <a:gd name="connsiteX71-30685" fmla="*/ 704810 w 1605470"/>
              <a:gd name="connsiteY71-30686" fmla="*/ 4033999 h 6858000"/>
              <a:gd name="connsiteX72-30687" fmla="*/ 705959 w 1605470"/>
              <a:gd name="connsiteY72-30688" fmla="*/ 4031933 h 6858000"/>
              <a:gd name="connsiteX73-30689" fmla="*/ 704535 w 1605470"/>
              <a:gd name="connsiteY73-30690" fmla="*/ 4013953 h 6858000"/>
              <a:gd name="connsiteX74-30691" fmla="*/ 700443 w 1605470"/>
              <a:gd name="connsiteY74-30692" fmla="*/ 4010511 h 6858000"/>
              <a:gd name="connsiteX75-30693" fmla="*/ 698282 w 1605470"/>
              <a:gd name="connsiteY75-30694" fmla="*/ 3998331 h 6858000"/>
              <a:gd name="connsiteX76-30695" fmla="*/ 690830 w 1605470"/>
              <a:gd name="connsiteY76-30696" fmla="*/ 3974753 h 6858000"/>
              <a:gd name="connsiteX77-30697" fmla="*/ 692428 w 1605470"/>
              <a:gd name="connsiteY77-30698" fmla="*/ 3969950 h 6858000"/>
              <a:gd name="connsiteX78-30699" fmla="*/ 685850 w 1605470"/>
              <a:gd name="connsiteY78-30700" fmla="*/ 3933779 h 6858000"/>
              <a:gd name="connsiteX79-30701" fmla="*/ 687181 w 1605470"/>
              <a:gd name="connsiteY79-30702" fmla="*/ 3933093 h 6858000"/>
              <a:gd name="connsiteX80-30703" fmla="*/ 691535 w 1605470"/>
              <a:gd name="connsiteY80-30704" fmla="*/ 3922082 h 6858000"/>
              <a:gd name="connsiteX81-30705" fmla="*/ 696613 w 1605470"/>
              <a:gd name="connsiteY81-30706" fmla="*/ 3901461 h 6858000"/>
              <a:gd name="connsiteX82-30707" fmla="*/ 719207 w 1605470"/>
              <a:gd name="connsiteY82-30708" fmla="*/ 3813873 h 6858000"/>
              <a:gd name="connsiteX83-30709" fmla="*/ 718632 w 1605470"/>
              <a:gd name="connsiteY83-30710" fmla="*/ 3806161 h 6858000"/>
              <a:gd name="connsiteX84-30711" fmla="*/ 718939 w 1605470"/>
              <a:gd name="connsiteY84-30712" fmla="*/ 3805957 h 6858000"/>
              <a:gd name="connsiteX85-30713" fmla="*/ 718966 w 1605470"/>
              <a:gd name="connsiteY85-30714" fmla="*/ 3797724 h 6858000"/>
              <a:gd name="connsiteX86-30715" fmla="*/ 717581 w 1605470"/>
              <a:gd name="connsiteY86-30716" fmla="*/ 3792098 h 6858000"/>
              <a:gd name="connsiteX87-30717" fmla="*/ 716465 w 1605470"/>
              <a:gd name="connsiteY87-30718" fmla="*/ 3777135 h 6858000"/>
              <a:gd name="connsiteX88-30719" fmla="*/ 718198 w 1605470"/>
              <a:gd name="connsiteY88-30720" fmla="*/ 3771656 h 6858000"/>
              <a:gd name="connsiteX89-30721" fmla="*/ 721941 w 1605470"/>
              <a:gd name="connsiteY89-30722" fmla="*/ 3769007 h 6858000"/>
              <a:gd name="connsiteX90-30723" fmla="*/ 721407 w 1605470"/>
              <a:gd name="connsiteY90-30724" fmla="*/ 3767709 h 6858000"/>
              <a:gd name="connsiteX91-30725" fmla="*/ 730103 w 1605470"/>
              <a:gd name="connsiteY91-30726" fmla="*/ 3738082 h 6858000"/>
              <a:gd name="connsiteX92-30727" fmla="*/ 737449 w 1605470"/>
              <a:gd name="connsiteY92-30728" fmla="*/ 3673397 h 6858000"/>
              <a:gd name="connsiteX93-30729" fmla="*/ 736745 w 1605470"/>
              <a:gd name="connsiteY93-30730" fmla="*/ 3637109 h 6858000"/>
              <a:gd name="connsiteX94-30731" fmla="*/ 740188 w 1605470"/>
              <a:gd name="connsiteY94-30732" fmla="*/ 3536883 h 6858000"/>
              <a:gd name="connsiteX95-30733" fmla="*/ 747726 w 1605470"/>
              <a:gd name="connsiteY95-30734" fmla="*/ 3435652 h 6858000"/>
              <a:gd name="connsiteX96-30735" fmla="*/ 749397 w 1605470"/>
              <a:gd name="connsiteY96-30736" fmla="*/ 3307769 h 6858000"/>
              <a:gd name="connsiteX97-30737" fmla="*/ 766960 w 1605470"/>
              <a:gd name="connsiteY97-30738" fmla="*/ 3250522 h 6858000"/>
              <a:gd name="connsiteX98-30739" fmla="*/ 767385 w 1605470"/>
              <a:gd name="connsiteY98-30740" fmla="*/ 3229163 h 6858000"/>
              <a:gd name="connsiteX99-30741" fmla="*/ 769208 w 1605470"/>
              <a:gd name="connsiteY99-30742" fmla="*/ 3217217 h 6858000"/>
              <a:gd name="connsiteX100-30743" fmla="*/ 770350 w 1605470"/>
              <a:gd name="connsiteY100-30744" fmla="*/ 3216125 h 6858000"/>
              <a:gd name="connsiteX101-30745" fmla="*/ 756043 w 1605470"/>
              <a:gd name="connsiteY101-30746" fmla="*/ 3183755 h 6858000"/>
              <a:gd name="connsiteX102-30747" fmla="*/ 756544 w 1605470"/>
              <a:gd name="connsiteY102-30748" fmla="*/ 3178642 h 6858000"/>
              <a:gd name="connsiteX103-30749" fmla="*/ 744144 w 1605470"/>
              <a:gd name="connsiteY103-30750" fmla="*/ 3158586 h 6858000"/>
              <a:gd name="connsiteX104-30751" fmla="*/ 739378 w 1605470"/>
              <a:gd name="connsiteY104-30752" fmla="*/ 3147669 h 6858000"/>
              <a:gd name="connsiteX105-30753" fmla="*/ 734648 w 1605470"/>
              <a:gd name="connsiteY105-30754" fmla="*/ 3145733 h 6858000"/>
              <a:gd name="connsiteX106-30755" fmla="*/ 729329 w 1605470"/>
              <a:gd name="connsiteY106-30756" fmla="*/ 3129034 h 6858000"/>
              <a:gd name="connsiteX107-30757" fmla="*/ 729994 w 1605470"/>
              <a:gd name="connsiteY107-30758" fmla="*/ 3126682 h 6858000"/>
              <a:gd name="connsiteX108-30759" fmla="*/ 720862 w 1605470"/>
              <a:gd name="connsiteY108-30760" fmla="*/ 3114519 h 6858000"/>
              <a:gd name="connsiteX109-30761" fmla="*/ 707471 w 1605470"/>
              <a:gd name="connsiteY109-30762" fmla="*/ 3106272 h 6858000"/>
              <a:gd name="connsiteX110-30763" fmla="*/ 680201 w 1605470"/>
              <a:gd name="connsiteY110-30764" fmla="*/ 2958185 h 6858000"/>
              <a:gd name="connsiteX111-30765" fmla="*/ 622815 w 1605470"/>
              <a:gd name="connsiteY111-30766" fmla="*/ 2762989 h 6858000"/>
              <a:gd name="connsiteX112-30767" fmla="*/ 571733 w 1605470"/>
              <a:gd name="connsiteY112-30768" fmla="*/ 2554718 h 6858000"/>
              <a:gd name="connsiteX113-30769" fmla="*/ 551827 w 1605470"/>
              <a:gd name="connsiteY113-30770" fmla="*/ 2485734 h 6858000"/>
              <a:gd name="connsiteX114-30771" fmla="*/ 542550 w 1605470"/>
              <a:gd name="connsiteY114-30772" fmla="*/ 2447068 h 6858000"/>
              <a:gd name="connsiteX115-30773" fmla="*/ 529511 w 1605470"/>
              <a:gd name="connsiteY115-30774" fmla="*/ 2425819 h 6858000"/>
              <a:gd name="connsiteX116-30775" fmla="*/ 535510 w 1605470"/>
              <a:gd name="connsiteY116-30776" fmla="*/ 2402874 h 6858000"/>
              <a:gd name="connsiteX117-30777" fmla="*/ 538122 w 1605470"/>
              <a:gd name="connsiteY117-30778" fmla="*/ 2381443 h 6858000"/>
              <a:gd name="connsiteX118-30779" fmla="*/ 514451 w 1605470"/>
              <a:gd name="connsiteY118-30780" fmla="*/ 2261920 h 6858000"/>
              <a:gd name="connsiteX119-30781" fmla="*/ 504338 w 1605470"/>
              <a:gd name="connsiteY119-30782" fmla="*/ 2195378 h 6858000"/>
              <a:gd name="connsiteX120-30783" fmla="*/ 488555 w 1605470"/>
              <a:gd name="connsiteY120-30784" fmla="*/ 2155135 h 6858000"/>
              <a:gd name="connsiteX121-30785" fmla="*/ 486013 w 1605470"/>
              <a:gd name="connsiteY121-30786" fmla="*/ 2118008 h 6858000"/>
              <a:gd name="connsiteX122-30787" fmla="*/ 487006 w 1605470"/>
              <a:gd name="connsiteY122-30788" fmla="*/ 2050531 h 6858000"/>
              <a:gd name="connsiteX123-30789" fmla="*/ 478812 w 1605470"/>
              <a:gd name="connsiteY123-30790" fmla="*/ 1963269 h 6858000"/>
              <a:gd name="connsiteX124-30791" fmla="*/ 459990 w 1605470"/>
              <a:gd name="connsiteY124-30792" fmla="*/ 1906352 h 6858000"/>
              <a:gd name="connsiteX125-30793" fmla="*/ 436547 w 1605470"/>
              <a:gd name="connsiteY125-30794" fmla="*/ 1861531 h 6858000"/>
              <a:gd name="connsiteX126-30795" fmla="*/ 390346 w 1605470"/>
              <a:gd name="connsiteY126-30796" fmla="*/ 1732919 h 6858000"/>
              <a:gd name="connsiteX127-30797" fmla="*/ 362657 w 1605470"/>
              <a:gd name="connsiteY127-30798" fmla="*/ 1663540 h 6858000"/>
              <a:gd name="connsiteX128-30799" fmla="*/ 361783 w 1605470"/>
              <a:gd name="connsiteY128-30800" fmla="*/ 1615777 h 6858000"/>
              <a:gd name="connsiteX129-30801" fmla="*/ 342578 w 1605470"/>
              <a:gd name="connsiteY129-30802" fmla="*/ 1563678 h 6858000"/>
              <a:gd name="connsiteX130-30803" fmla="*/ 355658 w 1605470"/>
              <a:gd name="connsiteY130-30804" fmla="*/ 1519474 h 6858000"/>
              <a:gd name="connsiteX131-30805" fmla="*/ 348400 w 1605470"/>
              <a:gd name="connsiteY131-30806" fmla="*/ 1477995 h 6858000"/>
              <a:gd name="connsiteX132-30807" fmla="*/ 334485 w 1605470"/>
              <a:gd name="connsiteY132-30808" fmla="*/ 1373769 h 6858000"/>
              <a:gd name="connsiteX133-30809" fmla="*/ 342792 w 1605470"/>
              <a:gd name="connsiteY133-30810" fmla="*/ 1307086 h 6858000"/>
              <a:gd name="connsiteX134-30811" fmla="*/ 343980 w 1605470"/>
              <a:gd name="connsiteY134-30812" fmla="*/ 1189033 h 6858000"/>
              <a:gd name="connsiteX135-30813" fmla="*/ 348665 w 1605470"/>
              <a:gd name="connsiteY135-30814" fmla="*/ 1168288 h 6858000"/>
              <a:gd name="connsiteX136-30815" fmla="*/ 340947 w 1605470"/>
              <a:gd name="connsiteY136-30816" fmla="*/ 1142577 h 6858000"/>
              <a:gd name="connsiteX137-30817" fmla="*/ 330253 w 1605470"/>
              <a:gd name="connsiteY137-30818" fmla="*/ 1088484 h 6858000"/>
              <a:gd name="connsiteX138-30819" fmla="*/ 318989 w 1605470"/>
              <a:gd name="connsiteY138-30820" fmla="*/ 1016103 h 6858000"/>
              <a:gd name="connsiteX139-30821" fmla="*/ 320445 w 1605470"/>
              <a:gd name="connsiteY139-30822" fmla="*/ 932283 h 6858000"/>
              <a:gd name="connsiteX140-30823" fmla="*/ 322681 w 1605470"/>
              <a:gd name="connsiteY140-30824" fmla="*/ 915925 h 6858000"/>
              <a:gd name="connsiteX141-30825" fmla="*/ 315310 w 1605470"/>
              <a:gd name="connsiteY141-30826" fmla="*/ 896999 h 6858000"/>
              <a:gd name="connsiteX142-30827" fmla="*/ 284718 w 1605470"/>
              <a:gd name="connsiteY142-30828" fmla="*/ 821517 h 6858000"/>
              <a:gd name="connsiteX143-30829" fmla="*/ 263668 w 1605470"/>
              <a:gd name="connsiteY143-30830" fmla="*/ 751353 h 6858000"/>
              <a:gd name="connsiteX144-30831" fmla="*/ 263226 w 1605470"/>
              <a:gd name="connsiteY144-30832" fmla="*/ 721230 h 6858000"/>
              <a:gd name="connsiteX145-30833" fmla="*/ 248897 w 1605470"/>
              <a:gd name="connsiteY145-30834" fmla="*/ 681659 h 6858000"/>
              <a:gd name="connsiteX146-30835" fmla="*/ 234316 w 1605470"/>
              <a:gd name="connsiteY146-30836" fmla="*/ 635218 h 6858000"/>
              <a:gd name="connsiteX147-30837" fmla="*/ 239327 w 1605470"/>
              <a:gd name="connsiteY147-30838" fmla="*/ 613763 h 6858000"/>
              <a:gd name="connsiteX148-30839" fmla="*/ 225269 w 1605470"/>
              <a:gd name="connsiteY148-30840" fmla="*/ 598582 h 6858000"/>
              <a:gd name="connsiteX149-30841" fmla="*/ 224950 w 1605470"/>
              <a:gd name="connsiteY149-30842" fmla="*/ 576846 h 6858000"/>
              <a:gd name="connsiteX150-30843" fmla="*/ 204576 w 1605470"/>
              <a:gd name="connsiteY150-30844" fmla="*/ 530055 h 6858000"/>
              <a:gd name="connsiteX151-30845" fmla="*/ 219064 w 1605470"/>
              <a:gd name="connsiteY151-30846" fmla="*/ 469651 h 6858000"/>
              <a:gd name="connsiteX152-30847" fmla="*/ 195012 w 1605470"/>
              <a:gd name="connsiteY152-30848" fmla="*/ 448559 h 6858000"/>
              <a:gd name="connsiteX153-30849" fmla="*/ 201434 w 1605470"/>
              <a:gd name="connsiteY153-30850" fmla="*/ 441529 h 6858000"/>
              <a:gd name="connsiteX154-30851" fmla="*/ 200655 w 1605470"/>
              <a:gd name="connsiteY154-30852" fmla="*/ 428927 h 6858000"/>
              <a:gd name="connsiteX155-30853" fmla="*/ 190059 w 1605470"/>
              <a:gd name="connsiteY155-30854" fmla="*/ 430161 h 6858000"/>
              <a:gd name="connsiteX156-30855" fmla="*/ 167079 w 1605470"/>
              <a:gd name="connsiteY156-30856" fmla="*/ 367211 h 6858000"/>
              <a:gd name="connsiteX157-30857" fmla="*/ 124571 w 1605470"/>
              <a:gd name="connsiteY157-30858" fmla="*/ 302178 h 6858000"/>
              <a:gd name="connsiteX158-30859" fmla="*/ 103243 w 1605470"/>
              <a:gd name="connsiteY158-30860" fmla="*/ 211375 h 6858000"/>
              <a:gd name="connsiteX159-30861" fmla="*/ 94571 w 1605470"/>
              <a:gd name="connsiteY159-30862" fmla="*/ 184179 h 6858000"/>
              <a:gd name="connsiteX160-30863" fmla="*/ 13437 w 1605470"/>
              <a:gd name="connsiteY160-30864" fmla="*/ 19287 h 6858000"/>
              <a:gd name="connsiteX161-30865" fmla="*/ 0 w 1605470"/>
              <a:gd name="connsiteY161-30866" fmla="*/ 0 h 6858000"/>
              <a:gd name="connsiteX0-30867" fmla="*/ 0 w 1605470"/>
              <a:gd name="connsiteY0-30868" fmla="*/ 0 h 6858000"/>
              <a:gd name="connsiteX1-30869" fmla="*/ 1605470 w 1605470"/>
              <a:gd name="connsiteY1-30870" fmla="*/ 0 h 6858000"/>
              <a:gd name="connsiteX2-30871" fmla="*/ 1605470 w 1605470"/>
              <a:gd name="connsiteY2-30872" fmla="*/ 6858000 h 6858000"/>
              <a:gd name="connsiteX3-30873" fmla="*/ 154105 w 1605470"/>
              <a:gd name="connsiteY3-30874" fmla="*/ 6858000 h 6858000"/>
              <a:gd name="connsiteX4-30875" fmla="*/ 154246 w 1605470"/>
              <a:gd name="connsiteY4-30876" fmla="*/ 6857735 h 6858000"/>
              <a:gd name="connsiteX5-30877" fmla="*/ 166295 w 1605470"/>
              <a:gd name="connsiteY5-30878" fmla="*/ 6809549 h 6858000"/>
              <a:gd name="connsiteX6-30879" fmla="*/ 198506 w 1605470"/>
              <a:gd name="connsiteY6-30880" fmla="*/ 6715115 h 6858000"/>
              <a:gd name="connsiteX7-30881" fmla="*/ 208357 w 1605470"/>
              <a:gd name="connsiteY7-30882" fmla="*/ 6680170 h 6858000"/>
              <a:gd name="connsiteX8-30883" fmla="*/ 233907 w 1605470"/>
              <a:gd name="connsiteY8-30884" fmla="*/ 6621207 h 6858000"/>
              <a:gd name="connsiteX9-30885" fmla="*/ 250564 w 1605470"/>
              <a:gd name="connsiteY9-30886" fmla="*/ 6596265 h 6858000"/>
              <a:gd name="connsiteX10-30887" fmla="*/ 250443 w 1605470"/>
              <a:gd name="connsiteY10-30888" fmla="*/ 6594818 h 6858000"/>
              <a:gd name="connsiteX11-30889" fmla="*/ 254688 w 1605470"/>
              <a:gd name="connsiteY11-30890" fmla="*/ 6593735 h 6858000"/>
              <a:gd name="connsiteX12-30891" fmla="*/ 257885 w 1605470"/>
              <a:gd name="connsiteY12-30892" fmla="*/ 6589172 h 6858000"/>
              <a:gd name="connsiteX13-30893" fmla="*/ 261179 w 1605470"/>
              <a:gd name="connsiteY13-30894" fmla="*/ 6574442 h 6858000"/>
              <a:gd name="connsiteX14-30895" fmla="*/ 261519 w 1605470"/>
              <a:gd name="connsiteY14-30896" fmla="*/ 6568530 h 6858000"/>
              <a:gd name="connsiteX15-30897" fmla="*/ 263928 w 1605470"/>
              <a:gd name="connsiteY15-30898" fmla="*/ 6560674 h 6858000"/>
              <a:gd name="connsiteX16-30899" fmla="*/ 264273 w 1605470"/>
              <a:gd name="connsiteY16-30900" fmla="*/ 6560598 h 6858000"/>
              <a:gd name="connsiteX17-30901" fmla="*/ 265970 w 1605470"/>
              <a:gd name="connsiteY17-30902" fmla="*/ 6553006 h 6858000"/>
              <a:gd name="connsiteX18-30903" fmla="*/ 270666 w 1605470"/>
              <a:gd name="connsiteY18-30904" fmla="*/ 6514360 h 6858000"/>
              <a:gd name="connsiteX19-30905" fmla="*/ 312320 w 1605470"/>
              <a:gd name="connsiteY19-30906" fmla="*/ 6478062 h 6858000"/>
              <a:gd name="connsiteX20-30907" fmla="*/ 323009 w 1605470"/>
              <a:gd name="connsiteY20-30908" fmla="*/ 6460325 h 6858000"/>
              <a:gd name="connsiteX21-30909" fmla="*/ 330242 w 1605470"/>
              <a:gd name="connsiteY21-30910" fmla="*/ 6451488 h 6858000"/>
              <a:gd name="connsiteX22-30911" fmla="*/ 331677 w 1605470"/>
              <a:gd name="connsiteY22-30912" fmla="*/ 6451348 h 6858000"/>
              <a:gd name="connsiteX23-30913" fmla="*/ 336035 w 1605470"/>
              <a:gd name="connsiteY23-30914" fmla="*/ 6414240 h 6858000"/>
              <a:gd name="connsiteX24-30915" fmla="*/ 338911 w 1605470"/>
              <a:gd name="connsiteY24-30916" fmla="*/ 6410269 h 6858000"/>
              <a:gd name="connsiteX25-30917" fmla="*/ 338811 w 1605470"/>
              <a:gd name="connsiteY25-30918" fmla="*/ 6384857 h 6858000"/>
              <a:gd name="connsiteX26-30919" fmla="*/ 340328 w 1605470"/>
              <a:gd name="connsiteY26-30920" fmla="*/ 6372381 h 6858000"/>
              <a:gd name="connsiteX27-30921" fmla="*/ 337522 w 1605470"/>
              <a:gd name="connsiteY27-30922" fmla="*/ 6367510 h 6858000"/>
              <a:gd name="connsiteX28-30923" fmla="*/ 341402 w 1605470"/>
              <a:gd name="connsiteY28-30924" fmla="*/ 6349778 h 6858000"/>
              <a:gd name="connsiteX29-30925" fmla="*/ 343067 w 1605470"/>
              <a:gd name="connsiteY29-30926" fmla="*/ 6348250 h 6858000"/>
              <a:gd name="connsiteX30-30927" fmla="*/ 359101 w 1605470"/>
              <a:gd name="connsiteY30-30928" fmla="*/ 6281972 h 6858000"/>
              <a:gd name="connsiteX31-30929" fmla="*/ 369864 w 1605470"/>
              <a:gd name="connsiteY31-30930" fmla="*/ 6211940 h 6858000"/>
              <a:gd name="connsiteX32-30931" fmla="*/ 411359 w 1605470"/>
              <a:gd name="connsiteY32-30932" fmla="*/ 6113913 h 6858000"/>
              <a:gd name="connsiteX33-30933" fmla="*/ 415652 w 1605470"/>
              <a:gd name="connsiteY33-30934" fmla="*/ 6028119 h 6858000"/>
              <a:gd name="connsiteX34-30935" fmla="*/ 442432 w 1605470"/>
              <a:gd name="connsiteY34-30936" fmla="*/ 5934687 h 6858000"/>
              <a:gd name="connsiteX35-30937" fmla="*/ 476444 w 1605470"/>
              <a:gd name="connsiteY35-30938" fmla="*/ 5765594 h 6858000"/>
              <a:gd name="connsiteX36-30939" fmla="*/ 508280 w 1605470"/>
              <a:gd name="connsiteY36-30940" fmla="*/ 5693685 h 6858000"/>
              <a:gd name="connsiteX37-30941" fmla="*/ 528335 w 1605470"/>
              <a:gd name="connsiteY37-30942" fmla="*/ 5665173 h 6858000"/>
              <a:gd name="connsiteX38-30943" fmla="*/ 562052 w 1605470"/>
              <a:gd name="connsiteY38-30944" fmla="*/ 5563435 h 6858000"/>
              <a:gd name="connsiteX39-30945" fmla="*/ 591557 w 1605470"/>
              <a:gd name="connsiteY39-30946" fmla="*/ 5476393 h 6858000"/>
              <a:gd name="connsiteX40-30947" fmla="*/ 622750 w 1605470"/>
              <a:gd name="connsiteY40-30948" fmla="*/ 5396260 h 6858000"/>
              <a:gd name="connsiteX41-30949" fmla="*/ 638731 w 1605470"/>
              <a:gd name="connsiteY41-30950" fmla="*/ 5330009 h 6858000"/>
              <a:gd name="connsiteX42-30951" fmla="*/ 672224 w 1605470"/>
              <a:gd name="connsiteY42-30952" fmla="*/ 5273739 h 6858000"/>
              <a:gd name="connsiteX43-30953" fmla="*/ 681823 w 1605470"/>
              <a:gd name="connsiteY43-30954" fmla="*/ 5241779 h 6858000"/>
              <a:gd name="connsiteX44-30955" fmla="*/ 693049 w 1605470"/>
              <a:gd name="connsiteY44-30956" fmla="*/ 5225268 h 6858000"/>
              <a:gd name="connsiteX45-30957" fmla="*/ 694069 w 1605470"/>
              <a:gd name="connsiteY45-30958" fmla="*/ 5217684 h 6858000"/>
              <a:gd name="connsiteX46-30959" fmla="*/ 701410 w 1605470"/>
              <a:gd name="connsiteY46-30960" fmla="*/ 5193377 h 6858000"/>
              <a:gd name="connsiteX47-30961" fmla="*/ 704713 w 1605470"/>
              <a:gd name="connsiteY47-30962" fmla="*/ 5179288 h 6858000"/>
              <a:gd name="connsiteX48-30963" fmla="*/ 705697 w 1605470"/>
              <a:gd name="connsiteY48-30964" fmla="*/ 5173621 h 6858000"/>
              <a:gd name="connsiteX49-30965" fmla="*/ 701331 w 1605470"/>
              <a:gd name="connsiteY49-30966" fmla="*/ 5159961 h 6858000"/>
              <a:gd name="connsiteX50-30967" fmla="*/ 708008 w 1605470"/>
              <a:gd name="connsiteY50-30968" fmla="*/ 5144295 h 6858000"/>
              <a:gd name="connsiteX51-30969" fmla="*/ 704941 w 1605470"/>
              <a:gd name="connsiteY51-30970" fmla="*/ 5125185 h 6858000"/>
              <a:gd name="connsiteX52-30971" fmla="*/ 711771 w 1605470"/>
              <a:gd name="connsiteY52-30972" fmla="*/ 5121884 h 6858000"/>
              <a:gd name="connsiteX53-30973" fmla="*/ 718807 w 1605470"/>
              <a:gd name="connsiteY53-30974" fmla="*/ 5067850 h 6858000"/>
              <a:gd name="connsiteX54-30975" fmla="*/ 721538 w 1605470"/>
              <a:gd name="connsiteY54-30976" fmla="*/ 5060861 h 6858000"/>
              <a:gd name="connsiteX55-30977" fmla="*/ 718242 w 1605470"/>
              <a:gd name="connsiteY55-30978" fmla="*/ 5034192 h 6858000"/>
              <a:gd name="connsiteX56-30979" fmla="*/ 719796 w 1605470"/>
              <a:gd name="connsiteY56-30980" fmla="*/ 4993030 h 6858000"/>
              <a:gd name="connsiteX57-30981" fmla="*/ 726705 w 1605470"/>
              <a:gd name="connsiteY57-30982" fmla="*/ 4946844 h 6858000"/>
              <a:gd name="connsiteX58-30983" fmla="*/ 722561 w 1605470"/>
              <a:gd name="connsiteY58-30984" fmla="*/ 4932692 h 6858000"/>
              <a:gd name="connsiteX59-30985" fmla="*/ 737964 w 1605470"/>
              <a:gd name="connsiteY59-30986" fmla="*/ 4858827 h 6858000"/>
              <a:gd name="connsiteX60-30987" fmla="*/ 732118 w 1605470"/>
              <a:gd name="connsiteY60-30988" fmla="*/ 4801535 h 6858000"/>
              <a:gd name="connsiteX61-30989" fmla="*/ 739787 w 1605470"/>
              <a:gd name="connsiteY61-30990" fmla="*/ 4797794 h 6858000"/>
              <a:gd name="connsiteX62-30991" fmla="*/ 741081 w 1605470"/>
              <a:gd name="connsiteY62-30992" fmla="*/ 4784526 h 6858000"/>
              <a:gd name="connsiteX63-30993" fmla="*/ 742865 w 1605470"/>
              <a:gd name="connsiteY63-30994" fmla="*/ 4781211 h 6858000"/>
              <a:gd name="connsiteX64-30995" fmla="*/ 751652 w 1605470"/>
              <a:gd name="connsiteY64-30996" fmla="*/ 4761984 h 6858000"/>
              <a:gd name="connsiteX65-30997" fmla="*/ 747700 w 1605470"/>
              <a:gd name="connsiteY65-30998" fmla="*/ 4690749 h 6858000"/>
              <a:gd name="connsiteX66-30999" fmla="*/ 743180 w 1605470"/>
              <a:gd name="connsiteY66-31000" fmla="*/ 4584173 h 6858000"/>
              <a:gd name="connsiteX67-31001" fmla="*/ 738263 w 1605470"/>
              <a:gd name="connsiteY67-31002" fmla="*/ 4444346 h 6858000"/>
              <a:gd name="connsiteX68-31003" fmla="*/ 734828 w 1605470"/>
              <a:gd name="connsiteY68-31004" fmla="*/ 4375228 h 6858000"/>
              <a:gd name="connsiteX69-31005" fmla="*/ 715481 w 1605470"/>
              <a:gd name="connsiteY69-31006" fmla="*/ 4214165 h 6858000"/>
              <a:gd name="connsiteX70-31007" fmla="*/ 719554 w 1605470"/>
              <a:gd name="connsiteY70-31008" fmla="*/ 4090296 h 6858000"/>
              <a:gd name="connsiteX71-31009" fmla="*/ 704810 w 1605470"/>
              <a:gd name="connsiteY71-31010" fmla="*/ 4033999 h 6858000"/>
              <a:gd name="connsiteX72-31011" fmla="*/ 705959 w 1605470"/>
              <a:gd name="connsiteY72-31012" fmla="*/ 4031933 h 6858000"/>
              <a:gd name="connsiteX73-31013" fmla="*/ 704535 w 1605470"/>
              <a:gd name="connsiteY73-31014" fmla="*/ 4013953 h 6858000"/>
              <a:gd name="connsiteX74-31015" fmla="*/ 700443 w 1605470"/>
              <a:gd name="connsiteY74-31016" fmla="*/ 4010511 h 6858000"/>
              <a:gd name="connsiteX75-31017" fmla="*/ 698282 w 1605470"/>
              <a:gd name="connsiteY75-31018" fmla="*/ 3998331 h 6858000"/>
              <a:gd name="connsiteX76-31019" fmla="*/ 690830 w 1605470"/>
              <a:gd name="connsiteY76-31020" fmla="*/ 3974753 h 6858000"/>
              <a:gd name="connsiteX77-31021" fmla="*/ 692428 w 1605470"/>
              <a:gd name="connsiteY77-31022" fmla="*/ 3969950 h 6858000"/>
              <a:gd name="connsiteX78-31023" fmla="*/ 685850 w 1605470"/>
              <a:gd name="connsiteY78-31024" fmla="*/ 3933779 h 6858000"/>
              <a:gd name="connsiteX79-31025" fmla="*/ 687181 w 1605470"/>
              <a:gd name="connsiteY79-31026" fmla="*/ 3933093 h 6858000"/>
              <a:gd name="connsiteX80-31027" fmla="*/ 691535 w 1605470"/>
              <a:gd name="connsiteY80-31028" fmla="*/ 3922082 h 6858000"/>
              <a:gd name="connsiteX81-31029" fmla="*/ 696613 w 1605470"/>
              <a:gd name="connsiteY81-31030" fmla="*/ 3901461 h 6858000"/>
              <a:gd name="connsiteX82-31031" fmla="*/ 719207 w 1605470"/>
              <a:gd name="connsiteY82-31032" fmla="*/ 3813873 h 6858000"/>
              <a:gd name="connsiteX83-31033" fmla="*/ 718632 w 1605470"/>
              <a:gd name="connsiteY83-31034" fmla="*/ 3806161 h 6858000"/>
              <a:gd name="connsiteX84-31035" fmla="*/ 718939 w 1605470"/>
              <a:gd name="connsiteY84-31036" fmla="*/ 3805957 h 6858000"/>
              <a:gd name="connsiteX85-31037" fmla="*/ 718966 w 1605470"/>
              <a:gd name="connsiteY85-31038" fmla="*/ 3797724 h 6858000"/>
              <a:gd name="connsiteX86-31039" fmla="*/ 717581 w 1605470"/>
              <a:gd name="connsiteY86-31040" fmla="*/ 3792098 h 6858000"/>
              <a:gd name="connsiteX87-31041" fmla="*/ 716465 w 1605470"/>
              <a:gd name="connsiteY87-31042" fmla="*/ 3777135 h 6858000"/>
              <a:gd name="connsiteX88-31043" fmla="*/ 718198 w 1605470"/>
              <a:gd name="connsiteY88-31044" fmla="*/ 3771656 h 6858000"/>
              <a:gd name="connsiteX89-31045" fmla="*/ 721941 w 1605470"/>
              <a:gd name="connsiteY89-31046" fmla="*/ 3769007 h 6858000"/>
              <a:gd name="connsiteX90-31047" fmla="*/ 721407 w 1605470"/>
              <a:gd name="connsiteY90-31048" fmla="*/ 3767709 h 6858000"/>
              <a:gd name="connsiteX91-31049" fmla="*/ 730103 w 1605470"/>
              <a:gd name="connsiteY91-31050" fmla="*/ 3738082 h 6858000"/>
              <a:gd name="connsiteX92-31051" fmla="*/ 737449 w 1605470"/>
              <a:gd name="connsiteY92-31052" fmla="*/ 3673397 h 6858000"/>
              <a:gd name="connsiteX93-31053" fmla="*/ 736745 w 1605470"/>
              <a:gd name="connsiteY93-31054" fmla="*/ 3637109 h 6858000"/>
              <a:gd name="connsiteX94-31055" fmla="*/ 740188 w 1605470"/>
              <a:gd name="connsiteY94-31056" fmla="*/ 3536883 h 6858000"/>
              <a:gd name="connsiteX95-31057" fmla="*/ 747726 w 1605470"/>
              <a:gd name="connsiteY95-31058" fmla="*/ 3435652 h 6858000"/>
              <a:gd name="connsiteX96-31059" fmla="*/ 749397 w 1605470"/>
              <a:gd name="connsiteY96-31060" fmla="*/ 3307769 h 6858000"/>
              <a:gd name="connsiteX97-31061" fmla="*/ 766960 w 1605470"/>
              <a:gd name="connsiteY97-31062" fmla="*/ 3250522 h 6858000"/>
              <a:gd name="connsiteX98-31063" fmla="*/ 767385 w 1605470"/>
              <a:gd name="connsiteY98-31064" fmla="*/ 3229163 h 6858000"/>
              <a:gd name="connsiteX99-31065" fmla="*/ 769208 w 1605470"/>
              <a:gd name="connsiteY99-31066" fmla="*/ 3217217 h 6858000"/>
              <a:gd name="connsiteX100-31067" fmla="*/ 756043 w 1605470"/>
              <a:gd name="connsiteY100-31068" fmla="*/ 3183755 h 6858000"/>
              <a:gd name="connsiteX101-31069" fmla="*/ 756544 w 1605470"/>
              <a:gd name="connsiteY101-31070" fmla="*/ 3178642 h 6858000"/>
              <a:gd name="connsiteX102-31071" fmla="*/ 744144 w 1605470"/>
              <a:gd name="connsiteY102-31072" fmla="*/ 3158586 h 6858000"/>
              <a:gd name="connsiteX103-31073" fmla="*/ 739378 w 1605470"/>
              <a:gd name="connsiteY103-31074" fmla="*/ 3147669 h 6858000"/>
              <a:gd name="connsiteX104-31075" fmla="*/ 734648 w 1605470"/>
              <a:gd name="connsiteY104-31076" fmla="*/ 3145733 h 6858000"/>
              <a:gd name="connsiteX105-31077" fmla="*/ 729329 w 1605470"/>
              <a:gd name="connsiteY105-31078" fmla="*/ 3129034 h 6858000"/>
              <a:gd name="connsiteX106-31079" fmla="*/ 729994 w 1605470"/>
              <a:gd name="connsiteY106-31080" fmla="*/ 3126682 h 6858000"/>
              <a:gd name="connsiteX107-31081" fmla="*/ 720862 w 1605470"/>
              <a:gd name="connsiteY107-31082" fmla="*/ 3114519 h 6858000"/>
              <a:gd name="connsiteX108-31083" fmla="*/ 707471 w 1605470"/>
              <a:gd name="connsiteY108-31084" fmla="*/ 3106272 h 6858000"/>
              <a:gd name="connsiteX109-31085" fmla="*/ 680201 w 1605470"/>
              <a:gd name="connsiteY109-31086" fmla="*/ 2958185 h 6858000"/>
              <a:gd name="connsiteX110-31087" fmla="*/ 622815 w 1605470"/>
              <a:gd name="connsiteY110-31088" fmla="*/ 2762989 h 6858000"/>
              <a:gd name="connsiteX111-31089" fmla="*/ 571733 w 1605470"/>
              <a:gd name="connsiteY111-31090" fmla="*/ 2554718 h 6858000"/>
              <a:gd name="connsiteX112-31091" fmla="*/ 551827 w 1605470"/>
              <a:gd name="connsiteY112-31092" fmla="*/ 2485734 h 6858000"/>
              <a:gd name="connsiteX113-31093" fmla="*/ 542550 w 1605470"/>
              <a:gd name="connsiteY113-31094" fmla="*/ 2447068 h 6858000"/>
              <a:gd name="connsiteX114-31095" fmla="*/ 529511 w 1605470"/>
              <a:gd name="connsiteY114-31096" fmla="*/ 2425819 h 6858000"/>
              <a:gd name="connsiteX115-31097" fmla="*/ 535510 w 1605470"/>
              <a:gd name="connsiteY115-31098" fmla="*/ 2402874 h 6858000"/>
              <a:gd name="connsiteX116-31099" fmla="*/ 538122 w 1605470"/>
              <a:gd name="connsiteY116-31100" fmla="*/ 2381443 h 6858000"/>
              <a:gd name="connsiteX117-31101" fmla="*/ 514451 w 1605470"/>
              <a:gd name="connsiteY117-31102" fmla="*/ 2261920 h 6858000"/>
              <a:gd name="connsiteX118-31103" fmla="*/ 504338 w 1605470"/>
              <a:gd name="connsiteY118-31104" fmla="*/ 2195378 h 6858000"/>
              <a:gd name="connsiteX119-31105" fmla="*/ 488555 w 1605470"/>
              <a:gd name="connsiteY119-31106" fmla="*/ 2155135 h 6858000"/>
              <a:gd name="connsiteX120-31107" fmla="*/ 486013 w 1605470"/>
              <a:gd name="connsiteY120-31108" fmla="*/ 2118008 h 6858000"/>
              <a:gd name="connsiteX121-31109" fmla="*/ 487006 w 1605470"/>
              <a:gd name="connsiteY121-31110" fmla="*/ 2050531 h 6858000"/>
              <a:gd name="connsiteX122-31111" fmla="*/ 478812 w 1605470"/>
              <a:gd name="connsiteY122-31112" fmla="*/ 1963269 h 6858000"/>
              <a:gd name="connsiteX123-31113" fmla="*/ 459990 w 1605470"/>
              <a:gd name="connsiteY123-31114" fmla="*/ 1906352 h 6858000"/>
              <a:gd name="connsiteX124-31115" fmla="*/ 436547 w 1605470"/>
              <a:gd name="connsiteY124-31116" fmla="*/ 1861531 h 6858000"/>
              <a:gd name="connsiteX125-31117" fmla="*/ 390346 w 1605470"/>
              <a:gd name="connsiteY125-31118" fmla="*/ 1732919 h 6858000"/>
              <a:gd name="connsiteX126-31119" fmla="*/ 362657 w 1605470"/>
              <a:gd name="connsiteY126-31120" fmla="*/ 1663540 h 6858000"/>
              <a:gd name="connsiteX127-31121" fmla="*/ 361783 w 1605470"/>
              <a:gd name="connsiteY127-31122" fmla="*/ 1615777 h 6858000"/>
              <a:gd name="connsiteX128-31123" fmla="*/ 342578 w 1605470"/>
              <a:gd name="connsiteY128-31124" fmla="*/ 1563678 h 6858000"/>
              <a:gd name="connsiteX129-31125" fmla="*/ 355658 w 1605470"/>
              <a:gd name="connsiteY129-31126" fmla="*/ 1519474 h 6858000"/>
              <a:gd name="connsiteX130-31127" fmla="*/ 348400 w 1605470"/>
              <a:gd name="connsiteY130-31128" fmla="*/ 1477995 h 6858000"/>
              <a:gd name="connsiteX131-31129" fmla="*/ 334485 w 1605470"/>
              <a:gd name="connsiteY131-31130" fmla="*/ 1373769 h 6858000"/>
              <a:gd name="connsiteX132-31131" fmla="*/ 342792 w 1605470"/>
              <a:gd name="connsiteY132-31132" fmla="*/ 1307086 h 6858000"/>
              <a:gd name="connsiteX133-31133" fmla="*/ 343980 w 1605470"/>
              <a:gd name="connsiteY133-31134" fmla="*/ 1189033 h 6858000"/>
              <a:gd name="connsiteX134-31135" fmla="*/ 348665 w 1605470"/>
              <a:gd name="connsiteY134-31136" fmla="*/ 1168288 h 6858000"/>
              <a:gd name="connsiteX135-31137" fmla="*/ 340947 w 1605470"/>
              <a:gd name="connsiteY135-31138" fmla="*/ 1142577 h 6858000"/>
              <a:gd name="connsiteX136-31139" fmla="*/ 330253 w 1605470"/>
              <a:gd name="connsiteY136-31140" fmla="*/ 1088484 h 6858000"/>
              <a:gd name="connsiteX137-31141" fmla="*/ 318989 w 1605470"/>
              <a:gd name="connsiteY137-31142" fmla="*/ 1016103 h 6858000"/>
              <a:gd name="connsiteX138-31143" fmla="*/ 320445 w 1605470"/>
              <a:gd name="connsiteY138-31144" fmla="*/ 932283 h 6858000"/>
              <a:gd name="connsiteX139-31145" fmla="*/ 322681 w 1605470"/>
              <a:gd name="connsiteY139-31146" fmla="*/ 915925 h 6858000"/>
              <a:gd name="connsiteX140-31147" fmla="*/ 315310 w 1605470"/>
              <a:gd name="connsiteY140-31148" fmla="*/ 896999 h 6858000"/>
              <a:gd name="connsiteX141-31149" fmla="*/ 284718 w 1605470"/>
              <a:gd name="connsiteY141-31150" fmla="*/ 821517 h 6858000"/>
              <a:gd name="connsiteX142-31151" fmla="*/ 263668 w 1605470"/>
              <a:gd name="connsiteY142-31152" fmla="*/ 751353 h 6858000"/>
              <a:gd name="connsiteX143-31153" fmla="*/ 263226 w 1605470"/>
              <a:gd name="connsiteY143-31154" fmla="*/ 721230 h 6858000"/>
              <a:gd name="connsiteX144-31155" fmla="*/ 248897 w 1605470"/>
              <a:gd name="connsiteY144-31156" fmla="*/ 681659 h 6858000"/>
              <a:gd name="connsiteX145-31157" fmla="*/ 234316 w 1605470"/>
              <a:gd name="connsiteY145-31158" fmla="*/ 635218 h 6858000"/>
              <a:gd name="connsiteX146-31159" fmla="*/ 239327 w 1605470"/>
              <a:gd name="connsiteY146-31160" fmla="*/ 613763 h 6858000"/>
              <a:gd name="connsiteX147-31161" fmla="*/ 225269 w 1605470"/>
              <a:gd name="connsiteY147-31162" fmla="*/ 598582 h 6858000"/>
              <a:gd name="connsiteX148-31163" fmla="*/ 224950 w 1605470"/>
              <a:gd name="connsiteY148-31164" fmla="*/ 576846 h 6858000"/>
              <a:gd name="connsiteX149-31165" fmla="*/ 204576 w 1605470"/>
              <a:gd name="connsiteY149-31166" fmla="*/ 530055 h 6858000"/>
              <a:gd name="connsiteX150-31167" fmla="*/ 219064 w 1605470"/>
              <a:gd name="connsiteY150-31168" fmla="*/ 469651 h 6858000"/>
              <a:gd name="connsiteX151-31169" fmla="*/ 195012 w 1605470"/>
              <a:gd name="connsiteY151-31170" fmla="*/ 448559 h 6858000"/>
              <a:gd name="connsiteX152-31171" fmla="*/ 201434 w 1605470"/>
              <a:gd name="connsiteY152-31172" fmla="*/ 441529 h 6858000"/>
              <a:gd name="connsiteX153-31173" fmla="*/ 200655 w 1605470"/>
              <a:gd name="connsiteY153-31174" fmla="*/ 428927 h 6858000"/>
              <a:gd name="connsiteX154-31175" fmla="*/ 190059 w 1605470"/>
              <a:gd name="connsiteY154-31176" fmla="*/ 430161 h 6858000"/>
              <a:gd name="connsiteX155-31177" fmla="*/ 167079 w 1605470"/>
              <a:gd name="connsiteY155-31178" fmla="*/ 367211 h 6858000"/>
              <a:gd name="connsiteX156-31179" fmla="*/ 124571 w 1605470"/>
              <a:gd name="connsiteY156-31180" fmla="*/ 302178 h 6858000"/>
              <a:gd name="connsiteX157-31181" fmla="*/ 103243 w 1605470"/>
              <a:gd name="connsiteY157-31182" fmla="*/ 211375 h 6858000"/>
              <a:gd name="connsiteX158-31183" fmla="*/ 94571 w 1605470"/>
              <a:gd name="connsiteY158-31184" fmla="*/ 184179 h 6858000"/>
              <a:gd name="connsiteX159-31185" fmla="*/ 13437 w 1605470"/>
              <a:gd name="connsiteY159-31186" fmla="*/ 19287 h 6858000"/>
              <a:gd name="connsiteX160-31187" fmla="*/ 0 w 1605470"/>
              <a:gd name="connsiteY160-31188" fmla="*/ 0 h 6858000"/>
              <a:gd name="connsiteX0-31189" fmla="*/ 0 w 1605470"/>
              <a:gd name="connsiteY0-31190" fmla="*/ 0 h 6858000"/>
              <a:gd name="connsiteX1-31191" fmla="*/ 1605470 w 1605470"/>
              <a:gd name="connsiteY1-31192" fmla="*/ 0 h 6858000"/>
              <a:gd name="connsiteX2-31193" fmla="*/ 1605470 w 1605470"/>
              <a:gd name="connsiteY2-31194" fmla="*/ 6858000 h 6858000"/>
              <a:gd name="connsiteX3-31195" fmla="*/ 154105 w 1605470"/>
              <a:gd name="connsiteY3-31196" fmla="*/ 6858000 h 6858000"/>
              <a:gd name="connsiteX4-31197" fmla="*/ 154246 w 1605470"/>
              <a:gd name="connsiteY4-31198" fmla="*/ 6857735 h 6858000"/>
              <a:gd name="connsiteX5-31199" fmla="*/ 166295 w 1605470"/>
              <a:gd name="connsiteY5-31200" fmla="*/ 6809549 h 6858000"/>
              <a:gd name="connsiteX6-31201" fmla="*/ 198506 w 1605470"/>
              <a:gd name="connsiteY6-31202" fmla="*/ 6715115 h 6858000"/>
              <a:gd name="connsiteX7-31203" fmla="*/ 208357 w 1605470"/>
              <a:gd name="connsiteY7-31204" fmla="*/ 6680170 h 6858000"/>
              <a:gd name="connsiteX8-31205" fmla="*/ 233907 w 1605470"/>
              <a:gd name="connsiteY8-31206" fmla="*/ 6621207 h 6858000"/>
              <a:gd name="connsiteX9-31207" fmla="*/ 250564 w 1605470"/>
              <a:gd name="connsiteY9-31208" fmla="*/ 6596265 h 6858000"/>
              <a:gd name="connsiteX10-31209" fmla="*/ 250443 w 1605470"/>
              <a:gd name="connsiteY10-31210" fmla="*/ 6594818 h 6858000"/>
              <a:gd name="connsiteX11-31211" fmla="*/ 254688 w 1605470"/>
              <a:gd name="connsiteY11-31212" fmla="*/ 6593735 h 6858000"/>
              <a:gd name="connsiteX12-31213" fmla="*/ 257885 w 1605470"/>
              <a:gd name="connsiteY12-31214" fmla="*/ 6589172 h 6858000"/>
              <a:gd name="connsiteX13-31215" fmla="*/ 261179 w 1605470"/>
              <a:gd name="connsiteY13-31216" fmla="*/ 6574442 h 6858000"/>
              <a:gd name="connsiteX14-31217" fmla="*/ 261519 w 1605470"/>
              <a:gd name="connsiteY14-31218" fmla="*/ 6568530 h 6858000"/>
              <a:gd name="connsiteX15-31219" fmla="*/ 263928 w 1605470"/>
              <a:gd name="connsiteY15-31220" fmla="*/ 6560674 h 6858000"/>
              <a:gd name="connsiteX16-31221" fmla="*/ 264273 w 1605470"/>
              <a:gd name="connsiteY16-31222" fmla="*/ 6560598 h 6858000"/>
              <a:gd name="connsiteX17-31223" fmla="*/ 265970 w 1605470"/>
              <a:gd name="connsiteY17-31224" fmla="*/ 6553006 h 6858000"/>
              <a:gd name="connsiteX18-31225" fmla="*/ 270666 w 1605470"/>
              <a:gd name="connsiteY18-31226" fmla="*/ 6514360 h 6858000"/>
              <a:gd name="connsiteX19-31227" fmla="*/ 312320 w 1605470"/>
              <a:gd name="connsiteY19-31228" fmla="*/ 6478062 h 6858000"/>
              <a:gd name="connsiteX20-31229" fmla="*/ 323009 w 1605470"/>
              <a:gd name="connsiteY20-31230" fmla="*/ 6460325 h 6858000"/>
              <a:gd name="connsiteX21-31231" fmla="*/ 330242 w 1605470"/>
              <a:gd name="connsiteY21-31232" fmla="*/ 6451488 h 6858000"/>
              <a:gd name="connsiteX22-31233" fmla="*/ 331677 w 1605470"/>
              <a:gd name="connsiteY22-31234" fmla="*/ 6451348 h 6858000"/>
              <a:gd name="connsiteX23-31235" fmla="*/ 336035 w 1605470"/>
              <a:gd name="connsiteY23-31236" fmla="*/ 6414240 h 6858000"/>
              <a:gd name="connsiteX24-31237" fmla="*/ 338911 w 1605470"/>
              <a:gd name="connsiteY24-31238" fmla="*/ 6410269 h 6858000"/>
              <a:gd name="connsiteX25-31239" fmla="*/ 338811 w 1605470"/>
              <a:gd name="connsiteY25-31240" fmla="*/ 6384857 h 6858000"/>
              <a:gd name="connsiteX26-31241" fmla="*/ 340328 w 1605470"/>
              <a:gd name="connsiteY26-31242" fmla="*/ 6372381 h 6858000"/>
              <a:gd name="connsiteX27-31243" fmla="*/ 337522 w 1605470"/>
              <a:gd name="connsiteY27-31244" fmla="*/ 6367510 h 6858000"/>
              <a:gd name="connsiteX28-31245" fmla="*/ 341402 w 1605470"/>
              <a:gd name="connsiteY28-31246" fmla="*/ 6349778 h 6858000"/>
              <a:gd name="connsiteX29-31247" fmla="*/ 343067 w 1605470"/>
              <a:gd name="connsiteY29-31248" fmla="*/ 6348250 h 6858000"/>
              <a:gd name="connsiteX30-31249" fmla="*/ 359101 w 1605470"/>
              <a:gd name="connsiteY30-31250" fmla="*/ 6281972 h 6858000"/>
              <a:gd name="connsiteX31-31251" fmla="*/ 369864 w 1605470"/>
              <a:gd name="connsiteY31-31252" fmla="*/ 6211940 h 6858000"/>
              <a:gd name="connsiteX32-31253" fmla="*/ 411359 w 1605470"/>
              <a:gd name="connsiteY32-31254" fmla="*/ 6113913 h 6858000"/>
              <a:gd name="connsiteX33-31255" fmla="*/ 415652 w 1605470"/>
              <a:gd name="connsiteY33-31256" fmla="*/ 6028119 h 6858000"/>
              <a:gd name="connsiteX34-31257" fmla="*/ 442432 w 1605470"/>
              <a:gd name="connsiteY34-31258" fmla="*/ 5934687 h 6858000"/>
              <a:gd name="connsiteX35-31259" fmla="*/ 476444 w 1605470"/>
              <a:gd name="connsiteY35-31260" fmla="*/ 5765594 h 6858000"/>
              <a:gd name="connsiteX36-31261" fmla="*/ 508280 w 1605470"/>
              <a:gd name="connsiteY36-31262" fmla="*/ 5693685 h 6858000"/>
              <a:gd name="connsiteX37-31263" fmla="*/ 528335 w 1605470"/>
              <a:gd name="connsiteY37-31264" fmla="*/ 5665173 h 6858000"/>
              <a:gd name="connsiteX38-31265" fmla="*/ 562052 w 1605470"/>
              <a:gd name="connsiteY38-31266" fmla="*/ 5563435 h 6858000"/>
              <a:gd name="connsiteX39-31267" fmla="*/ 591557 w 1605470"/>
              <a:gd name="connsiteY39-31268" fmla="*/ 5476393 h 6858000"/>
              <a:gd name="connsiteX40-31269" fmla="*/ 622750 w 1605470"/>
              <a:gd name="connsiteY40-31270" fmla="*/ 5396260 h 6858000"/>
              <a:gd name="connsiteX41-31271" fmla="*/ 638731 w 1605470"/>
              <a:gd name="connsiteY41-31272" fmla="*/ 5330009 h 6858000"/>
              <a:gd name="connsiteX42-31273" fmla="*/ 672224 w 1605470"/>
              <a:gd name="connsiteY42-31274" fmla="*/ 5273739 h 6858000"/>
              <a:gd name="connsiteX43-31275" fmla="*/ 681823 w 1605470"/>
              <a:gd name="connsiteY43-31276" fmla="*/ 5241779 h 6858000"/>
              <a:gd name="connsiteX44-31277" fmla="*/ 693049 w 1605470"/>
              <a:gd name="connsiteY44-31278" fmla="*/ 5225268 h 6858000"/>
              <a:gd name="connsiteX45-31279" fmla="*/ 694069 w 1605470"/>
              <a:gd name="connsiteY45-31280" fmla="*/ 5217684 h 6858000"/>
              <a:gd name="connsiteX46-31281" fmla="*/ 701410 w 1605470"/>
              <a:gd name="connsiteY46-31282" fmla="*/ 5193377 h 6858000"/>
              <a:gd name="connsiteX47-31283" fmla="*/ 704713 w 1605470"/>
              <a:gd name="connsiteY47-31284" fmla="*/ 5179288 h 6858000"/>
              <a:gd name="connsiteX48-31285" fmla="*/ 705697 w 1605470"/>
              <a:gd name="connsiteY48-31286" fmla="*/ 5173621 h 6858000"/>
              <a:gd name="connsiteX49-31287" fmla="*/ 701331 w 1605470"/>
              <a:gd name="connsiteY49-31288" fmla="*/ 5159961 h 6858000"/>
              <a:gd name="connsiteX50-31289" fmla="*/ 708008 w 1605470"/>
              <a:gd name="connsiteY50-31290" fmla="*/ 5144295 h 6858000"/>
              <a:gd name="connsiteX51-31291" fmla="*/ 704941 w 1605470"/>
              <a:gd name="connsiteY51-31292" fmla="*/ 5125185 h 6858000"/>
              <a:gd name="connsiteX52-31293" fmla="*/ 711771 w 1605470"/>
              <a:gd name="connsiteY52-31294" fmla="*/ 5121884 h 6858000"/>
              <a:gd name="connsiteX53-31295" fmla="*/ 718807 w 1605470"/>
              <a:gd name="connsiteY53-31296" fmla="*/ 5067850 h 6858000"/>
              <a:gd name="connsiteX54-31297" fmla="*/ 721538 w 1605470"/>
              <a:gd name="connsiteY54-31298" fmla="*/ 5060861 h 6858000"/>
              <a:gd name="connsiteX55-31299" fmla="*/ 718242 w 1605470"/>
              <a:gd name="connsiteY55-31300" fmla="*/ 5034192 h 6858000"/>
              <a:gd name="connsiteX56-31301" fmla="*/ 719796 w 1605470"/>
              <a:gd name="connsiteY56-31302" fmla="*/ 4993030 h 6858000"/>
              <a:gd name="connsiteX57-31303" fmla="*/ 726705 w 1605470"/>
              <a:gd name="connsiteY57-31304" fmla="*/ 4946844 h 6858000"/>
              <a:gd name="connsiteX58-31305" fmla="*/ 722561 w 1605470"/>
              <a:gd name="connsiteY58-31306" fmla="*/ 4932692 h 6858000"/>
              <a:gd name="connsiteX59-31307" fmla="*/ 737964 w 1605470"/>
              <a:gd name="connsiteY59-31308" fmla="*/ 4858827 h 6858000"/>
              <a:gd name="connsiteX60-31309" fmla="*/ 732118 w 1605470"/>
              <a:gd name="connsiteY60-31310" fmla="*/ 4801535 h 6858000"/>
              <a:gd name="connsiteX61-31311" fmla="*/ 739787 w 1605470"/>
              <a:gd name="connsiteY61-31312" fmla="*/ 4797794 h 6858000"/>
              <a:gd name="connsiteX62-31313" fmla="*/ 741081 w 1605470"/>
              <a:gd name="connsiteY62-31314" fmla="*/ 4784526 h 6858000"/>
              <a:gd name="connsiteX63-31315" fmla="*/ 742865 w 1605470"/>
              <a:gd name="connsiteY63-31316" fmla="*/ 4781211 h 6858000"/>
              <a:gd name="connsiteX64-31317" fmla="*/ 751652 w 1605470"/>
              <a:gd name="connsiteY64-31318" fmla="*/ 4761984 h 6858000"/>
              <a:gd name="connsiteX65-31319" fmla="*/ 747700 w 1605470"/>
              <a:gd name="connsiteY65-31320" fmla="*/ 4690749 h 6858000"/>
              <a:gd name="connsiteX66-31321" fmla="*/ 743180 w 1605470"/>
              <a:gd name="connsiteY66-31322" fmla="*/ 4584173 h 6858000"/>
              <a:gd name="connsiteX67-31323" fmla="*/ 738263 w 1605470"/>
              <a:gd name="connsiteY67-31324" fmla="*/ 4444346 h 6858000"/>
              <a:gd name="connsiteX68-31325" fmla="*/ 734828 w 1605470"/>
              <a:gd name="connsiteY68-31326" fmla="*/ 4375228 h 6858000"/>
              <a:gd name="connsiteX69-31327" fmla="*/ 715481 w 1605470"/>
              <a:gd name="connsiteY69-31328" fmla="*/ 4214165 h 6858000"/>
              <a:gd name="connsiteX70-31329" fmla="*/ 719554 w 1605470"/>
              <a:gd name="connsiteY70-31330" fmla="*/ 4090296 h 6858000"/>
              <a:gd name="connsiteX71-31331" fmla="*/ 704810 w 1605470"/>
              <a:gd name="connsiteY71-31332" fmla="*/ 4033999 h 6858000"/>
              <a:gd name="connsiteX72-31333" fmla="*/ 705959 w 1605470"/>
              <a:gd name="connsiteY72-31334" fmla="*/ 4031933 h 6858000"/>
              <a:gd name="connsiteX73-31335" fmla="*/ 704535 w 1605470"/>
              <a:gd name="connsiteY73-31336" fmla="*/ 4013953 h 6858000"/>
              <a:gd name="connsiteX74-31337" fmla="*/ 700443 w 1605470"/>
              <a:gd name="connsiteY74-31338" fmla="*/ 4010511 h 6858000"/>
              <a:gd name="connsiteX75-31339" fmla="*/ 698282 w 1605470"/>
              <a:gd name="connsiteY75-31340" fmla="*/ 3998331 h 6858000"/>
              <a:gd name="connsiteX76-31341" fmla="*/ 690830 w 1605470"/>
              <a:gd name="connsiteY76-31342" fmla="*/ 3974753 h 6858000"/>
              <a:gd name="connsiteX77-31343" fmla="*/ 692428 w 1605470"/>
              <a:gd name="connsiteY77-31344" fmla="*/ 3969950 h 6858000"/>
              <a:gd name="connsiteX78-31345" fmla="*/ 685850 w 1605470"/>
              <a:gd name="connsiteY78-31346" fmla="*/ 3933779 h 6858000"/>
              <a:gd name="connsiteX79-31347" fmla="*/ 687181 w 1605470"/>
              <a:gd name="connsiteY79-31348" fmla="*/ 3933093 h 6858000"/>
              <a:gd name="connsiteX80-31349" fmla="*/ 691535 w 1605470"/>
              <a:gd name="connsiteY80-31350" fmla="*/ 3922082 h 6858000"/>
              <a:gd name="connsiteX81-31351" fmla="*/ 696613 w 1605470"/>
              <a:gd name="connsiteY81-31352" fmla="*/ 3901461 h 6858000"/>
              <a:gd name="connsiteX82-31353" fmla="*/ 719207 w 1605470"/>
              <a:gd name="connsiteY82-31354" fmla="*/ 3813873 h 6858000"/>
              <a:gd name="connsiteX83-31355" fmla="*/ 718632 w 1605470"/>
              <a:gd name="connsiteY83-31356" fmla="*/ 3806161 h 6858000"/>
              <a:gd name="connsiteX84-31357" fmla="*/ 718939 w 1605470"/>
              <a:gd name="connsiteY84-31358" fmla="*/ 3805957 h 6858000"/>
              <a:gd name="connsiteX85-31359" fmla="*/ 718966 w 1605470"/>
              <a:gd name="connsiteY85-31360" fmla="*/ 3797724 h 6858000"/>
              <a:gd name="connsiteX86-31361" fmla="*/ 717581 w 1605470"/>
              <a:gd name="connsiteY86-31362" fmla="*/ 3792098 h 6858000"/>
              <a:gd name="connsiteX87-31363" fmla="*/ 716465 w 1605470"/>
              <a:gd name="connsiteY87-31364" fmla="*/ 3777135 h 6858000"/>
              <a:gd name="connsiteX88-31365" fmla="*/ 718198 w 1605470"/>
              <a:gd name="connsiteY88-31366" fmla="*/ 3771656 h 6858000"/>
              <a:gd name="connsiteX89-31367" fmla="*/ 721941 w 1605470"/>
              <a:gd name="connsiteY89-31368" fmla="*/ 3769007 h 6858000"/>
              <a:gd name="connsiteX90-31369" fmla="*/ 721407 w 1605470"/>
              <a:gd name="connsiteY90-31370" fmla="*/ 3767709 h 6858000"/>
              <a:gd name="connsiteX91-31371" fmla="*/ 730103 w 1605470"/>
              <a:gd name="connsiteY91-31372" fmla="*/ 3738082 h 6858000"/>
              <a:gd name="connsiteX92-31373" fmla="*/ 737449 w 1605470"/>
              <a:gd name="connsiteY92-31374" fmla="*/ 3673397 h 6858000"/>
              <a:gd name="connsiteX93-31375" fmla="*/ 736745 w 1605470"/>
              <a:gd name="connsiteY93-31376" fmla="*/ 3637109 h 6858000"/>
              <a:gd name="connsiteX94-31377" fmla="*/ 740188 w 1605470"/>
              <a:gd name="connsiteY94-31378" fmla="*/ 3536883 h 6858000"/>
              <a:gd name="connsiteX95-31379" fmla="*/ 747726 w 1605470"/>
              <a:gd name="connsiteY95-31380" fmla="*/ 3435652 h 6858000"/>
              <a:gd name="connsiteX96-31381" fmla="*/ 749397 w 1605470"/>
              <a:gd name="connsiteY96-31382" fmla="*/ 3307769 h 6858000"/>
              <a:gd name="connsiteX97-31383" fmla="*/ 766960 w 1605470"/>
              <a:gd name="connsiteY97-31384" fmla="*/ 3250522 h 6858000"/>
              <a:gd name="connsiteX98-31385" fmla="*/ 767385 w 1605470"/>
              <a:gd name="connsiteY98-31386" fmla="*/ 3229163 h 6858000"/>
              <a:gd name="connsiteX99-31387" fmla="*/ 769208 w 1605470"/>
              <a:gd name="connsiteY99-31388" fmla="*/ 3217217 h 6858000"/>
              <a:gd name="connsiteX100-31389" fmla="*/ 756043 w 1605470"/>
              <a:gd name="connsiteY100-31390" fmla="*/ 3183755 h 6858000"/>
              <a:gd name="connsiteX101-31391" fmla="*/ 756544 w 1605470"/>
              <a:gd name="connsiteY101-31392" fmla="*/ 3178642 h 6858000"/>
              <a:gd name="connsiteX102-31393" fmla="*/ 744144 w 1605470"/>
              <a:gd name="connsiteY102-31394" fmla="*/ 3158586 h 6858000"/>
              <a:gd name="connsiteX103-31395" fmla="*/ 739378 w 1605470"/>
              <a:gd name="connsiteY103-31396" fmla="*/ 3147669 h 6858000"/>
              <a:gd name="connsiteX104-31397" fmla="*/ 729329 w 1605470"/>
              <a:gd name="connsiteY104-31398" fmla="*/ 3129034 h 6858000"/>
              <a:gd name="connsiteX105-31399" fmla="*/ 729994 w 1605470"/>
              <a:gd name="connsiteY105-31400" fmla="*/ 3126682 h 6858000"/>
              <a:gd name="connsiteX106-31401" fmla="*/ 720862 w 1605470"/>
              <a:gd name="connsiteY106-31402" fmla="*/ 3114519 h 6858000"/>
              <a:gd name="connsiteX107-31403" fmla="*/ 707471 w 1605470"/>
              <a:gd name="connsiteY107-31404" fmla="*/ 3106272 h 6858000"/>
              <a:gd name="connsiteX108-31405" fmla="*/ 680201 w 1605470"/>
              <a:gd name="connsiteY108-31406" fmla="*/ 2958185 h 6858000"/>
              <a:gd name="connsiteX109-31407" fmla="*/ 622815 w 1605470"/>
              <a:gd name="connsiteY109-31408" fmla="*/ 2762989 h 6858000"/>
              <a:gd name="connsiteX110-31409" fmla="*/ 571733 w 1605470"/>
              <a:gd name="connsiteY110-31410" fmla="*/ 2554718 h 6858000"/>
              <a:gd name="connsiteX111-31411" fmla="*/ 551827 w 1605470"/>
              <a:gd name="connsiteY111-31412" fmla="*/ 2485734 h 6858000"/>
              <a:gd name="connsiteX112-31413" fmla="*/ 542550 w 1605470"/>
              <a:gd name="connsiteY112-31414" fmla="*/ 2447068 h 6858000"/>
              <a:gd name="connsiteX113-31415" fmla="*/ 529511 w 1605470"/>
              <a:gd name="connsiteY113-31416" fmla="*/ 2425819 h 6858000"/>
              <a:gd name="connsiteX114-31417" fmla="*/ 535510 w 1605470"/>
              <a:gd name="connsiteY114-31418" fmla="*/ 2402874 h 6858000"/>
              <a:gd name="connsiteX115-31419" fmla="*/ 538122 w 1605470"/>
              <a:gd name="connsiteY115-31420" fmla="*/ 2381443 h 6858000"/>
              <a:gd name="connsiteX116-31421" fmla="*/ 514451 w 1605470"/>
              <a:gd name="connsiteY116-31422" fmla="*/ 2261920 h 6858000"/>
              <a:gd name="connsiteX117-31423" fmla="*/ 504338 w 1605470"/>
              <a:gd name="connsiteY117-31424" fmla="*/ 2195378 h 6858000"/>
              <a:gd name="connsiteX118-31425" fmla="*/ 488555 w 1605470"/>
              <a:gd name="connsiteY118-31426" fmla="*/ 2155135 h 6858000"/>
              <a:gd name="connsiteX119-31427" fmla="*/ 486013 w 1605470"/>
              <a:gd name="connsiteY119-31428" fmla="*/ 2118008 h 6858000"/>
              <a:gd name="connsiteX120-31429" fmla="*/ 487006 w 1605470"/>
              <a:gd name="connsiteY120-31430" fmla="*/ 2050531 h 6858000"/>
              <a:gd name="connsiteX121-31431" fmla="*/ 478812 w 1605470"/>
              <a:gd name="connsiteY121-31432" fmla="*/ 1963269 h 6858000"/>
              <a:gd name="connsiteX122-31433" fmla="*/ 459990 w 1605470"/>
              <a:gd name="connsiteY122-31434" fmla="*/ 1906352 h 6858000"/>
              <a:gd name="connsiteX123-31435" fmla="*/ 436547 w 1605470"/>
              <a:gd name="connsiteY123-31436" fmla="*/ 1861531 h 6858000"/>
              <a:gd name="connsiteX124-31437" fmla="*/ 390346 w 1605470"/>
              <a:gd name="connsiteY124-31438" fmla="*/ 1732919 h 6858000"/>
              <a:gd name="connsiteX125-31439" fmla="*/ 362657 w 1605470"/>
              <a:gd name="connsiteY125-31440" fmla="*/ 1663540 h 6858000"/>
              <a:gd name="connsiteX126-31441" fmla="*/ 361783 w 1605470"/>
              <a:gd name="connsiteY126-31442" fmla="*/ 1615777 h 6858000"/>
              <a:gd name="connsiteX127-31443" fmla="*/ 342578 w 1605470"/>
              <a:gd name="connsiteY127-31444" fmla="*/ 1563678 h 6858000"/>
              <a:gd name="connsiteX128-31445" fmla="*/ 355658 w 1605470"/>
              <a:gd name="connsiteY128-31446" fmla="*/ 1519474 h 6858000"/>
              <a:gd name="connsiteX129-31447" fmla="*/ 348400 w 1605470"/>
              <a:gd name="connsiteY129-31448" fmla="*/ 1477995 h 6858000"/>
              <a:gd name="connsiteX130-31449" fmla="*/ 334485 w 1605470"/>
              <a:gd name="connsiteY130-31450" fmla="*/ 1373769 h 6858000"/>
              <a:gd name="connsiteX131-31451" fmla="*/ 342792 w 1605470"/>
              <a:gd name="connsiteY131-31452" fmla="*/ 1307086 h 6858000"/>
              <a:gd name="connsiteX132-31453" fmla="*/ 343980 w 1605470"/>
              <a:gd name="connsiteY132-31454" fmla="*/ 1189033 h 6858000"/>
              <a:gd name="connsiteX133-31455" fmla="*/ 348665 w 1605470"/>
              <a:gd name="connsiteY133-31456" fmla="*/ 1168288 h 6858000"/>
              <a:gd name="connsiteX134-31457" fmla="*/ 340947 w 1605470"/>
              <a:gd name="connsiteY134-31458" fmla="*/ 1142577 h 6858000"/>
              <a:gd name="connsiteX135-31459" fmla="*/ 330253 w 1605470"/>
              <a:gd name="connsiteY135-31460" fmla="*/ 1088484 h 6858000"/>
              <a:gd name="connsiteX136-31461" fmla="*/ 318989 w 1605470"/>
              <a:gd name="connsiteY136-31462" fmla="*/ 1016103 h 6858000"/>
              <a:gd name="connsiteX137-31463" fmla="*/ 320445 w 1605470"/>
              <a:gd name="connsiteY137-31464" fmla="*/ 932283 h 6858000"/>
              <a:gd name="connsiteX138-31465" fmla="*/ 322681 w 1605470"/>
              <a:gd name="connsiteY138-31466" fmla="*/ 915925 h 6858000"/>
              <a:gd name="connsiteX139-31467" fmla="*/ 315310 w 1605470"/>
              <a:gd name="connsiteY139-31468" fmla="*/ 896999 h 6858000"/>
              <a:gd name="connsiteX140-31469" fmla="*/ 284718 w 1605470"/>
              <a:gd name="connsiteY140-31470" fmla="*/ 821517 h 6858000"/>
              <a:gd name="connsiteX141-31471" fmla="*/ 263668 w 1605470"/>
              <a:gd name="connsiteY141-31472" fmla="*/ 751353 h 6858000"/>
              <a:gd name="connsiteX142-31473" fmla="*/ 263226 w 1605470"/>
              <a:gd name="connsiteY142-31474" fmla="*/ 721230 h 6858000"/>
              <a:gd name="connsiteX143-31475" fmla="*/ 248897 w 1605470"/>
              <a:gd name="connsiteY143-31476" fmla="*/ 681659 h 6858000"/>
              <a:gd name="connsiteX144-31477" fmla="*/ 234316 w 1605470"/>
              <a:gd name="connsiteY144-31478" fmla="*/ 635218 h 6858000"/>
              <a:gd name="connsiteX145-31479" fmla="*/ 239327 w 1605470"/>
              <a:gd name="connsiteY145-31480" fmla="*/ 613763 h 6858000"/>
              <a:gd name="connsiteX146-31481" fmla="*/ 225269 w 1605470"/>
              <a:gd name="connsiteY146-31482" fmla="*/ 598582 h 6858000"/>
              <a:gd name="connsiteX147-31483" fmla="*/ 224950 w 1605470"/>
              <a:gd name="connsiteY147-31484" fmla="*/ 576846 h 6858000"/>
              <a:gd name="connsiteX148-31485" fmla="*/ 204576 w 1605470"/>
              <a:gd name="connsiteY148-31486" fmla="*/ 530055 h 6858000"/>
              <a:gd name="connsiteX149-31487" fmla="*/ 219064 w 1605470"/>
              <a:gd name="connsiteY149-31488" fmla="*/ 469651 h 6858000"/>
              <a:gd name="connsiteX150-31489" fmla="*/ 195012 w 1605470"/>
              <a:gd name="connsiteY150-31490" fmla="*/ 448559 h 6858000"/>
              <a:gd name="connsiteX151-31491" fmla="*/ 201434 w 1605470"/>
              <a:gd name="connsiteY151-31492" fmla="*/ 441529 h 6858000"/>
              <a:gd name="connsiteX152-31493" fmla="*/ 200655 w 1605470"/>
              <a:gd name="connsiteY152-31494" fmla="*/ 428927 h 6858000"/>
              <a:gd name="connsiteX153-31495" fmla="*/ 190059 w 1605470"/>
              <a:gd name="connsiteY153-31496" fmla="*/ 430161 h 6858000"/>
              <a:gd name="connsiteX154-31497" fmla="*/ 167079 w 1605470"/>
              <a:gd name="connsiteY154-31498" fmla="*/ 367211 h 6858000"/>
              <a:gd name="connsiteX155-31499" fmla="*/ 124571 w 1605470"/>
              <a:gd name="connsiteY155-31500" fmla="*/ 302178 h 6858000"/>
              <a:gd name="connsiteX156-31501" fmla="*/ 103243 w 1605470"/>
              <a:gd name="connsiteY156-31502" fmla="*/ 211375 h 6858000"/>
              <a:gd name="connsiteX157-31503" fmla="*/ 94571 w 1605470"/>
              <a:gd name="connsiteY157-31504" fmla="*/ 184179 h 6858000"/>
              <a:gd name="connsiteX158-31505" fmla="*/ 13437 w 1605470"/>
              <a:gd name="connsiteY158-31506" fmla="*/ 19287 h 6858000"/>
              <a:gd name="connsiteX159-31507" fmla="*/ 0 w 1605470"/>
              <a:gd name="connsiteY159-31508" fmla="*/ 0 h 6858000"/>
              <a:gd name="connsiteX0-31509" fmla="*/ 0 w 1605470"/>
              <a:gd name="connsiteY0-31510" fmla="*/ 0 h 6858000"/>
              <a:gd name="connsiteX1-31511" fmla="*/ 1605470 w 1605470"/>
              <a:gd name="connsiteY1-31512" fmla="*/ 0 h 6858000"/>
              <a:gd name="connsiteX2-31513" fmla="*/ 1605470 w 1605470"/>
              <a:gd name="connsiteY2-31514" fmla="*/ 6858000 h 6858000"/>
              <a:gd name="connsiteX3-31515" fmla="*/ 154105 w 1605470"/>
              <a:gd name="connsiteY3-31516" fmla="*/ 6858000 h 6858000"/>
              <a:gd name="connsiteX4-31517" fmla="*/ 154246 w 1605470"/>
              <a:gd name="connsiteY4-31518" fmla="*/ 6857735 h 6858000"/>
              <a:gd name="connsiteX5-31519" fmla="*/ 166295 w 1605470"/>
              <a:gd name="connsiteY5-31520" fmla="*/ 6809549 h 6858000"/>
              <a:gd name="connsiteX6-31521" fmla="*/ 198506 w 1605470"/>
              <a:gd name="connsiteY6-31522" fmla="*/ 6715115 h 6858000"/>
              <a:gd name="connsiteX7-31523" fmla="*/ 208357 w 1605470"/>
              <a:gd name="connsiteY7-31524" fmla="*/ 6680170 h 6858000"/>
              <a:gd name="connsiteX8-31525" fmla="*/ 233907 w 1605470"/>
              <a:gd name="connsiteY8-31526" fmla="*/ 6621207 h 6858000"/>
              <a:gd name="connsiteX9-31527" fmla="*/ 250564 w 1605470"/>
              <a:gd name="connsiteY9-31528" fmla="*/ 6596265 h 6858000"/>
              <a:gd name="connsiteX10-31529" fmla="*/ 250443 w 1605470"/>
              <a:gd name="connsiteY10-31530" fmla="*/ 6594818 h 6858000"/>
              <a:gd name="connsiteX11-31531" fmla="*/ 254688 w 1605470"/>
              <a:gd name="connsiteY11-31532" fmla="*/ 6593735 h 6858000"/>
              <a:gd name="connsiteX12-31533" fmla="*/ 257885 w 1605470"/>
              <a:gd name="connsiteY12-31534" fmla="*/ 6589172 h 6858000"/>
              <a:gd name="connsiteX13-31535" fmla="*/ 261179 w 1605470"/>
              <a:gd name="connsiteY13-31536" fmla="*/ 6574442 h 6858000"/>
              <a:gd name="connsiteX14-31537" fmla="*/ 261519 w 1605470"/>
              <a:gd name="connsiteY14-31538" fmla="*/ 6568530 h 6858000"/>
              <a:gd name="connsiteX15-31539" fmla="*/ 263928 w 1605470"/>
              <a:gd name="connsiteY15-31540" fmla="*/ 6560674 h 6858000"/>
              <a:gd name="connsiteX16-31541" fmla="*/ 264273 w 1605470"/>
              <a:gd name="connsiteY16-31542" fmla="*/ 6560598 h 6858000"/>
              <a:gd name="connsiteX17-31543" fmla="*/ 265970 w 1605470"/>
              <a:gd name="connsiteY17-31544" fmla="*/ 6553006 h 6858000"/>
              <a:gd name="connsiteX18-31545" fmla="*/ 270666 w 1605470"/>
              <a:gd name="connsiteY18-31546" fmla="*/ 6514360 h 6858000"/>
              <a:gd name="connsiteX19-31547" fmla="*/ 312320 w 1605470"/>
              <a:gd name="connsiteY19-31548" fmla="*/ 6478062 h 6858000"/>
              <a:gd name="connsiteX20-31549" fmla="*/ 323009 w 1605470"/>
              <a:gd name="connsiteY20-31550" fmla="*/ 6460325 h 6858000"/>
              <a:gd name="connsiteX21-31551" fmla="*/ 330242 w 1605470"/>
              <a:gd name="connsiteY21-31552" fmla="*/ 6451488 h 6858000"/>
              <a:gd name="connsiteX22-31553" fmla="*/ 331677 w 1605470"/>
              <a:gd name="connsiteY22-31554" fmla="*/ 6451348 h 6858000"/>
              <a:gd name="connsiteX23-31555" fmla="*/ 336035 w 1605470"/>
              <a:gd name="connsiteY23-31556" fmla="*/ 6414240 h 6858000"/>
              <a:gd name="connsiteX24-31557" fmla="*/ 338911 w 1605470"/>
              <a:gd name="connsiteY24-31558" fmla="*/ 6410269 h 6858000"/>
              <a:gd name="connsiteX25-31559" fmla="*/ 338811 w 1605470"/>
              <a:gd name="connsiteY25-31560" fmla="*/ 6384857 h 6858000"/>
              <a:gd name="connsiteX26-31561" fmla="*/ 340328 w 1605470"/>
              <a:gd name="connsiteY26-31562" fmla="*/ 6372381 h 6858000"/>
              <a:gd name="connsiteX27-31563" fmla="*/ 337522 w 1605470"/>
              <a:gd name="connsiteY27-31564" fmla="*/ 6367510 h 6858000"/>
              <a:gd name="connsiteX28-31565" fmla="*/ 341402 w 1605470"/>
              <a:gd name="connsiteY28-31566" fmla="*/ 6349778 h 6858000"/>
              <a:gd name="connsiteX29-31567" fmla="*/ 343067 w 1605470"/>
              <a:gd name="connsiteY29-31568" fmla="*/ 6348250 h 6858000"/>
              <a:gd name="connsiteX30-31569" fmla="*/ 359101 w 1605470"/>
              <a:gd name="connsiteY30-31570" fmla="*/ 6281972 h 6858000"/>
              <a:gd name="connsiteX31-31571" fmla="*/ 369864 w 1605470"/>
              <a:gd name="connsiteY31-31572" fmla="*/ 6211940 h 6858000"/>
              <a:gd name="connsiteX32-31573" fmla="*/ 411359 w 1605470"/>
              <a:gd name="connsiteY32-31574" fmla="*/ 6113913 h 6858000"/>
              <a:gd name="connsiteX33-31575" fmla="*/ 415652 w 1605470"/>
              <a:gd name="connsiteY33-31576" fmla="*/ 6028119 h 6858000"/>
              <a:gd name="connsiteX34-31577" fmla="*/ 442432 w 1605470"/>
              <a:gd name="connsiteY34-31578" fmla="*/ 5934687 h 6858000"/>
              <a:gd name="connsiteX35-31579" fmla="*/ 476444 w 1605470"/>
              <a:gd name="connsiteY35-31580" fmla="*/ 5765594 h 6858000"/>
              <a:gd name="connsiteX36-31581" fmla="*/ 508280 w 1605470"/>
              <a:gd name="connsiteY36-31582" fmla="*/ 5693685 h 6858000"/>
              <a:gd name="connsiteX37-31583" fmla="*/ 528335 w 1605470"/>
              <a:gd name="connsiteY37-31584" fmla="*/ 5665173 h 6858000"/>
              <a:gd name="connsiteX38-31585" fmla="*/ 562052 w 1605470"/>
              <a:gd name="connsiteY38-31586" fmla="*/ 5563435 h 6858000"/>
              <a:gd name="connsiteX39-31587" fmla="*/ 591557 w 1605470"/>
              <a:gd name="connsiteY39-31588" fmla="*/ 5476393 h 6858000"/>
              <a:gd name="connsiteX40-31589" fmla="*/ 622750 w 1605470"/>
              <a:gd name="connsiteY40-31590" fmla="*/ 5396260 h 6858000"/>
              <a:gd name="connsiteX41-31591" fmla="*/ 638731 w 1605470"/>
              <a:gd name="connsiteY41-31592" fmla="*/ 5330009 h 6858000"/>
              <a:gd name="connsiteX42-31593" fmla="*/ 672224 w 1605470"/>
              <a:gd name="connsiteY42-31594" fmla="*/ 5273739 h 6858000"/>
              <a:gd name="connsiteX43-31595" fmla="*/ 681823 w 1605470"/>
              <a:gd name="connsiteY43-31596" fmla="*/ 5241779 h 6858000"/>
              <a:gd name="connsiteX44-31597" fmla="*/ 693049 w 1605470"/>
              <a:gd name="connsiteY44-31598" fmla="*/ 5225268 h 6858000"/>
              <a:gd name="connsiteX45-31599" fmla="*/ 694069 w 1605470"/>
              <a:gd name="connsiteY45-31600" fmla="*/ 5217684 h 6858000"/>
              <a:gd name="connsiteX46-31601" fmla="*/ 701410 w 1605470"/>
              <a:gd name="connsiteY46-31602" fmla="*/ 5193377 h 6858000"/>
              <a:gd name="connsiteX47-31603" fmla="*/ 704713 w 1605470"/>
              <a:gd name="connsiteY47-31604" fmla="*/ 5179288 h 6858000"/>
              <a:gd name="connsiteX48-31605" fmla="*/ 705697 w 1605470"/>
              <a:gd name="connsiteY48-31606" fmla="*/ 5173621 h 6858000"/>
              <a:gd name="connsiteX49-31607" fmla="*/ 701331 w 1605470"/>
              <a:gd name="connsiteY49-31608" fmla="*/ 5159961 h 6858000"/>
              <a:gd name="connsiteX50-31609" fmla="*/ 708008 w 1605470"/>
              <a:gd name="connsiteY50-31610" fmla="*/ 5144295 h 6858000"/>
              <a:gd name="connsiteX51-31611" fmla="*/ 704941 w 1605470"/>
              <a:gd name="connsiteY51-31612" fmla="*/ 5125185 h 6858000"/>
              <a:gd name="connsiteX52-31613" fmla="*/ 711771 w 1605470"/>
              <a:gd name="connsiteY52-31614" fmla="*/ 5121884 h 6858000"/>
              <a:gd name="connsiteX53-31615" fmla="*/ 718807 w 1605470"/>
              <a:gd name="connsiteY53-31616" fmla="*/ 5067850 h 6858000"/>
              <a:gd name="connsiteX54-31617" fmla="*/ 721538 w 1605470"/>
              <a:gd name="connsiteY54-31618" fmla="*/ 5060861 h 6858000"/>
              <a:gd name="connsiteX55-31619" fmla="*/ 718242 w 1605470"/>
              <a:gd name="connsiteY55-31620" fmla="*/ 5034192 h 6858000"/>
              <a:gd name="connsiteX56-31621" fmla="*/ 719796 w 1605470"/>
              <a:gd name="connsiteY56-31622" fmla="*/ 4993030 h 6858000"/>
              <a:gd name="connsiteX57-31623" fmla="*/ 726705 w 1605470"/>
              <a:gd name="connsiteY57-31624" fmla="*/ 4946844 h 6858000"/>
              <a:gd name="connsiteX58-31625" fmla="*/ 722561 w 1605470"/>
              <a:gd name="connsiteY58-31626" fmla="*/ 4932692 h 6858000"/>
              <a:gd name="connsiteX59-31627" fmla="*/ 737964 w 1605470"/>
              <a:gd name="connsiteY59-31628" fmla="*/ 4858827 h 6858000"/>
              <a:gd name="connsiteX60-31629" fmla="*/ 732118 w 1605470"/>
              <a:gd name="connsiteY60-31630" fmla="*/ 4801535 h 6858000"/>
              <a:gd name="connsiteX61-31631" fmla="*/ 739787 w 1605470"/>
              <a:gd name="connsiteY61-31632" fmla="*/ 4797794 h 6858000"/>
              <a:gd name="connsiteX62-31633" fmla="*/ 741081 w 1605470"/>
              <a:gd name="connsiteY62-31634" fmla="*/ 4784526 h 6858000"/>
              <a:gd name="connsiteX63-31635" fmla="*/ 742865 w 1605470"/>
              <a:gd name="connsiteY63-31636" fmla="*/ 4781211 h 6858000"/>
              <a:gd name="connsiteX64-31637" fmla="*/ 751652 w 1605470"/>
              <a:gd name="connsiteY64-31638" fmla="*/ 4761984 h 6858000"/>
              <a:gd name="connsiteX65-31639" fmla="*/ 747700 w 1605470"/>
              <a:gd name="connsiteY65-31640" fmla="*/ 4690749 h 6858000"/>
              <a:gd name="connsiteX66-31641" fmla="*/ 743180 w 1605470"/>
              <a:gd name="connsiteY66-31642" fmla="*/ 4584173 h 6858000"/>
              <a:gd name="connsiteX67-31643" fmla="*/ 738263 w 1605470"/>
              <a:gd name="connsiteY67-31644" fmla="*/ 4444346 h 6858000"/>
              <a:gd name="connsiteX68-31645" fmla="*/ 734828 w 1605470"/>
              <a:gd name="connsiteY68-31646" fmla="*/ 4375228 h 6858000"/>
              <a:gd name="connsiteX69-31647" fmla="*/ 715481 w 1605470"/>
              <a:gd name="connsiteY69-31648" fmla="*/ 4214165 h 6858000"/>
              <a:gd name="connsiteX70-31649" fmla="*/ 719554 w 1605470"/>
              <a:gd name="connsiteY70-31650" fmla="*/ 4090296 h 6858000"/>
              <a:gd name="connsiteX71-31651" fmla="*/ 704810 w 1605470"/>
              <a:gd name="connsiteY71-31652" fmla="*/ 4033999 h 6858000"/>
              <a:gd name="connsiteX72-31653" fmla="*/ 705959 w 1605470"/>
              <a:gd name="connsiteY72-31654" fmla="*/ 4031933 h 6858000"/>
              <a:gd name="connsiteX73-31655" fmla="*/ 704535 w 1605470"/>
              <a:gd name="connsiteY73-31656" fmla="*/ 4013953 h 6858000"/>
              <a:gd name="connsiteX74-31657" fmla="*/ 700443 w 1605470"/>
              <a:gd name="connsiteY74-31658" fmla="*/ 4010511 h 6858000"/>
              <a:gd name="connsiteX75-31659" fmla="*/ 698282 w 1605470"/>
              <a:gd name="connsiteY75-31660" fmla="*/ 3998331 h 6858000"/>
              <a:gd name="connsiteX76-31661" fmla="*/ 690830 w 1605470"/>
              <a:gd name="connsiteY76-31662" fmla="*/ 3974753 h 6858000"/>
              <a:gd name="connsiteX77-31663" fmla="*/ 692428 w 1605470"/>
              <a:gd name="connsiteY77-31664" fmla="*/ 3969950 h 6858000"/>
              <a:gd name="connsiteX78-31665" fmla="*/ 685850 w 1605470"/>
              <a:gd name="connsiteY78-31666" fmla="*/ 3933779 h 6858000"/>
              <a:gd name="connsiteX79-31667" fmla="*/ 687181 w 1605470"/>
              <a:gd name="connsiteY79-31668" fmla="*/ 3933093 h 6858000"/>
              <a:gd name="connsiteX80-31669" fmla="*/ 691535 w 1605470"/>
              <a:gd name="connsiteY80-31670" fmla="*/ 3922082 h 6858000"/>
              <a:gd name="connsiteX81-31671" fmla="*/ 696613 w 1605470"/>
              <a:gd name="connsiteY81-31672" fmla="*/ 3901461 h 6858000"/>
              <a:gd name="connsiteX82-31673" fmla="*/ 719207 w 1605470"/>
              <a:gd name="connsiteY82-31674" fmla="*/ 3813873 h 6858000"/>
              <a:gd name="connsiteX83-31675" fmla="*/ 718632 w 1605470"/>
              <a:gd name="connsiteY83-31676" fmla="*/ 3806161 h 6858000"/>
              <a:gd name="connsiteX84-31677" fmla="*/ 718939 w 1605470"/>
              <a:gd name="connsiteY84-31678" fmla="*/ 3805957 h 6858000"/>
              <a:gd name="connsiteX85-31679" fmla="*/ 718966 w 1605470"/>
              <a:gd name="connsiteY85-31680" fmla="*/ 3797724 h 6858000"/>
              <a:gd name="connsiteX86-31681" fmla="*/ 717581 w 1605470"/>
              <a:gd name="connsiteY86-31682" fmla="*/ 3792098 h 6858000"/>
              <a:gd name="connsiteX87-31683" fmla="*/ 716465 w 1605470"/>
              <a:gd name="connsiteY87-31684" fmla="*/ 3777135 h 6858000"/>
              <a:gd name="connsiteX88-31685" fmla="*/ 718198 w 1605470"/>
              <a:gd name="connsiteY88-31686" fmla="*/ 3771656 h 6858000"/>
              <a:gd name="connsiteX89-31687" fmla="*/ 721941 w 1605470"/>
              <a:gd name="connsiteY89-31688" fmla="*/ 3769007 h 6858000"/>
              <a:gd name="connsiteX90-31689" fmla="*/ 721407 w 1605470"/>
              <a:gd name="connsiteY90-31690" fmla="*/ 3767709 h 6858000"/>
              <a:gd name="connsiteX91-31691" fmla="*/ 730103 w 1605470"/>
              <a:gd name="connsiteY91-31692" fmla="*/ 3738082 h 6858000"/>
              <a:gd name="connsiteX92-31693" fmla="*/ 737449 w 1605470"/>
              <a:gd name="connsiteY92-31694" fmla="*/ 3673397 h 6858000"/>
              <a:gd name="connsiteX93-31695" fmla="*/ 736745 w 1605470"/>
              <a:gd name="connsiteY93-31696" fmla="*/ 3637109 h 6858000"/>
              <a:gd name="connsiteX94-31697" fmla="*/ 740188 w 1605470"/>
              <a:gd name="connsiteY94-31698" fmla="*/ 3536883 h 6858000"/>
              <a:gd name="connsiteX95-31699" fmla="*/ 747726 w 1605470"/>
              <a:gd name="connsiteY95-31700" fmla="*/ 3435652 h 6858000"/>
              <a:gd name="connsiteX96-31701" fmla="*/ 749397 w 1605470"/>
              <a:gd name="connsiteY96-31702" fmla="*/ 3307769 h 6858000"/>
              <a:gd name="connsiteX97-31703" fmla="*/ 766960 w 1605470"/>
              <a:gd name="connsiteY97-31704" fmla="*/ 3250522 h 6858000"/>
              <a:gd name="connsiteX98-31705" fmla="*/ 767385 w 1605470"/>
              <a:gd name="connsiteY98-31706" fmla="*/ 3229163 h 6858000"/>
              <a:gd name="connsiteX99-31707" fmla="*/ 769208 w 1605470"/>
              <a:gd name="connsiteY99-31708" fmla="*/ 3217217 h 6858000"/>
              <a:gd name="connsiteX100-31709" fmla="*/ 756043 w 1605470"/>
              <a:gd name="connsiteY100-31710" fmla="*/ 3183755 h 6858000"/>
              <a:gd name="connsiteX101-31711" fmla="*/ 756544 w 1605470"/>
              <a:gd name="connsiteY101-31712" fmla="*/ 3178642 h 6858000"/>
              <a:gd name="connsiteX102-31713" fmla="*/ 744144 w 1605470"/>
              <a:gd name="connsiteY102-31714" fmla="*/ 3158586 h 6858000"/>
              <a:gd name="connsiteX103-31715" fmla="*/ 729329 w 1605470"/>
              <a:gd name="connsiteY103-31716" fmla="*/ 3129034 h 6858000"/>
              <a:gd name="connsiteX104-31717" fmla="*/ 729994 w 1605470"/>
              <a:gd name="connsiteY104-31718" fmla="*/ 3126682 h 6858000"/>
              <a:gd name="connsiteX105-31719" fmla="*/ 720862 w 1605470"/>
              <a:gd name="connsiteY105-31720" fmla="*/ 3114519 h 6858000"/>
              <a:gd name="connsiteX106-31721" fmla="*/ 707471 w 1605470"/>
              <a:gd name="connsiteY106-31722" fmla="*/ 3106272 h 6858000"/>
              <a:gd name="connsiteX107-31723" fmla="*/ 680201 w 1605470"/>
              <a:gd name="connsiteY107-31724" fmla="*/ 2958185 h 6858000"/>
              <a:gd name="connsiteX108-31725" fmla="*/ 622815 w 1605470"/>
              <a:gd name="connsiteY108-31726" fmla="*/ 2762989 h 6858000"/>
              <a:gd name="connsiteX109-31727" fmla="*/ 571733 w 1605470"/>
              <a:gd name="connsiteY109-31728" fmla="*/ 2554718 h 6858000"/>
              <a:gd name="connsiteX110-31729" fmla="*/ 551827 w 1605470"/>
              <a:gd name="connsiteY110-31730" fmla="*/ 2485734 h 6858000"/>
              <a:gd name="connsiteX111-31731" fmla="*/ 542550 w 1605470"/>
              <a:gd name="connsiteY111-31732" fmla="*/ 2447068 h 6858000"/>
              <a:gd name="connsiteX112-31733" fmla="*/ 529511 w 1605470"/>
              <a:gd name="connsiteY112-31734" fmla="*/ 2425819 h 6858000"/>
              <a:gd name="connsiteX113-31735" fmla="*/ 535510 w 1605470"/>
              <a:gd name="connsiteY113-31736" fmla="*/ 2402874 h 6858000"/>
              <a:gd name="connsiteX114-31737" fmla="*/ 538122 w 1605470"/>
              <a:gd name="connsiteY114-31738" fmla="*/ 2381443 h 6858000"/>
              <a:gd name="connsiteX115-31739" fmla="*/ 514451 w 1605470"/>
              <a:gd name="connsiteY115-31740" fmla="*/ 2261920 h 6858000"/>
              <a:gd name="connsiteX116-31741" fmla="*/ 504338 w 1605470"/>
              <a:gd name="connsiteY116-31742" fmla="*/ 2195378 h 6858000"/>
              <a:gd name="connsiteX117-31743" fmla="*/ 488555 w 1605470"/>
              <a:gd name="connsiteY117-31744" fmla="*/ 2155135 h 6858000"/>
              <a:gd name="connsiteX118-31745" fmla="*/ 486013 w 1605470"/>
              <a:gd name="connsiteY118-31746" fmla="*/ 2118008 h 6858000"/>
              <a:gd name="connsiteX119-31747" fmla="*/ 487006 w 1605470"/>
              <a:gd name="connsiteY119-31748" fmla="*/ 2050531 h 6858000"/>
              <a:gd name="connsiteX120-31749" fmla="*/ 478812 w 1605470"/>
              <a:gd name="connsiteY120-31750" fmla="*/ 1963269 h 6858000"/>
              <a:gd name="connsiteX121-31751" fmla="*/ 459990 w 1605470"/>
              <a:gd name="connsiteY121-31752" fmla="*/ 1906352 h 6858000"/>
              <a:gd name="connsiteX122-31753" fmla="*/ 436547 w 1605470"/>
              <a:gd name="connsiteY122-31754" fmla="*/ 1861531 h 6858000"/>
              <a:gd name="connsiteX123-31755" fmla="*/ 390346 w 1605470"/>
              <a:gd name="connsiteY123-31756" fmla="*/ 1732919 h 6858000"/>
              <a:gd name="connsiteX124-31757" fmla="*/ 362657 w 1605470"/>
              <a:gd name="connsiteY124-31758" fmla="*/ 1663540 h 6858000"/>
              <a:gd name="connsiteX125-31759" fmla="*/ 361783 w 1605470"/>
              <a:gd name="connsiteY125-31760" fmla="*/ 1615777 h 6858000"/>
              <a:gd name="connsiteX126-31761" fmla="*/ 342578 w 1605470"/>
              <a:gd name="connsiteY126-31762" fmla="*/ 1563678 h 6858000"/>
              <a:gd name="connsiteX127-31763" fmla="*/ 355658 w 1605470"/>
              <a:gd name="connsiteY127-31764" fmla="*/ 1519474 h 6858000"/>
              <a:gd name="connsiteX128-31765" fmla="*/ 348400 w 1605470"/>
              <a:gd name="connsiteY128-31766" fmla="*/ 1477995 h 6858000"/>
              <a:gd name="connsiteX129-31767" fmla="*/ 334485 w 1605470"/>
              <a:gd name="connsiteY129-31768" fmla="*/ 1373769 h 6858000"/>
              <a:gd name="connsiteX130-31769" fmla="*/ 342792 w 1605470"/>
              <a:gd name="connsiteY130-31770" fmla="*/ 1307086 h 6858000"/>
              <a:gd name="connsiteX131-31771" fmla="*/ 343980 w 1605470"/>
              <a:gd name="connsiteY131-31772" fmla="*/ 1189033 h 6858000"/>
              <a:gd name="connsiteX132-31773" fmla="*/ 348665 w 1605470"/>
              <a:gd name="connsiteY132-31774" fmla="*/ 1168288 h 6858000"/>
              <a:gd name="connsiteX133-31775" fmla="*/ 340947 w 1605470"/>
              <a:gd name="connsiteY133-31776" fmla="*/ 1142577 h 6858000"/>
              <a:gd name="connsiteX134-31777" fmla="*/ 330253 w 1605470"/>
              <a:gd name="connsiteY134-31778" fmla="*/ 1088484 h 6858000"/>
              <a:gd name="connsiteX135-31779" fmla="*/ 318989 w 1605470"/>
              <a:gd name="connsiteY135-31780" fmla="*/ 1016103 h 6858000"/>
              <a:gd name="connsiteX136-31781" fmla="*/ 320445 w 1605470"/>
              <a:gd name="connsiteY136-31782" fmla="*/ 932283 h 6858000"/>
              <a:gd name="connsiteX137-31783" fmla="*/ 322681 w 1605470"/>
              <a:gd name="connsiteY137-31784" fmla="*/ 915925 h 6858000"/>
              <a:gd name="connsiteX138-31785" fmla="*/ 315310 w 1605470"/>
              <a:gd name="connsiteY138-31786" fmla="*/ 896999 h 6858000"/>
              <a:gd name="connsiteX139-31787" fmla="*/ 284718 w 1605470"/>
              <a:gd name="connsiteY139-31788" fmla="*/ 821517 h 6858000"/>
              <a:gd name="connsiteX140-31789" fmla="*/ 263668 w 1605470"/>
              <a:gd name="connsiteY140-31790" fmla="*/ 751353 h 6858000"/>
              <a:gd name="connsiteX141-31791" fmla="*/ 263226 w 1605470"/>
              <a:gd name="connsiteY141-31792" fmla="*/ 721230 h 6858000"/>
              <a:gd name="connsiteX142-31793" fmla="*/ 248897 w 1605470"/>
              <a:gd name="connsiteY142-31794" fmla="*/ 681659 h 6858000"/>
              <a:gd name="connsiteX143-31795" fmla="*/ 234316 w 1605470"/>
              <a:gd name="connsiteY143-31796" fmla="*/ 635218 h 6858000"/>
              <a:gd name="connsiteX144-31797" fmla="*/ 239327 w 1605470"/>
              <a:gd name="connsiteY144-31798" fmla="*/ 613763 h 6858000"/>
              <a:gd name="connsiteX145-31799" fmla="*/ 225269 w 1605470"/>
              <a:gd name="connsiteY145-31800" fmla="*/ 598582 h 6858000"/>
              <a:gd name="connsiteX146-31801" fmla="*/ 224950 w 1605470"/>
              <a:gd name="connsiteY146-31802" fmla="*/ 576846 h 6858000"/>
              <a:gd name="connsiteX147-31803" fmla="*/ 204576 w 1605470"/>
              <a:gd name="connsiteY147-31804" fmla="*/ 530055 h 6858000"/>
              <a:gd name="connsiteX148-31805" fmla="*/ 219064 w 1605470"/>
              <a:gd name="connsiteY148-31806" fmla="*/ 469651 h 6858000"/>
              <a:gd name="connsiteX149-31807" fmla="*/ 195012 w 1605470"/>
              <a:gd name="connsiteY149-31808" fmla="*/ 448559 h 6858000"/>
              <a:gd name="connsiteX150-31809" fmla="*/ 201434 w 1605470"/>
              <a:gd name="connsiteY150-31810" fmla="*/ 441529 h 6858000"/>
              <a:gd name="connsiteX151-31811" fmla="*/ 200655 w 1605470"/>
              <a:gd name="connsiteY151-31812" fmla="*/ 428927 h 6858000"/>
              <a:gd name="connsiteX152-31813" fmla="*/ 190059 w 1605470"/>
              <a:gd name="connsiteY152-31814" fmla="*/ 430161 h 6858000"/>
              <a:gd name="connsiteX153-31815" fmla="*/ 167079 w 1605470"/>
              <a:gd name="connsiteY153-31816" fmla="*/ 367211 h 6858000"/>
              <a:gd name="connsiteX154-31817" fmla="*/ 124571 w 1605470"/>
              <a:gd name="connsiteY154-31818" fmla="*/ 302178 h 6858000"/>
              <a:gd name="connsiteX155-31819" fmla="*/ 103243 w 1605470"/>
              <a:gd name="connsiteY155-31820" fmla="*/ 211375 h 6858000"/>
              <a:gd name="connsiteX156-31821" fmla="*/ 94571 w 1605470"/>
              <a:gd name="connsiteY156-31822" fmla="*/ 184179 h 6858000"/>
              <a:gd name="connsiteX157-31823" fmla="*/ 13437 w 1605470"/>
              <a:gd name="connsiteY157-31824" fmla="*/ 19287 h 6858000"/>
              <a:gd name="connsiteX158-31825" fmla="*/ 0 w 1605470"/>
              <a:gd name="connsiteY158-31826" fmla="*/ 0 h 6858000"/>
              <a:gd name="connsiteX0-31827" fmla="*/ 0 w 1605470"/>
              <a:gd name="connsiteY0-31828" fmla="*/ 0 h 6858000"/>
              <a:gd name="connsiteX1-31829" fmla="*/ 1605470 w 1605470"/>
              <a:gd name="connsiteY1-31830" fmla="*/ 0 h 6858000"/>
              <a:gd name="connsiteX2-31831" fmla="*/ 1605470 w 1605470"/>
              <a:gd name="connsiteY2-31832" fmla="*/ 6858000 h 6858000"/>
              <a:gd name="connsiteX3-31833" fmla="*/ 154105 w 1605470"/>
              <a:gd name="connsiteY3-31834" fmla="*/ 6858000 h 6858000"/>
              <a:gd name="connsiteX4-31835" fmla="*/ 154246 w 1605470"/>
              <a:gd name="connsiteY4-31836" fmla="*/ 6857735 h 6858000"/>
              <a:gd name="connsiteX5-31837" fmla="*/ 166295 w 1605470"/>
              <a:gd name="connsiteY5-31838" fmla="*/ 6809549 h 6858000"/>
              <a:gd name="connsiteX6-31839" fmla="*/ 198506 w 1605470"/>
              <a:gd name="connsiteY6-31840" fmla="*/ 6715115 h 6858000"/>
              <a:gd name="connsiteX7-31841" fmla="*/ 208357 w 1605470"/>
              <a:gd name="connsiteY7-31842" fmla="*/ 6680170 h 6858000"/>
              <a:gd name="connsiteX8-31843" fmla="*/ 233907 w 1605470"/>
              <a:gd name="connsiteY8-31844" fmla="*/ 6621207 h 6858000"/>
              <a:gd name="connsiteX9-31845" fmla="*/ 250564 w 1605470"/>
              <a:gd name="connsiteY9-31846" fmla="*/ 6596265 h 6858000"/>
              <a:gd name="connsiteX10-31847" fmla="*/ 250443 w 1605470"/>
              <a:gd name="connsiteY10-31848" fmla="*/ 6594818 h 6858000"/>
              <a:gd name="connsiteX11-31849" fmla="*/ 254688 w 1605470"/>
              <a:gd name="connsiteY11-31850" fmla="*/ 6593735 h 6858000"/>
              <a:gd name="connsiteX12-31851" fmla="*/ 257885 w 1605470"/>
              <a:gd name="connsiteY12-31852" fmla="*/ 6589172 h 6858000"/>
              <a:gd name="connsiteX13-31853" fmla="*/ 261179 w 1605470"/>
              <a:gd name="connsiteY13-31854" fmla="*/ 6574442 h 6858000"/>
              <a:gd name="connsiteX14-31855" fmla="*/ 261519 w 1605470"/>
              <a:gd name="connsiteY14-31856" fmla="*/ 6568530 h 6858000"/>
              <a:gd name="connsiteX15-31857" fmla="*/ 263928 w 1605470"/>
              <a:gd name="connsiteY15-31858" fmla="*/ 6560674 h 6858000"/>
              <a:gd name="connsiteX16-31859" fmla="*/ 264273 w 1605470"/>
              <a:gd name="connsiteY16-31860" fmla="*/ 6560598 h 6858000"/>
              <a:gd name="connsiteX17-31861" fmla="*/ 265970 w 1605470"/>
              <a:gd name="connsiteY17-31862" fmla="*/ 6553006 h 6858000"/>
              <a:gd name="connsiteX18-31863" fmla="*/ 270666 w 1605470"/>
              <a:gd name="connsiteY18-31864" fmla="*/ 6514360 h 6858000"/>
              <a:gd name="connsiteX19-31865" fmla="*/ 312320 w 1605470"/>
              <a:gd name="connsiteY19-31866" fmla="*/ 6478062 h 6858000"/>
              <a:gd name="connsiteX20-31867" fmla="*/ 323009 w 1605470"/>
              <a:gd name="connsiteY20-31868" fmla="*/ 6460325 h 6858000"/>
              <a:gd name="connsiteX21-31869" fmla="*/ 330242 w 1605470"/>
              <a:gd name="connsiteY21-31870" fmla="*/ 6451488 h 6858000"/>
              <a:gd name="connsiteX22-31871" fmla="*/ 331677 w 1605470"/>
              <a:gd name="connsiteY22-31872" fmla="*/ 6451348 h 6858000"/>
              <a:gd name="connsiteX23-31873" fmla="*/ 336035 w 1605470"/>
              <a:gd name="connsiteY23-31874" fmla="*/ 6414240 h 6858000"/>
              <a:gd name="connsiteX24-31875" fmla="*/ 338911 w 1605470"/>
              <a:gd name="connsiteY24-31876" fmla="*/ 6410269 h 6858000"/>
              <a:gd name="connsiteX25-31877" fmla="*/ 338811 w 1605470"/>
              <a:gd name="connsiteY25-31878" fmla="*/ 6384857 h 6858000"/>
              <a:gd name="connsiteX26-31879" fmla="*/ 340328 w 1605470"/>
              <a:gd name="connsiteY26-31880" fmla="*/ 6372381 h 6858000"/>
              <a:gd name="connsiteX27-31881" fmla="*/ 337522 w 1605470"/>
              <a:gd name="connsiteY27-31882" fmla="*/ 6367510 h 6858000"/>
              <a:gd name="connsiteX28-31883" fmla="*/ 341402 w 1605470"/>
              <a:gd name="connsiteY28-31884" fmla="*/ 6349778 h 6858000"/>
              <a:gd name="connsiteX29-31885" fmla="*/ 343067 w 1605470"/>
              <a:gd name="connsiteY29-31886" fmla="*/ 6348250 h 6858000"/>
              <a:gd name="connsiteX30-31887" fmla="*/ 359101 w 1605470"/>
              <a:gd name="connsiteY30-31888" fmla="*/ 6281972 h 6858000"/>
              <a:gd name="connsiteX31-31889" fmla="*/ 369864 w 1605470"/>
              <a:gd name="connsiteY31-31890" fmla="*/ 6211940 h 6858000"/>
              <a:gd name="connsiteX32-31891" fmla="*/ 411359 w 1605470"/>
              <a:gd name="connsiteY32-31892" fmla="*/ 6113913 h 6858000"/>
              <a:gd name="connsiteX33-31893" fmla="*/ 415652 w 1605470"/>
              <a:gd name="connsiteY33-31894" fmla="*/ 6028119 h 6858000"/>
              <a:gd name="connsiteX34-31895" fmla="*/ 442432 w 1605470"/>
              <a:gd name="connsiteY34-31896" fmla="*/ 5934687 h 6858000"/>
              <a:gd name="connsiteX35-31897" fmla="*/ 476444 w 1605470"/>
              <a:gd name="connsiteY35-31898" fmla="*/ 5765594 h 6858000"/>
              <a:gd name="connsiteX36-31899" fmla="*/ 508280 w 1605470"/>
              <a:gd name="connsiteY36-31900" fmla="*/ 5693685 h 6858000"/>
              <a:gd name="connsiteX37-31901" fmla="*/ 528335 w 1605470"/>
              <a:gd name="connsiteY37-31902" fmla="*/ 5665173 h 6858000"/>
              <a:gd name="connsiteX38-31903" fmla="*/ 562052 w 1605470"/>
              <a:gd name="connsiteY38-31904" fmla="*/ 5563435 h 6858000"/>
              <a:gd name="connsiteX39-31905" fmla="*/ 591557 w 1605470"/>
              <a:gd name="connsiteY39-31906" fmla="*/ 5476393 h 6858000"/>
              <a:gd name="connsiteX40-31907" fmla="*/ 622750 w 1605470"/>
              <a:gd name="connsiteY40-31908" fmla="*/ 5396260 h 6858000"/>
              <a:gd name="connsiteX41-31909" fmla="*/ 638731 w 1605470"/>
              <a:gd name="connsiteY41-31910" fmla="*/ 5330009 h 6858000"/>
              <a:gd name="connsiteX42-31911" fmla="*/ 672224 w 1605470"/>
              <a:gd name="connsiteY42-31912" fmla="*/ 5273739 h 6858000"/>
              <a:gd name="connsiteX43-31913" fmla="*/ 681823 w 1605470"/>
              <a:gd name="connsiteY43-31914" fmla="*/ 5241779 h 6858000"/>
              <a:gd name="connsiteX44-31915" fmla="*/ 693049 w 1605470"/>
              <a:gd name="connsiteY44-31916" fmla="*/ 5225268 h 6858000"/>
              <a:gd name="connsiteX45-31917" fmla="*/ 694069 w 1605470"/>
              <a:gd name="connsiteY45-31918" fmla="*/ 5217684 h 6858000"/>
              <a:gd name="connsiteX46-31919" fmla="*/ 701410 w 1605470"/>
              <a:gd name="connsiteY46-31920" fmla="*/ 5193377 h 6858000"/>
              <a:gd name="connsiteX47-31921" fmla="*/ 704713 w 1605470"/>
              <a:gd name="connsiteY47-31922" fmla="*/ 5179288 h 6858000"/>
              <a:gd name="connsiteX48-31923" fmla="*/ 705697 w 1605470"/>
              <a:gd name="connsiteY48-31924" fmla="*/ 5173621 h 6858000"/>
              <a:gd name="connsiteX49-31925" fmla="*/ 701331 w 1605470"/>
              <a:gd name="connsiteY49-31926" fmla="*/ 5159961 h 6858000"/>
              <a:gd name="connsiteX50-31927" fmla="*/ 708008 w 1605470"/>
              <a:gd name="connsiteY50-31928" fmla="*/ 5144295 h 6858000"/>
              <a:gd name="connsiteX51-31929" fmla="*/ 704941 w 1605470"/>
              <a:gd name="connsiteY51-31930" fmla="*/ 5125185 h 6858000"/>
              <a:gd name="connsiteX52-31931" fmla="*/ 711771 w 1605470"/>
              <a:gd name="connsiteY52-31932" fmla="*/ 5121884 h 6858000"/>
              <a:gd name="connsiteX53-31933" fmla="*/ 718807 w 1605470"/>
              <a:gd name="connsiteY53-31934" fmla="*/ 5067850 h 6858000"/>
              <a:gd name="connsiteX54-31935" fmla="*/ 721538 w 1605470"/>
              <a:gd name="connsiteY54-31936" fmla="*/ 5060861 h 6858000"/>
              <a:gd name="connsiteX55-31937" fmla="*/ 718242 w 1605470"/>
              <a:gd name="connsiteY55-31938" fmla="*/ 5034192 h 6858000"/>
              <a:gd name="connsiteX56-31939" fmla="*/ 719796 w 1605470"/>
              <a:gd name="connsiteY56-31940" fmla="*/ 4993030 h 6858000"/>
              <a:gd name="connsiteX57-31941" fmla="*/ 726705 w 1605470"/>
              <a:gd name="connsiteY57-31942" fmla="*/ 4946844 h 6858000"/>
              <a:gd name="connsiteX58-31943" fmla="*/ 722561 w 1605470"/>
              <a:gd name="connsiteY58-31944" fmla="*/ 4932692 h 6858000"/>
              <a:gd name="connsiteX59-31945" fmla="*/ 737964 w 1605470"/>
              <a:gd name="connsiteY59-31946" fmla="*/ 4858827 h 6858000"/>
              <a:gd name="connsiteX60-31947" fmla="*/ 732118 w 1605470"/>
              <a:gd name="connsiteY60-31948" fmla="*/ 4801535 h 6858000"/>
              <a:gd name="connsiteX61-31949" fmla="*/ 739787 w 1605470"/>
              <a:gd name="connsiteY61-31950" fmla="*/ 4797794 h 6858000"/>
              <a:gd name="connsiteX62-31951" fmla="*/ 741081 w 1605470"/>
              <a:gd name="connsiteY62-31952" fmla="*/ 4784526 h 6858000"/>
              <a:gd name="connsiteX63-31953" fmla="*/ 742865 w 1605470"/>
              <a:gd name="connsiteY63-31954" fmla="*/ 4781211 h 6858000"/>
              <a:gd name="connsiteX64-31955" fmla="*/ 751652 w 1605470"/>
              <a:gd name="connsiteY64-31956" fmla="*/ 4761984 h 6858000"/>
              <a:gd name="connsiteX65-31957" fmla="*/ 747700 w 1605470"/>
              <a:gd name="connsiteY65-31958" fmla="*/ 4690749 h 6858000"/>
              <a:gd name="connsiteX66-31959" fmla="*/ 743180 w 1605470"/>
              <a:gd name="connsiteY66-31960" fmla="*/ 4584173 h 6858000"/>
              <a:gd name="connsiteX67-31961" fmla="*/ 738263 w 1605470"/>
              <a:gd name="connsiteY67-31962" fmla="*/ 4444346 h 6858000"/>
              <a:gd name="connsiteX68-31963" fmla="*/ 734828 w 1605470"/>
              <a:gd name="connsiteY68-31964" fmla="*/ 4375228 h 6858000"/>
              <a:gd name="connsiteX69-31965" fmla="*/ 715481 w 1605470"/>
              <a:gd name="connsiteY69-31966" fmla="*/ 4214165 h 6858000"/>
              <a:gd name="connsiteX70-31967" fmla="*/ 719554 w 1605470"/>
              <a:gd name="connsiteY70-31968" fmla="*/ 4090296 h 6858000"/>
              <a:gd name="connsiteX71-31969" fmla="*/ 704810 w 1605470"/>
              <a:gd name="connsiteY71-31970" fmla="*/ 4033999 h 6858000"/>
              <a:gd name="connsiteX72-31971" fmla="*/ 705959 w 1605470"/>
              <a:gd name="connsiteY72-31972" fmla="*/ 4031933 h 6858000"/>
              <a:gd name="connsiteX73-31973" fmla="*/ 704535 w 1605470"/>
              <a:gd name="connsiteY73-31974" fmla="*/ 4013953 h 6858000"/>
              <a:gd name="connsiteX74-31975" fmla="*/ 700443 w 1605470"/>
              <a:gd name="connsiteY74-31976" fmla="*/ 4010511 h 6858000"/>
              <a:gd name="connsiteX75-31977" fmla="*/ 690830 w 1605470"/>
              <a:gd name="connsiteY75-31978" fmla="*/ 3974753 h 6858000"/>
              <a:gd name="connsiteX76-31979" fmla="*/ 692428 w 1605470"/>
              <a:gd name="connsiteY76-31980" fmla="*/ 3969950 h 6858000"/>
              <a:gd name="connsiteX77-31981" fmla="*/ 685850 w 1605470"/>
              <a:gd name="connsiteY77-31982" fmla="*/ 3933779 h 6858000"/>
              <a:gd name="connsiteX78-31983" fmla="*/ 687181 w 1605470"/>
              <a:gd name="connsiteY78-31984" fmla="*/ 3933093 h 6858000"/>
              <a:gd name="connsiteX79-31985" fmla="*/ 691535 w 1605470"/>
              <a:gd name="connsiteY79-31986" fmla="*/ 3922082 h 6858000"/>
              <a:gd name="connsiteX80-31987" fmla="*/ 696613 w 1605470"/>
              <a:gd name="connsiteY80-31988" fmla="*/ 3901461 h 6858000"/>
              <a:gd name="connsiteX81-31989" fmla="*/ 719207 w 1605470"/>
              <a:gd name="connsiteY81-31990" fmla="*/ 3813873 h 6858000"/>
              <a:gd name="connsiteX82-31991" fmla="*/ 718632 w 1605470"/>
              <a:gd name="connsiteY82-31992" fmla="*/ 3806161 h 6858000"/>
              <a:gd name="connsiteX83-31993" fmla="*/ 718939 w 1605470"/>
              <a:gd name="connsiteY83-31994" fmla="*/ 3805957 h 6858000"/>
              <a:gd name="connsiteX84-31995" fmla="*/ 718966 w 1605470"/>
              <a:gd name="connsiteY84-31996" fmla="*/ 3797724 h 6858000"/>
              <a:gd name="connsiteX85-31997" fmla="*/ 717581 w 1605470"/>
              <a:gd name="connsiteY85-31998" fmla="*/ 3792098 h 6858000"/>
              <a:gd name="connsiteX86-31999" fmla="*/ 716465 w 1605470"/>
              <a:gd name="connsiteY86-32000" fmla="*/ 3777135 h 6858000"/>
              <a:gd name="connsiteX87-32001" fmla="*/ 718198 w 1605470"/>
              <a:gd name="connsiteY87-32002" fmla="*/ 3771656 h 6858000"/>
              <a:gd name="connsiteX88-32003" fmla="*/ 721941 w 1605470"/>
              <a:gd name="connsiteY88-32004" fmla="*/ 3769007 h 6858000"/>
              <a:gd name="connsiteX89-32005" fmla="*/ 721407 w 1605470"/>
              <a:gd name="connsiteY89-32006" fmla="*/ 3767709 h 6858000"/>
              <a:gd name="connsiteX90-32007" fmla="*/ 730103 w 1605470"/>
              <a:gd name="connsiteY90-32008" fmla="*/ 3738082 h 6858000"/>
              <a:gd name="connsiteX91-32009" fmla="*/ 737449 w 1605470"/>
              <a:gd name="connsiteY91-32010" fmla="*/ 3673397 h 6858000"/>
              <a:gd name="connsiteX92-32011" fmla="*/ 736745 w 1605470"/>
              <a:gd name="connsiteY92-32012" fmla="*/ 3637109 h 6858000"/>
              <a:gd name="connsiteX93-32013" fmla="*/ 740188 w 1605470"/>
              <a:gd name="connsiteY93-32014" fmla="*/ 3536883 h 6858000"/>
              <a:gd name="connsiteX94-32015" fmla="*/ 747726 w 1605470"/>
              <a:gd name="connsiteY94-32016" fmla="*/ 3435652 h 6858000"/>
              <a:gd name="connsiteX95-32017" fmla="*/ 749397 w 1605470"/>
              <a:gd name="connsiteY95-32018" fmla="*/ 3307769 h 6858000"/>
              <a:gd name="connsiteX96-32019" fmla="*/ 766960 w 1605470"/>
              <a:gd name="connsiteY96-32020" fmla="*/ 3250522 h 6858000"/>
              <a:gd name="connsiteX97-32021" fmla="*/ 767385 w 1605470"/>
              <a:gd name="connsiteY97-32022" fmla="*/ 3229163 h 6858000"/>
              <a:gd name="connsiteX98-32023" fmla="*/ 769208 w 1605470"/>
              <a:gd name="connsiteY98-32024" fmla="*/ 3217217 h 6858000"/>
              <a:gd name="connsiteX99-32025" fmla="*/ 756043 w 1605470"/>
              <a:gd name="connsiteY99-32026" fmla="*/ 3183755 h 6858000"/>
              <a:gd name="connsiteX100-32027" fmla="*/ 756544 w 1605470"/>
              <a:gd name="connsiteY100-32028" fmla="*/ 3178642 h 6858000"/>
              <a:gd name="connsiteX101-32029" fmla="*/ 744144 w 1605470"/>
              <a:gd name="connsiteY101-32030" fmla="*/ 3158586 h 6858000"/>
              <a:gd name="connsiteX102-32031" fmla="*/ 729329 w 1605470"/>
              <a:gd name="connsiteY102-32032" fmla="*/ 3129034 h 6858000"/>
              <a:gd name="connsiteX103-32033" fmla="*/ 729994 w 1605470"/>
              <a:gd name="connsiteY103-32034" fmla="*/ 3126682 h 6858000"/>
              <a:gd name="connsiteX104-32035" fmla="*/ 720862 w 1605470"/>
              <a:gd name="connsiteY104-32036" fmla="*/ 3114519 h 6858000"/>
              <a:gd name="connsiteX105-32037" fmla="*/ 707471 w 1605470"/>
              <a:gd name="connsiteY105-32038" fmla="*/ 3106272 h 6858000"/>
              <a:gd name="connsiteX106-32039" fmla="*/ 680201 w 1605470"/>
              <a:gd name="connsiteY106-32040" fmla="*/ 2958185 h 6858000"/>
              <a:gd name="connsiteX107-32041" fmla="*/ 622815 w 1605470"/>
              <a:gd name="connsiteY107-32042" fmla="*/ 2762989 h 6858000"/>
              <a:gd name="connsiteX108-32043" fmla="*/ 571733 w 1605470"/>
              <a:gd name="connsiteY108-32044" fmla="*/ 2554718 h 6858000"/>
              <a:gd name="connsiteX109-32045" fmla="*/ 551827 w 1605470"/>
              <a:gd name="connsiteY109-32046" fmla="*/ 2485734 h 6858000"/>
              <a:gd name="connsiteX110-32047" fmla="*/ 542550 w 1605470"/>
              <a:gd name="connsiteY110-32048" fmla="*/ 2447068 h 6858000"/>
              <a:gd name="connsiteX111-32049" fmla="*/ 529511 w 1605470"/>
              <a:gd name="connsiteY111-32050" fmla="*/ 2425819 h 6858000"/>
              <a:gd name="connsiteX112-32051" fmla="*/ 535510 w 1605470"/>
              <a:gd name="connsiteY112-32052" fmla="*/ 2402874 h 6858000"/>
              <a:gd name="connsiteX113-32053" fmla="*/ 538122 w 1605470"/>
              <a:gd name="connsiteY113-32054" fmla="*/ 2381443 h 6858000"/>
              <a:gd name="connsiteX114-32055" fmla="*/ 514451 w 1605470"/>
              <a:gd name="connsiteY114-32056" fmla="*/ 2261920 h 6858000"/>
              <a:gd name="connsiteX115-32057" fmla="*/ 504338 w 1605470"/>
              <a:gd name="connsiteY115-32058" fmla="*/ 2195378 h 6858000"/>
              <a:gd name="connsiteX116-32059" fmla="*/ 488555 w 1605470"/>
              <a:gd name="connsiteY116-32060" fmla="*/ 2155135 h 6858000"/>
              <a:gd name="connsiteX117-32061" fmla="*/ 486013 w 1605470"/>
              <a:gd name="connsiteY117-32062" fmla="*/ 2118008 h 6858000"/>
              <a:gd name="connsiteX118-32063" fmla="*/ 487006 w 1605470"/>
              <a:gd name="connsiteY118-32064" fmla="*/ 2050531 h 6858000"/>
              <a:gd name="connsiteX119-32065" fmla="*/ 478812 w 1605470"/>
              <a:gd name="connsiteY119-32066" fmla="*/ 1963269 h 6858000"/>
              <a:gd name="connsiteX120-32067" fmla="*/ 459990 w 1605470"/>
              <a:gd name="connsiteY120-32068" fmla="*/ 1906352 h 6858000"/>
              <a:gd name="connsiteX121-32069" fmla="*/ 436547 w 1605470"/>
              <a:gd name="connsiteY121-32070" fmla="*/ 1861531 h 6858000"/>
              <a:gd name="connsiteX122-32071" fmla="*/ 390346 w 1605470"/>
              <a:gd name="connsiteY122-32072" fmla="*/ 1732919 h 6858000"/>
              <a:gd name="connsiteX123-32073" fmla="*/ 362657 w 1605470"/>
              <a:gd name="connsiteY123-32074" fmla="*/ 1663540 h 6858000"/>
              <a:gd name="connsiteX124-32075" fmla="*/ 361783 w 1605470"/>
              <a:gd name="connsiteY124-32076" fmla="*/ 1615777 h 6858000"/>
              <a:gd name="connsiteX125-32077" fmla="*/ 342578 w 1605470"/>
              <a:gd name="connsiteY125-32078" fmla="*/ 1563678 h 6858000"/>
              <a:gd name="connsiteX126-32079" fmla="*/ 355658 w 1605470"/>
              <a:gd name="connsiteY126-32080" fmla="*/ 1519474 h 6858000"/>
              <a:gd name="connsiteX127-32081" fmla="*/ 348400 w 1605470"/>
              <a:gd name="connsiteY127-32082" fmla="*/ 1477995 h 6858000"/>
              <a:gd name="connsiteX128-32083" fmla="*/ 334485 w 1605470"/>
              <a:gd name="connsiteY128-32084" fmla="*/ 1373769 h 6858000"/>
              <a:gd name="connsiteX129-32085" fmla="*/ 342792 w 1605470"/>
              <a:gd name="connsiteY129-32086" fmla="*/ 1307086 h 6858000"/>
              <a:gd name="connsiteX130-32087" fmla="*/ 343980 w 1605470"/>
              <a:gd name="connsiteY130-32088" fmla="*/ 1189033 h 6858000"/>
              <a:gd name="connsiteX131-32089" fmla="*/ 348665 w 1605470"/>
              <a:gd name="connsiteY131-32090" fmla="*/ 1168288 h 6858000"/>
              <a:gd name="connsiteX132-32091" fmla="*/ 340947 w 1605470"/>
              <a:gd name="connsiteY132-32092" fmla="*/ 1142577 h 6858000"/>
              <a:gd name="connsiteX133-32093" fmla="*/ 330253 w 1605470"/>
              <a:gd name="connsiteY133-32094" fmla="*/ 1088484 h 6858000"/>
              <a:gd name="connsiteX134-32095" fmla="*/ 318989 w 1605470"/>
              <a:gd name="connsiteY134-32096" fmla="*/ 1016103 h 6858000"/>
              <a:gd name="connsiteX135-32097" fmla="*/ 320445 w 1605470"/>
              <a:gd name="connsiteY135-32098" fmla="*/ 932283 h 6858000"/>
              <a:gd name="connsiteX136-32099" fmla="*/ 322681 w 1605470"/>
              <a:gd name="connsiteY136-32100" fmla="*/ 915925 h 6858000"/>
              <a:gd name="connsiteX137-32101" fmla="*/ 315310 w 1605470"/>
              <a:gd name="connsiteY137-32102" fmla="*/ 896999 h 6858000"/>
              <a:gd name="connsiteX138-32103" fmla="*/ 284718 w 1605470"/>
              <a:gd name="connsiteY138-32104" fmla="*/ 821517 h 6858000"/>
              <a:gd name="connsiteX139-32105" fmla="*/ 263668 w 1605470"/>
              <a:gd name="connsiteY139-32106" fmla="*/ 751353 h 6858000"/>
              <a:gd name="connsiteX140-32107" fmla="*/ 263226 w 1605470"/>
              <a:gd name="connsiteY140-32108" fmla="*/ 721230 h 6858000"/>
              <a:gd name="connsiteX141-32109" fmla="*/ 248897 w 1605470"/>
              <a:gd name="connsiteY141-32110" fmla="*/ 681659 h 6858000"/>
              <a:gd name="connsiteX142-32111" fmla="*/ 234316 w 1605470"/>
              <a:gd name="connsiteY142-32112" fmla="*/ 635218 h 6858000"/>
              <a:gd name="connsiteX143-32113" fmla="*/ 239327 w 1605470"/>
              <a:gd name="connsiteY143-32114" fmla="*/ 613763 h 6858000"/>
              <a:gd name="connsiteX144-32115" fmla="*/ 225269 w 1605470"/>
              <a:gd name="connsiteY144-32116" fmla="*/ 598582 h 6858000"/>
              <a:gd name="connsiteX145-32117" fmla="*/ 224950 w 1605470"/>
              <a:gd name="connsiteY145-32118" fmla="*/ 576846 h 6858000"/>
              <a:gd name="connsiteX146-32119" fmla="*/ 204576 w 1605470"/>
              <a:gd name="connsiteY146-32120" fmla="*/ 530055 h 6858000"/>
              <a:gd name="connsiteX147-32121" fmla="*/ 219064 w 1605470"/>
              <a:gd name="connsiteY147-32122" fmla="*/ 469651 h 6858000"/>
              <a:gd name="connsiteX148-32123" fmla="*/ 195012 w 1605470"/>
              <a:gd name="connsiteY148-32124" fmla="*/ 448559 h 6858000"/>
              <a:gd name="connsiteX149-32125" fmla="*/ 201434 w 1605470"/>
              <a:gd name="connsiteY149-32126" fmla="*/ 441529 h 6858000"/>
              <a:gd name="connsiteX150-32127" fmla="*/ 200655 w 1605470"/>
              <a:gd name="connsiteY150-32128" fmla="*/ 428927 h 6858000"/>
              <a:gd name="connsiteX151-32129" fmla="*/ 190059 w 1605470"/>
              <a:gd name="connsiteY151-32130" fmla="*/ 430161 h 6858000"/>
              <a:gd name="connsiteX152-32131" fmla="*/ 167079 w 1605470"/>
              <a:gd name="connsiteY152-32132" fmla="*/ 367211 h 6858000"/>
              <a:gd name="connsiteX153-32133" fmla="*/ 124571 w 1605470"/>
              <a:gd name="connsiteY153-32134" fmla="*/ 302178 h 6858000"/>
              <a:gd name="connsiteX154-32135" fmla="*/ 103243 w 1605470"/>
              <a:gd name="connsiteY154-32136" fmla="*/ 211375 h 6858000"/>
              <a:gd name="connsiteX155-32137" fmla="*/ 94571 w 1605470"/>
              <a:gd name="connsiteY155-32138" fmla="*/ 184179 h 6858000"/>
              <a:gd name="connsiteX156-32139" fmla="*/ 13437 w 1605470"/>
              <a:gd name="connsiteY156-32140" fmla="*/ 19287 h 6858000"/>
              <a:gd name="connsiteX157-32141" fmla="*/ 0 w 1605470"/>
              <a:gd name="connsiteY157-32142" fmla="*/ 0 h 6858000"/>
              <a:gd name="connsiteX0-32143" fmla="*/ 0 w 1605470"/>
              <a:gd name="connsiteY0-32144" fmla="*/ 0 h 6858000"/>
              <a:gd name="connsiteX1-32145" fmla="*/ 1605470 w 1605470"/>
              <a:gd name="connsiteY1-32146" fmla="*/ 0 h 6858000"/>
              <a:gd name="connsiteX2-32147" fmla="*/ 1605470 w 1605470"/>
              <a:gd name="connsiteY2-32148" fmla="*/ 6858000 h 6858000"/>
              <a:gd name="connsiteX3-32149" fmla="*/ 154105 w 1605470"/>
              <a:gd name="connsiteY3-32150" fmla="*/ 6858000 h 6858000"/>
              <a:gd name="connsiteX4-32151" fmla="*/ 154246 w 1605470"/>
              <a:gd name="connsiteY4-32152" fmla="*/ 6857735 h 6858000"/>
              <a:gd name="connsiteX5-32153" fmla="*/ 166295 w 1605470"/>
              <a:gd name="connsiteY5-32154" fmla="*/ 6809549 h 6858000"/>
              <a:gd name="connsiteX6-32155" fmla="*/ 198506 w 1605470"/>
              <a:gd name="connsiteY6-32156" fmla="*/ 6715115 h 6858000"/>
              <a:gd name="connsiteX7-32157" fmla="*/ 208357 w 1605470"/>
              <a:gd name="connsiteY7-32158" fmla="*/ 6680170 h 6858000"/>
              <a:gd name="connsiteX8-32159" fmla="*/ 233907 w 1605470"/>
              <a:gd name="connsiteY8-32160" fmla="*/ 6621207 h 6858000"/>
              <a:gd name="connsiteX9-32161" fmla="*/ 250564 w 1605470"/>
              <a:gd name="connsiteY9-32162" fmla="*/ 6596265 h 6858000"/>
              <a:gd name="connsiteX10-32163" fmla="*/ 250443 w 1605470"/>
              <a:gd name="connsiteY10-32164" fmla="*/ 6594818 h 6858000"/>
              <a:gd name="connsiteX11-32165" fmla="*/ 254688 w 1605470"/>
              <a:gd name="connsiteY11-32166" fmla="*/ 6593735 h 6858000"/>
              <a:gd name="connsiteX12-32167" fmla="*/ 257885 w 1605470"/>
              <a:gd name="connsiteY12-32168" fmla="*/ 6589172 h 6858000"/>
              <a:gd name="connsiteX13-32169" fmla="*/ 261179 w 1605470"/>
              <a:gd name="connsiteY13-32170" fmla="*/ 6574442 h 6858000"/>
              <a:gd name="connsiteX14-32171" fmla="*/ 261519 w 1605470"/>
              <a:gd name="connsiteY14-32172" fmla="*/ 6568530 h 6858000"/>
              <a:gd name="connsiteX15-32173" fmla="*/ 263928 w 1605470"/>
              <a:gd name="connsiteY15-32174" fmla="*/ 6560674 h 6858000"/>
              <a:gd name="connsiteX16-32175" fmla="*/ 264273 w 1605470"/>
              <a:gd name="connsiteY16-32176" fmla="*/ 6560598 h 6858000"/>
              <a:gd name="connsiteX17-32177" fmla="*/ 265970 w 1605470"/>
              <a:gd name="connsiteY17-32178" fmla="*/ 6553006 h 6858000"/>
              <a:gd name="connsiteX18-32179" fmla="*/ 270666 w 1605470"/>
              <a:gd name="connsiteY18-32180" fmla="*/ 6514360 h 6858000"/>
              <a:gd name="connsiteX19-32181" fmla="*/ 312320 w 1605470"/>
              <a:gd name="connsiteY19-32182" fmla="*/ 6478062 h 6858000"/>
              <a:gd name="connsiteX20-32183" fmla="*/ 323009 w 1605470"/>
              <a:gd name="connsiteY20-32184" fmla="*/ 6460325 h 6858000"/>
              <a:gd name="connsiteX21-32185" fmla="*/ 330242 w 1605470"/>
              <a:gd name="connsiteY21-32186" fmla="*/ 6451488 h 6858000"/>
              <a:gd name="connsiteX22-32187" fmla="*/ 331677 w 1605470"/>
              <a:gd name="connsiteY22-32188" fmla="*/ 6451348 h 6858000"/>
              <a:gd name="connsiteX23-32189" fmla="*/ 336035 w 1605470"/>
              <a:gd name="connsiteY23-32190" fmla="*/ 6414240 h 6858000"/>
              <a:gd name="connsiteX24-32191" fmla="*/ 338911 w 1605470"/>
              <a:gd name="connsiteY24-32192" fmla="*/ 6410269 h 6858000"/>
              <a:gd name="connsiteX25-32193" fmla="*/ 338811 w 1605470"/>
              <a:gd name="connsiteY25-32194" fmla="*/ 6384857 h 6858000"/>
              <a:gd name="connsiteX26-32195" fmla="*/ 340328 w 1605470"/>
              <a:gd name="connsiteY26-32196" fmla="*/ 6372381 h 6858000"/>
              <a:gd name="connsiteX27-32197" fmla="*/ 337522 w 1605470"/>
              <a:gd name="connsiteY27-32198" fmla="*/ 6367510 h 6858000"/>
              <a:gd name="connsiteX28-32199" fmla="*/ 341402 w 1605470"/>
              <a:gd name="connsiteY28-32200" fmla="*/ 6349778 h 6858000"/>
              <a:gd name="connsiteX29-32201" fmla="*/ 343067 w 1605470"/>
              <a:gd name="connsiteY29-32202" fmla="*/ 6348250 h 6858000"/>
              <a:gd name="connsiteX30-32203" fmla="*/ 359101 w 1605470"/>
              <a:gd name="connsiteY30-32204" fmla="*/ 6281972 h 6858000"/>
              <a:gd name="connsiteX31-32205" fmla="*/ 369864 w 1605470"/>
              <a:gd name="connsiteY31-32206" fmla="*/ 6211940 h 6858000"/>
              <a:gd name="connsiteX32-32207" fmla="*/ 411359 w 1605470"/>
              <a:gd name="connsiteY32-32208" fmla="*/ 6113913 h 6858000"/>
              <a:gd name="connsiteX33-32209" fmla="*/ 415652 w 1605470"/>
              <a:gd name="connsiteY33-32210" fmla="*/ 6028119 h 6858000"/>
              <a:gd name="connsiteX34-32211" fmla="*/ 442432 w 1605470"/>
              <a:gd name="connsiteY34-32212" fmla="*/ 5934687 h 6858000"/>
              <a:gd name="connsiteX35-32213" fmla="*/ 476444 w 1605470"/>
              <a:gd name="connsiteY35-32214" fmla="*/ 5765594 h 6858000"/>
              <a:gd name="connsiteX36-32215" fmla="*/ 508280 w 1605470"/>
              <a:gd name="connsiteY36-32216" fmla="*/ 5693685 h 6858000"/>
              <a:gd name="connsiteX37-32217" fmla="*/ 528335 w 1605470"/>
              <a:gd name="connsiteY37-32218" fmla="*/ 5665173 h 6858000"/>
              <a:gd name="connsiteX38-32219" fmla="*/ 562052 w 1605470"/>
              <a:gd name="connsiteY38-32220" fmla="*/ 5563435 h 6858000"/>
              <a:gd name="connsiteX39-32221" fmla="*/ 591557 w 1605470"/>
              <a:gd name="connsiteY39-32222" fmla="*/ 5476393 h 6858000"/>
              <a:gd name="connsiteX40-32223" fmla="*/ 622750 w 1605470"/>
              <a:gd name="connsiteY40-32224" fmla="*/ 5396260 h 6858000"/>
              <a:gd name="connsiteX41-32225" fmla="*/ 638731 w 1605470"/>
              <a:gd name="connsiteY41-32226" fmla="*/ 5330009 h 6858000"/>
              <a:gd name="connsiteX42-32227" fmla="*/ 672224 w 1605470"/>
              <a:gd name="connsiteY42-32228" fmla="*/ 5273739 h 6858000"/>
              <a:gd name="connsiteX43-32229" fmla="*/ 681823 w 1605470"/>
              <a:gd name="connsiteY43-32230" fmla="*/ 5241779 h 6858000"/>
              <a:gd name="connsiteX44-32231" fmla="*/ 693049 w 1605470"/>
              <a:gd name="connsiteY44-32232" fmla="*/ 5225268 h 6858000"/>
              <a:gd name="connsiteX45-32233" fmla="*/ 694069 w 1605470"/>
              <a:gd name="connsiteY45-32234" fmla="*/ 5217684 h 6858000"/>
              <a:gd name="connsiteX46-32235" fmla="*/ 701410 w 1605470"/>
              <a:gd name="connsiteY46-32236" fmla="*/ 5193377 h 6858000"/>
              <a:gd name="connsiteX47-32237" fmla="*/ 704713 w 1605470"/>
              <a:gd name="connsiteY47-32238" fmla="*/ 5179288 h 6858000"/>
              <a:gd name="connsiteX48-32239" fmla="*/ 705697 w 1605470"/>
              <a:gd name="connsiteY48-32240" fmla="*/ 5173621 h 6858000"/>
              <a:gd name="connsiteX49-32241" fmla="*/ 701331 w 1605470"/>
              <a:gd name="connsiteY49-32242" fmla="*/ 5159961 h 6858000"/>
              <a:gd name="connsiteX50-32243" fmla="*/ 708008 w 1605470"/>
              <a:gd name="connsiteY50-32244" fmla="*/ 5144295 h 6858000"/>
              <a:gd name="connsiteX51-32245" fmla="*/ 704941 w 1605470"/>
              <a:gd name="connsiteY51-32246" fmla="*/ 5125185 h 6858000"/>
              <a:gd name="connsiteX52-32247" fmla="*/ 711771 w 1605470"/>
              <a:gd name="connsiteY52-32248" fmla="*/ 5121884 h 6858000"/>
              <a:gd name="connsiteX53-32249" fmla="*/ 718807 w 1605470"/>
              <a:gd name="connsiteY53-32250" fmla="*/ 5067850 h 6858000"/>
              <a:gd name="connsiteX54-32251" fmla="*/ 721538 w 1605470"/>
              <a:gd name="connsiteY54-32252" fmla="*/ 5060861 h 6858000"/>
              <a:gd name="connsiteX55-32253" fmla="*/ 718242 w 1605470"/>
              <a:gd name="connsiteY55-32254" fmla="*/ 5034192 h 6858000"/>
              <a:gd name="connsiteX56-32255" fmla="*/ 719796 w 1605470"/>
              <a:gd name="connsiteY56-32256" fmla="*/ 4993030 h 6858000"/>
              <a:gd name="connsiteX57-32257" fmla="*/ 726705 w 1605470"/>
              <a:gd name="connsiteY57-32258" fmla="*/ 4946844 h 6858000"/>
              <a:gd name="connsiteX58-32259" fmla="*/ 722561 w 1605470"/>
              <a:gd name="connsiteY58-32260" fmla="*/ 4932692 h 6858000"/>
              <a:gd name="connsiteX59-32261" fmla="*/ 737964 w 1605470"/>
              <a:gd name="connsiteY59-32262" fmla="*/ 4858827 h 6858000"/>
              <a:gd name="connsiteX60-32263" fmla="*/ 732118 w 1605470"/>
              <a:gd name="connsiteY60-32264" fmla="*/ 4801535 h 6858000"/>
              <a:gd name="connsiteX61-32265" fmla="*/ 739787 w 1605470"/>
              <a:gd name="connsiteY61-32266" fmla="*/ 4797794 h 6858000"/>
              <a:gd name="connsiteX62-32267" fmla="*/ 741081 w 1605470"/>
              <a:gd name="connsiteY62-32268" fmla="*/ 4784526 h 6858000"/>
              <a:gd name="connsiteX63-32269" fmla="*/ 742865 w 1605470"/>
              <a:gd name="connsiteY63-32270" fmla="*/ 4781211 h 6858000"/>
              <a:gd name="connsiteX64-32271" fmla="*/ 751652 w 1605470"/>
              <a:gd name="connsiteY64-32272" fmla="*/ 4761984 h 6858000"/>
              <a:gd name="connsiteX65-32273" fmla="*/ 747700 w 1605470"/>
              <a:gd name="connsiteY65-32274" fmla="*/ 4690749 h 6858000"/>
              <a:gd name="connsiteX66-32275" fmla="*/ 743180 w 1605470"/>
              <a:gd name="connsiteY66-32276" fmla="*/ 4584173 h 6858000"/>
              <a:gd name="connsiteX67-32277" fmla="*/ 738263 w 1605470"/>
              <a:gd name="connsiteY67-32278" fmla="*/ 4444346 h 6858000"/>
              <a:gd name="connsiteX68-32279" fmla="*/ 734828 w 1605470"/>
              <a:gd name="connsiteY68-32280" fmla="*/ 4375228 h 6858000"/>
              <a:gd name="connsiteX69-32281" fmla="*/ 715481 w 1605470"/>
              <a:gd name="connsiteY69-32282" fmla="*/ 4214165 h 6858000"/>
              <a:gd name="connsiteX70-32283" fmla="*/ 719554 w 1605470"/>
              <a:gd name="connsiteY70-32284" fmla="*/ 4090296 h 6858000"/>
              <a:gd name="connsiteX71-32285" fmla="*/ 704810 w 1605470"/>
              <a:gd name="connsiteY71-32286" fmla="*/ 4033999 h 6858000"/>
              <a:gd name="connsiteX72-32287" fmla="*/ 705959 w 1605470"/>
              <a:gd name="connsiteY72-32288" fmla="*/ 4031933 h 6858000"/>
              <a:gd name="connsiteX73-32289" fmla="*/ 704535 w 1605470"/>
              <a:gd name="connsiteY73-32290" fmla="*/ 4013953 h 6858000"/>
              <a:gd name="connsiteX74-32291" fmla="*/ 690830 w 1605470"/>
              <a:gd name="connsiteY74-32292" fmla="*/ 3974753 h 6858000"/>
              <a:gd name="connsiteX75-32293" fmla="*/ 692428 w 1605470"/>
              <a:gd name="connsiteY75-32294" fmla="*/ 3969950 h 6858000"/>
              <a:gd name="connsiteX76-32295" fmla="*/ 685850 w 1605470"/>
              <a:gd name="connsiteY76-32296" fmla="*/ 3933779 h 6858000"/>
              <a:gd name="connsiteX77-32297" fmla="*/ 687181 w 1605470"/>
              <a:gd name="connsiteY77-32298" fmla="*/ 3933093 h 6858000"/>
              <a:gd name="connsiteX78-32299" fmla="*/ 691535 w 1605470"/>
              <a:gd name="connsiteY78-32300" fmla="*/ 3922082 h 6858000"/>
              <a:gd name="connsiteX79-32301" fmla="*/ 696613 w 1605470"/>
              <a:gd name="connsiteY79-32302" fmla="*/ 3901461 h 6858000"/>
              <a:gd name="connsiteX80-32303" fmla="*/ 719207 w 1605470"/>
              <a:gd name="connsiteY80-32304" fmla="*/ 3813873 h 6858000"/>
              <a:gd name="connsiteX81-32305" fmla="*/ 718632 w 1605470"/>
              <a:gd name="connsiteY81-32306" fmla="*/ 3806161 h 6858000"/>
              <a:gd name="connsiteX82-32307" fmla="*/ 718939 w 1605470"/>
              <a:gd name="connsiteY82-32308" fmla="*/ 3805957 h 6858000"/>
              <a:gd name="connsiteX83-32309" fmla="*/ 718966 w 1605470"/>
              <a:gd name="connsiteY83-32310" fmla="*/ 3797724 h 6858000"/>
              <a:gd name="connsiteX84-32311" fmla="*/ 717581 w 1605470"/>
              <a:gd name="connsiteY84-32312" fmla="*/ 3792098 h 6858000"/>
              <a:gd name="connsiteX85-32313" fmla="*/ 716465 w 1605470"/>
              <a:gd name="connsiteY85-32314" fmla="*/ 3777135 h 6858000"/>
              <a:gd name="connsiteX86-32315" fmla="*/ 718198 w 1605470"/>
              <a:gd name="connsiteY86-32316" fmla="*/ 3771656 h 6858000"/>
              <a:gd name="connsiteX87-32317" fmla="*/ 721941 w 1605470"/>
              <a:gd name="connsiteY87-32318" fmla="*/ 3769007 h 6858000"/>
              <a:gd name="connsiteX88-32319" fmla="*/ 721407 w 1605470"/>
              <a:gd name="connsiteY88-32320" fmla="*/ 3767709 h 6858000"/>
              <a:gd name="connsiteX89-32321" fmla="*/ 730103 w 1605470"/>
              <a:gd name="connsiteY89-32322" fmla="*/ 3738082 h 6858000"/>
              <a:gd name="connsiteX90-32323" fmla="*/ 737449 w 1605470"/>
              <a:gd name="connsiteY90-32324" fmla="*/ 3673397 h 6858000"/>
              <a:gd name="connsiteX91-32325" fmla="*/ 736745 w 1605470"/>
              <a:gd name="connsiteY91-32326" fmla="*/ 3637109 h 6858000"/>
              <a:gd name="connsiteX92-32327" fmla="*/ 740188 w 1605470"/>
              <a:gd name="connsiteY92-32328" fmla="*/ 3536883 h 6858000"/>
              <a:gd name="connsiteX93-32329" fmla="*/ 747726 w 1605470"/>
              <a:gd name="connsiteY93-32330" fmla="*/ 3435652 h 6858000"/>
              <a:gd name="connsiteX94-32331" fmla="*/ 749397 w 1605470"/>
              <a:gd name="connsiteY94-32332" fmla="*/ 3307769 h 6858000"/>
              <a:gd name="connsiteX95-32333" fmla="*/ 766960 w 1605470"/>
              <a:gd name="connsiteY95-32334" fmla="*/ 3250522 h 6858000"/>
              <a:gd name="connsiteX96-32335" fmla="*/ 767385 w 1605470"/>
              <a:gd name="connsiteY96-32336" fmla="*/ 3229163 h 6858000"/>
              <a:gd name="connsiteX97-32337" fmla="*/ 769208 w 1605470"/>
              <a:gd name="connsiteY97-32338" fmla="*/ 3217217 h 6858000"/>
              <a:gd name="connsiteX98-32339" fmla="*/ 756043 w 1605470"/>
              <a:gd name="connsiteY98-32340" fmla="*/ 3183755 h 6858000"/>
              <a:gd name="connsiteX99-32341" fmla="*/ 756544 w 1605470"/>
              <a:gd name="connsiteY99-32342" fmla="*/ 3178642 h 6858000"/>
              <a:gd name="connsiteX100-32343" fmla="*/ 744144 w 1605470"/>
              <a:gd name="connsiteY100-32344" fmla="*/ 3158586 h 6858000"/>
              <a:gd name="connsiteX101-32345" fmla="*/ 729329 w 1605470"/>
              <a:gd name="connsiteY101-32346" fmla="*/ 3129034 h 6858000"/>
              <a:gd name="connsiteX102-32347" fmla="*/ 729994 w 1605470"/>
              <a:gd name="connsiteY102-32348" fmla="*/ 3126682 h 6858000"/>
              <a:gd name="connsiteX103-32349" fmla="*/ 720862 w 1605470"/>
              <a:gd name="connsiteY103-32350" fmla="*/ 3114519 h 6858000"/>
              <a:gd name="connsiteX104-32351" fmla="*/ 707471 w 1605470"/>
              <a:gd name="connsiteY104-32352" fmla="*/ 3106272 h 6858000"/>
              <a:gd name="connsiteX105-32353" fmla="*/ 680201 w 1605470"/>
              <a:gd name="connsiteY105-32354" fmla="*/ 2958185 h 6858000"/>
              <a:gd name="connsiteX106-32355" fmla="*/ 622815 w 1605470"/>
              <a:gd name="connsiteY106-32356" fmla="*/ 2762989 h 6858000"/>
              <a:gd name="connsiteX107-32357" fmla="*/ 571733 w 1605470"/>
              <a:gd name="connsiteY107-32358" fmla="*/ 2554718 h 6858000"/>
              <a:gd name="connsiteX108-32359" fmla="*/ 551827 w 1605470"/>
              <a:gd name="connsiteY108-32360" fmla="*/ 2485734 h 6858000"/>
              <a:gd name="connsiteX109-32361" fmla="*/ 542550 w 1605470"/>
              <a:gd name="connsiteY109-32362" fmla="*/ 2447068 h 6858000"/>
              <a:gd name="connsiteX110-32363" fmla="*/ 529511 w 1605470"/>
              <a:gd name="connsiteY110-32364" fmla="*/ 2425819 h 6858000"/>
              <a:gd name="connsiteX111-32365" fmla="*/ 535510 w 1605470"/>
              <a:gd name="connsiteY111-32366" fmla="*/ 2402874 h 6858000"/>
              <a:gd name="connsiteX112-32367" fmla="*/ 538122 w 1605470"/>
              <a:gd name="connsiteY112-32368" fmla="*/ 2381443 h 6858000"/>
              <a:gd name="connsiteX113-32369" fmla="*/ 514451 w 1605470"/>
              <a:gd name="connsiteY113-32370" fmla="*/ 2261920 h 6858000"/>
              <a:gd name="connsiteX114-32371" fmla="*/ 504338 w 1605470"/>
              <a:gd name="connsiteY114-32372" fmla="*/ 2195378 h 6858000"/>
              <a:gd name="connsiteX115-32373" fmla="*/ 488555 w 1605470"/>
              <a:gd name="connsiteY115-32374" fmla="*/ 2155135 h 6858000"/>
              <a:gd name="connsiteX116-32375" fmla="*/ 486013 w 1605470"/>
              <a:gd name="connsiteY116-32376" fmla="*/ 2118008 h 6858000"/>
              <a:gd name="connsiteX117-32377" fmla="*/ 487006 w 1605470"/>
              <a:gd name="connsiteY117-32378" fmla="*/ 2050531 h 6858000"/>
              <a:gd name="connsiteX118-32379" fmla="*/ 478812 w 1605470"/>
              <a:gd name="connsiteY118-32380" fmla="*/ 1963269 h 6858000"/>
              <a:gd name="connsiteX119-32381" fmla="*/ 459990 w 1605470"/>
              <a:gd name="connsiteY119-32382" fmla="*/ 1906352 h 6858000"/>
              <a:gd name="connsiteX120-32383" fmla="*/ 436547 w 1605470"/>
              <a:gd name="connsiteY120-32384" fmla="*/ 1861531 h 6858000"/>
              <a:gd name="connsiteX121-32385" fmla="*/ 390346 w 1605470"/>
              <a:gd name="connsiteY121-32386" fmla="*/ 1732919 h 6858000"/>
              <a:gd name="connsiteX122-32387" fmla="*/ 362657 w 1605470"/>
              <a:gd name="connsiteY122-32388" fmla="*/ 1663540 h 6858000"/>
              <a:gd name="connsiteX123-32389" fmla="*/ 361783 w 1605470"/>
              <a:gd name="connsiteY123-32390" fmla="*/ 1615777 h 6858000"/>
              <a:gd name="connsiteX124-32391" fmla="*/ 342578 w 1605470"/>
              <a:gd name="connsiteY124-32392" fmla="*/ 1563678 h 6858000"/>
              <a:gd name="connsiteX125-32393" fmla="*/ 355658 w 1605470"/>
              <a:gd name="connsiteY125-32394" fmla="*/ 1519474 h 6858000"/>
              <a:gd name="connsiteX126-32395" fmla="*/ 348400 w 1605470"/>
              <a:gd name="connsiteY126-32396" fmla="*/ 1477995 h 6858000"/>
              <a:gd name="connsiteX127-32397" fmla="*/ 334485 w 1605470"/>
              <a:gd name="connsiteY127-32398" fmla="*/ 1373769 h 6858000"/>
              <a:gd name="connsiteX128-32399" fmla="*/ 342792 w 1605470"/>
              <a:gd name="connsiteY128-32400" fmla="*/ 1307086 h 6858000"/>
              <a:gd name="connsiteX129-32401" fmla="*/ 343980 w 1605470"/>
              <a:gd name="connsiteY129-32402" fmla="*/ 1189033 h 6858000"/>
              <a:gd name="connsiteX130-32403" fmla="*/ 348665 w 1605470"/>
              <a:gd name="connsiteY130-32404" fmla="*/ 1168288 h 6858000"/>
              <a:gd name="connsiteX131-32405" fmla="*/ 340947 w 1605470"/>
              <a:gd name="connsiteY131-32406" fmla="*/ 1142577 h 6858000"/>
              <a:gd name="connsiteX132-32407" fmla="*/ 330253 w 1605470"/>
              <a:gd name="connsiteY132-32408" fmla="*/ 1088484 h 6858000"/>
              <a:gd name="connsiteX133-32409" fmla="*/ 318989 w 1605470"/>
              <a:gd name="connsiteY133-32410" fmla="*/ 1016103 h 6858000"/>
              <a:gd name="connsiteX134-32411" fmla="*/ 320445 w 1605470"/>
              <a:gd name="connsiteY134-32412" fmla="*/ 932283 h 6858000"/>
              <a:gd name="connsiteX135-32413" fmla="*/ 322681 w 1605470"/>
              <a:gd name="connsiteY135-32414" fmla="*/ 915925 h 6858000"/>
              <a:gd name="connsiteX136-32415" fmla="*/ 315310 w 1605470"/>
              <a:gd name="connsiteY136-32416" fmla="*/ 896999 h 6858000"/>
              <a:gd name="connsiteX137-32417" fmla="*/ 284718 w 1605470"/>
              <a:gd name="connsiteY137-32418" fmla="*/ 821517 h 6858000"/>
              <a:gd name="connsiteX138-32419" fmla="*/ 263668 w 1605470"/>
              <a:gd name="connsiteY138-32420" fmla="*/ 751353 h 6858000"/>
              <a:gd name="connsiteX139-32421" fmla="*/ 263226 w 1605470"/>
              <a:gd name="connsiteY139-32422" fmla="*/ 721230 h 6858000"/>
              <a:gd name="connsiteX140-32423" fmla="*/ 248897 w 1605470"/>
              <a:gd name="connsiteY140-32424" fmla="*/ 681659 h 6858000"/>
              <a:gd name="connsiteX141-32425" fmla="*/ 234316 w 1605470"/>
              <a:gd name="connsiteY141-32426" fmla="*/ 635218 h 6858000"/>
              <a:gd name="connsiteX142-32427" fmla="*/ 239327 w 1605470"/>
              <a:gd name="connsiteY142-32428" fmla="*/ 613763 h 6858000"/>
              <a:gd name="connsiteX143-32429" fmla="*/ 225269 w 1605470"/>
              <a:gd name="connsiteY143-32430" fmla="*/ 598582 h 6858000"/>
              <a:gd name="connsiteX144-32431" fmla="*/ 224950 w 1605470"/>
              <a:gd name="connsiteY144-32432" fmla="*/ 576846 h 6858000"/>
              <a:gd name="connsiteX145-32433" fmla="*/ 204576 w 1605470"/>
              <a:gd name="connsiteY145-32434" fmla="*/ 530055 h 6858000"/>
              <a:gd name="connsiteX146-32435" fmla="*/ 219064 w 1605470"/>
              <a:gd name="connsiteY146-32436" fmla="*/ 469651 h 6858000"/>
              <a:gd name="connsiteX147-32437" fmla="*/ 195012 w 1605470"/>
              <a:gd name="connsiteY147-32438" fmla="*/ 448559 h 6858000"/>
              <a:gd name="connsiteX148-32439" fmla="*/ 201434 w 1605470"/>
              <a:gd name="connsiteY148-32440" fmla="*/ 441529 h 6858000"/>
              <a:gd name="connsiteX149-32441" fmla="*/ 200655 w 1605470"/>
              <a:gd name="connsiteY149-32442" fmla="*/ 428927 h 6858000"/>
              <a:gd name="connsiteX150-32443" fmla="*/ 190059 w 1605470"/>
              <a:gd name="connsiteY150-32444" fmla="*/ 430161 h 6858000"/>
              <a:gd name="connsiteX151-32445" fmla="*/ 167079 w 1605470"/>
              <a:gd name="connsiteY151-32446" fmla="*/ 367211 h 6858000"/>
              <a:gd name="connsiteX152-32447" fmla="*/ 124571 w 1605470"/>
              <a:gd name="connsiteY152-32448" fmla="*/ 302178 h 6858000"/>
              <a:gd name="connsiteX153-32449" fmla="*/ 103243 w 1605470"/>
              <a:gd name="connsiteY153-32450" fmla="*/ 211375 h 6858000"/>
              <a:gd name="connsiteX154-32451" fmla="*/ 94571 w 1605470"/>
              <a:gd name="connsiteY154-32452" fmla="*/ 184179 h 6858000"/>
              <a:gd name="connsiteX155-32453" fmla="*/ 13437 w 1605470"/>
              <a:gd name="connsiteY155-32454" fmla="*/ 19287 h 6858000"/>
              <a:gd name="connsiteX156-32455" fmla="*/ 0 w 1605470"/>
              <a:gd name="connsiteY156-32456" fmla="*/ 0 h 6858000"/>
              <a:gd name="connsiteX0-32457" fmla="*/ 0 w 1605470"/>
              <a:gd name="connsiteY0-32458" fmla="*/ 0 h 6858000"/>
              <a:gd name="connsiteX1-32459" fmla="*/ 1605470 w 1605470"/>
              <a:gd name="connsiteY1-32460" fmla="*/ 0 h 6858000"/>
              <a:gd name="connsiteX2-32461" fmla="*/ 1605470 w 1605470"/>
              <a:gd name="connsiteY2-32462" fmla="*/ 6858000 h 6858000"/>
              <a:gd name="connsiteX3-32463" fmla="*/ 154105 w 1605470"/>
              <a:gd name="connsiteY3-32464" fmla="*/ 6858000 h 6858000"/>
              <a:gd name="connsiteX4-32465" fmla="*/ 154246 w 1605470"/>
              <a:gd name="connsiteY4-32466" fmla="*/ 6857735 h 6858000"/>
              <a:gd name="connsiteX5-32467" fmla="*/ 166295 w 1605470"/>
              <a:gd name="connsiteY5-32468" fmla="*/ 6809549 h 6858000"/>
              <a:gd name="connsiteX6-32469" fmla="*/ 198506 w 1605470"/>
              <a:gd name="connsiteY6-32470" fmla="*/ 6715115 h 6858000"/>
              <a:gd name="connsiteX7-32471" fmla="*/ 208357 w 1605470"/>
              <a:gd name="connsiteY7-32472" fmla="*/ 6680170 h 6858000"/>
              <a:gd name="connsiteX8-32473" fmla="*/ 233907 w 1605470"/>
              <a:gd name="connsiteY8-32474" fmla="*/ 6621207 h 6858000"/>
              <a:gd name="connsiteX9-32475" fmla="*/ 250564 w 1605470"/>
              <a:gd name="connsiteY9-32476" fmla="*/ 6596265 h 6858000"/>
              <a:gd name="connsiteX10-32477" fmla="*/ 250443 w 1605470"/>
              <a:gd name="connsiteY10-32478" fmla="*/ 6594818 h 6858000"/>
              <a:gd name="connsiteX11-32479" fmla="*/ 254688 w 1605470"/>
              <a:gd name="connsiteY11-32480" fmla="*/ 6593735 h 6858000"/>
              <a:gd name="connsiteX12-32481" fmla="*/ 257885 w 1605470"/>
              <a:gd name="connsiteY12-32482" fmla="*/ 6589172 h 6858000"/>
              <a:gd name="connsiteX13-32483" fmla="*/ 261179 w 1605470"/>
              <a:gd name="connsiteY13-32484" fmla="*/ 6574442 h 6858000"/>
              <a:gd name="connsiteX14-32485" fmla="*/ 261519 w 1605470"/>
              <a:gd name="connsiteY14-32486" fmla="*/ 6568530 h 6858000"/>
              <a:gd name="connsiteX15-32487" fmla="*/ 263928 w 1605470"/>
              <a:gd name="connsiteY15-32488" fmla="*/ 6560674 h 6858000"/>
              <a:gd name="connsiteX16-32489" fmla="*/ 264273 w 1605470"/>
              <a:gd name="connsiteY16-32490" fmla="*/ 6560598 h 6858000"/>
              <a:gd name="connsiteX17-32491" fmla="*/ 265970 w 1605470"/>
              <a:gd name="connsiteY17-32492" fmla="*/ 6553006 h 6858000"/>
              <a:gd name="connsiteX18-32493" fmla="*/ 270666 w 1605470"/>
              <a:gd name="connsiteY18-32494" fmla="*/ 6514360 h 6858000"/>
              <a:gd name="connsiteX19-32495" fmla="*/ 312320 w 1605470"/>
              <a:gd name="connsiteY19-32496" fmla="*/ 6478062 h 6858000"/>
              <a:gd name="connsiteX20-32497" fmla="*/ 323009 w 1605470"/>
              <a:gd name="connsiteY20-32498" fmla="*/ 6460325 h 6858000"/>
              <a:gd name="connsiteX21-32499" fmla="*/ 330242 w 1605470"/>
              <a:gd name="connsiteY21-32500" fmla="*/ 6451488 h 6858000"/>
              <a:gd name="connsiteX22-32501" fmla="*/ 331677 w 1605470"/>
              <a:gd name="connsiteY22-32502" fmla="*/ 6451348 h 6858000"/>
              <a:gd name="connsiteX23-32503" fmla="*/ 336035 w 1605470"/>
              <a:gd name="connsiteY23-32504" fmla="*/ 6414240 h 6858000"/>
              <a:gd name="connsiteX24-32505" fmla="*/ 338911 w 1605470"/>
              <a:gd name="connsiteY24-32506" fmla="*/ 6410269 h 6858000"/>
              <a:gd name="connsiteX25-32507" fmla="*/ 338811 w 1605470"/>
              <a:gd name="connsiteY25-32508" fmla="*/ 6384857 h 6858000"/>
              <a:gd name="connsiteX26-32509" fmla="*/ 340328 w 1605470"/>
              <a:gd name="connsiteY26-32510" fmla="*/ 6372381 h 6858000"/>
              <a:gd name="connsiteX27-32511" fmla="*/ 337522 w 1605470"/>
              <a:gd name="connsiteY27-32512" fmla="*/ 6367510 h 6858000"/>
              <a:gd name="connsiteX28-32513" fmla="*/ 341402 w 1605470"/>
              <a:gd name="connsiteY28-32514" fmla="*/ 6349778 h 6858000"/>
              <a:gd name="connsiteX29-32515" fmla="*/ 343067 w 1605470"/>
              <a:gd name="connsiteY29-32516" fmla="*/ 6348250 h 6858000"/>
              <a:gd name="connsiteX30-32517" fmla="*/ 359101 w 1605470"/>
              <a:gd name="connsiteY30-32518" fmla="*/ 6281972 h 6858000"/>
              <a:gd name="connsiteX31-32519" fmla="*/ 369864 w 1605470"/>
              <a:gd name="connsiteY31-32520" fmla="*/ 6211940 h 6858000"/>
              <a:gd name="connsiteX32-32521" fmla="*/ 411359 w 1605470"/>
              <a:gd name="connsiteY32-32522" fmla="*/ 6113913 h 6858000"/>
              <a:gd name="connsiteX33-32523" fmla="*/ 415652 w 1605470"/>
              <a:gd name="connsiteY33-32524" fmla="*/ 6028119 h 6858000"/>
              <a:gd name="connsiteX34-32525" fmla="*/ 442432 w 1605470"/>
              <a:gd name="connsiteY34-32526" fmla="*/ 5934687 h 6858000"/>
              <a:gd name="connsiteX35-32527" fmla="*/ 476444 w 1605470"/>
              <a:gd name="connsiteY35-32528" fmla="*/ 5765594 h 6858000"/>
              <a:gd name="connsiteX36-32529" fmla="*/ 508280 w 1605470"/>
              <a:gd name="connsiteY36-32530" fmla="*/ 5693685 h 6858000"/>
              <a:gd name="connsiteX37-32531" fmla="*/ 528335 w 1605470"/>
              <a:gd name="connsiteY37-32532" fmla="*/ 5665173 h 6858000"/>
              <a:gd name="connsiteX38-32533" fmla="*/ 562052 w 1605470"/>
              <a:gd name="connsiteY38-32534" fmla="*/ 5563435 h 6858000"/>
              <a:gd name="connsiteX39-32535" fmla="*/ 591557 w 1605470"/>
              <a:gd name="connsiteY39-32536" fmla="*/ 5476393 h 6858000"/>
              <a:gd name="connsiteX40-32537" fmla="*/ 622750 w 1605470"/>
              <a:gd name="connsiteY40-32538" fmla="*/ 5396260 h 6858000"/>
              <a:gd name="connsiteX41-32539" fmla="*/ 638731 w 1605470"/>
              <a:gd name="connsiteY41-32540" fmla="*/ 5330009 h 6858000"/>
              <a:gd name="connsiteX42-32541" fmla="*/ 672224 w 1605470"/>
              <a:gd name="connsiteY42-32542" fmla="*/ 5273739 h 6858000"/>
              <a:gd name="connsiteX43-32543" fmla="*/ 681823 w 1605470"/>
              <a:gd name="connsiteY43-32544" fmla="*/ 5241779 h 6858000"/>
              <a:gd name="connsiteX44-32545" fmla="*/ 693049 w 1605470"/>
              <a:gd name="connsiteY44-32546" fmla="*/ 5225268 h 6858000"/>
              <a:gd name="connsiteX45-32547" fmla="*/ 694069 w 1605470"/>
              <a:gd name="connsiteY45-32548" fmla="*/ 5217684 h 6858000"/>
              <a:gd name="connsiteX46-32549" fmla="*/ 701410 w 1605470"/>
              <a:gd name="connsiteY46-32550" fmla="*/ 5193377 h 6858000"/>
              <a:gd name="connsiteX47-32551" fmla="*/ 704713 w 1605470"/>
              <a:gd name="connsiteY47-32552" fmla="*/ 5179288 h 6858000"/>
              <a:gd name="connsiteX48-32553" fmla="*/ 705697 w 1605470"/>
              <a:gd name="connsiteY48-32554" fmla="*/ 5173621 h 6858000"/>
              <a:gd name="connsiteX49-32555" fmla="*/ 701331 w 1605470"/>
              <a:gd name="connsiteY49-32556" fmla="*/ 5159961 h 6858000"/>
              <a:gd name="connsiteX50-32557" fmla="*/ 708008 w 1605470"/>
              <a:gd name="connsiteY50-32558" fmla="*/ 5144295 h 6858000"/>
              <a:gd name="connsiteX51-32559" fmla="*/ 704941 w 1605470"/>
              <a:gd name="connsiteY51-32560" fmla="*/ 5125185 h 6858000"/>
              <a:gd name="connsiteX52-32561" fmla="*/ 711771 w 1605470"/>
              <a:gd name="connsiteY52-32562" fmla="*/ 5121884 h 6858000"/>
              <a:gd name="connsiteX53-32563" fmla="*/ 718807 w 1605470"/>
              <a:gd name="connsiteY53-32564" fmla="*/ 5067850 h 6858000"/>
              <a:gd name="connsiteX54-32565" fmla="*/ 721538 w 1605470"/>
              <a:gd name="connsiteY54-32566" fmla="*/ 5060861 h 6858000"/>
              <a:gd name="connsiteX55-32567" fmla="*/ 718242 w 1605470"/>
              <a:gd name="connsiteY55-32568" fmla="*/ 5034192 h 6858000"/>
              <a:gd name="connsiteX56-32569" fmla="*/ 719796 w 1605470"/>
              <a:gd name="connsiteY56-32570" fmla="*/ 4993030 h 6858000"/>
              <a:gd name="connsiteX57-32571" fmla="*/ 726705 w 1605470"/>
              <a:gd name="connsiteY57-32572" fmla="*/ 4946844 h 6858000"/>
              <a:gd name="connsiteX58-32573" fmla="*/ 722561 w 1605470"/>
              <a:gd name="connsiteY58-32574" fmla="*/ 4932692 h 6858000"/>
              <a:gd name="connsiteX59-32575" fmla="*/ 737964 w 1605470"/>
              <a:gd name="connsiteY59-32576" fmla="*/ 4858827 h 6858000"/>
              <a:gd name="connsiteX60-32577" fmla="*/ 732118 w 1605470"/>
              <a:gd name="connsiteY60-32578" fmla="*/ 4801535 h 6858000"/>
              <a:gd name="connsiteX61-32579" fmla="*/ 739787 w 1605470"/>
              <a:gd name="connsiteY61-32580" fmla="*/ 4797794 h 6858000"/>
              <a:gd name="connsiteX62-32581" fmla="*/ 741081 w 1605470"/>
              <a:gd name="connsiteY62-32582" fmla="*/ 4784526 h 6858000"/>
              <a:gd name="connsiteX63-32583" fmla="*/ 742865 w 1605470"/>
              <a:gd name="connsiteY63-32584" fmla="*/ 4781211 h 6858000"/>
              <a:gd name="connsiteX64-32585" fmla="*/ 751652 w 1605470"/>
              <a:gd name="connsiteY64-32586" fmla="*/ 4761984 h 6858000"/>
              <a:gd name="connsiteX65-32587" fmla="*/ 747700 w 1605470"/>
              <a:gd name="connsiteY65-32588" fmla="*/ 4690749 h 6858000"/>
              <a:gd name="connsiteX66-32589" fmla="*/ 743180 w 1605470"/>
              <a:gd name="connsiteY66-32590" fmla="*/ 4584173 h 6858000"/>
              <a:gd name="connsiteX67-32591" fmla="*/ 738263 w 1605470"/>
              <a:gd name="connsiteY67-32592" fmla="*/ 4444346 h 6858000"/>
              <a:gd name="connsiteX68-32593" fmla="*/ 734828 w 1605470"/>
              <a:gd name="connsiteY68-32594" fmla="*/ 4375228 h 6858000"/>
              <a:gd name="connsiteX69-32595" fmla="*/ 715481 w 1605470"/>
              <a:gd name="connsiteY69-32596" fmla="*/ 4214165 h 6858000"/>
              <a:gd name="connsiteX70-32597" fmla="*/ 719554 w 1605470"/>
              <a:gd name="connsiteY70-32598" fmla="*/ 4090296 h 6858000"/>
              <a:gd name="connsiteX71-32599" fmla="*/ 704810 w 1605470"/>
              <a:gd name="connsiteY71-32600" fmla="*/ 4033999 h 6858000"/>
              <a:gd name="connsiteX72-32601" fmla="*/ 705959 w 1605470"/>
              <a:gd name="connsiteY72-32602" fmla="*/ 4031933 h 6858000"/>
              <a:gd name="connsiteX73-32603" fmla="*/ 704535 w 1605470"/>
              <a:gd name="connsiteY73-32604" fmla="*/ 4013953 h 6858000"/>
              <a:gd name="connsiteX74-32605" fmla="*/ 690830 w 1605470"/>
              <a:gd name="connsiteY74-32606" fmla="*/ 3974753 h 6858000"/>
              <a:gd name="connsiteX75-32607" fmla="*/ 692428 w 1605470"/>
              <a:gd name="connsiteY75-32608" fmla="*/ 3969950 h 6858000"/>
              <a:gd name="connsiteX76-32609" fmla="*/ 685850 w 1605470"/>
              <a:gd name="connsiteY76-32610" fmla="*/ 3933779 h 6858000"/>
              <a:gd name="connsiteX77-32611" fmla="*/ 687181 w 1605470"/>
              <a:gd name="connsiteY77-32612" fmla="*/ 3933093 h 6858000"/>
              <a:gd name="connsiteX78-32613" fmla="*/ 691535 w 1605470"/>
              <a:gd name="connsiteY78-32614" fmla="*/ 3922082 h 6858000"/>
              <a:gd name="connsiteX79-32615" fmla="*/ 696613 w 1605470"/>
              <a:gd name="connsiteY79-32616" fmla="*/ 3901461 h 6858000"/>
              <a:gd name="connsiteX80-32617" fmla="*/ 719207 w 1605470"/>
              <a:gd name="connsiteY80-32618" fmla="*/ 3813873 h 6858000"/>
              <a:gd name="connsiteX81-32619" fmla="*/ 718632 w 1605470"/>
              <a:gd name="connsiteY81-32620" fmla="*/ 3806161 h 6858000"/>
              <a:gd name="connsiteX82-32621" fmla="*/ 718939 w 1605470"/>
              <a:gd name="connsiteY82-32622" fmla="*/ 3805957 h 6858000"/>
              <a:gd name="connsiteX83-32623" fmla="*/ 718966 w 1605470"/>
              <a:gd name="connsiteY83-32624" fmla="*/ 3797724 h 6858000"/>
              <a:gd name="connsiteX84-32625" fmla="*/ 717581 w 1605470"/>
              <a:gd name="connsiteY84-32626" fmla="*/ 3792098 h 6858000"/>
              <a:gd name="connsiteX85-32627" fmla="*/ 716465 w 1605470"/>
              <a:gd name="connsiteY85-32628" fmla="*/ 3777135 h 6858000"/>
              <a:gd name="connsiteX86-32629" fmla="*/ 718198 w 1605470"/>
              <a:gd name="connsiteY86-32630" fmla="*/ 3771656 h 6858000"/>
              <a:gd name="connsiteX87-32631" fmla="*/ 721941 w 1605470"/>
              <a:gd name="connsiteY87-32632" fmla="*/ 3769007 h 6858000"/>
              <a:gd name="connsiteX88-32633" fmla="*/ 721407 w 1605470"/>
              <a:gd name="connsiteY88-32634" fmla="*/ 3767709 h 6858000"/>
              <a:gd name="connsiteX89-32635" fmla="*/ 730103 w 1605470"/>
              <a:gd name="connsiteY89-32636" fmla="*/ 3738082 h 6858000"/>
              <a:gd name="connsiteX90-32637" fmla="*/ 737449 w 1605470"/>
              <a:gd name="connsiteY90-32638" fmla="*/ 3673397 h 6858000"/>
              <a:gd name="connsiteX91-32639" fmla="*/ 736745 w 1605470"/>
              <a:gd name="connsiteY91-32640" fmla="*/ 3637109 h 6858000"/>
              <a:gd name="connsiteX92-32641" fmla="*/ 740188 w 1605470"/>
              <a:gd name="connsiteY92-32642" fmla="*/ 3536883 h 6858000"/>
              <a:gd name="connsiteX93-32643" fmla="*/ 747726 w 1605470"/>
              <a:gd name="connsiteY93-32644" fmla="*/ 3435652 h 6858000"/>
              <a:gd name="connsiteX94-32645" fmla="*/ 749397 w 1605470"/>
              <a:gd name="connsiteY94-32646" fmla="*/ 3307769 h 6858000"/>
              <a:gd name="connsiteX95-32647" fmla="*/ 766960 w 1605470"/>
              <a:gd name="connsiteY95-32648" fmla="*/ 3250522 h 6858000"/>
              <a:gd name="connsiteX96-32649" fmla="*/ 767385 w 1605470"/>
              <a:gd name="connsiteY96-32650" fmla="*/ 3229163 h 6858000"/>
              <a:gd name="connsiteX97-32651" fmla="*/ 769208 w 1605470"/>
              <a:gd name="connsiteY97-32652" fmla="*/ 3217217 h 6858000"/>
              <a:gd name="connsiteX98-32653" fmla="*/ 756043 w 1605470"/>
              <a:gd name="connsiteY98-32654" fmla="*/ 3183755 h 6858000"/>
              <a:gd name="connsiteX99-32655" fmla="*/ 756544 w 1605470"/>
              <a:gd name="connsiteY99-32656" fmla="*/ 3178642 h 6858000"/>
              <a:gd name="connsiteX100-32657" fmla="*/ 744144 w 1605470"/>
              <a:gd name="connsiteY100-32658" fmla="*/ 3158586 h 6858000"/>
              <a:gd name="connsiteX101-32659" fmla="*/ 729329 w 1605470"/>
              <a:gd name="connsiteY101-32660" fmla="*/ 3129034 h 6858000"/>
              <a:gd name="connsiteX102-32661" fmla="*/ 729994 w 1605470"/>
              <a:gd name="connsiteY102-32662" fmla="*/ 3126682 h 6858000"/>
              <a:gd name="connsiteX103-32663" fmla="*/ 720862 w 1605470"/>
              <a:gd name="connsiteY103-32664" fmla="*/ 3114519 h 6858000"/>
              <a:gd name="connsiteX104-32665" fmla="*/ 707471 w 1605470"/>
              <a:gd name="connsiteY104-32666" fmla="*/ 3106272 h 6858000"/>
              <a:gd name="connsiteX105-32667" fmla="*/ 680201 w 1605470"/>
              <a:gd name="connsiteY105-32668" fmla="*/ 2958185 h 6858000"/>
              <a:gd name="connsiteX106-32669" fmla="*/ 622815 w 1605470"/>
              <a:gd name="connsiteY106-32670" fmla="*/ 2762989 h 6858000"/>
              <a:gd name="connsiteX107-32671" fmla="*/ 571733 w 1605470"/>
              <a:gd name="connsiteY107-32672" fmla="*/ 2554718 h 6858000"/>
              <a:gd name="connsiteX108-32673" fmla="*/ 551827 w 1605470"/>
              <a:gd name="connsiteY108-32674" fmla="*/ 2485734 h 6858000"/>
              <a:gd name="connsiteX109-32675" fmla="*/ 542550 w 1605470"/>
              <a:gd name="connsiteY109-32676" fmla="*/ 2447068 h 6858000"/>
              <a:gd name="connsiteX110-32677" fmla="*/ 529511 w 1605470"/>
              <a:gd name="connsiteY110-32678" fmla="*/ 2425819 h 6858000"/>
              <a:gd name="connsiteX111-32679" fmla="*/ 535510 w 1605470"/>
              <a:gd name="connsiteY111-32680" fmla="*/ 2402874 h 6858000"/>
              <a:gd name="connsiteX112-32681" fmla="*/ 538122 w 1605470"/>
              <a:gd name="connsiteY112-32682" fmla="*/ 2381443 h 6858000"/>
              <a:gd name="connsiteX113-32683" fmla="*/ 514451 w 1605470"/>
              <a:gd name="connsiteY113-32684" fmla="*/ 2261920 h 6858000"/>
              <a:gd name="connsiteX114-32685" fmla="*/ 504338 w 1605470"/>
              <a:gd name="connsiteY114-32686" fmla="*/ 2195378 h 6858000"/>
              <a:gd name="connsiteX115-32687" fmla="*/ 488555 w 1605470"/>
              <a:gd name="connsiteY115-32688" fmla="*/ 2155135 h 6858000"/>
              <a:gd name="connsiteX116-32689" fmla="*/ 486013 w 1605470"/>
              <a:gd name="connsiteY116-32690" fmla="*/ 2118008 h 6858000"/>
              <a:gd name="connsiteX117-32691" fmla="*/ 487006 w 1605470"/>
              <a:gd name="connsiteY117-32692" fmla="*/ 2050531 h 6858000"/>
              <a:gd name="connsiteX118-32693" fmla="*/ 478812 w 1605470"/>
              <a:gd name="connsiteY118-32694" fmla="*/ 1963269 h 6858000"/>
              <a:gd name="connsiteX119-32695" fmla="*/ 459990 w 1605470"/>
              <a:gd name="connsiteY119-32696" fmla="*/ 1906352 h 6858000"/>
              <a:gd name="connsiteX120-32697" fmla="*/ 436547 w 1605470"/>
              <a:gd name="connsiteY120-32698" fmla="*/ 1861531 h 6858000"/>
              <a:gd name="connsiteX121-32699" fmla="*/ 390346 w 1605470"/>
              <a:gd name="connsiteY121-32700" fmla="*/ 1732919 h 6858000"/>
              <a:gd name="connsiteX122-32701" fmla="*/ 362657 w 1605470"/>
              <a:gd name="connsiteY122-32702" fmla="*/ 1663540 h 6858000"/>
              <a:gd name="connsiteX123-32703" fmla="*/ 361783 w 1605470"/>
              <a:gd name="connsiteY123-32704" fmla="*/ 1615777 h 6858000"/>
              <a:gd name="connsiteX124-32705" fmla="*/ 342578 w 1605470"/>
              <a:gd name="connsiteY124-32706" fmla="*/ 1563678 h 6858000"/>
              <a:gd name="connsiteX125-32707" fmla="*/ 355658 w 1605470"/>
              <a:gd name="connsiteY125-32708" fmla="*/ 1519474 h 6858000"/>
              <a:gd name="connsiteX126-32709" fmla="*/ 348400 w 1605470"/>
              <a:gd name="connsiteY126-32710" fmla="*/ 1477995 h 6858000"/>
              <a:gd name="connsiteX127-32711" fmla="*/ 334485 w 1605470"/>
              <a:gd name="connsiteY127-32712" fmla="*/ 1373769 h 6858000"/>
              <a:gd name="connsiteX128-32713" fmla="*/ 342792 w 1605470"/>
              <a:gd name="connsiteY128-32714" fmla="*/ 1307086 h 6858000"/>
              <a:gd name="connsiteX129-32715" fmla="*/ 343980 w 1605470"/>
              <a:gd name="connsiteY129-32716" fmla="*/ 1189033 h 6858000"/>
              <a:gd name="connsiteX130-32717" fmla="*/ 348665 w 1605470"/>
              <a:gd name="connsiteY130-32718" fmla="*/ 1168288 h 6858000"/>
              <a:gd name="connsiteX131-32719" fmla="*/ 340947 w 1605470"/>
              <a:gd name="connsiteY131-32720" fmla="*/ 1142577 h 6858000"/>
              <a:gd name="connsiteX132-32721" fmla="*/ 330253 w 1605470"/>
              <a:gd name="connsiteY132-32722" fmla="*/ 1088484 h 6858000"/>
              <a:gd name="connsiteX133-32723" fmla="*/ 318989 w 1605470"/>
              <a:gd name="connsiteY133-32724" fmla="*/ 1016103 h 6858000"/>
              <a:gd name="connsiteX134-32725" fmla="*/ 320445 w 1605470"/>
              <a:gd name="connsiteY134-32726" fmla="*/ 932283 h 6858000"/>
              <a:gd name="connsiteX135-32727" fmla="*/ 322681 w 1605470"/>
              <a:gd name="connsiteY135-32728" fmla="*/ 915925 h 6858000"/>
              <a:gd name="connsiteX136-32729" fmla="*/ 315310 w 1605470"/>
              <a:gd name="connsiteY136-32730" fmla="*/ 896999 h 6858000"/>
              <a:gd name="connsiteX137-32731" fmla="*/ 284718 w 1605470"/>
              <a:gd name="connsiteY137-32732" fmla="*/ 821517 h 6858000"/>
              <a:gd name="connsiteX138-32733" fmla="*/ 263668 w 1605470"/>
              <a:gd name="connsiteY138-32734" fmla="*/ 751353 h 6858000"/>
              <a:gd name="connsiteX139-32735" fmla="*/ 263226 w 1605470"/>
              <a:gd name="connsiteY139-32736" fmla="*/ 721230 h 6858000"/>
              <a:gd name="connsiteX140-32737" fmla="*/ 248897 w 1605470"/>
              <a:gd name="connsiteY140-32738" fmla="*/ 681659 h 6858000"/>
              <a:gd name="connsiteX141-32739" fmla="*/ 234316 w 1605470"/>
              <a:gd name="connsiteY141-32740" fmla="*/ 635218 h 6858000"/>
              <a:gd name="connsiteX142-32741" fmla="*/ 239327 w 1605470"/>
              <a:gd name="connsiteY142-32742" fmla="*/ 613763 h 6858000"/>
              <a:gd name="connsiteX143-32743" fmla="*/ 225269 w 1605470"/>
              <a:gd name="connsiteY143-32744" fmla="*/ 598582 h 6858000"/>
              <a:gd name="connsiteX144-32745" fmla="*/ 224950 w 1605470"/>
              <a:gd name="connsiteY144-32746" fmla="*/ 576846 h 6858000"/>
              <a:gd name="connsiteX145-32747" fmla="*/ 204576 w 1605470"/>
              <a:gd name="connsiteY145-32748" fmla="*/ 530055 h 6858000"/>
              <a:gd name="connsiteX146-32749" fmla="*/ 195012 w 1605470"/>
              <a:gd name="connsiteY146-32750" fmla="*/ 448559 h 6858000"/>
              <a:gd name="connsiteX147-32751" fmla="*/ 201434 w 1605470"/>
              <a:gd name="connsiteY147-32752" fmla="*/ 441529 h 6858000"/>
              <a:gd name="connsiteX148-32753" fmla="*/ 200655 w 1605470"/>
              <a:gd name="connsiteY148-32754" fmla="*/ 428927 h 6858000"/>
              <a:gd name="connsiteX149-32755" fmla="*/ 190059 w 1605470"/>
              <a:gd name="connsiteY149-32756" fmla="*/ 430161 h 6858000"/>
              <a:gd name="connsiteX150-32757" fmla="*/ 167079 w 1605470"/>
              <a:gd name="connsiteY150-32758" fmla="*/ 367211 h 6858000"/>
              <a:gd name="connsiteX151-32759" fmla="*/ 124571 w 1605470"/>
              <a:gd name="connsiteY151-32760" fmla="*/ 302178 h 6858000"/>
              <a:gd name="connsiteX152-32761" fmla="*/ 103243 w 1605470"/>
              <a:gd name="connsiteY152-32762" fmla="*/ 211375 h 6858000"/>
              <a:gd name="connsiteX153-32763" fmla="*/ 94571 w 1605470"/>
              <a:gd name="connsiteY153-32764" fmla="*/ 184179 h 6858000"/>
              <a:gd name="connsiteX154-32765" fmla="*/ 13437 w 1605470"/>
              <a:gd name="connsiteY154-32766" fmla="*/ 19287 h 6858000"/>
              <a:gd name="connsiteX155-32767" fmla="*/ 0 w 1605470"/>
              <a:gd name="connsiteY155-32768" fmla="*/ 0 h 6858000"/>
              <a:gd name="connsiteX0-32769" fmla="*/ 0 w 1605470"/>
              <a:gd name="connsiteY0-32770" fmla="*/ 0 h 6858000"/>
              <a:gd name="connsiteX1-32771" fmla="*/ 1605470 w 1605470"/>
              <a:gd name="connsiteY1-32772" fmla="*/ 0 h 6858000"/>
              <a:gd name="connsiteX2-32773" fmla="*/ 1605470 w 1605470"/>
              <a:gd name="connsiteY2-32774" fmla="*/ 6858000 h 6858000"/>
              <a:gd name="connsiteX3-32775" fmla="*/ 154105 w 1605470"/>
              <a:gd name="connsiteY3-32776" fmla="*/ 6858000 h 6858000"/>
              <a:gd name="connsiteX4-32777" fmla="*/ 154246 w 1605470"/>
              <a:gd name="connsiteY4-32778" fmla="*/ 6857735 h 6858000"/>
              <a:gd name="connsiteX5-32779" fmla="*/ 166295 w 1605470"/>
              <a:gd name="connsiteY5-32780" fmla="*/ 6809549 h 6858000"/>
              <a:gd name="connsiteX6-32781" fmla="*/ 198506 w 1605470"/>
              <a:gd name="connsiteY6-32782" fmla="*/ 6715115 h 6858000"/>
              <a:gd name="connsiteX7-32783" fmla="*/ 208357 w 1605470"/>
              <a:gd name="connsiteY7-32784" fmla="*/ 6680170 h 6858000"/>
              <a:gd name="connsiteX8-32785" fmla="*/ 233907 w 1605470"/>
              <a:gd name="connsiteY8-32786" fmla="*/ 6621207 h 6858000"/>
              <a:gd name="connsiteX9-32787" fmla="*/ 250564 w 1605470"/>
              <a:gd name="connsiteY9-32788" fmla="*/ 6596265 h 6858000"/>
              <a:gd name="connsiteX10-32789" fmla="*/ 250443 w 1605470"/>
              <a:gd name="connsiteY10-32790" fmla="*/ 6594818 h 6858000"/>
              <a:gd name="connsiteX11-32791" fmla="*/ 254688 w 1605470"/>
              <a:gd name="connsiteY11-32792" fmla="*/ 6593735 h 6858000"/>
              <a:gd name="connsiteX12-32793" fmla="*/ 257885 w 1605470"/>
              <a:gd name="connsiteY12-32794" fmla="*/ 6589172 h 6858000"/>
              <a:gd name="connsiteX13-32795" fmla="*/ 261179 w 1605470"/>
              <a:gd name="connsiteY13-32796" fmla="*/ 6574442 h 6858000"/>
              <a:gd name="connsiteX14-32797" fmla="*/ 261519 w 1605470"/>
              <a:gd name="connsiteY14-32798" fmla="*/ 6568530 h 6858000"/>
              <a:gd name="connsiteX15-32799" fmla="*/ 263928 w 1605470"/>
              <a:gd name="connsiteY15-32800" fmla="*/ 6560674 h 6858000"/>
              <a:gd name="connsiteX16-32801" fmla="*/ 264273 w 1605470"/>
              <a:gd name="connsiteY16-32802" fmla="*/ 6560598 h 6858000"/>
              <a:gd name="connsiteX17-32803" fmla="*/ 265970 w 1605470"/>
              <a:gd name="connsiteY17-32804" fmla="*/ 6553006 h 6858000"/>
              <a:gd name="connsiteX18-32805" fmla="*/ 270666 w 1605470"/>
              <a:gd name="connsiteY18-32806" fmla="*/ 6514360 h 6858000"/>
              <a:gd name="connsiteX19-32807" fmla="*/ 312320 w 1605470"/>
              <a:gd name="connsiteY19-32808" fmla="*/ 6478062 h 6858000"/>
              <a:gd name="connsiteX20-32809" fmla="*/ 323009 w 1605470"/>
              <a:gd name="connsiteY20-32810" fmla="*/ 6460325 h 6858000"/>
              <a:gd name="connsiteX21-32811" fmla="*/ 330242 w 1605470"/>
              <a:gd name="connsiteY21-32812" fmla="*/ 6451488 h 6858000"/>
              <a:gd name="connsiteX22-32813" fmla="*/ 331677 w 1605470"/>
              <a:gd name="connsiteY22-32814" fmla="*/ 6451348 h 6858000"/>
              <a:gd name="connsiteX23-32815" fmla="*/ 336035 w 1605470"/>
              <a:gd name="connsiteY23-32816" fmla="*/ 6414240 h 6858000"/>
              <a:gd name="connsiteX24-32817" fmla="*/ 338911 w 1605470"/>
              <a:gd name="connsiteY24-32818" fmla="*/ 6410269 h 6858000"/>
              <a:gd name="connsiteX25-32819" fmla="*/ 338811 w 1605470"/>
              <a:gd name="connsiteY25-32820" fmla="*/ 6384857 h 6858000"/>
              <a:gd name="connsiteX26-32821" fmla="*/ 340328 w 1605470"/>
              <a:gd name="connsiteY26-32822" fmla="*/ 6372381 h 6858000"/>
              <a:gd name="connsiteX27-32823" fmla="*/ 337522 w 1605470"/>
              <a:gd name="connsiteY27-32824" fmla="*/ 6367510 h 6858000"/>
              <a:gd name="connsiteX28-32825" fmla="*/ 341402 w 1605470"/>
              <a:gd name="connsiteY28-32826" fmla="*/ 6349778 h 6858000"/>
              <a:gd name="connsiteX29-32827" fmla="*/ 343067 w 1605470"/>
              <a:gd name="connsiteY29-32828" fmla="*/ 6348250 h 6858000"/>
              <a:gd name="connsiteX30-32829" fmla="*/ 359101 w 1605470"/>
              <a:gd name="connsiteY30-32830" fmla="*/ 6281972 h 6858000"/>
              <a:gd name="connsiteX31-32831" fmla="*/ 369864 w 1605470"/>
              <a:gd name="connsiteY31-32832" fmla="*/ 6211940 h 6858000"/>
              <a:gd name="connsiteX32-32833" fmla="*/ 411359 w 1605470"/>
              <a:gd name="connsiteY32-32834" fmla="*/ 6113913 h 6858000"/>
              <a:gd name="connsiteX33-32835" fmla="*/ 415652 w 1605470"/>
              <a:gd name="connsiteY33-32836" fmla="*/ 6028119 h 6858000"/>
              <a:gd name="connsiteX34-32837" fmla="*/ 442432 w 1605470"/>
              <a:gd name="connsiteY34-32838" fmla="*/ 5934687 h 6858000"/>
              <a:gd name="connsiteX35-32839" fmla="*/ 476444 w 1605470"/>
              <a:gd name="connsiteY35-32840" fmla="*/ 5765594 h 6858000"/>
              <a:gd name="connsiteX36-32841" fmla="*/ 508280 w 1605470"/>
              <a:gd name="connsiteY36-32842" fmla="*/ 5693685 h 6858000"/>
              <a:gd name="connsiteX37-32843" fmla="*/ 528335 w 1605470"/>
              <a:gd name="connsiteY37-32844" fmla="*/ 5665173 h 6858000"/>
              <a:gd name="connsiteX38-32845" fmla="*/ 562052 w 1605470"/>
              <a:gd name="connsiteY38-32846" fmla="*/ 5563435 h 6858000"/>
              <a:gd name="connsiteX39-32847" fmla="*/ 591557 w 1605470"/>
              <a:gd name="connsiteY39-32848" fmla="*/ 5476393 h 6858000"/>
              <a:gd name="connsiteX40-32849" fmla="*/ 622750 w 1605470"/>
              <a:gd name="connsiteY40-32850" fmla="*/ 5396260 h 6858000"/>
              <a:gd name="connsiteX41-32851" fmla="*/ 638731 w 1605470"/>
              <a:gd name="connsiteY41-32852" fmla="*/ 5330009 h 6858000"/>
              <a:gd name="connsiteX42-32853" fmla="*/ 672224 w 1605470"/>
              <a:gd name="connsiteY42-32854" fmla="*/ 5273739 h 6858000"/>
              <a:gd name="connsiteX43-32855" fmla="*/ 681823 w 1605470"/>
              <a:gd name="connsiteY43-32856" fmla="*/ 5241779 h 6858000"/>
              <a:gd name="connsiteX44-32857" fmla="*/ 693049 w 1605470"/>
              <a:gd name="connsiteY44-32858" fmla="*/ 5225268 h 6858000"/>
              <a:gd name="connsiteX45-32859" fmla="*/ 694069 w 1605470"/>
              <a:gd name="connsiteY45-32860" fmla="*/ 5217684 h 6858000"/>
              <a:gd name="connsiteX46-32861" fmla="*/ 701410 w 1605470"/>
              <a:gd name="connsiteY46-32862" fmla="*/ 5193377 h 6858000"/>
              <a:gd name="connsiteX47-32863" fmla="*/ 704713 w 1605470"/>
              <a:gd name="connsiteY47-32864" fmla="*/ 5179288 h 6858000"/>
              <a:gd name="connsiteX48-32865" fmla="*/ 705697 w 1605470"/>
              <a:gd name="connsiteY48-32866" fmla="*/ 5173621 h 6858000"/>
              <a:gd name="connsiteX49-32867" fmla="*/ 701331 w 1605470"/>
              <a:gd name="connsiteY49-32868" fmla="*/ 5159961 h 6858000"/>
              <a:gd name="connsiteX50-32869" fmla="*/ 708008 w 1605470"/>
              <a:gd name="connsiteY50-32870" fmla="*/ 5144295 h 6858000"/>
              <a:gd name="connsiteX51-32871" fmla="*/ 704941 w 1605470"/>
              <a:gd name="connsiteY51-32872" fmla="*/ 5125185 h 6858000"/>
              <a:gd name="connsiteX52-32873" fmla="*/ 711771 w 1605470"/>
              <a:gd name="connsiteY52-32874" fmla="*/ 5121884 h 6858000"/>
              <a:gd name="connsiteX53-32875" fmla="*/ 718807 w 1605470"/>
              <a:gd name="connsiteY53-32876" fmla="*/ 5067850 h 6858000"/>
              <a:gd name="connsiteX54-32877" fmla="*/ 721538 w 1605470"/>
              <a:gd name="connsiteY54-32878" fmla="*/ 5060861 h 6858000"/>
              <a:gd name="connsiteX55-32879" fmla="*/ 718242 w 1605470"/>
              <a:gd name="connsiteY55-32880" fmla="*/ 5034192 h 6858000"/>
              <a:gd name="connsiteX56-32881" fmla="*/ 719796 w 1605470"/>
              <a:gd name="connsiteY56-32882" fmla="*/ 4993030 h 6858000"/>
              <a:gd name="connsiteX57-32883" fmla="*/ 726705 w 1605470"/>
              <a:gd name="connsiteY57-32884" fmla="*/ 4946844 h 6858000"/>
              <a:gd name="connsiteX58-32885" fmla="*/ 722561 w 1605470"/>
              <a:gd name="connsiteY58-32886" fmla="*/ 4932692 h 6858000"/>
              <a:gd name="connsiteX59-32887" fmla="*/ 737964 w 1605470"/>
              <a:gd name="connsiteY59-32888" fmla="*/ 4858827 h 6858000"/>
              <a:gd name="connsiteX60-32889" fmla="*/ 732118 w 1605470"/>
              <a:gd name="connsiteY60-32890" fmla="*/ 4801535 h 6858000"/>
              <a:gd name="connsiteX61-32891" fmla="*/ 739787 w 1605470"/>
              <a:gd name="connsiteY61-32892" fmla="*/ 4797794 h 6858000"/>
              <a:gd name="connsiteX62-32893" fmla="*/ 741081 w 1605470"/>
              <a:gd name="connsiteY62-32894" fmla="*/ 4784526 h 6858000"/>
              <a:gd name="connsiteX63-32895" fmla="*/ 742865 w 1605470"/>
              <a:gd name="connsiteY63-32896" fmla="*/ 4781211 h 6858000"/>
              <a:gd name="connsiteX64-32897" fmla="*/ 751652 w 1605470"/>
              <a:gd name="connsiteY64-32898" fmla="*/ 4761984 h 6858000"/>
              <a:gd name="connsiteX65-32899" fmla="*/ 747700 w 1605470"/>
              <a:gd name="connsiteY65-32900" fmla="*/ 4690749 h 6858000"/>
              <a:gd name="connsiteX66-32901" fmla="*/ 743180 w 1605470"/>
              <a:gd name="connsiteY66-32902" fmla="*/ 4584173 h 6858000"/>
              <a:gd name="connsiteX67-32903" fmla="*/ 738263 w 1605470"/>
              <a:gd name="connsiteY67-32904" fmla="*/ 4444346 h 6858000"/>
              <a:gd name="connsiteX68-32905" fmla="*/ 734828 w 1605470"/>
              <a:gd name="connsiteY68-32906" fmla="*/ 4375228 h 6858000"/>
              <a:gd name="connsiteX69-32907" fmla="*/ 715481 w 1605470"/>
              <a:gd name="connsiteY69-32908" fmla="*/ 4214165 h 6858000"/>
              <a:gd name="connsiteX70-32909" fmla="*/ 719554 w 1605470"/>
              <a:gd name="connsiteY70-32910" fmla="*/ 4090296 h 6858000"/>
              <a:gd name="connsiteX71-32911" fmla="*/ 704810 w 1605470"/>
              <a:gd name="connsiteY71-32912" fmla="*/ 4033999 h 6858000"/>
              <a:gd name="connsiteX72-32913" fmla="*/ 705959 w 1605470"/>
              <a:gd name="connsiteY72-32914" fmla="*/ 4031933 h 6858000"/>
              <a:gd name="connsiteX73-32915" fmla="*/ 704535 w 1605470"/>
              <a:gd name="connsiteY73-32916" fmla="*/ 4013953 h 6858000"/>
              <a:gd name="connsiteX74-32917" fmla="*/ 690830 w 1605470"/>
              <a:gd name="connsiteY74-32918" fmla="*/ 3974753 h 6858000"/>
              <a:gd name="connsiteX75-32919" fmla="*/ 692428 w 1605470"/>
              <a:gd name="connsiteY75-32920" fmla="*/ 3969950 h 6858000"/>
              <a:gd name="connsiteX76-32921" fmla="*/ 685850 w 1605470"/>
              <a:gd name="connsiteY76-32922" fmla="*/ 3933779 h 6858000"/>
              <a:gd name="connsiteX77-32923" fmla="*/ 687181 w 1605470"/>
              <a:gd name="connsiteY77-32924" fmla="*/ 3933093 h 6858000"/>
              <a:gd name="connsiteX78-32925" fmla="*/ 691535 w 1605470"/>
              <a:gd name="connsiteY78-32926" fmla="*/ 3922082 h 6858000"/>
              <a:gd name="connsiteX79-32927" fmla="*/ 696613 w 1605470"/>
              <a:gd name="connsiteY79-32928" fmla="*/ 3901461 h 6858000"/>
              <a:gd name="connsiteX80-32929" fmla="*/ 719207 w 1605470"/>
              <a:gd name="connsiteY80-32930" fmla="*/ 3813873 h 6858000"/>
              <a:gd name="connsiteX81-32931" fmla="*/ 718632 w 1605470"/>
              <a:gd name="connsiteY81-32932" fmla="*/ 3806161 h 6858000"/>
              <a:gd name="connsiteX82-32933" fmla="*/ 718939 w 1605470"/>
              <a:gd name="connsiteY82-32934" fmla="*/ 3805957 h 6858000"/>
              <a:gd name="connsiteX83-32935" fmla="*/ 718966 w 1605470"/>
              <a:gd name="connsiteY83-32936" fmla="*/ 3797724 h 6858000"/>
              <a:gd name="connsiteX84-32937" fmla="*/ 717581 w 1605470"/>
              <a:gd name="connsiteY84-32938" fmla="*/ 3792098 h 6858000"/>
              <a:gd name="connsiteX85-32939" fmla="*/ 716465 w 1605470"/>
              <a:gd name="connsiteY85-32940" fmla="*/ 3777135 h 6858000"/>
              <a:gd name="connsiteX86-32941" fmla="*/ 718198 w 1605470"/>
              <a:gd name="connsiteY86-32942" fmla="*/ 3771656 h 6858000"/>
              <a:gd name="connsiteX87-32943" fmla="*/ 721941 w 1605470"/>
              <a:gd name="connsiteY87-32944" fmla="*/ 3769007 h 6858000"/>
              <a:gd name="connsiteX88-32945" fmla="*/ 721407 w 1605470"/>
              <a:gd name="connsiteY88-32946" fmla="*/ 3767709 h 6858000"/>
              <a:gd name="connsiteX89-32947" fmla="*/ 730103 w 1605470"/>
              <a:gd name="connsiteY89-32948" fmla="*/ 3738082 h 6858000"/>
              <a:gd name="connsiteX90-32949" fmla="*/ 737449 w 1605470"/>
              <a:gd name="connsiteY90-32950" fmla="*/ 3673397 h 6858000"/>
              <a:gd name="connsiteX91-32951" fmla="*/ 736745 w 1605470"/>
              <a:gd name="connsiteY91-32952" fmla="*/ 3637109 h 6858000"/>
              <a:gd name="connsiteX92-32953" fmla="*/ 740188 w 1605470"/>
              <a:gd name="connsiteY92-32954" fmla="*/ 3536883 h 6858000"/>
              <a:gd name="connsiteX93-32955" fmla="*/ 747726 w 1605470"/>
              <a:gd name="connsiteY93-32956" fmla="*/ 3435652 h 6858000"/>
              <a:gd name="connsiteX94-32957" fmla="*/ 749397 w 1605470"/>
              <a:gd name="connsiteY94-32958" fmla="*/ 3307769 h 6858000"/>
              <a:gd name="connsiteX95-32959" fmla="*/ 766960 w 1605470"/>
              <a:gd name="connsiteY95-32960" fmla="*/ 3250522 h 6858000"/>
              <a:gd name="connsiteX96-32961" fmla="*/ 767385 w 1605470"/>
              <a:gd name="connsiteY96-32962" fmla="*/ 3229163 h 6858000"/>
              <a:gd name="connsiteX97-32963" fmla="*/ 769208 w 1605470"/>
              <a:gd name="connsiteY97-32964" fmla="*/ 3217217 h 6858000"/>
              <a:gd name="connsiteX98-32965" fmla="*/ 756043 w 1605470"/>
              <a:gd name="connsiteY98-32966" fmla="*/ 3183755 h 6858000"/>
              <a:gd name="connsiteX99-32967" fmla="*/ 756544 w 1605470"/>
              <a:gd name="connsiteY99-32968" fmla="*/ 3178642 h 6858000"/>
              <a:gd name="connsiteX100-32969" fmla="*/ 744144 w 1605470"/>
              <a:gd name="connsiteY100-32970" fmla="*/ 3158586 h 6858000"/>
              <a:gd name="connsiteX101-32971" fmla="*/ 729329 w 1605470"/>
              <a:gd name="connsiteY101-32972" fmla="*/ 3129034 h 6858000"/>
              <a:gd name="connsiteX102-32973" fmla="*/ 729994 w 1605470"/>
              <a:gd name="connsiteY102-32974" fmla="*/ 3126682 h 6858000"/>
              <a:gd name="connsiteX103-32975" fmla="*/ 720862 w 1605470"/>
              <a:gd name="connsiteY103-32976" fmla="*/ 3114519 h 6858000"/>
              <a:gd name="connsiteX104-32977" fmla="*/ 707471 w 1605470"/>
              <a:gd name="connsiteY104-32978" fmla="*/ 3106272 h 6858000"/>
              <a:gd name="connsiteX105-32979" fmla="*/ 680201 w 1605470"/>
              <a:gd name="connsiteY105-32980" fmla="*/ 2958185 h 6858000"/>
              <a:gd name="connsiteX106-32981" fmla="*/ 622815 w 1605470"/>
              <a:gd name="connsiteY106-32982" fmla="*/ 2762989 h 6858000"/>
              <a:gd name="connsiteX107-32983" fmla="*/ 571733 w 1605470"/>
              <a:gd name="connsiteY107-32984" fmla="*/ 2554718 h 6858000"/>
              <a:gd name="connsiteX108-32985" fmla="*/ 551827 w 1605470"/>
              <a:gd name="connsiteY108-32986" fmla="*/ 2485734 h 6858000"/>
              <a:gd name="connsiteX109-32987" fmla="*/ 542550 w 1605470"/>
              <a:gd name="connsiteY109-32988" fmla="*/ 2447068 h 6858000"/>
              <a:gd name="connsiteX110-32989" fmla="*/ 529511 w 1605470"/>
              <a:gd name="connsiteY110-32990" fmla="*/ 2425819 h 6858000"/>
              <a:gd name="connsiteX111-32991" fmla="*/ 535510 w 1605470"/>
              <a:gd name="connsiteY111-32992" fmla="*/ 2402874 h 6858000"/>
              <a:gd name="connsiteX112-32993" fmla="*/ 538122 w 1605470"/>
              <a:gd name="connsiteY112-32994" fmla="*/ 2381443 h 6858000"/>
              <a:gd name="connsiteX113-32995" fmla="*/ 514451 w 1605470"/>
              <a:gd name="connsiteY113-32996" fmla="*/ 2261920 h 6858000"/>
              <a:gd name="connsiteX114-32997" fmla="*/ 504338 w 1605470"/>
              <a:gd name="connsiteY114-32998" fmla="*/ 2195378 h 6858000"/>
              <a:gd name="connsiteX115-32999" fmla="*/ 488555 w 1605470"/>
              <a:gd name="connsiteY115-33000" fmla="*/ 2155135 h 6858000"/>
              <a:gd name="connsiteX116-33001" fmla="*/ 486013 w 1605470"/>
              <a:gd name="connsiteY116-33002" fmla="*/ 2118008 h 6858000"/>
              <a:gd name="connsiteX117-33003" fmla="*/ 487006 w 1605470"/>
              <a:gd name="connsiteY117-33004" fmla="*/ 2050531 h 6858000"/>
              <a:gd name="connsiteX118-33005" fmla="*/ 478812 w 1605470"/>
              <a:gd name="connsiteY118-33006" fmla="*/ 1963269 h 6858000"/>
              <a:gd name="connsiteX119-33007" fmla="*/ 459990 w 1605470"/>
              <a:gd name="connsiteY119-33008" fmla="*/ 1906352 h 6858000"/>
              <a:gd name="connsiteX120-33009" fmla="*/ 436547 w 1605470"/>
              <a:gd name="connsiteY120-33010" fmla="*/ 1861531 h 6858000"/>
              <a:gd name="connsiteX121-33011" fmla="*/ 390346 w 1605470"/>
              <a:gd name="connsiteY121-33012" fmla="*/ 1732919 h 6858000"/>
              <a:gd name="connsiteX122-33013" fmla="*/ 362657 w 1605470"/>
              <a:gd name="connsiteY122-33014" fmla="*/ 1663540 h 6858000"/>
              <a:gd name="connsiteX123-33015" fmla="*/ 361783 w 1605470"/>
              <a:gd name="connsiteY123-33016" fmla="*/ 1615777 h 6858000"/>
              <a:gd name="connsiteX124-33017" fmla="*/ 342578 w 1605470"/>
              <a:gd name="connsiteY124-33018" fmla="*/ 1563678 h 6858000"/>
              <a:gd name="connsiteX125-33019" fmla="*/ 355658 w 1605470"/>
              <a:gd name="connsiteY125-33020" fmla="*/ 1519474 h 6858000"/>
              <a:gd name="connsiteX126-33021" fmla="*/ 348400 w 1605470"/>
              <a:gd name="connsiteY126-33022" fmla="*/ 1477995 h 6858000"/>
              <a:gd name="connsiteX127-33023" fmla="*/ 334485 w 1605470"/>
              <a:gd name="connsiteY127-33024" fmla="*/ 1373769 h 6858000"/>
              <a:gd name="connsiteX128-33025" fmla="*/ 342792 w 1605470"/>
              <a:gd name="connsiteY128-33026" fmla="*/ 1307086 h 6858000"/>
              <a:gd name="connsiteX129-33027" fmla="*/ 343980 w 1605470"/>
              <a:gd name="connsiteY129-33028" fmla="*/ 1189033 h 6858000"/>
              <a:gd name="connsiteX130-33029" fmla="*/ 348665 w 1605470"/>
              <a:gd name="connsiteY130-33030" fmla="*/ 1168288 h 6858000"/>
              <a:gd name="connsiteX131-33031" fmla="*/ 340947 w 1605470"/>
              <a:gd name="connsiteY131-33032" fmla="*/ 1142577 h 6858000"/>
              <a:gd name="connsiteX132-33033" fmla="*/ 330253 w 1605470"/>
              <a:gd name="connsiteY132-33034" fmla="*/ 1088484 h 6858000"/>
              <a:gd name="connsiteX133-33035" fmla="*/ 318989 w 1605470"/>
              <a:gd name="connsiteY133-33036" fmla="*/ 1016103 h 6858000"/>
              <a:gd name="connsiteX134-33037" fmla="*/ 320445 w 1605470"/>
              <a:gd name="connsiteY134-33038" fmla="*/ 932283 h 6858000"/>
              <a:gd name="connsiteX135-33039" fmla="*/ 322681 w 1605470"/>
              <a:gd name="connsiteY135-33040" fmla="*/ 915925 h 6858000"/>
              <a:gd name="connsiteX136-33041" fmla="*/ 315310 w 1605470"/>
              <a:gd name="connsiteY136-33042" fmla="*/ 896999 h 6858000"/>
              <a:gd name="connsiteX137-33043" fmla="*/ 284718 w 1605470"/>
              <a:gd name="connsiteY137-33044" fmla="*/ 821517 h 6858000"/>
              <a:gd name="connsiteX138-33045" fmla="*/ 263668 w 1605470"/>
              <a:gd name="connsiteY138-33046" fmla="*/ 751353 h 6858000"/>
              <a:gd name="connsiteX139-33047" fmla="*/ 263226 w 1605470"/>
              <a:gd name="connsiteY139-33048" fmla="*/ 721230 h 6858000"/>
              <a:gd name="connsiteX140-33049" fmla="*/ 248897 w 1605470"/>
              <a:gd name="connsiteY140-33050" fmla="*/ 681659 h 6858000"/>
              <a:gd name="connsiteX141-33051" fmla="*/ 234316 w 1605470"/>
              <a:gd name="connsiteY141-33052" fmla="*/ 635218 h 6858000"/>
              <a:gd name="connsiteX142-33053" fmla="*/ 239327 w 1605470"/>
              <a:gd name="connsiteY142-33054" fmla="*/ 613763 h 6858000"/>
              <a:gd name="connsiteX143-33055" fmla="*/ 225269 w 1605470"/>
              <a:gd name="connsiteY143-33056" fmla="*/ 598582 h 6858000"/>
              <a:gd name="connsiteX144-33057" fmla="*/ 224950 w 1605470"/>
              <a:gd name="connsiteY144-33058" fmla="*/ 576846 h 6858000"/>
              <a:gd name="connsiteX145-33059" fmla="*/ 204576 w 1605470"/>
              <a:gd name="connsiteY145-33060" fmla="*/ 530055 h 6858000"/>
              <a:gd name="connsiteX146-33061" fmla="*/ 195012 w 1605470"/>
              <a:gd name="connsiteY146-33062" fmla="*/ 448559 h 6858000"/>
              <a:gd name="connsiteX147-33063" fmla="*/ 201434 w 1605470"/>
              <a:gd name="connsiteY147-33064" fmla="*/ 441529 h 6858000"/>
              <a:gd name="connsiteX148-33065" fmla="*/ 200655 w 1605470"/>
              <a:gd name="connsiteY148-33066" fmla="*/ 428927 h 6858000"/>
              <a:gd name="connsiteX149-33067" fmla="*/ 190059 w 1605470"/>
              <a:gd name="connsiteY149-33068" fmla="*/ 430161 h 6858000"/>
              <a:gd name="connsiteX150-33069" fmla="*/ 167079 w 1605470"/>
              <a:gd name="connsiteY150-33070" fmla="*/ 367211 h 6858000"/>
              <a:gd name="connsiteX151-33071" fmla="*/ 124571 w 1605470"/>
              <a:gd name="connsiteY151-33072" fmla="*/ 302178 h 6858000"/>
              <a:gd name="connsiteX152-33073" fmla="*/ 103243 w 1605470"/>
              <a:gd name="connsiteY152-33074" fmla="*/ 211375 h 6858000"/>
              <a:gd name="connsiteX153-33075" fmla="*/ 94571 w 1605470"/>
              <a:gd name="connsiteY153-33076" fmla="*/ 184179 h 6858000"/>
              <a:gd name="connsiteX154-33077" fmla="*/ 48685 w 1605470"/>
              <a:gd name="connsiteY154-33078" fmla="*/ 13677 h 6858000"/>
              <a:gd name="connsiteX155-33079" fmla="*/ 0 w 1605470"/>
              <a:gd name="connsiteY155-33080" fmla="*/ 0 h 6858000"/>
              <a:gd name="connsiteX0-33081" fmla="*/ 48246 w 1556785"/>
              <a:gd name="connsiteY0-33082" fmla="*/ 0 h 6858000"/>
              <a:gd name="connsiteX1-33083" fmla="*/ 1556785 w 1556785"/>
              <a:gd name="connsiteY1-33084" fmla="*/ 0 h 6858000"/>
              <a:gd name="connsiteX2-33085" fmla="*/ 1556785 w 1556785"/>
              <a:gd name="connsiteY2-33086" fmla="*/ 6858000 h 6858000"/>
              <a:gd name="connsiteX3-33087" fmla="*/ 105420 w 1556785"/>
              <a:gd name="connsiteY3-33088" fmla="*/ 6858000 h 6858000"/>
              <a:gd name="connsiteX4-33089" fmla="*/ 105561 w 1556785"/>
              <a:gd name="connsiteY4-33090" fmla="*/ 6857735 h 6858000"/>
              <a:gd name="connsiteX5-33091" fmla="*/ 117610 w 1556785"/>
              <a:gd name="connsiteY5-33092" fmla="*/ 6809549 h 6858000"/>
              <a:gd name="connsiteX6-33093" fmla="*/ 149821 w 1556785"/>
              <a:gd name="connsiteY6-33094" fmla="*/ 6715115 h 6858000"/>
              <a:gd name="connsiteX7-33095" fmla="*/ 159672 w 1556785"/>
              <a:gd name="connsiteY7-33096" fmla="*/ 6680170 h 6858000"/>
              <a:gd name="connsiteX8-33097" fmla="*/ 185222 w 1556785"/>
              <a:gd name="connsiteY8-33098" fmla="*/ 6621207 h 6858000"/>
              <a:gd name="connsiteX9-33099" fmla="*/ 201879 w 1556785"/>
              <a:gd name="connsiteY9-33100" fmla="*/ 6596265 h 6858000"/>
              <a:gd name="connsiteX10-33101" fmla="*/ 201758 w 1556785"/>
              <a:gd name="connsiteY10-33102" fmla="*/ 6594818 h 6858000"/>
              <a:gd name="connsiteX11-33103" fmla="*/ 206003 w 1556785"/>
              <a:gd name="connsiteY11-33104" fmla="*/ 6593735 h 6858000"/>
              <a:gd name="connsiteX12-33105" fmla="*/ 209200 w 1556785"/>
              <a:gd name="connsiteY12-33106" fmla="*/ 6589172 h 6858000"/>
              <a:gd name="connsiteX13-33107" fmla="*/ 212494 w 1556785"/>
              <a:gd name="connsiteY13-33108" fmla="*/ 6574442 h 6858000"/>
              <a:gd name="connsiteX14-33109" fmla="*/ 212834 w 1556785"/>
              <a:gd name="connsiteY14-33110" fmla="*/ 6568530 h 6858000"/>
              <a:gd name="connsiteX15-33111" fmla="*/ 215243 w 1556785"/>
              <a:gd name="connsiteY15-33112" fmla="*/ 6560674 h 6858000"/>
              <a:gd name="connsiteX16-33113" fmla="*/ 215588 w 1556785"/>
              <a:gd name="connsiteY16-33114" fmla="*/ 6560598 h 6858000"/>
              <a:gd name="connsiteX17-33115" fmla="*/ 217285 w 1556785"/>
              <a:gd name="connsiteY17-33116" fmla="*/ 6553006 h 6858000"/>
              <a:gd name="connsiteX18-33117" fmla="*/ 221981 w 1556785"/>
              <a:gd name="connsiteY18-33118" fmla="*/ 6514360 h 6858000"/>
              <a:gd name="connsiteX19-33119" fmla="*/ 263635 w 1556785"/>
              <a:gd name="connsiteY19-33120" fmla="*/ 6478062 h 6858000"/>
              <a:gd name="connsiteX20-33121" fmla="*/ 274324 w 1556785"/>
              <a:gd name="connsiteY20-33122" fmla="*/ 6460325 h 6858000"/>
              <a:gd name="connsiteX21-33123" fmla="*/ 281557 w 1556785"/>
              <a:gd name="connsiteY21-33124" fmla="*/ 6451488 h 6858000"/>
              <a:gd name="connsiteX22-33125" fmla="*/ 282992 w 1556785"/>
              <a:gd name="connsiteY22-33126" fmla="*/ 6451348 h 6858000"/>
              <a:gd name="connsiteX23-33127" fmla="*/ 287350 w 1556785"/>
              <a:gd name="connsiteY23-33128" fmla="*/ 6414240 h 6858000"/>
              <a:gd name="connsiteX24-33129" fmla="*/ 290226 w 1556785"/>
              <a:gd name="connsiteY24-33130" fmla="*/ 6410269 h 6858000"/>
              <a:gd name="connsiteX25-33131" fmla="*/ 290126 w 1556785"/>
              <a:gd name="connsiteY25-33132" fmla="*/ 6384857 h 6858000"/>
              <a:gd name="connsiteX26-33133" fmla="*/ 291643 w 1556785"/>
              <a:gd name="connsiteY26-33134" fmla="*/ 6372381 h 6858000"/>
              <a:gd name="connsiteX27-33135" fmla="*/ 288837 w 1556785"/>
              <a:gd name="connsiteY27-33136" fmla="*/ 6367510 h 6858000"/>
              <a:gd name="connsiteX28-33137" fmla="*/ 292717 w 1556785"/>
              <a:gd name="connsiteY28-33138" fmla="*/ 6349778 h 6858000"/>
              <a:gd name="connsiteX29-33139" fmla="*/ 294382 w 1556785"/>
              <a:gd name="connsiteY29-33140" fmla="*/ 6348250 h 6858000"/>
              <a:gd name="connsiteX30-33141" fmla="*/ 310416 w 1556785"/>
              <a:gd name="connsiteY30-33142" fmla="*/ 6281972 h 6858000"/>
              <a:gd name="connsiteX31-33143" fmla="*/ 321179 w 1556785"/>
              <a:gd name="connsiteY31-33144" fmla="*/ 6211940 h 6858000"/>
              <a:gd name="connsiteX32-33145" fmla="*/ 362674 w 1556785"/>
              <a:gd name="connsiteY32-33146" fmla="*/ 6113913 h 6858000"/>
              <a:gd name="connsiteX33-33147" fmla="*/ 366967 w 1556785"/>
              <a:gd name="connsiteY33-33148" fmla="*/ 6028119 h 6858000"/>
              <a:gd name="connsiteX34-33149" fmla="*/ 393747 w 1556785"/>
              <a:gd name="connsiteY34-33150" fmla="*/ 5934687 h 6858000"/>
              <a:gd name="connsiteX35-33151" fmla="*/ 427759 w 1556785"/>
              <a:gd name="connsiteY35-33152" fmla="*/ 5765594 h 6858000"/>
              <a:gd name="connsiteX36-33153" fmla="*/ 459595 w 1556785"/>
              <a:gd name="connsiteY36-33154" fmla="*/ 5693685 h 6858000"/>
              <a:gd name="connsiteX37-33155" fmla="*/ 479650 w 1556785"/>
              <a:gd name="connsiteY37-33156" fmla="*/ 5665173 h 6858000"/>
              <a:gd name="connsiteX38-33157" fmla="*/ 513367 w 1556785"/>
              <a:gd name="connsiteY38-33158" fmla="*/ 5563435 h 6858000"/>
              <a:gd name="connsiteX39-33159" fmla="*/ 542872 w 1556785"/>
              <a:gd name="connsiteY39-33160" fmla="*/ 5476393 h 6858000"/>
              <a:gd name="connsiteX40-33161" fmla="*/ 574065 w 1556785"/>
              <a:gd name="connsiteY40-33162" fmla="*/ 5396260 h 6858000"/>
              <a:gd name="connsiteX41-33163" fmla="*/ 590046 w 1556785"/>
              <a:gd name="connsiteY41-33164" fmla="*/ 5330009 h 6858000"/>
              <a:gd name="connsiteX42-33165" fmla="*/ 623539 w 1556785"/>
              <a:gd name="connsiteY42-33166" fmla="*/ 5273739 h 6858000"/>
              <a:gd name="connsiteX43-33167" fmla="*/ 633138 w 1556785"/>
              <a:gd name="connsiteY43-33168" fmla="*/ 5241779 h 6858000"/>
              <a:gd name="connsiteX44-33169" fmla="*/ 644364 w 1556785"/>
              <a:gd name="connsiteY44-33170" fmla="*/ 5225268 h 6858000"/>
              <a:gd name="connsiteX45-33171" fmla="*/ 645384 w 1556785"/>
              <a:gd name="connsiteY45-33172" fmla="*/ 5217684 h 6858000"/>
              <a:gd name="connsiteX46-33173" fmla="*/ 652725 w 1556785"/>
              <a:gd name="connsiteY46-33174" fmla="*/ 5193377 h 6858000"/>
              <a:gd name="connsiteX47-33175" fmla="*/ 656028 w 1556785"/>
              <a:gd name="connsiteY47-33176" fmla="*/ 5179288 h 6858000"/>
              <a:gd name="connsiteX48-33177" fmla="*/ 657012 w 1556785"/>
              <a:gd name="connsiteY48-33178" fmla="*/ 5173621 h 6858000"/>
              <a:gd name="connsiteX49-33179" fmla="*/ 652646 w 1556785"/>
              <a:gd name="connsiteY49-33180" fmla="*/ 5159961 h 6858000"/>
              <a:gd name="connsiteX50-33181" fmla="*/ 659323 w 1556785"/>
              <a:gd name="connsiteY50-33182" fmla="*/ 5144295 h 6858000"/>
              <a:gd name="connsiteX51-33183" fmla="*/ 656256 w 1556785"/>
              <a:gd name="connsiteY51-33184" fmla="*/ 5125185 h 6858000"/>
              <a:gd name="connsiteX52-33185" fmla="*/ 663086 w 1556785"/>
              <a:gd name="connsiteY52-33186" fmla="*/ 5121884 h 6858000"/>
              <a:gd name="connsiteX53-33187" fmla="*/ 670122 w 1556785"/>
              <a:gd name="connsiteY53-33188" fmla="*/ 5067850 h 6858000"/>
              <a:gd name="connsiteX54-33189" fmla="*/ 672853 w 1556785"/>
              <a:gd name="connsiteY54-33190" fmla="*/ 5060861 h 6858000"/>
              <a:gd name="connsiteX55-33191" fmla="*/ 669557 w 1556785"/>
              <a:gd name="connsiteY55-33192" fmla="*/ 5034192 h 6858000"/>
              <a:gd name="connsiteX56-33193" fmla="*/ 671111 w 1556785"/>
              <a:gd name="connsiteY56-33194" fmla="*/ 4993030 h 6858000"/>
              <a:gd name="connsiteX57-33195" fmla="*/ 678020 w 1556785"/>
              <a:gd name="connsiteY57-33196" fmla="*/ 4946844 h 6858000"/>
              <a:gd name="connsiteX58-33197" fmla="*/ 673876 w 1556785"/>
              <a:gd name="connsiteY58-33198" fmla="*/ 4932692 h 6858000"/>
              <a:gd name="connsiteX59-33199" fmla="*/ 689279 w 1556785"/>
              <a:gd name="connsiteY59-33200" fmla="*/ 4858827 h 6858000"/>
              <a:gd name="connsiteX60-33201" fmla="*/ 683433 w 1556785"/>
              <a:gd name="connsiteY60-33202" fmla="*/ 4801535 h 6858000"/>
              <a:gd name="connsiteX61-33203" fmla="*/ 691102 w 1556785"/>
              <a:gd name="connsiteY61-33204" fmla="*/ 4797794 h 6858000"/>
              <a:gd name="connsiteX62-33205" fmla="*/ 692396 w 1556785"/>
              <a:gd name="connsiteY62-33206" fmla="*/ 4784526 h 6858000"/>
              <a:gd name="connsiteX63-33207" fmla="*/ 694180 w 1556785"/>
              <a:gd name="connsiteY63-33208" fmla="*/ 4781211 h 6858000"/>
              <a:gd name="connsiteX64-33209" fmla="*/ 702967 w 1556785"/>
              <a:gd name="connsiteY64-33210" fmla="*/ 4761984 h 6858000"/>
              <a:gd name="connsiteX65-33211" fmla="*/ 699015 w 1556785"/>
              <a:gd name="connsiteY65-33212" fmla="*/ 4690749 h 6858000"/>
              <a:gd name="connsiteX66-33213" fmla="*/ 694495 w 1556785"/>
              <a:gd name="connsiteY66-33214" fmla="*/ 4584173 h 6858000"/>
              <a:gd name="connsiteX67-33215" fmla="*/ 689578 w 1556785"/>
              <a:gd name="connsiteY67-33216" fmla="*/ 4444346 h 6858000"/>
              <a:gd name="connsiteX68-33217" fmla="*/ 686143 w 1556785"/>
              <a:gd name="connsiteY68-33218" fmla="*/ 4375228 h 6858000"/>
              <a:gd name="connsiteX69-33219" fmla="*/ 666796 w 1556785"/>
              <a:gd name="connsiteY69-33220" fmla="*/ 4214165 h 6858000"/>
              <a:gd name="connsiteX70-33221" fmla="*/ 670869 w 1556785"/>
              <a:gd name="connsiteY70-33222" fmla="*/ 4090296 h 6858000"/>
              <a:gd name="connsiteX71-33223" fmla="*/ 656125 w 1556785"/>
              <a:gd name="connsiteY71-33224" fmla="*/ 4033999 h 6858000"/>
              <a:gd name="connsiteX72-33225" fmla="*/ 657274 w 1556785"/>
              <a:gd name="connsiteY72-33226" fmla="*/ 4031933 h 6858000"/>
              <a:gd name="connsiteX73-33227" fmla="*/ 655850 w 1556785"/>
              <a:gd name="connsiteY73-33228" fmla="*/ 4013953 h 6858000"/>
              <a:gd name="connsiteX74-33229" fmla="*/ 642145 w 1556785"/>
              <a:gd name="connsiteY74-33230" fmla="*/ 3974753 h 6858000"/>
              <a:gd name="connsiteX75-33231" fmla="*/ 643743 w 1556785"/>
              <a:gd name="connsiteY75-33232" fmla="*/ 3969950 h 6858000"/>
              <a:gd name="connsiteX76-33233" fmla="*/ 637165 w 1556785"/>
              <a:gd name="connsiteY76-33234" fmla="*/ 3933779 h 6858000"/>
              <a:gd name="connsiteX77-33235" fmla="*/ 638496 w 1556785"/>
              <a:gd name="connsiteY77-33236" fmla="*/ 3933093 h 6858000"/>
              <a:gd name="connsiteX78-33237" fmla="*/ 642850 w 1556785"/>
              <a:gd name="connsiteY78-33238" fmla="*/ 3922082 h 6858000"/>
              <a:gd name="connsiteX79-33239" fmla="*/ 647928 w 1556785"/>
              <a:gd name="connsiteY79-33240" fmla="*/ 3901461 h 6858000"/>
              <a:gd name="connsiteX80-33241" fmla="*/ 670522 w 1556785"/>
              <a:gd name="connsiteY80-33242" fmla="*/ 3813873 h 6858000"/>
              <a:gd name="connsiteX81-33243" fmla="*/ 669947 w 1556785"/>
              <a:gd name="connsiteY81-33244" fmla="*/ 3806161 h 6858000"/>
              <a:gd name="connsiteX82-33245" fmla="*/ 670254 w 1556785"/>
              <a:gd name="connsiteY82-33246" fmla="*/ 3805957 h 6858000"/>
              <a:gd name="connsiteX83-33247" fmla="*/ 670281 w 1556785"/>
              <a:gd name="connsiteY83-33248" fmla="*/ 3797724 h 6858000"/>
              <a:gd name="connsiteX84-33249" fmla="*/ 668896 w 1556785"/>
              <a:gd name="connsiteY84-33250" fmla="*/ 3792098 h 6858000"/>
              <a:gd name="connsiteX85-33251" fmla="*/ 667780 w 1556785"/>
              <a:gd name="connsiteY85-33252" fmla="*/ 3777135 h 6858000"/>
              <a:gd name="connsiteX86-33253" fmla="*/ 669513 w 1556785"/>
              <a:gd name="connsiteY86-33254" fmla="*/ 3771656 h 6858000"/>
              <a:gd name="connsiteX87-33255" fmla="*/ 673256 w 1556785"/>
              <a:gd name="connsiteY87-33256" fmla="*/ 3769007 h 6858000"/>
              <a:gd name="connsiteX88-33257" fmla="*/ 672722 w 1556785"/>
              <a:gd name="connsiteY88-33258" fmla="*/ 3767709 h 6858000"/>
              <a:gd name="connsiteX89-33259" fmla="*/ 681418 w 1556785"/>
              <a:gd name="connsiteY89-33260" fmla="*/ 3738082 h 6858000"/>
              <a:gd name="connsiteX90-33261" fmla="*/ 688764 w 1556785"/>
              <a:gd name="connsiteY90-33262" fmla="*/ 3673397 h 6858000"/>
              <a:gd name="connsiteX91-33263" fmla="*/ 688060 w 1556785"/>
              <a:gd name="connsiteY91-33264" fmla="*/ 3637109 h 6858000"/>
              <a:gd name="connsiteX92-33265" fmla="*/ 691503 w 1556785"/>
              <a:gd name="connsiteY92-33266" fmla="*/ 3536883 h 6858000"/>
              <a:gd name="connsiteX93-33267" fmla="*/ 699041 w 1556785"/>
              <a:gd name="connsiteY93-33268" fmla="*/ 3435652 h 6858000"/>
              <a:gd name="connsiteX94-33269" fmla="*/ 700712 w 1556785"/>
              <a:gd name="connsiteY94-33270" fmla="*/ 3307769 h 6858000"/>
              <a:gd name="connsiteX95-33271" fmla="*/ 718275 w 1556785"/>
              <a:gd name="connsiteY95-33272" fmla="*/ 3250522 h 6858000"/>
              <a:gd name="connsiteX96-33273" fmla="*/ 718700 w 1556785"/>
              <a:gd name="connsiteY96-33274" fmla="*/ 3229163 h 6858000"/>
              <a:gd name="connsiteX97-33275" fmla="*/ 720523 w 1556785"/>
              <a:gd name="connsiteY97-33276" fmla="*/ 3217217 h 6858000"/>
              <a:gd name="connsiteX98-33277" fmla="*/ 707358 w 1556785"/>
              <a:gd name="connsiteY98-33278" fmla="*/ 3183755 h 6858000"/>
              <a:gd name="connsiteX99-33279" fmla="*/ 707859 w 1556785"/>
              <a:gd name="connsiteY99-33280" fmla="*/ 3178642 h 6858000"/>
              <a:gd name="connsiteX100-33281" fmla="*/ 695459 w 1556785"/>
              <a:gd name="connsiteY100-33282" fmla="*/ 3158586 h 6858000"/>
              <a:gd name="connsiteX101-33283" fmla="*/ 680644 w 1556785"/>
              <a:gd name="connsiteY101-33284" fmla="*/ 3129034 h 6858000"/>
              <a:gd name="connsiteX102-33285" fmla="*/ 681309 w 1556785"/>
              <a:gd name="connsiteY102-33286" fmla="*/ 3126682 h 6858000"/>
              <a:gd name="connsiteX103-33287" fmla="*/ 672177 w 1556785"/>
              <a:gd name="connsiteY103-33288" fmla="*/ 3114519 h 6858000"/>
              <a:gd name="connsiteX104-33289" fmla="*/ 658786 w 1556785"/>
              <a:gd name="connsiteY104-33290" fmla="*/ 3106272 h 6858000"/>
              <a:gd name="connsiteX105-33291" fmla="*/ 631516 w 1556785"/>
              <a:gd name="connsiteY105-33292" fmla="*/ 2958185 h 6858000"/>
              <a:gd name="connsiteX106-33293" fmla="*/ 574130 w 1556785"/>
              <a:gd name="connsiteY106-33294" fmla="*/ 2762989 h 6858000"/>
              <a:gd name="connsiteX107-33295" fmla="*/ 523048 w 1556785"/>
              <a:gd name="connsiteY107-33296" fmla="*/ 2554718 h 6858000"/>
              <a:gd name="connsiteX108-33297" fmla="*/ 503142 w 1556785"/>
              <a:gd name="connsiteY108-33298" fmla="*/ 2485734 h 6858000"/>
              <a:gd name="connsiteX109-33299" fmla="*/ 493865 w 1556785"/>
              <a:gd name="connsiteY109-33300" fmla="*/ 2447068 h 6858000"/>
              <a:gd name="connsiteX110-33301" fmla="*/ 480826 w 1556785"/>
              <a:gd name="connsiteY110-33302" fmla="*/ 2425819 h 6858000"/>
              <a:gd name="connsiteX111-33303" fmla="*/ 486825 w 1556785"/>
              <a:gd name="connsiteY111-33304" fmla="*/ 2402874 h 6858000"/>
              <a:gd name="connsiteX112-33305" fmla="*/ 489437 w 1556785"/>
              <a:gd name="connsiteY112-33306" fmla="*/ 2381443 h 6858000"/>
              <a:gd name="connsiteX113-33307" fmla="*/ 465766 w 1556785"/>
              <a:gd name="connsiteY113-33308" fmla="*/ 2261920 h 6858000"/>
              <a:gd name="connsiteX114-33309" fmla="*/ 455653 w 1556785"/>
              <a:gd name="connsiteY114-33310" fmla="*/ 2195378 h 6858000"/>
              <a:gd name="connsiteX115-33311" fmla="*/ 439870 w 1556785"/>
              <a:gd name="connsiteY115-33312" fmla="*/ 2155135 h 6858000"/>
              <a:gd name="connsiteX116-33313" fmla="*/ 437328 w 1556785"/>
              <a:gd name="connsiteY116-33314" fmla="*/ 2118008 h 6858000"/>
              <a:gd name="connsiteX117-33315" fmla="*/ 438321 w 1556785"/>
              <a:gd name="connsiteY117-33316" fmla="*/ 2050531 h 6858000"/>
              <a:gd name="connsiteX118-33317" fmla="*/ 430127 w 1556785"/>
              <a:gd name="connsiteY118-33318" fmla="*/ 1963269 h 6858000"/>
              <a:gd name="connsiteX119-33319" fmla="*/ 411305 w 1556785"/>
              <a:gd name="connsiteY119-33320" fmla="*/ 1906352 h 6858000"/>
              <a:gd name="connsiteX120-33321" fmla="*/ 387862 w 1556785"/>
              <a:gd name="connsiteY120-33322" fmla="*/ 1861531 h 6858000"/>
              <a:gd name="connsiteX121-33323" fmla="*/ 341661 w 1556785"/>
              <a:gd name="connsiteY121-33324" fmla="*/ 1732919 h 6858000"/>
              <a:gd name="connsiteX122-33325" fmla="*/ 313972 w 1556785"/>
              <a:gd name="connsiteY122-33326" fmla="*/ 1663540 h 6858000"/>
              <a:gd name="connsiteX123-33327" fmla="*/ 313098 w 1556785"/>
              <a:gd name="connsiteY123-33328" fmla="*/ 1615777 h 6858000"/>
              <a:gd name="connsiteX124-33329" fmla="*/ 293893 w 1556785"/>
              <a:gd name="connsiteY124-33330" fmla="*/ 1563678 h 6858000"/>
              <a:gd name="connsiteX125-33331" fmla="*/ 306973 w 1556785"/>
              <a:gd name="connsiteY125-33332" fmla="*/ 1519474 h 6858000"/>
              <a:gd name="connsiteX126-33333" fmla="*/ 299715 w 1556785"/>
              <a:gd name="connsiteY126-33334" fmla="*/ 1477995 h 6858000"/>
              <a:gd name="connsiteX127-33335" fmla="*/ 285800 w 1556785"/>
              <a:gd name="connsiteY127-33336" fmla="*/ 1373769 h 6858000"/>
              <a:gd name="connsiteX128-33337" fmla="*/ 294107 w 1556785"/>
              <a:gd name="connsiteY128-33338" fmla="*/ 1307086 h 6858000"/>
              <a:gd name="connsiteX129-33339" fmla="*/ 295295 w 1556785"/>
              <a:gd name="connsiteY129-33340" fmla="*/ 1189033 h 6858000"/>
              <a:gd name="connsiteX130-33341" fmla="*/ 299980 w 1556785"/>
              <a:gd name="connsiteY130-33342" fmla="*/ 1168288 h 6858000"/>
              <a:gd name="connsiteX131-33343" fmla="*/ 292262 w 1556785"/>
              <a:gd name="connsiteY131-33344" fmla="*/ 1142577 h 6858000"/>
              <a:gd name="connsiteX132-33345" fmla="*/ 281568 w 1556785"/>
              <a:gd name="connsiteY132-33346" fmla="*/ 1088484 h 6858000"/>
              <a:gd name="connsiteX133-33347" fmla="*/ 270304 w 1556785"/>
              <a:gd name="connsiteY133-33348" fmla="*/ 1016103 h 6858000"/>
              <a:gd name="connsiteX134-33349" fmla="*/ 271760 w 1556785"/>
              <a:gd name="connsiteY134-33350" fmla="*/ 932283 h 6858000"/>
              <a:gd name="connsiteX135-33351" fmla="*/ 273996 w 1556785"/>
              <a:gd name="connsiteY135-33352" fmla="*/ 915925 h 6858000"/>
              <a:gd name="connsiteX136-33353" fmla="*/ 266625 w 1556785"/>
              <a:gd name="connsiteY136-33354" fmla="*/ 896999 h 6858000"/>
              <a:gd name="connsiteX137-33355" fmla="*/ 236033 w 1556785"/>
              <a:gd name="connsiteY137-33356" fmla="*/ 821517 h 6858000"/>
              <a:gd name="connsiteX138-33357" fmla="*/ 214983 w 1556785"/>
              <a:gd name="connsiteY138-33358" fmla="*/ 751353 h 6858000"/>
              <a:gd name="connsiteX139-33359" fmla="*/ 214541 w 1556785"/>
              <a:gd name="connsiteY139-33360" fmla="*/ 721230 h 6858000"/>
              <a:gd name="connsiteX140-33361" fmla="*/ 200212 w 1556785"/>
              <a:gd name="connsiteY140-33362" fmla="*/ 681659 h 6858000"/>
              <a:gd name="connsiteX141-33363" fmla="*/ 185631 w 1556785"/>
              <a:gd name="connsiteY141-33364" fmla="*/ 635218 h 6858000"/>
              <a:gd name="connsiteX142-33365" fmla="*/ 190642 w 1556785"/>
              <a:gd name="connsiteY142-33366" fmla="*/ 613763 h 6858000"/>
              <a:gd name="connsiteX143-33367" fmla="*/ 176584 w 1556785"/>
              <a:gd name="connsiteY143-33368" fmla="*/ 598582 h 6858000"/>
              <a:gd name="connsiteX144-33369" fmla="*/ 176265 w 1556785"/>
              <a:gd name="connsiteY144-33370" fmla="*/ 576846 h 6858000"/>
              <a:gd name="connsiteX145-33371" fmla="*/ 155891 w 1556785"/>
              <a:gd name="connsiteY145-33372" fmla="*/ 530055 h 6858000"/>
              <a:gd name="connsiteX146-33373" fmla="*/ 146327 w 1556785"/>
              <a:gd name="connsiteY146-33374" fmla="*/ 448559 h 6858000"/>
              <a:gd name="connsiteX147-33375" fmla="*/ 152749 w 1556785"/>
              <a:gd name="connsiteY147-33376" fmla="*/ 441529 h 6858000"/>
              <a:gd name="connsiteX148-33377" fmla="*/ 151970 w 1556785"/>
              <a:gd name="connsiteY148-33378" fmla="*/ 428927 h 6858000"/>
              <a:gd name="connsiteX149-33379" fmla="*/ 141374 w 1556785"/>
              <a:gd name="connsiteY149-33380" fmla="*/ 430161 h 6858000"/>
              <a:gd name="connsiteX150-33381" fmla="*/ 118394 w 1556785"/>
              <a:gd name="connsiteY150-33382" fmla="*/ 367211 h 6858000"/>
              <a:gd name="connsiteX151-33383" fmla="*/ 75886 w 1556785"/>
              <a:gd name="connsiteY151-33384" fmla="*/ 302178 h 6858000"/>
              <a:gd name="connsiteX152-33385" fmla="*/ 54558 w 1556785"/>
              <a:gd name="connsiteY152-33386" fmla="*/ 211375 h 6858000"/>
              <a:gd name="connsiteX153-33387" fmla="*/ 45886 w 1556785"/>
              <a:gd name="connsiteY153-33388" fmla="*/ 184179 h 6858000"/>
              <a:gd name="connsiteX154-33389" fmla="*/ 0 w 1556785"/>
              <a:gd name="connsiteY154-33390" fmla="*/ 13677 h 6858000"/>
              <a:gd name="connsiteX155-33391" fmla="*/ 48246 w 1556785"/>
              <a:gd name="connsiteY155-33392" fmla="*/ 0 h 6858000"/>
              <a:gd name="connsiteX0-33393" fmla="*/ 6323 w 1514862"/>
              <a:gd name="connsiteY0-33394" fmla="*/ 0 h 6858000"/>
              <a:gd name="connsiteX1-33395" fmla="*/ 1514862 w 1514862"/>
              <a:gd name="connsiteY1-33396" fmla="*/ 0 h 6858000"/>
              <a:gd name="connsiteX2-33397" fmla="*/ 1514862 w 1514862"/>
              <a:gd name="connsiteY2-33398" fmla="*/ 6858000 h 6858000"/>
              <a:gd name="connsiteX3-33399" fmla="*/ 63497 w 1514862"/>
              <a:gd name="connsiteY3-33400" fmla="*/ 6858000 h 6858000"/>
              <a:gd name="connsiteX4-33401" fmla="*/ 63638 w 1514862"/>
              <a:gd name="connsiteY4-33402" fmla="*/ 6857735 h 6858000"/>
              <a:gd name="connsiteX5-33403" fmla="*/ 75687 w 1514862"/>
              <a:gd name="connsiteY5-33404" fmla="*/ 6809549 h 6858000"/>
              <a:gd name="connsiteX6-33405" fmla="*/ 107898 w 1514862"/>
              <a:gd name="connsiteY6-33406" fmla="*/ 6715115 h 6858000"/>
              <a:gd name="connsiteX7-33407" fmla="*/ 117749 w 1514862"/>
              <a:gd name="connsiteY7-33408" fmla="*/ 6680170 h 6858000"/>
              <a:gd name="connsiteX8-33409" fmla="*/ 143299 w 1514862"/>
              <a:gd name="connsiteY8-33410" fmla="*/ 6621207 h 6858000"/>
              <a:gd name="connsiteX9-33411" fmla="*/ 159956 w 1514862"/>
              <a:gd name="connsiteY9-33412" fmla="*/ 6596265 h 6858000"/>
              <a:gd name="connsiteX10-33413" fmla="*/ 159835 w 1514862"/>
              <a:gd name="connsiteY10-33414" fmla="*/ 6594818 h 6858000"/>
              <a:gd name="connsiteX11-33415" fmla="*/ 164080 w 1514862"/>
              <a:gd name="connsiteY11-33416" fmla="*/ 6593735 h 6858000"/>
              <a:gd name="connsiteX12-33417" fmla="*/ 167277 w 1514862"/>
              <a:gd name="connsiteY12-33418" fmla="*/ 6589172 h 6858000"/>
              <a:gd name="connsiteX13-33419" fmla="*/ 170571 w 1514862"/>
              <a:gd name="connsiteY13-33420" fmla="*/ 6574442 h 6858000"/>
              <a:gd name="connsiteX14-33421" fmla="*/ 170911 w 1514862"/>
              <a:gd name="connsiteY14-33422" fmla="*/ 6568530 h 6858000"/>
              <a:gd name="connsiteX15-33423" fmla="*/ 173320 w 1514862"/>
              <a:gd name="connsiteY15-33424" fmla="*/ 6560674 h 6858000"/>
              <a:gd name="connsiteX16-33425" fmla="*/ 173665 w 1514862"/>
              <a:gd name="connsiteY16-33426" fmla="*/ 6560598 h 6858000"/>
              <a:gd name="connsiteX17-33427" fmla="*/ 175362 w 1514862"/>
              <a:gd name="connsiteY17-33428" fmla="*/ 6553006 h 6858000"/>
              <a:gd name="connsiteX18-33429" fmla="*/ 180058 w 1514862"/>
              <a:gd name="connsiteY18-33430" fmla="*/ 6514360 h 6858000"/>
              <a:gd name="connsiteX19-33431" fmla="*/ 221712 w 1514862"/>
              <a:gd name="connsiteY19-33432" fmla="*/ 6478062 h 6858000"/>
              <a:gd name="connsiteX20-33433" fmla="*/ 232401 w 1514862"/>
              <a:gd name="connsiteY20-33434" fmla="*/ 6460325 h 6858000"/>
              <a:gd name="connsiteX21-33435" fmla="*/ 239634 w 1514862"/>
              <a:gd name="connsiteY21-33436" fmla="*/ 6451488 h 6858000"/>
              <a:gd name="connsiteX22-33437" fmla="*/ 241069 w 1514862"/>
              <a:gd name="connsiteY22-33438" fmla="*/ 6451348 h 6858000"/>
              <a:gd name="connsiteX23-33439" fmla="*/ 245427 w 1514862"/>
              <a:gd name="connsiteY23-33440" fmla="*/ 6414240 h 6858000"/>
              <a:gd name="connsiteX24-33441" fmla="*/ 248303 w 1514862"/>
              <a:gd name="connsiteY24-33442" fmla="*/ 6410269 h 6858000"/>
              <a:gd name="connsiteX25-33443" fmla="*/ 248203 w 1514862"/>
              <a:gd name="connsiteY25-33444" fmla="*/ 6384857 h 6858000"/>
              <a:gd name="connsiteX26-33445" fmla="*/ 249720 w 1514862"/>
              <a:gd name="connsiteY26-33446" fmla="*/ 6372381 h 6858000"/>
              <a:gd name="connsiteX27-33447" fmla="*/ 246914 w 1514862"/>
              <a:gd name="connsiteY27-33448" fmla="*/ 6367510 h 6858000"/>
              <a:gd name="connsiteX28-33449" fmla="*/ 250794 w 1514862"/>
              <a:gd name="connsiteY28-33450" fmla="*/ 6349778 h 6858000"/>
              <a:gd name="connsiteX29-33451" fmla="*/ 252459 w 1514862"/>
              <a:gd name="connsiteY29-33452" fmla="*/ 6348250 h 6858000"/>
              <a:gd name="connsiteX30-33453" fmla="*/ 268493 w 1514862"/>
              <a:gd name="connsiteY30-33454" fmla="*/ 6281972 h 6858000"/>
              <a:gd name="connsiteX31-33455" fmla="*/ 279256 w 1514862"/>
              <a:gd name="connsiteY31-33456" fmla="*/ 6211940 h 6858000"/>
              <a:gd name="connsiteX32-33457" fmla="*/ 320751 w 1514862"/>
              <a:gd name="connsiteY32-33458" fmla="*/ 6113913 h 6858000"/>
              <a:gd name="connsiteX33-33459" fmla="*/ 325044 w 1514862"/>
              <a:gd name="connsiteY33-33460" fmla="*/ 6028119 h 6858000"/>
              <a:gd name="connsiteX34-33461" fmla="*/ 351824 w 1514862"/>
              <a:gd name="connsiteY34-33462" fmla="*/ 5934687 h 6858000"/>
              <a:gd name="connsiteX35-33463" fmla="*/ 385836 w 1514862"/>
              <a:gd name="connsiteY35-33464" fmla="*/ 5765594 h 6858000"/>
              <a:gd name="connsiteX36-33465" fmla="*/ 417672 w 1514862"/>
              <a:gd name="connsiteY36-33466" fmla="*/ 5693685 h 6858000"/>
              <a:gd name="connsiteX37-33467" fmla="*/ 437727 w 1514862"/>
              <a:gd name="connsiteY37-33468" fmla="*/ 5665173 h 6858000"/>
              <a:gd name="connsiteX38-33469" fmla="*/ 471444 w 1514862"/>
              <a:gd name="connsiteY38-33470" fmla="*/ 5563435 h 6858000"/>
              <a:gd name="connsiteX39-33471" fmla="*/ 500949 w 1514862"/>
              <a:gd name="connsiteY39-33472" fmla="*/ 5476393 h 6858000"/>
              <a:gd name="connsiteX40-33473" fmla="*/ 532142 w 1514862"/>
              <a:gd name="connsiteY40-33474" fmla="*/ 5396260 h 6858000"/>
              <a:gd name="connsiteX41-33475" fmla="*/ 548123 w 1514862"/>
              <a:gd name="connsiteY41-33476" fmla="*/ 5330009 h 6858000"/>
              <a:gd name="connsiteX42-33477" fmla="*/ 581616 w 1514862"/>
              <a:gd name="connsiteY42-33478" fmla="*/ 5273739 h 6858000"/>
              <a:gd name="connsiteX43-33479" fmla="*/ 591215 w 1514862"/>
              <a:gd name="connsiteY43-33480" fmla="*/ 5241779 h 6858000"/>
              <a:gd name="connsiteX44-33481" fmla="*/ 602441 w 1514862"/>
              <a:gd name="connsiteY44-33482" fmla="*/ 5225268 h 6858000"/>
              <a:gd name="connsiteX45-33483" fmla="*/ 603461 w 1514862"/>
              <a:gd name="connsiteY45-33484" fmla="*/ 5217684 h 6858000"/>
              <a:gd name="connsiteX46-33485" fmla="*/ 610802 w 1514862"/>
              <a:gd name="connsiteY46-33486" fmla="*/ 5193377 h 6858000"/>
              <a:gd name="connsiteX47-33487" fmla="*/ 614105 w 1514862"/>
              <a:gd name="connsiteY47-33488" fmla="*/ 5179288 h 6858000"/>
              <a:gd name="connsiteX48-33489" fmla="*/ 615089 w 1514862"/>
              <a:gd name="connsiteY48-33490" fmla="*/ 5173621 h 6858000"/>
              <a:gd name="connsiteX49-33491" fmla="*/ 610723 w 1514862"/>
              <a:gd name="connsiteY49-33492" fmla="*/ 5159961 h 6858000"/>
              <a:gd name="connsiteX50-33493" fmla="*/ 617400 w 1514862"/>
              <a:gd name="connsiteY50-33494" fmla="*/ 5144295 h 6858000"/>
              <a:gd name="connsiteX51-33495" fmla="*/ 614333 w 1514862"/>
              <a:gd name="connsiteY51-33496" fmla="*/ 5125185 h 6858000"/>
              <a:gd name="connsiteX52-33497" fmla="*/ 621163 w 1514862"/>
              <a:gd name="connsiteY52-33498" fmla="*/ 5121884 h 6858000"/>
              <a:gd name="connsiteX53-33499" fmla="*/ 628199 w 1514862"/>
              <a:gd name="connsiteY53-33500" fmla="*/ 5067850 h 6858000"/>
              <a:gd name="connsiteX54-33501" fmla="*/ 630930 w 1514862"/>
              <a:gd name="connsiteY54-33502" fmla="*/ 5060861 h 6858000"/>
              <a:gd name="connsiteX55-33503" fmla="*/ 627634 w 1514862"/>
              <a:gd name="connsiteY55-33504" fmla="*/ 5034192 h 6858000"/>
              <a:gd name="connsiteX56-33505" fmla="*/ 629188 w 1514862"/>
              <a:gd name="connsiteY56-33506" fmla="*/ 4993030 h 6858000"/>
              <a:gd name="connsiteX57-33507" fmla="*/ 636097 w 1514862"/>
              <a:gd name="connsiteY57-33508" fmla="*/ 4946844 h 6858000"/>
              <a:gd name="connsiteX58-33509" fmla="*/ 631953 w 1514862"/>
              <a:gd name="connsiteY58-33510" fmla="*/ 4932692 h 6858000"/>
              <a:gd name="connsiteX59-33511" fmla="*/ 647356 w 1514862"/>
              <a:gd name="connsiteY59-33512" fmla="*/ 4858827 h 6858000"/>
              <a:gd name="connsiteX60-33513" fmla="*/ 641510 w 1514862"/>
              <a:gd name="connsiteY60-33514" fmla="*/ 4801535 h 6858000"/>
              <a:gd name="connsiteX61-33515" fmla="*/ 649179 w 1514862"/>
              <a:gd name="connsiteY61-33516" fmla="*/ 4797794 h 6858000"/>
              <a:gd name="connsiteX62-33517" fmla="*/ 650473 w 1514862"/>
              <a:gd name="connsiteY62-33518" fmla="*/ 4784526 h 6858000"/>
              <a:gd name="connsiteX63-33519" fmla="*/ 652257 w 1514862"/>
              <a:gd name="connsiteY63-33520" fmla="*/ 4781211 h 6858000"/>
              <a:gd name="connsiteX64-33521" fmla="*/ 661044 w 1514862"/>
              <a:gd name="connsiteY64-33522" fmla="*/ 4761984 h 6858000"/>
              <a:gd name="connsiteX65-33523" fmla="*/ 657092 w 1514862"/>
              <a:gd name="connsiteY65-33524" fmla="*/ 4690749 h 6858000"/>
              <a:gd name="connsiteX66-33525" fmla="*/ 652572 w 1514862"/>
              <a:gd name="connsiteY66-33526" fmla="*/ 4584173 h 6858000"/>
              <a:gd name="connsiteX67-33527" fmla="*/ 647655 w 1514862"/>
              <a:gd name="connsiteY67-33528" fmla="*/ 4444346 h 6858000"/>
              <a:gd name="connsiteX68-33529" fmla="*/ 644220 w 1514862"/>
              <a:gd name="connsiteY68-33530" fmla="*/ 4375228 h 6858000"/>
              <a:gd name="connsiteX69-33531" fmla="*/ 624873 w 1514862"/>
              <a:gd name="connsiteY69-33532" fmla="*/ 4214165 h 6858000"/>
              <a:gd name="connsiteX70-33533" fmla="*/ 628946 w 1514862"/>
              <a:gd name="connsiteY70-33534" fmla="*/ 4090296 h 6858000"/>
              <a:gd name="connsiteX71-33535" fmla="*/ 614202 w 1514862"/>
              <a:gd name="connsiteY71-33536" fmla="*/ 4033999 h 6858000"/>
              <a:gd name="connsiteX72-33537" fmla="*/ 615351 w 1514862"/>
              <a:gd name="connsiteY72-33538" fmla="*/ 4031933 h 6858000"/>
              <a:gd name="connsiteX73-33539" fmla="*/ 613927 w 1514862"/>
              <a:gd name="connsiteY73-33540" fmla="*/ 4013953 h 6858000"/>
              <a:gd name="connsiteX74-33541" fmla="*/ 600222 w 1514862"/>
              <a:gd name="connsiteY74-33542" fmla="*/ 3974753 h 6858000"/>
              <a:gd name="connsiteX75-33543" fmla="*/ 601820 w 1514862"/>
              <a:gd name="connsiteY75-33544" fmla="*/ 3969950 h 6858000"/>
              <a:gd name="connsiteX76-33545" fmla="*/ 595242 w 1514862"/>
              <a:gd name="connsiteY76-33546" fmla="*/ 3933779 h 6858000"/>
              <a:gd name="connsiteX77-33547" fmla="*/ 596573 w 1514862"/>
              <a:gd name="connsiteY77-33548" fmla="*/ 3933093 h 6858000"/>
              <a:gd name="connsiteX78-33549" fmla="*/ 600927 w 1514862"/>
              <a:gd name="connsiteY78-33550" fmla="*/ 3922082 h 6858000"/>
              <a:gd name="connsiteX79-33551" fmla="*/ 606005 w 1514862"/>
              <a:gd name="connsiteY79-33552" fmla="*/ 3901461 h 6858000"/>
              <a:gd name="connsiteX80-33553" fmla="*/ 628599 w 1514862"/>
              <a:gd name="connsiteY80-33554" fmla="*/ 3813873 h 6858000"/>
              <a:gd name="connsiteX81-33555" fmla="*/ 628024 w 1514862"/>
              <a:gd name="connsiteY81-33556" fmla="*/ 3806161 h 6858000"/>
              <a:gd name="connsiteX82-33557" fmla="*/ 628331 w 1514862"/>
              <a:gd name="connsiteY82-33558" fmla="*/ 3805957 h 6858000"/>
              <a:gd name="connsiteX83-33559" fmla="*/ 628358 w 1514862"/>
              <a:gd name="connsiteY83-33560" fmla="*/ 3797724 h 6858000"/>
              <a:gd name="connsiteX84-33561" fmla="*/ 626973 w 1514862"/>
              <a:gd name="connsiteY84-33562" fmla="*/ 3792098 h 6858000"/>
              <a:gd name="connsiteX85-33563" fmla="*/ 625857 w 1514862"/>
              <a:gd name="connsiteY85-33564" fmla="*/ 3777135 h 6858000"/>
              <a:gd name="connsiteX86-33565" fmla="*/ 627590 w 1514862"/>
              <a:gd name="connsiteY86-33566" fmla="*/ 3771656 h 6858000"/>
              <a:gd name="connsiteX87-33567" fmla="*/ 631333 w 1514862"/>
              <a:gd name="connsiteY87-33568" fmla="*/ 3769007 h 6858000"/>
              <a:gd name="connsiteX88-33569" fmla="*/ 630799 w 1514862"/>
              <a:gd name="connsiteY88-33570" fmla="*/ 3767709 h 6858000"/>
              <a:gd name="connsiteX89-33571" fmla="*/ 639495 w 1514862"/>
              <a:gd name="connsiteY89-33572" fmla="*/ 3738082 h 6858000"/>
              <a:gd name="connsiteX90-33573" fmla="*/ 646841 w 1514862"/>
              <a:gd name="connsiteY90-33574" fmla="*/ 3673397 h 6858000"/>
              <a:gd name="connsiteX91-33575" fmla="*/ 646137 w 1514862"/>
              <a:gd name="connsiteY91-33576" fmla="*/ 3637109 h 6858000"/>
              <a:gd name="connsiteX92-33577" fmla="*/ 649580 w 1514862"/>
              <a:gd name="connsiteY92-33578" fmla="*/ 3536883 h 6858000"/>
              <a:gd name="connsiteX93-33579" fmla="*/ 657118 w 1514862"/>
              <a:gd name="connsiteY93-33580" fmla="*/ 3435652 h 6858000"/>
              <a:gd name="connsiteX94-33581" fmla="*/ 658789 w 1514862"/>
              <a:gd name="connsiteY94-33582" fmla="*/ 3307769 h 6858000"/>
              <a:gd name="connsiteX95-33583" fmla="*/ 676352 w 1514862"/>
              <a:gd name="connsiteY95-33584" fmla="*/ 3250522 h 6858000"/>
              <a:gd name="connsiteX96-33585" fmla="*/ 676777 w 1514862"/>
              <a:gd name="connsiteY96-33586" fmla="*/ 3229163 h 6858000"/>
              <a:gd name="connsiteX97-33587" fmla="*/ 678600 w 1514862"/>
              <a:gd name="connsiteY97-33588" fmla="*/ 3217217 h 6858000"/>
              <a:gd name="connsiteX98-33589" fmla="*/ 665435 w 1514862"/>
              <a:gd name="connsiteY98-33590" fmla="*/ 3183755 h 6858000"/>
              <a:gd name="connsiteX99-33591" fmla="*/ 665936 w 1514862"/>
              <a:gd name="connsiteY99-33592" fmla="*/ 3178642 h 6858000"/>
              <a:gd name="connsiteX100-33593" fmla="*/ 653536 w 1514862"/>
              <a:gd name="connsiteY100-33594" fmla="*/ 3158586 h 6858000"/>
              <a:gd name="connsiteX101-33595" fmla="*/ 638721 w 1514862"/>
              <a:gd name="connsiteY101-33596" fmla="*/ 3129034 h 6858000"/>
              <a:gd name="connsiteX102-33597" fmla="*/ 639386 w 1514862"/>
              <a:gd name="connsiteY102-33598" fmla="*/ 3126682 h 6858000"/>
              <a:gd name="connsiteX103-33599" fmla="*/ 630254 w 1514862"/>
              <a:gd name="connsiteY103-33600" fmla="*/ 3114519 h 6858000"/>
              <a:gd name="connsiteX104-33601" fmla="*/ 616863 w 1514862"/>
              <a:gd name="connsiteY104-33602" fmla="*/ 3106272 h 6858000"/>
              <a:gd name="connsiteX105-33603" fmla="*/ 589593 w 1514862"/>
              <a:gd name="connsiteY105-33604" fmla="*/ 2958185 h 6858000"/>
              <a:gd name="connsiteX106-33605" fmla="*/ 532207 w 1514862"/>
              <a:gd name="connsiteY106-33606" fmla="*/ 2762989 h 6858000"/>
              <a:gd name="connsiteX107-33607" fmla="*/ 481125 w 1514862"/>
              <a:gd name="connsiteY107-33608" fmla="*/ 2554718 h 6858000"/>
              <a:gd name="connsiteX108-33609" fmla="*/ 461219 w 1514862"/>
              <a:gd name="connsiteY108-33610" fmla="*/ 2485734 h 6858000"/>
              <a:gd name="connsiteX109-33611" fmla="*/ 451942 w 1514862"/>
              <a:gd name="connsiteY109-33612" fmla="*/ 2447068 h 6858000"/>
              <a:gd name="connsiteX110-33613" fmla="*/ 438903 w 1514862"/>
              <a:gd name="connsiteY110-33614" fmla="*/ 2425819 h 6858000"/>
              <a:gd name="connsiteX111-33615" fmla="*/ 444902 w 1514862"/>
              <a:gd name="connsiteY111-33616" fmla="*/ 2402874 h 6858000"/>
              <a:gd name="connsiteX112-33617" fmla="*/ 447514 w 1514862"/>
              <a:gd name="connsiteY112-33618" fmla="*/ 2381443 h 6858000"/>
              <a:gd name="connsiteX113-33619" fmla="*/ 423843 w 1514862"/>
              <a:gd name="connsiteY113-33620" fmla="*/ 2261920 h 6858000"/>
              <a:gd name="connsiteX114-33621" fmla="*/ 413730 w 1514862"/>
              <a:gd name="connsiteY114-33622" fmla="*/ 2195378 h 6858000"/>
              <a:gd name="connsiteX115-33623" fmla="*/ 397947 w 1514862"/>
              <a:gd name="connsiteY115-33624" fmla="*/ 2155135 h 6858000"/>
              <a:gd name="connsiteX116-33625" fmla="*/ 395405 w 1514862"/>
              <a:gd name="connsiteY116-33626" fmla="*/ 2118008 h 6858000"/>
              <a:gd name="connsiteX117-33627" fmla="*/ 396398 w 1514862"/>
              <a:gd name="connsiteY117-33628" fmla="*/ 2050531 h 6858000"/>
              <a:gd name="connsiteX118-33629" fmla="*/ 388204 w 1514862"/>
              <a:gd name="connsiteY118-33630" fmla="*/ 1963269 h 6858000"/>
              <a:gd name="connsiteX119-33631" fmla="*/ 369382 w 1514862"/>
              <a:gd name="connsiteY119-33632" fmla="*/ 1906352 h 6858000"/>
              <a:gd name="connsiteX120-33633" fmla="*/ 345939 w 1514862"/>
              <a:gd name="connsiteY120-33634" fmla="*/ 1861531 h 6858000"/>
              <a:gd name="connsiteX121-33635" fmla="*/ 299738 w 1514862"/>
              <a:gd name="connsiteY121-33636" fmla="*/ 1732919 h 6858000"/>
              <a:gd name="connsiteX122-33637" fmla="*/ 272049 w 1514862"/>
              <a:gd name="connsiteY122-33638" fmla="*/ 1663540 h 6858000"/>
              <a:gd name="connsiteX123-33639" fmla="*/ 271175 w 1514862"/>
              <a:gd name="connsiteY123-33640" fmla="*/ 1615777 h 6858000"/>
              <a:gd name="connsiteX124-33641" fmla="*/ 251970 w 1514862"/>
              <a:gd name="connsiteY124-33642" fmla="*/ 1563678 h 6858000"/>
              <a:gd name="connsiteX125-33643" fmla="*/ 265050 w 1514862"/>
              <a:gd name="connsiteY125-33644" fmla="*/ 1519474 h 6858000"/>
              <a:gd name="connsiteX126-33645" fmla="*/ 257792 w 1514862"/>
              <a:gd name="connsiteY126-33646" fmla="*/ 1477995 h 6858000"/>
              <a:gd name="connsiteX127-33647" fmla="*/ 243877 w 1514862"/>
              <a:gd name="connsiteY127-33648" fmla="*/ 1373769 h 6858000"/>
              <a:gd name="connsiteX128-33649" fmla="*/ 252184 w 1514862"/>
              <a:gd name="connsiteY128-33650" fmla="*/ 1307086 h 6858000"/>
              <a:gd name="connsiteX129-33651" fmla="*/ 253372 w 1514862"/>
              <a:gd name="connsiteY129-33652" fmla="*/ 1189033 h 6858000"/>
              <a:gd name="connsiteX130-33653" fmla="*/ 258057 w 1514862"/>
              <a:gd name="connsiteY130-33654" fmla="*/ 1168288 h 6858000"/>
              <a:gd name="connsiteX131-33655" fmla="*/ 250339 w 1514862"/>
              <a:gd name="connsiteY131-33656" fmla="*/ 1142577 h 6858000"/>
              <a:gd name="connsiteX132-33657" fmla="*/ 239645 w 1514862"/>
              <a:gd name="connsiteY132-33658" fmla="*/ 1088484 h 6858000"/>
              <a:gd name="connsiteX133-33659" fmla="*/ 228381 w 1514862"/>
              <a:gd name="connsiteY133-33660" fmla="*/ 1016103 h 6858000"/>
              <a:gd name="connsiteX134-33661" fmla="*/ 229837 w 1514862"/>
              <a:gd name="connsiteY134-33662" fmla="*/ 932283 h 6858000"/>
              <a:gd name="connsiteX135-33663" fmla="*/ 232073 w 1514862"/>
              <a:gd name="connsiteY135-33664" fmla="*/ 915925 h 6858000"/>
              <a:gd name="connsiteX136-33665" fmla="*/ 224702 w 1514862"/>
              <a:gd name="connsiteY136-33666" fmla="*/ 896999 h 6858000"/>
              <a:gd name="connsiteX137-33667" fmla="*/ 194110 w 1514862"/>
              <a:gd name="connsiteY137-33668" fmla="*/ 821517 h 6858000"/>
              <a:gd name="connsiteX138-33669" fmla="*/ 173060 w 1514862"/>
              <a:gd name="connsiteY138-33670" fmla="*/ 751353 h 6858000"/>
              <a:gd name="connsiteX139-33671" fmla="*/ 172618 w 1514862"/>
              <a:gd name="connsiteY139-33672" fmla="*/ 721230 h 6858000"/>
              <a:gd name="connsiteX140-33673" fmla="*/ 158289 w 1514862"/>
              <a:gd name="connsiteY140-33674" fmla="*/ 681659 h 6858000"/>
              <a:gd name="connsiteX141-33675" fmla="*/ 143708 w 1514862"/>
              <a:gd name="connsiteY141-33676" fmla="*/ 635218 h 6858000"/>
              <a:gd name="connsiteX142-33677" fmla="*/ 148719 w 1514862"/>
              <a:gd name="connsiteY142-33678" fmla="*/ 613763 h 6858000"/>
              <a:gd name="connsiteX143-33679" fmla="*/ 134661 w 1514862"/>
              <a:gd name="connsiteY143-33680" fmla="*/ 598582 h 6858000"/>
              <a:gd name="connsiteX144-33681" fmla="*/ 134342 w 1514862"/>
              <a:gd name="connsiteY144-33682" fmla="*/ 576846 h 6858000"/>
              <a:gd name="connsiteX145-33683" fmla="*/ 113968 w 1514862"/>
              <a:gd name="connsiteY145-33684" fmla="*/ 530055 h 6858000"/>
              <a:gd name="connsiteX146-33685" fmla="*/ 104404 w 1514862"/>
              <a:gd name="connsiteY146-33686" fmla="*/ 448559 h 6858000"/>
              <a:gd name="connsiteX147-33687" fmla="*/ 110826 w 1514862"/>
              <a:gd name="connsiteY147-33688" fmla="*/ 441529 h 6858000"/>
              <a:gd name="connsiteX148-33689" fmla="*/ 110047 w 1514862"/>
              <a:gd name="connsiteY148-33690" fmla="*/ 428927 h 6858000"/>
              <a:gd name="connsiteX149-33691" fmla="*/ 99451 w 1514862"/>
              <a:gd name="connsiteY149-33692" fmla="*/ 430161 h 6858000"/>
              <a:gd name="connsiteX150-33693" fmla="*/ 76471 w 1514862"/>
              <a:gd name="connsiteY150-33694" fmla="*/ 367211 h 6858000"/>
              <a:gd name="connsiteX151-33695" fmla="*/ 33963 w 1514862"/>
              <a:gd name="connsiteY151-33696" fmla="*/ 302178 h 6858000"/>
              <a:gd name="connsiteX152-33697" fmla="*/ 12635 w 1514862"/>
              <a:gd name="connsiteY152-33698" fmla="*/ 211375 h 6858000"/>
              <a:gd name="connsiteX153-33699" fmla="*/ 3963 w 1514862"/>
              <a:gd name="connsiteY153-33700" fmla="*/ 184179 h 6858000"/>
              <a:gd name="connsiteX154-33701" fmla="*/ 25635 w 1514862"/>
              <a:gd name="connsiteY154-33702" fmla="*/ 47336 h 6858000"/>
              <a:gd name="connsiteX155-33703" fmla="*/ 6323 w 1514862"/>
              <a:gd name="connsiteY155-33704" fmla="*/ 0 h 6858000"/>
              <a:gd name="connsiteX0-33705" fmla="*/ 0 w 1508539"/>
              <a:gd name="connsiteY0-33706" fmla="*/ 0 h 6858000"/>
              <a:gd name="connsiteX1-33707" fmla="*/ 1508539 w 1508539"/>
              <a:gd name="connsiteY1-33708" fmla="*/ 0 h 6858000"/>
              <a:gd name="connsiteX2-33709" fmla="*/ 1508539 w 1508539"/>
              <a:gd name="connsiteY2-33710" fmla="*/ 6858000 h 6858000"/>
              <a:gd name="connsiteX3-33711" fmla="*/ 57174 w 1508539"/>
              <a:gd name="connsiteY3-33712" fmla="*/ 6858000 h 6858000"/>
              <a:gd name="connsiteX4-33713" fmla="*/ 57315 w 1508539"/>
              <a:gd name="connsiteY4-33714" fmla="*/ 6857735 h 6858000"/>
              <a:gd name="connsiteX5-33715" fmla="*/ 69364 w 1508539"/>
              <a:gd name="connsiteY5-33716" fmla="*/ 6809549 h 6858000"/>
              <a:gd name="connsiteX6-33717" fmla="*/ 101575 w 1508539"/>
              <a:gd name="connsiteY6-33718" fmla="*/ 6715115 h 6858000"/>
              <a:gd name="connsiteX7-33719" fmla="*/ 111426 w 1508539"/>
              <a:gd name="connsiteY7-33720" fmla="*/ 6680170 h 6858000"/>
              <a:gd name="connsiteX8-33721" fmla="*/ 136976 w 1508539"/>
              <a:gd name="connsiteY8-33722" fmla="*/ 6621207 h 6858000"/>
              <a:gd name="connsiteX9-33723" fmla="*/ 153633 w 1508539"/>
              <a:gd name="connsiteY9-33724" fmla="*/ 6596265 h 6858000"/>
              <a:gd name="connsiteX10-33725" fmla="*/ 153512 w 1508539"/>
              <a:gd name="connsiteY10-33726" fmla="*/ 6594818 h 6858000"/>
              <a:gd name="connsiteX11-33727" fmla="*/ 157757 w 1508539"/>
              <a:gd name="connsiteY11-33728" fmla="*/ 6593735 h 6858000"/>
              <a:gd name="connsiteX12-33729" fmla="*/ 160954 w 1508539"/>
              <a:gd name="connsiteY12-33730" fmla="*/ 6589172 h 6858000"/>
              <a:gd name="connsiteX13-33731" fmla="*/ 164248 w 1508539"/>
              <a:gd name="connsiteY13-33732" fmla="*/ 6574442 h 6858000"/>
              <a:gd name="connsiteX14-33733" fmla="*/ 164588 w 1508539"/>
              <a:gd name="connsiteY14-33734" fmla="*/ 6568530 h 6858000"/>
              <a:gd name="connsiteX15-33735" fmla="*/ 166997 w 1508539"/>
              <a:gd name="connsiteY15-33736" fmla="*/ 6560674 h 6858000"/>
              <a:gd name="connsiteX16-33737" fmla="*/ 167342 w 1508539"/>
              <a:gd name="connsiteY16-33738" fmla="*/ 6560598 h 6858000"/>
              <a:gd name="connsiteX17-33739" fmla="*/ 169039 w 1508539"/>
              <a:gd name="connsiteY17-33740" fmla="*/ 6553006 h 6858000"/>
              <a:gd name="connsiteX18-33741" fmla="*/ 173735 w 1508539"/>
              <a:gd name="connsiteY18-33742" fmla="*/ 6514360 h 6858000"/>
              <a:gd name="connsiteX19-33743" fmla="*/ 215389 w 1508539"/>
              <a:gd name="connsiteY19-33744" fmla="*/ 6478062 h 6858000"/>
              <a:gd name="connsiteX20-33745" fmla="*/ 226078 w 1508539"/>
              <a:gd name="connsiteY20-33746" fmla="*/ 6460325 h 6858000"/>
              <a:gd name="connsiteX21-33747" fmla="*/ 233311 w 1508539"/>
              <a:gd name="connsiteY21-33748" fmla="*/ 6451488 h 6858000"/>
              <a:gd name="connsiteX22-33749" fmla="*/ 234746 w 1508539"/>
              <a:gd name="connsiteY22-33750" fmla="*/ 6451348 h 6858000"/>
              <a:gd name="connsiteX23-33751" fmla="*/ 239104 w 1508539"/>
              <a:gd name="connsiteY23-33752" fmla="*/ 6414240 h 6858000"/>
              <a:gd name="connsiteX24-33753" fmla="*/ 241980 w 1508539"/>
              <a:gd name="connsiteY24-33754" fmla="*/ 6410269 h 6858000"/>
              <a:gd name="connsiteX25-33755" fmla="*/ 241880 w 1508539"/>
              <a:gd name="connsiteY25-33756" fmla="*/ 6384857 h 6858000"/>
              <a:gd name="connsiteX26-33757" fmla="*/ 243397 w 1508539"/>
              <a:gd name="connsiteY26-33758" fmla="*/ 6372381 h 6858000"/>
              <a:gd name="connsiteX27-33759" fmla="*/ 240591 w 1508539"/>
              <a:gd name="connsiteY27-33760" fmla="*/ 6367510 h 6858000"/>
              <a:gd name="connsiteX28-33761" fmla="*/ 244471 w 1508539"/>
              <a:gd name="connsiteY28-33762" fmla="*/ 6349778 h 6858000"/>
              <a:gd name="connsiteX29-33763" fmla="*/ 246136 w 1508539"/>
              <a:gd name="connsiteY29-33764" fmla="*/ 6348250 h 6858000"/>
              <a:gd name="connsiteX30-33765" fmla="*/ 262170 w 1508539"/>
              <a:gd name="connsiteY30-33766" fmla="*/ 6281972 h 6858000"/>
              <a:gd name="connsiteX31-33767" fmla="*/ 272933 w 1508539"/>
              <a:gd name="connsiteY31-33768" fmla="*/ 6211940 h 6858000"/>
              <a:gd name="connsiteX32-33769" fmla="*/ 314428 w 1508539"/>
              <a:gd name="connsiteY32-33770" fmla="*/ 6113913 h 6858000"/>
              <a:gd name="connsiteX33-33771" fmla="*/ 318721 w 1508539"/>
              <a:gd name="connsiteY33-33772" fmla="*/ 6028119 h 6858000"/>
              <a:gd name="connsiteX34-33773" fmla="*/ 345501 w 1508539"/>
              <a:gd name="connsiteY34-33774" fmla="*/ 5934687 h 6858000"/>
              <a:gd name="connsiteX35-33775" fmla="*/ 379513 w 1508539"/>
              <a:gd name="connsiteY35-33776" fmla="*/ 5765594 h 6858000"/>
              <a:gd name="connsiteX36-33777" fmla="*/ 411349 w 1508539"/>
              <a:gd name="connsiteY36-33778" fmla="*/ 5693685 h 6858000"/>
              <a:gd name="connsiteX37-33779" fmla="*/ 431404 w 1508539"/>
              <a:gd name="connsiteY37-33780" fmla="*/ 5665173 h 6858000"/>
              <a:gd name="connsiteX38-33781" fmla="*/ 465121 w 1508539"/>
              <a:gd name="connsiteY38-33782" fmla="*/ 5563435 h 6858000"/>
              <a:gd name="connsiteX39-33783" fmla="*/ 494626 w 1508539"/>
              <a:gd name="connsiteY39-33784" fmla="*/ 5476393 h 6858000"/>
              <a:gd name="connsiteX40-33785" fmla="*/ 525819 w 1508539"/>
              <a:gd name="connsiteY40-33786" fmla="*/ 5396260 h 6858000"/>
              <a:gd name="connsiteX41-33787" fmla="*/ 541800 w 1508539"/>
              <a:gd name="connsiteY41-33788" fmla="*/ 5330009 h 6858000"/>
              <a:gd name="connsiteX42-33789" fmla="*/ 575293 w 1508539"/>
              <a:gd name="connsiteY42-33790" fmla="*/ 5273739 h 6858000"/>
              <a:gd name="connsiteX43-33791" fmla="*/ 584892 w 1508539"/>
              <a:gd name="connsiteY43-33792" fmla="*/ 5241779 h 6858000"/>
              <a:gd name="connsiteX44-33793" fmla="*/ 596118 w 1508539"/>
              <a:gd name="connsiteY44-33794" fmla="*/ 5225268 h 6858000"/>
              <a:gd name="connsiteX45-33795" fmla="*/ 597138 w 1508539"/>
              <a:gd name="connsiteY45-33796" fmla="*/ 5217684 h 6858000"/>
              <a:gd name="connsiteX46-33797" fmla="*/ 604479 w 1508539"/>
              <a:gd name="connsiteY46-33798" fmla="*/ 5193377 h 6858000"/>
              <a:gd name="connsiteX47-33799" fmla="*/ 607782 w 1508539"/>
              <a:gd name="connsiteY47-33800" fmla="*/ 5179288 h 6858000"/>
              <a:gd name="connsiteX48-33801" fmla="*/ 608766 w 1508539"/>
              <a:gd name="connsiteY48-33802" fmla="*/ 5173621 h 6858000"/>
              <a:gd name="connsiteX49-33803" fmla="*/ 604400 w 1508539"/>
              <a:gd name="connsiteY49-33804" fmla="*/ 5159961 h 6858000"/>
              <a:gd name="connsiteX50-33805" fmla="*/ 611077 w 1508539"/>
              <a:gd name="connsiteY50-33806" fmla="*/ 5144295 h 6858000"/>
              <a:gd name="connsiteX51-33807" fmla="*/ 608010 w 1508539"/>
              <a:gd name="connsiteY51-33808" fmla="*/ 5125185 h 6858000"/>
              <a:gd name="connsiteX52-33809" fmla="*/ 614840 w 1508539"/>
              <a:gd name="connsiteY52-33810" fmla="*/ 5121884 h 6858000"/>
              <a:gd name="connsiteX53-33811" fmla="*/ 621876 w 1508539"/>
              <a:gd name="connsiteY53-33812" fmla="*/ 5067850 h 6858000"/>
              <a:gd name="connsiteX54-33813" fmla="*/ 624607 w 1508539"/>
              <a:gd name="connsiteY54-33814" fmla="*/ 5060861 h 6858000"/>
              <a:gd name="connsiteX55-33815" fmla="*/ 621311 w 1508539"/>
              <a:gd name="connsiteY55-33816" fmla="*/ 5034192 h 6858000"/>
              <a:gd name="connsiteX56-33817" fmla="*/ 622865 w 1508539"/>
              <a:gd name="connsiteY56-33818" fmla="*/ 4993030 h 6858000"/>
              <a:gd name="connsiteX57-33819" fmla="*/ 629774 w 1508539"/>
              <a:gd name="connsiteY57-33820" fmla="*/ 4946844 h 6858000"/>
              <a:gd name="connsiteX58-33821" fmla="*/ 625630 w 1508539"/>
              <a:gd name="connsiteY58-33822" fmla="*/ 4932692 h 6858000"/>
              <a:gd name="connsiteX59-33823" fmla="*/ 641033 w 1508539"/>
              <a:gd name="connsiteY59-33824" fmla="*/ 4858827 h 6858000"/>
              <a:gd name="connsiteX60-33825" fmla="*/ 635187 w 1508539"/>
              <a:gd name="connsiteY60-33826" fmla="*/ 4801535 h 6858000"/>
              <a:gd name="connsiteX61-33827" fmla="*/ 642856 w 1508539"/>
              <a:gd name="connsiteY61-33828" fmla="*/ 4797794 h 6858000"/>
              <a:gd name="connsiteX62-33829" fmla="*/ 644150 w 1508539"/>
              <a:gd name="connsiteY62-33830" fmla="*/ 4784526 h 6858000"/>
              <a:gd name="connsiteX63-33831" fmla="*/ 645934 w 1508539"/>
              <a:gd name="connsiteY63-33832" fmla="*/ 4781211 h 6858000"/>
              <a:gd name="connsiteX64-33833" fmla="*/ 654721 w 1508539"/>
              <a:gd name="connsiteY64-33834" fmla="*/ 4761984 h 6858000"/>
              <a:gd name="connsiteX65-33835" fmla="*/ 650769 w 1508539"/>
              <a:gd name="connsiteY65-33836" fmla="*/ 4690749 h 6858000"/>
              <a:gd name="connsiteX66-33837" fmla="*/ 646249 w 1508539"/>
              <a:gd name="connsiteY66-33838" fmla="*/ 4584173 h 6858000"/>
              <a:gd name="connsiteX67-33839" fmla="*/ 641332 w 1508539"/>
              <a:gd name="connsiteY67-33840" fmla="*/ 4444346 h 6858000"/>
              <a:gd name="connsiteX68-33841" fmla="*/ 637897 w 1508539"/>
              <a:gd name="connsiteY68-33842" fmla="*/ 4375228 h 6858000"/>
              <a:gd name="connsiteX69-33843" fmla="*/ 618550 w 1508539"/>
              <a:gd name="connsiteY69-33844" fmla="*/ 4214165 h 6858000"/>
              <a:gd name="connsiteX70-33845" fmla="*/ 622623 w 1508539"/>
              <a:gd name="connsiteY70-33846" fmla="*/ 4090296 h 6858000"/>
              <a:gd name="connsiteX71-33847" fmla="*/ 607879 w 1508539"/>
              <a:gd name="connsiteY71-33848" fmla="*/ 4033999 h 6858000"/>
              <a:gd name="connsiteX72-33849" fmla="*/ 609028 w 1508539"/>
              <a:gd name="connsiteY72-33850" fmla="*/ 4031933 h 6858000"/>
              <a:gd name="connsiteX73-33851" fmla="*/ 607604 w 1508539"/>
              <a:gd name="connsiteY73-33852" fmla="*/ 4013953 h 6858000"/>
              <a:gd name="connsiteX74-33853" fmla="*/ 593899 w 1508539"/>
              <a:gd name="connsiteY74-33854" fmla="*/ 3974753 h 6858000"/>
              <a:gd name="connsiteX75-33855" fmla="*/ 595497 w 1508539"/>
              <a:gd name="connsiteY75-33856" fmla="*/ 3969950 h 6858000"/>
              <a:gd name="connsiteX76-33857" fmla="*/ 588919 w 1508539"/>
              <a:gd name="connsiteY76-33858" fmla="*/ 3933779 h 6858000"/>
              <a:gd name="connsiteX77-33859" fmla="*/ 590250 w 1508539"/>
              <a:gd name="connsiteY77-33860" fmla="*/ 3933093 h 6858000"/>
              <a:gd name="connsiteX78-33861" fmla="*/ 594604 w 1508539"/>
              <a:gd name="connsiteY78-33862" fmla="*/ 3922082 h 6858000"/>
              <a:gd name="connsiteX79-33863" fmla="*/ 599682 w 1508539"/>
              <a:gd name="connsiteY79-33864" fmla="*/ 3901461 h 6858000"/>
              <a:gd name="connsiteX80-33865" fmla="*/ 622276 w 1508539"/>
              <a:gd name="connsiteY80-33866" fmla="*/ 3813873 h 6858000"/>
              <a:gd name="connsiteX81-33867" fmla="*/ 621701 w 1508539"/>
              <a:gd name="connsiteY81-33868" fmla="*/ 3806161 h 6858000"/>
              <a:gd name="connsiteX82-33869" fmla="*/ 622008 w 1508539"/>
              <a:gd name="connsiteY82-33870" fmla="*/ 3805957 h 6858000"/>
              <a:gd name="connsiteX83-33871" fmla="*/ 622035 w 1508539"/>
              <a:gd name="connsiteY83-33872" fmla="*/ 3797724 h 6858000"/>
              <a:gd name="connsiteX84-33873" fmla="*/ 620650 w 1508539"/>
              <a:gd name="connsiteY84-33874" fmla="*/ 3792098 h 6858000"/>
              <a:gd name="connsiteX85-33875" fmla="*/ 619534 w 1508539"/>
              <a:gd name="connsiteY85-33876" fmla="*/ 3777135 h 6858000"/>
              <a:gd name="connsiteX86-33877" fmla="*/ 621267 w 1508539"/>
              <a:gd name="connsiteY86-33878" fmla="*/ 3771656 h 6858000"/>
              <a:gd name="connsiteX87-33879" fmla="*/ 625010 w 1508539"/>
              <a:gd name="connsiteY87-33880" fmla="*/ 3769007 h 6858000"/>
              <a:gd name="connsiteX88-33881" fmla="*/ 624476 w 1508539"/>
              <a:gd name="connsiteY88-33882" fmla="*/ 3767709 h 6858000"/>
              <a:gd name="connsiteX89-33883" fmla="*/ 633172 w 1508539"/>
              <a:gd name="connsiteY89-33884" fmla="*/ 3738082 h 6858000"/>
              <a:gd name="connsiteX90-33885" fmla="*/ 640518 w 1508539"/>
              <a:gd name="connsiteY90-33886" fmla="*/ 3673397 h 6858000"/>
              <a:gd name="connsiteX91-33887" fmla="*/ 639814 w 1508539"/>
              <a:gd name="connsiteY91-33888" fmla="*/ 3637109 h 6858000"/>
              <a:gd name="connsiteX92-33889" fmla="*/ 643257 w 1508539"/>
              <a:gd name="connsiteY92-33890" fmla="*/ 3536883 h 6858000"/>
              <a:gd name="connsiteX93-33891" fmla="*/ 650795 w 1508539"/>
              <a:gd name="connsiteY93-33892" fmla="*/ 3435652 h 6858000"/>
              <a:gd name="connsiteX94-33893" fmla="*/ 652466 w 1508539"/>
              <a:gd name="connsiteY94-33894" fmla="*/ 3307769 h 6858000"/>
              <a:gd name="connsiteX95-33895" fmla="*/ 670029 w 1508539"/>
              <a:gd name="connsiteY95-33896" fmla="*/ 3250522 h 6858000"/>
              <a:gd name="connsiteX96-33897" fmla="*/ 670454 w 1508539"/>
              <a:gd name="connsiteY96-33898" fmla="*/ 3229163 h 6858000"/>
              <a:gd name="connsiteX97-33899" fmla="*/ 672277 w 1508539"/>
              <a:gd name="connsiteY97-33900" fmla="*/ 3217217 h 6858000"/>
              <a:gd name="connsiteX98-33901" fmla="*/ 659112 w 1508539"/>
              <a:gd name="connsiteY98-33902" fmla="*/ 3183755 h 6858000"/>
              <a:gd name="connsiteX99-33903" fmla="*/ 659613 w 1508539"/>
              <a:gd name="connsiteY99-33904" fmla="*/ 3178642 h 6858000"/>
              <a:gd name="connsiteX100-33905" fmla="*/ 647213 w 1508539"/>
              <a:gd name="connsiteY100-33906" fmla="*/ 3158586 h 6858000"/>
              <a:gd name="connsiteX101-33907" fmla="*/ 632398 w 1508539"/>
              <a:gd name="connsiteY101-33908" fmla="*/ 3129034 h 6858000"/>
              <a:gd name="connsiteX102-33909" fmla="*/ 633063 w 1508539"/>
              <a:gd name="connsiteY102-33910" fmla="*/ 3126682 h 6858000"/>
              <a:gd name="connsiteX103-33911" fmla="*/ 623931 w 1508539"/>
              <a:gd name="connsiteY103-33912" fmla="*/ 3114519 h 6858000"/>
              <a:gd name="connsiteX104-33913" fmla="*/ 610540 w 1508539"/>
              <a:gd name="connsiteY104-33914" fmla="*/ 3106272 h 6858000"/>
              <a:gd name="connsiteX105-33915" fmla="*/ 583270 w 1508539"/>
              <a:gd name="connsiteY105-33916" fmla="*/ 2958185 h 6858000"/>
              <a:gd name="connsiteX106-33917" fmla="*/ 525884 w 1508539"/>
              <a:gd name="connsiteY106-33918" fmla="*/ 2762989 h 6858000"/>
              <a:gd name="connsiteX107-33919" fmla="*/ 474802 w 1508539"/>
              <a:gd name="connsiteY107-33920" fmla="*/ 2554718 h 6858000"/>
              <a:gd name="connsiteX108-33921" fmla="*/ 454896 w 1508539"/>
              <a:gd name="connsiteY108-33922" fmla="*/ 2485734 h 6858000"/>
              <a:gd name="connsiteX109-33923" fmla="*/ 445619 w 1508539"/>
              <a:gd name="connsiteY109-33924" fmla="*/ 2447068 h 6858000"/>
              <a:gd name="connsiteX110-33925" fmla="*/ 432580 w 1508539"/>
              <a:gd name="connsiteY110-33926" fmla="*/ 2425819 h 6858000"/>
              <a:gd name="connsiteX111-33927" fmla="*/ 438579 w 1508539"/>
              <a:gd name="connsiteY111-33928" fmla="*/ 2402874 h 6858000"/>
              <a:gd name="connsiteX112-33929" fmla="*/ 441191 w 1508539"/>
              <a:gd name="connsiteY112-33930" fmla="*/ 2381443 h 6858000"/>
              <a:gd name="connsiteX113-33931" fmla="*/ 417520 w 1508539"/>
              <a:gd name="connsiteY113-33932" fmla="*/ 2261920 h 6858000"/>
              <a:gd name="connsiteX114-33933" fmla="*/ 407407 w 1508539"/>
              <a:gd name="connsiteY114-33934" fmla="*/ 2195378 h 6858000"/>
              <a:gd name="connsiteX115-33935" fmla="*/ 391624 w 1508539"/>
              <a:gd name="connsiteY115-33936" fmla="*/ 2155135 h 6858000"/>
              <a:gd name="connsiteX116-33937" fmla="*/ 389082 w 1508539"/>
              <a:gd name="connsiteY116-33938" fmla="*/ 2118008 h 6858000"/>
              <a:gd name="connsiteX117-33939" fmla="*/ 390075 w 1508539"/>
              <a:gd name="connsiteY117-33940" fmla="*/ 2050531 h 6858000"/>
              <a:gd name="connsiteX118-33941" fmla="*/ 381881 w 1508539"/>
              <a:gd name="connsiteY118-33942" fmla="*/ 1963269 h 6858000"/>
              <a:gd name="connsiteX119-33943" fmla="*/ 363059 w 1508539"/>
              <a:gd name="connsiteY119-33944" fmla="*/ 1906352 h 6858000"/>
              <a:gd name="connsiteX120-33945" fmla="*/ 339616 w 1508539"/>
              <a:gd name="connsiteY120-33946" fmla="*/ 1861531 h 6858000"/>
              <a:gd name="connsiteX121-33947" fmla="*/ 293415 w 1508539"/>
              <a:gd name="connsiteY121-33948" fmla="*/ 1732919 h 6858000"/>
              <a:gd name="connsiteX122-33949" fmla="*/ 265726 w 1508539"/>
              <a:gd name="connsiteY122-33950" fmla="*/ 1663540 h 6858000"/>
              <a:gd name="connsiteX123-33951" fmla="*/ 264852 w 1508539"/>
              <a:gd name="connsiteY123-33952" fmla="*/ 1615777 h 6858000"/>
              <a:gd name="connsiteX124-33953" fmla="*/ 245647 w 1508539"/>
              <a:gd name="connsiteY124-33954" fmla="*/ 1563678 h 6858000"/>
              <a:gd name="connsiteX125-33955" fmla="*/ 258727 w 1508539"/>
              <a:gd name="connsiteY125-33956" fmla="*/ 1519474 h 6858000"/>
              <a:gd name="connsiteX126-33957" fmla="*/ 251469 w 1508539"/>
              <a:gd name="connsiteY126-33958" fmla="*/ 1477995 h 6858000"/>
              <a:gd name="connsiteX127-33959" fmla="*/ 237554 w 1508539"/>
              <a:gd name="connsiteY127-33960" fmla="*/ 1373769 h 6858000"/>
              <a:gd name="connsiteX128-33961" fmla="*/ 245861 w 1508539"/>
              <a:gd name="connsiteY128-33962" fmla="*/ 1307086 h 6858000"/>
              <a:gd name="connsiteX129-33963" fmla="*/ 247049 w 1508539"/>
              <a:gd name="connsiteY129-33964" fmla="*/ 1189033 h 6858000"/>
              <a:gd name="connsiteX130-33965" fmla="*/ 251734 w 1508539"/>
              <a:gd name="connsiteY130-33966" fmla="*/ 1168288 h 6858000"/>
              <a:gd name="connsiteX131-33967" fmla="*/ 244016 w 1508539"/>
              <a:gd name="connsiteY131-33968" fmla="*/ 1142577 h 6858000"/>
              <a:gd name="connsiteX132-33969" fmla="*/ 233322 w 1508539"/>
              <a:gd name="connsiteY132-33970" fmla="*/ 1088484 h 6858000"/>
              <a:gd name="connsiteX133-33971" fmla="*/ 222058 w 1508539"/>
              <a:gd name="connsiteY133-33972" fmla="*/ 1016103 h 6858000"/>
              <a:gd name="connsiteX134-33973" fmla="*/ 223514 w 1508539"/>
              <a:gd name="connsiteY134-33974" fmla="*/ 932283 h 6858000"/>
              <a:gd name="connsiteX135-33975" fmla="*/ 225750 w 1508539"/>
              <a:gd name="connsiteY135-33976" fmla="*/ 915925 h 6858000"/>
              <a:gd name="connsiteX136-33977" fmla="*/ 218379 w 1508539"/>
              <a:gd name="connsiteY136-33978" fmla="*/ 896999 h 6858000"/>
              <a:gd name="connsiteX137-33979" fmla="*/ 187787 w 1508539"/>
              <a:gd name="connsiteY137-33980" fmla="*/ 821517 h 6858000"/>
              <a:gd name="connsiteX138-33981" fmla="*/ 166737 w 1508539"/>
              <a:gd name="connsiteY138-33982" fmla="*/ 751353 h 6858000"/>
              <a:gd name="connsiteX139-33983" fmla="*/ 166295 w 1508539"/>
              <a:gd name="connsiteY139-33984" fmla="*/ 721230 h 6858000"/>
              <a:gd name="connsiteX140-33985" fmla="*/ 151966 w 1508539"/>
              <a:gd name="connsiteY140-33986" fmla="*/ 681659 h 6858000"/>
              <a:gd name="connsiteX141-33987" fmla="*/ 137385 w 1508539"/>
              <a:gd name="connsiteY141-33988" fmla="*/ 635218 h 6858000"/>
              <a:gd name="connsiteX142-33989" fmla="*/ 142396 w 1508539"/>
              <a:gd name="connsiteY142-33990" fmla="*/ 613763 h 6858000"/>
              <a:gd name="connsiteX143-33991" fmla="*/ 128338 w 1508539"/>
              <a:gd name="connsiteY143-33992" fmla="*/ 598582 h 6858000"/>
              <a:gd name="connsiteX144-33993" fmla="*/ 128019 w 1508539"/>
              <a:gd name="connsiteY144-33994" fmla="*/ 576846 h 6858000"/>
              <a:gd name="connsiteX145-33995" fmla="*/ 107645 w 1508539"/>
              <a:gd name="connsiteY145-33996" fmla="*/ 530055 h 6858000"/>
              <a:gd name="connsiteX146-33997" fmla="*/ 98081 w 1508539"/>
              <a:gd name="connsiteY146-33998" fmla="*/ 448559 h 6858000"/>
              <a:gd name="connsiteX147-33999" fmla="*/ 104503 w 1508539"/>
              <a:gd name="connsiteY147-34000" fmla="*/ 441529 h 6858000"/>
              <a:gd name="connsiteX148-34001" fmla="*/ 103724 w 1508539"/>
              <a:gd name="connsiteY148-34002" fmla="*/ 428927 h 6858000"/>
              <a:gd name="connsiteX149-34003" fmla="*/ 93128 w 1508539"/>
              <a:gd name="connsiteY149-34004" fmla="*/ 430161 h 6858000"/>
              <a:gd name="connsiteX150-34005" fmla="*/ 70148 w 1508539"/>
              <a:gd name="connsiteY150-34006" fmla="*/ 367211 h 6858000"/>
              <a:gd name="connsiteX151-34007" fmla="*/ 27640 w 1508539"/>
              <a:gd name="connsiteY151-34008" fmla="*/ 302178 h 6858000"/>
              <a:gd name="connsiteX152-34009" fmla="*/ 6312 w 1508539"/>
              <a:gd name="connsiteY152-34010" fmla="*/ 211375 h 6858000"/>
              <a:gd name="connsiteX153-34011" fmla="*/ 19312 w 1508539"/>
              <a:gd name="connsiteY153-34012" fmla="*/ 47336 h 6858000"/>
              <a:gd name="connsiteX154-34013" fmla="*/ 0 w 1508539"/>
              <a:gd name="connsiteY154-34014" fmla="*/ 0 h 6858000"/>
              <a:gd name="connsiteX0-34015" fmla="*/ 0 w 1508539"/>
              <a:gd name="connsiteY0-34016" fmla="*/ 0 h 6858000"/>
              <a:gd name="connsiteX1-34017" fmla="*/ 1508539 w 1508539"/>
              <a:gd name="connsiteY1-34018" fmla="*/ 0 h 6858000"/>
              <a:gd name="connsiteX2-34019" fmla="*/ 1508539 w 1508539"/>
              <a:gd name="connsiteY2-34020" fmla="*/ 6858000 h 6858000"/>
              <a:gd name="connsiteX3-34021" fmla="*/ 57174 w 1508539"/>
              <a:gd name="connsiteY3-34022" fmla="*/ 6858000 h 6858000"/>
              <a:gd name="connsiteX4-34023" fmla="*/ 57315 w 1508539"/>
              <a:gd name="connsiteY4-34024" fmla="*/ 6857735 h 6858000"/>
              <a:gd name="connsiteX5-34025" fmla="*/ 69364 w 1508539"/>
              <a:gd name="connsiteY5-34026" fmla="*/ 6809549 h 6858000"/>
              <a:gd name="connsiteX6-34027" fmla="*/ 101575 w 1508539"/>
              <a:gd name="connsiteY6-34028" fmla="*/ 6715115 h 6858000"/>
              <a:gd name="connsiteX7-34029" fmla="*/ 111426 w 1508539"/>
              <a:gd name="connsiteY7-34030" fmla="*/ 6680170 h 6858000"/>
              <a:gd name="connsiteX8-34031" fmla="*/ 136976 w 1508539"/>
              <a:gd name="connsiteY8-34032" fmla="*/ 6621207 h 6858000"/>
              <a:gd name="connsiteX9-34033" fmla="*/ 153633 w 1508539"/>
              <a:gd name="connsiteY9-34034" fmla="*/ 6596265 h 6858000"/>
              <a:gd name="connsiteX10-34035" fmla="*/ 153512 w 1508539"/>
              <a:gd name="connsiteY10-34036" fmla="*/ 6594818 h 6858000"/>
              <a:gd name="connsiteX11-34037" fmla="*/ 157757 w 1508539"/>
              <a:gd name="connsiteY11-34038" fmla="*/ 6593735 h 6858000"/>
              <a:gd name="connsiteX12-34039" fmla="*/ 160954 w 1508539"/>
              <a:gd name="connsiteY12-34040" fmla="*/ 6589172 h 6858000"/>
              <a:gd name="connsiteX13-34041" fmla="*/ 164248 w 1508539"/>
              <a:gd name="connsiteY13-34042" fmla="*/ 6574442 h 6858000"/>
              <a:gd name="connsiteX14-34043" fmla="*/ 164588 w 1508539"/>
              <a:gd name="connsiteY14-34044" fmla="*/ 6568530 h 6858000"/>
              <a:gd name="connsiteX15-34045" fmla="*/ 166997 w 1508539"/>
              <a:gd name="connsiteY15-34046" fmla="*/ 6560674 h 6858000"/>
              <a:gd name="connsiteX16-34047" fmla="*/ 167342 w 1508539"/>
              <a:gd name="connsiteY16-34048" fmla="*/ 6560598 h 6858000"/>
              <a:gd name="connsiteX17-34049" fmla="*/ 169039 w 1508539"/>
              <a:gd name="connsiteY17-34050" fmla="*/ 6553006 h 6858000"/>
              <a:gd name="connsiteX18-34051" fmla="*/ 173735 w 1508539"/>
              <a:gd name="connsiteY18-34052" fmla="*/ 6514360 h 6858000"/>
              <a:gd name="connsiteX19-34053" fmla="*/ 215389 w 1508539"/>
              <a:gd name="connsiteY19-34054" fmla="*/ 6478062 h 6858000"/>
              <a:gd name="connsiteX20-34055" fmla="*/ 226078 w 1508539"/>
              <a:gd name="connsiteY20-34056" fmla="*/ 6460325 h 6858000"/>
              <a:gd name="connsiteX21-34057" fmla="*/ 233311 w 1508539"/>
              <a:gd name="connsiteY21-34058" fmla="*/ 6451488 h 6858000"/>
              <a:gd name="connsiteX22-34059" fmla="*/ 234746 w 1508539"/>
              <a:gd name="connsiteY22-34060" fmla="*/ 6451348 h 6858000"/>
              <a:gd name="connsiteX23-34061" fmla="*/ 239104 w 1508539"/>
              <a:gd name="connsiteY23-34062" fmla="*/ 6414240 h 6858000"/>
              <a:gd name="connsiteX24-34063" fmla="*/ 241980 w 1508539"/>
              <a:gd name="connsiteY24-34064" fmla="*/ 6410269 h 6858000"/>
              <a:gd name="connsiteX25-34065" fmla="*/ 241880 w 1508539"/>
              <a:gd name="connsiteY25-34066" fmla="*/ 6384857 h 6858000"/>
              <a:gd name="connsiteX26-34067" fmla="*/ 243397 w 1508539"/>
              <a:gd name="connsiteY26-34068" fmla="*/ 6372381 h 6858000"/>
              <a:gd name="connsiteX27-34069" fmla="*/ 240591 w 1508539"/>
              <a:gd name="connsiteY27-34070" fmla="*/ 6367510 h 6858000"/>
              <a:gd name="connsiteX28-34071" fmla="*/ 244471 w 1508539"/>
              <a:gd name="connsiteY28-34072" fmla="*/ 6349778 h 6858000"/>
              <a:gd name="connsiteX29-34073" fmla="*/ 246136 w 1508539"/>
              <a:gd name="connsiteY29-34074" fmla="*/ 6348250 h 6858000"/>
              <a:gd name="connsiteX30-34075" fmla="*/ 262170 w 1508539"/>
              <a:gd name="connsiteY30-34076" fmla="*/ 6281972 h 6858000"/>
              <a:gd name="connsiteX31-34077" fmla="*/ 272933 w 1508539"/>
              <a:gd name="connsiteY31-34078" fmla="*/ 6211940 h 6858000"/>
              <a:gd name="connsiteX32-34079" fmla="*/ 314428 w 1508539"/>
              <a:gd name="connsiteY32-34080" fmla="*/ 6113913 h 6858000"/>
              <a:gd name="connsiteX33-34081" fmla="*/ 318721 w 1508539"/>
              <a:gd name="connsiteY33-34082" fmla="*/ 6028119 h 6858000"/>
              <a:gd name="connsiteX34-34083" fmla="*/ 345501 w 1508539"/>
              <a:gd name="connsiteY34-34084" fmla="*/ 5934687 h 6858000"/>
              <a:gd name="connsiteX35-34085" fmla="*/ 379513 w 1508539"/>
              <a:gd name="connsiteY35-34086" fmla="*/ 5765594 h 6858000"/>
              <a:gd name="connsiteX36-34087" fmla="*/ 411349 w 1508539"/>
              <a:gd name="connsiteY36-34088" fmla="*/ 5693685 h 6858000"/>
              <a:gd name="connsiteX37-34089" fmla="*/ 431404 w 1508539"/>
              <a:gd name="connsiteY37-34090" fmla="*/ 5665173 h 6858000"/>
              <a:gd name="connsiteX38-34091" fmla="*/ 465121 w 1508539"/>
              <a:gd name="connsiteY38-34092" fmla="*/ 5563435 h 6858000"/>
              <a:gd name="connsiteX39-34093" fmla="*/ 494626 w 1508539"/>
              <a:gd name="connsiteY39-34094" fmla="*/ 5476393 h 6858000"/>
              <a:gd name="connsiteX40-34095" fmla="*/ 525819 w 1508539"/>
              <a:gd name="connsiteY40-34096" fmla="*/ 5396260 h 6858000"/>
              <a:gd name="connsiteX41-34097" fmla="*/ 541800 w 1508539"/>
              <a:gd name="connsiteY41-34098" fmla="*/ 5330009 h 6858000"/>
              <a:gd name="connsiteX42-34099" fmla="*/ 575293 w 1508539"/>
              <a:gd name="connsiteY42-34100" fmla="*/ 5273739 h 6858000"/>
              <a:gd name="connsiteX43-34101" fmla="*/ 584892 w 1508539"/>
              <a:gd name="connsiteY43-34102" fmla="*/ 5241779 h 6858000"/>
              <a:gd name="connsiteX44-34103" fmla="*/ 596118 w 1508539"/>
              <a:gd name="connsiteY44-34104" fmla="*/ 5225268 h 6858000"/>
              <a:gd name="connsiteX45-34105" fmla="*/ 597138 w 1508539"/>
              <a:gd name="connsiteY45-34106" fmla="*/ 5217684 h 6858000"/>
              <a:gd name="connsiteX46-34107" fmla="*/ 604479 w 1508539"/>
              <a:gd name="connsiteY46-34108" fmla="*/ 5193377 h 6858000"/>
              <a:gd name="connsiteX47-34109" fmla="*/ 607782 w 1508539"/>
              <a:gd name="connsiteY47-34110" fmla="*/ 5179288 h 6858000"/>
              <a:gd name="connsiteX48-34111" fmla="*/ 608766 w 1508539"/>
              <a:gd name="connsiteY48-34112" fmla="*/ 5173621 h 6858000"/>
              <a:gd name="connsiteX49-34113" fmla="*/ 604400 w 1508539"/>
              <a:gd name="connsiteY49-34114" fmla="*/ 5159961 h 6858000"/>
              <a:gd name="connsiteX50-34115" fmla="*/ 611077 w 1508539"/>
              <a:gd name="connsiteY50-34116" fmla="*/ 5144295 h 6858000"/>
              <a:gd name="connsiteX51-34117" fmla="*/ 608010 w 1508539"/>
              <a:gd name="connsiteY51-34118" fmla="*/ 5125185 h 6858000"/>
              <a:gd name="connsiteX52-34119" fmla="*/ 614840 w 1508539"/>
              <a:gd name="connsiteY52-34120" fmla="*/ 5121884 h 6858000"/>
              <a:gd name="connsiteX53-34121" fmla="*/ 621876 w 1508539"/>
              <a:gd name="connsiteY53-34122" fmla="*/ 5067850 h 6858000"/>
              <a:gd name="connsiteX54-34123" fmla="*/ 624607 w 1508539"/>
              <a:gd name="connsiteY54-34124" fmla="*/ 5060861 h 6858000"/>
              <a:gd name="connsiteX55-34125" fmla="*/ 621311 w 1508539"/>
              <a:gd name="connsiteY55-34126" fmla="*/ 5034192 h 6858000"/>
              <a:gd name="connsiteX56-34127" fmla="*/ 622865 w 1508539"/>
              <a:gd name="connsiteY56-34128" fmla="*/ 4993030 h 6858000"/>
              <a:gd name="connsiteX57-34129" fmla="*/ 629774 w 1508539"/>
              <a:gd name="connsiteY57-34130" fmla="*/ 4946844 h 6858000"/>
              <a:gd name="connsiteX58-34131" fmla="*/ 625630 w 1508539"/>
              <a:gd name="connsiteY58-34132" fmla="*/ 4932692 h 6858000"/>
              <a:gd name="connsiteX59-34133" fmla="*/ 641033 w 1508539"/>
              <a:gd name="connsiteY59-34134" fmla="*/ 4858827 h 6858000"/>
              <a:gd name="connsiteX60-34135" fmla="*/ 635187 w 1508539"/>
              <a:gd name="connsiteY60-34136" fmla="*/ 4801535 h 6858000"/>
              <a:gd name="connsiteX61-34137" fmla="*/ 642856 w 1508539"/>
              <a:gd name="connsiteY61-34138" fmla="*/ 4797794 h 6858000"/>
              <a:gd name="connsiteX62-34139" fmla="*/ 644150 w 1508539"/>
              <a:gd name="connsiteY62-34140" fmla="*/ 4784526 h 6858000"/>
              <a:gd name="connsiteX63-34141" fmla="*/ 645934 w 1508539"/>
              <a:gd name="connsiteY63-34142" fmla="*/ 4781211 h 6858000"/>
              <a:gd name="connsiteX64-34143" fmla="*/ 654721 w 1508539"/>
              <a:gd name="connsiteY64-34144" fmla="*/ 4761984 h 6858000"/>
              <a:gd name="connsiteX65-34145" fmla="*/ 650769 w 1508539"/>
              <a:gd name="connsiteY65-34146" fmla="*/ 4690749 h 6858000"/>
              <a:gd name="connsiteX66-34147" fmla="*/ 646249 w 1508539"/>
              <a:gd name="connsiteY66-34148" fmla="*/ 4584173 h 6858000"/>
              <a:gd name="connsiteX67-34149" fmla="*/ 641332 w 1508539"/>
              <a:gd name="connsiteY67-34150" fmla="*/ 4444346 h 6858000"/>
              <a:gd name="connsiteX68-34151" fmla="*/ 637897 w 1508539"/>
              <a:gd name="connsiteY68-34152" fmla="*/ 4375228 h 6858000"/>
              <a:gd name="connsiteX69-34153" fmla="*/ 618550 w 1508539"/>
              <a:gd name="connsiteY69-34154" fmla="*/ 4214165 h 6858000"/>
              <a:gd name="connsiteX70-34155" fmla="*/ 622623 w 1508539"/>
              <a:gd name="connsiteY70-34156" fmla="*/ 4090296 h 6858000"/>
              <a:gd name="connsiteX71-34157" fmla="*/ 607879 w 1508539"/>
              <a:gd name="connsiteY71-34158" fmla="*/ 4033999 h 6858000"/>
              <a:gd name="connsiteX72-34159" fmla="*/ 609028 w 1508539"/>
              <a:gd name="connsiteY72-34160" fmla="*/ 4031933 h 6858000"/>
              <a:gd name="connsiteX73-34161" fmla="*/ 607604 w 1508539"/>
              <a:gd name="connsiteY73-34162" fmla="*/ 4013953 h 6858000"/>
              <a:gd name="connsiteX74-34163" fmla="*/ 593899 w 1508539"/>
              <a:gd name="connsiteY74-34164" fmla="*/ 3974753 h 6858000"/>
              <a:gd name="connsiteX75-34165" fmla="*/ 595497 w 1508539"/>
              <a:gd name="connsiteY75-34166" fmla="*/ 3969950 h 6858000"/>
              <a:gd name="connsiteX76-34167" fmla="*/ 588919 w 1508539"/>
              <a:gd name="connsiteY76-34168" fmla="*/ 3933779 h 6858000"/>
              <a:gd name="connsiteX77-34169" fmla="*/ 590250 w 1508539"/>
              <a:gd name="connsiteY77-34170" fmla="*/ 3933093 h 6858000"/>
              <a:gd name="connsiteX78-34171" fmla="*/ 594604 w 1508539"/>
              <a:gd name="connsiteY78-34172" fmla="*/ 3922082 h 6858000"/>
              <a:gd name="connsiteX79-34173" fmla="*/ 599682 w 1508539"/>
              <a:gd name="connsiteY79-34174" fmla="*/ 3901461 h 6858000"/>
              <a:gd name="connsiteX80-34175" fmla="*/ 622276 w 1508539"/>
              <a:gd name="connsiteY80-34176" fmla="*/ 3813873 h 6858000"/>
              <a:gd name="connsiteX81-34177" fmla="*/ 621701 w 1508539"/>
              <a:gd name="connsiteY81-34178" fmla="*/ 3806161 h 6858000"/>
              <a:gd name="connsiteX82-34179" fmla="*/ 622008 w 1508539"/>
              <a:gd name="connsiteY82-34180" fmla="*/ 3805957 h 6858000"/>
              <a:gd name="connsiteX83-34181" fmla="*/ 622035 w 1508539"/>
              <a:gd name="connsiteY83-34182" fmla="*/ 3797724 h 6858000"/>
              <a:gd name="connsiteX84-34183" fmla="*/ 620650 w 1508539"/>
              <a:gd name="connsiteY84-34184" fmla="*/ 3792098 h 6858000"/>
              <a:gd name="connsiteX85-34185" fmla="*/ 619534 w 1508539"/>
              <a:gd name="connsiteY85-34186" fmla="*/ 3777135 h 6858000"/>
              <a:gd name="connsiteX86-34187" fmla="*/ 621267 w 1508539"/>
              <a:gd name="connsiteY86-34188" fmla="*/ 3771656 h 6858000"/>
              <a:gd name="connsiteX87-34189" fmla="*/ 625010 w 1508539"/>
              <a:gd name="connsiteY87-34190" fmla="*/ 3769007 h 6858000"/>
              <a:gd name="connsiteX88-34191" fmla="*/ 624476 w 1508539"/>
              <a:gd name="connsiteY88-34192" fmla="*/ 3767709 h 6858000"/>
              <a:gd name="connsiteX89-34193" fmla="*/ 633172 w 1508539"/>
              <a:gd name="connsiteY89-34194" fmla="*/ 3738082 h 6858000"/>
              <a:gd name="connsiteX90-34195" fmla="*/ 640518 w 1508539"/>
              <a:gd name="connsiteY90-34196" fmla="*/ 3673397 h 6858000"/>
              <a:gd name="connsiteX91-34197" fmla="*/ 639814 w 1508539"/>
              <a:gd name="connsiteY91-34198" fmla="*/ 3637109 h 6858000"/>
              <a:gd name="connsiteX92-34199" fmla="*/ 643257 w 1508539"/>
              <a:gd name="connsiteY92-34200" fmla="*/ 3536883 h 6858000"/>
              <a:gd name="connsiteX93-34201" fmla="*/ 650795 w 1508539"/>
              <a:gd name="connsiteY93-34202" fmla="*/ 3435652 h 6858000"/>
              <a:gd name="connsiteX94-34203" fmla="*/ 652466 w 1508539"/>
              <a:gd name="connsiteY94-34204" fmla="*/ 3307769 h 6858000"/>
              <a:gd name="connsiteX95-34205" fmla="*/ 670029 w 1508539"/>
              <a:gd name="connsiteY95-34206" fmla="*/ 3250522 h 6858000"/>
              <a:gd name="connsiteX96-34207" fmla="*/ 670454 w 1508539"/>
              <a:gd name="connsiteY96-34208" fmla="*/ 3229163 h 6858000"/>
              <a:gd name="connsiteX97-34209" fmla="*/ 672277 w 1508539"/>
              <a:gd name="connsiteY97-34210" fmla="*/ 3217217 h 6858000"/>
              <a:gd name="connsiteX98-34211" fmla="*/ 659112 w 1508539"/>
              <a:gd name="connsiteY98-34212" fmla="*/ 3183755 h 6858000"/>
              <a:gd name="connsiteX99-34213" fmla="*/ 659613 w 1508539"/>
              <a:gd name="connsiteY99-34214" fmla="*/ 3178642 h 6858000"/>
              <a:gd name="connsiteX100-34215" fmla="*/ 647213 w 1508539"/>
              <a:gd name="connsiteY100-34216" fmla="*/ 3158586 h 6858000"/>
              <a:gd name="connsiteX101-34217" fmla="*/ 632398 w 1508539"/>
              <a:gd name="connsiteY101-34218" fmla="*/ 3129034 h 6858000"/>
              <a:gd name="connsiteX102-34219" fmla="*/ 633063 w 1508539"/>
              <a:gd name="connsiteY102-34220" fmla="*/ 3126682 h 6858000"/>
              <a:gd name="connsiteX103-34221" fmla="*/ 623931 w 1508539"/>
              <a:gd name="connsiteY103-34222" fmla="*/ 3114519 h 6858000"/>
              <a:gd name="connsiteX104-34223" fmla="*/ 610540 w 1508539"/>
              <a:gd name="connsiteY104-34224" fmla="*/ 3106272 h 6858000"/>
              <a:gd name="connsiteX105-34225" fmla="*/ 583270 w 1508539"/>
              <a:gd name="connsiteY105-34226" fmla="*/ 2958185 h 6858000"/>
              <a:gd name="connsiteX106-34227" fmla="*/ 525884 w 1508539"/>
              <a:gd name="connsiteY106-34228" fmla="*/ 2762989 h 6858000"/>
              <a:gd name="connsiteX107-34229" fmla="*/ 474802 w 1508539"/>
              <a:gd name="connsiteY107-34230" fmla="*/ 2554718 h 6858000"/>
              <a:gd name="connsiteX108-34231" fmla="*/ 454896 w 1508539"/>
              <a:gd name="connsiteY108-34232" fmla="*/ 2485734 h 6858000"/>
              <a:gd name="connsiteX109-34233" fmla="*/ 445619 w 1508539"/>
              <a:gd name="connsiteY109-34234" fmla="*/ 2447068 h 6858000"/>
              <a:gd name="connsiteX110-34235" fmla="*/ 432580 w 1508539"/>
              <a:gd name="connsiteY110-34236" fmla="*/ 2425819 h 6858000"/>
              <a:gd name="connsiteX111-34237" fmla="*/ 438579 w 1508539"/>
              <a:gd name="connsiteY111-34238" fmla="*/ 2402874 h 6858000"/>
              <a:gd name="connsiteX112-34239" fmla="*/ 441191 w 1508539"/>
              <a:gd name="connsiteY112-34240" fmla="*/ 2381443 h 6858000"/>
              <a:gd name="connsiteX113-34241" fmla="*/ 417520 w 1508539"/>
              <a:gd name="connsiteY113-34242" fmla="*/ 2261920 h 6858000"/>
              <a:gd name="connsiteX114-34243" fmla="*/ 407407 w 1508539"/>
              <a:gd name="connsiteY114-34244" fmla="*/ 2195378 h 6858000"/>
              <a:gd name="connsiteX115-34245" fmla="*/ 391624 w 1508539"/>
              <a:gd name="connsiteY115-34246" fmla="*/ 2155135 h 6858000"/>
              <a:gd name="connsiteX116-34247" fmla="*/ 389082 w 1508539"/>
              <a:gd name="connsiteY116-34248" fmla="*/ 2118008 h 6858000"/>
              <a:gd name="connsiteX117-34249" fmla="*/ 390075 w 1508539"/>
              <a:gd name="connsiteY117-34250" fmla="*/ 2050531 h 6858000"/>
              <a:gd name="connsiteX118-34251" fmla="*/ 381881 w 1508539"/>
              <a:gd name="connsiteY118-34252" fmla="*/ 1963269 h 6858000"/>
              <a:gd name="connsiteX119-34253" fmla="*/ 363059 w 1508539"/>
              <a:gd name="connsiteY119-34254" fmla="*/ 1906352 h 6858000"/>
              <a:gd name="connsiteX120-34255" fmla="*/ 339616 w 1508539"/>
              <a:gd name="connsiteY120-34256" fmla="*/ 1861531 h 6858000"/>
              <a:gd name="connsiteX121-34257" fmla="*/ 293415 w 1508539"/>
              <a:gd name="connsiteY121-34258" fmla="*/ 1732919 h 6858000"/>
              <a:gd name="connsiteX122-34259" fmla="*/ 265726 w 1508539"/>
              <a:gd name="connsiteY122-34260" fmla="*/ 1663540 h 6858000"/>
              <a:gd name="connsiteX123-34261" fmla="*/ 264852 w 1508539"/>
              <a:gd name="connsiteY123-34262" fmla="*/ 1615777 h 6858000"/>
              <a:gd name="connsiteX124-34263" fmla="*/ 245647 w 1508539"/>
              <a:gd name="connsiteY124-34264" fmla="*/ 1563678 h 6858000"/>
              <a:gd name="connsiteX125-34265" fmla="*/ 258727 w 1508539"/>
              <a:gd name="connsiteY125-34266" fmla="*/ 1519474 h 6858000"/>
              <a:gd name="connsiteX126-34267" fmla="*/ 251469 w 1508539"/>
              <a:gd name="connsiteY126-34268" fmla="*/ 1477995 h 6858000"/>
              <a:gd name="connsiteX127-34269" fmla="*/ 237554 w 1508539"/>
              <a:gd name="connsiteY127-34270" fmla="*/ 1373769 h 6858000"/>
              <a:gd name="connsiteX128-34271" fmla="*/ 245861 w 1508539"/>
              <a:gd name="connsiteY128-34272" fmla="*/ 1307086 h 6858000"/>
              <a:gd name="connsiteX129-34273" fmla="*/ 247049 w 1508539"/>
              <a:gd name="connsiteY129-34274" fmla="*/ 1189033 h 6858000"/>
              <a:gd name="connsiteX130-34275" fmla="*/ 251734 w 1508539"/>
              <a:gd name="connsiteY130-34276" fmla="*/ 1168288 h 6858000"/>
              <a:gd name="connsiteX131-34277" fmla="*/ 244016 w 1508539"/>
              <a:gd name="connsiteY131-34278" fmla="*/ 1142577 h 6858000"/>
              <a:gd name="connsiteX132-34279" fmla="*/ 233322 w 1508539"/>
              <a:gd name="connsiteY132-34280" fmla="*/ 1088484 h 6858000"/>
              <a:gd name="connsiteX133-34281" fmla="*/ 222058 w 1508539"/>
              <a:gd name="connsiteY133-34282" fmla="*/ 1016103 h 6858000"/>
              <a:gd name="connsiteX134-34283" fmla="*/ 223514 w 1508539"/>
              <a:gd name="connsiteY134-34284" fmla="*/ 932283 h 6858000"/>
              <a:gd name="connsiteX135-34285" fmla="*/ 225750 w 1508539"/>
              <a:gd name="connsiteY135-34286" fmla="*/ 915925 h 6858000"/>
              <a:gd name="connsiteX136-34287" fmla="*/ 218379 w 1508539"/>
              <a:gd name="connsiteY136-34288" fmla="*/ 896999 h 6858000"/>
              <a:gd name="connsiteX137-34289" fmla="*/ 187787 w 1508539"/>
              <a:gd name="connsiteY137-34290" fmla="*/ 821517 h 6858000"/>
              <a:gd name="connsiteX138-34291" fmla="*/ 166737 w 1508539"/>
              <a:gd name="connsiteY138-34292" fmla="*/ 751353 h 6858000"/>
              <a:gd name="connsiteX139-34293" fmla="*/ 166295 w 1508539"/>
              <a:gd name="connsiteY139-34294" fmla="*/ 721230 h 6858000"/>
              <a:gd name="connsiteX140-34295" fmla="*/ 151966 w 1508539"/>
              <a:gd name="connsiteY140-34296" fmla="*/ 681659 h 6858000"/>
              <a:gd name="connsiteX141-34297" fmla="*/ 137385 w 1508539"/>
              <a:gd name="connsiteY141-34298" fmla="*/ 635218 h 6858000"/>
              <a:gd name="connsiteX142-34299" fmla="*/ 142396 w 1508539"/>
              <a:gd name="connsiteY142-34300" fmla="*/ 613763 h 6858000"/>
              <a:gd name="connsiteX143-34301" fmla="*/ 128338 w 1508539"/>
              <a:gd name="connsiteY143-34302" fmla="*/ 598582 h 6858000"/>
              <a:gd name="connsiteX144-34303" fmla="*/ 128019 w 1508539"/>
              <a:gd name="connsiteY144-34304" fmla="*/ 576846 h 6858000"/>
              <a:gd name="connsiteX145-34305" fmla="*/ 107645 w 1508539"/>
              <a:gd name="connsiteY145-34306" fmla="*/ 530055 h 6858000"/>
              <a:gd name="connsiteX146-34307" fmla="*/ 98081 w 1508539"/>
              <a:gd name="connsiteY146-34308" fmla="*/ 448559 h 6858000"/>
              <a:gd name="connsiteX147-34309" fmla="*/ 104503 w 1508539"/>
              <a:gd name="connsiteY147-34310" fmla="*/ 441529 h 6858000"/>
              <a:gd name="connsiteX148-34311" fmla="*/ 103724 w 1508539"/>
              <a:gd name="connsiteY148-34312" fmla="*/ 428927 h 6858000"/>
              <a:gd name="connsiteX149-34313" fmla="*/ 93128 w 1508539"/>
              <a:gd name="connsiteY149-34314" fmla="*/ 430161 h 6858000"/>
              <a:gd name="connsiteX150-34315" fmla="*/ 70148 w 1508539"/>
              <a:gd name="connsiteY150-34316" fmla="*/ 367211 h 6858000"/>
              <a:gd name="connsiteX151-34317" fmla="*/ 27640 w 1508539"/>
              <a:gd name="connsiteY151-34318" fmla="*/ 302178 h 6858000"/>
              <a:gd name="connsiteX152-34319" fmla="*/ 32747 w 1508539"/>
              <a:gd name="connsiteY152-34320" fmla="*/ 158081 h 6858000"/>
              <a:gd name="connsiteX153-34321" fmla="*/ 19312 w 1508539"/>
              <a:gd name="connsiteY153-34322" fmla="*/ 47336 h 6858000"/>
              <a:gd name="connsiteX154-34323" fmla="*/ 0 w 1508539"/>
              <a:gd name="connsiteY154-34324" fmla="*/ 0 h 6858000"/>
              <a:gd name="connsiteX0-34325" fmla="*/ 0 w 1508539"/>
              <a:gd name="connsiteY0-34326" fmla="*/ 0 h 6858000"/>
              <a:gd name="connsiteX1-34327" fmla="*/ 1508539 w 1508539"/>
              <a:gd name="connsiteY1-34328" fmla="*/ 0 h 6858000"/>
              <a:gd name="connsiteX2-34329" fmla="*/ 1508539 w 1508539"/>
              <a:gd name="connsiteY2-34330" fmla="*/ 6858000 h 6858000"/>
              <a:gd name="connsiteX3-34331" fmla="*/ 57174 w 1508539"/>
              <a:gd name="connsiteY3-34332" fmla="*/ 6858000 h 6858000"/>
              <a:gd name="connsiteX4-34333" fmla="*/ 57315 w 1508539"/>
              <a:gd name="connsiteY4-34334" fmla="*/ 6857735 h 6858000"/>
              <a:gd name="connsiteX5-34335" fmla="*/ 69364 w 1508539"/>
              <a:gd name="connsiteY5-34336" fmla="*/ 6809549 h 6858000"/>
              <a:gd name="connsiteX6-34337" fmla="*/ 101575 w 1508539"/>
              <a:gd name="connsiteY6-34338" fmla="*/ 6715115 h 6858000"/>
              <a:gd name="connsiteX7-34339" fmla="*/ 111426 w 1508539"/>
              <a:gd name="connsiteY7-34340" fmla="*/ 6680170 h 6858000"/>
              <a:gd name="connsiteX8-34341" fmla="*/ 136976 w 1508539"/>
              <a:gd name="connsiteY8-34342" fmla="*/ 6621207 h 6858000"/>
              <a:gd name="connsiteX9-34343" fmla="*/ 153633 w 1508539"/>
              <a:gd name="connsiteY9-34344" fmla="*/ 6596265 h 6858000"/>
              <a:gd name="connsiteX10-34345" fmla="*/ 153512 w 1508539"/>
              <a:gd name="connsiteY10-34346" fmla="*/ 6594818 h 6858000"/>
              <a:gd name="connsiteX11-34347" fmla="*/ 157757 w 1508539"/>
              <a:gd name="connsiteY11-34348" fmla="*/ 6593735 h 6858000"/>
              <a:gd name="connsiteX12-34349" fmla="*/ 160954 w 1508539"/>
              <a:gd name="connsiteY12-34350" fmla="*/ 6589172 h 6858000"/>
              <a:gd name="connsiteX13-34351" fmla="*/ 164248 w 1508539"/>
              <a:gd name="connsiteY13-34352" fmla="*/ 6574442 h 6858000"/>
              <a:gd name="connsiteX14-34353" fmla="*/ 164588 w 1508539"/>
              <a:gd name="connsiteY14-34354" fmla="*/ 6568530 h 6858000"/>
              <a:gd name="connsiteX15-34355" fmla="*/ 166997 w 1508539"/>
              <a:gd name="connsiteY15-34356" fmla="*/ 6560674 h 6858000"/>
              <a:gd name="connsiteX16-34357" fmla="*/ 167342 w 1508539"/>
              <a:gd name="connsiteY16-34358" fmla="*/ 6560598 h 6858000"/>
              <a:gd name="connsiteX17-34359" fmla="*/ 169039 w 1508539"/>
              <a:gd name="connsiteY17-34360" fmla="*/ 6553006 h 6858000"/>
              <a:gd name="connsiteX18-34361" fmla="*/ 173735 w 1508539"/>
              <a:gd name="connsiteY18-34362" fmla="*/ 6514360 h 6858000"/>
              <a:gd name="connsiteX19-34363" fmla="*/ 215389 w 1508539"/>
              <a:gd name="connsiteY19-34364" fmla="*/ 6478062 h 6858000"/>
              <a:gd name="connsiteX20-34365" fmla="*/ 226078 w 1508539"/>
              <a:gd name="connsiteY20-34366" fmla="*/ 6460325 h 6858000"/>
              <a:gd name="connsiteX21-34367" fmla="*/ 233311 w 1508539"/>
              <a:gd name="connsiteY21-34368" fmla="*/ 6451488 h 6858000"/>
              <a:gd name="connsiteX22-34369" fmla="*/ 234746 w 1508539"/>
              <a:gd name="connsiteY22-34370" fmla="*/ 6451348 h 6858000"/>
              <a:gd name="connsiteX23-34371" fmla="*/ 239104 w 1508539"/>
              <a:gd name="connsiteY23-34372" fmla="*/ 6414240 h 6858000"/>
              <a:gd name="connsiteX24-34373" fmla="*/ 241980 w 1508539"/>
              <a:gd name="connsiteY24-34374" fmla="*/ 6410269 h 6858000"/>
              <a:gd name="connsiteX25-34375" fmla="*/ 241880 w 1508539"/>
              <a:gd name="connsiteY25-34376" fmla="*/ 6384857 h 6858000"/>
              <a:gd name="connsiteX26-34377" fmla="*/ 243397 w 1508539"/>
              <a:gd name="connsiteY26-34378" fmla="*/ 6372381 h 6858000"/>
              <a:gd name="connsiteX27-34379" fmla="*/ 240591 w 1508539"/>
              <a:gd name="connsiteY27-34380" fmla="*/ 6367510 h 6858000"/>
              <a:gd name="connsiteX28-34381" fmla="*/ 244471 w 1508539"/>
              <a:gd name="connsiteY28-34382" fmla="*/ 6349778 h 6858000"/>
              <a:gd name="connsiteX29-34383" fmla="*/ 246136 w 1508539"/>
              <a:gd name="connsiteY29-34384" fmla="*/ 6348250 h 6858000"/>
              <a:gd name="connsiteX30-34385" fmla="*/ 262170 w 1508539"/>
              <a:gd name="connsiteY30-34386" fmla="*/ 6281972 h 6858000"/>
              <a:gd name="connsiteX31-34387" fmla="*/ 272933 w 1508539"/>
              <a:gd name="connsiteY31-34388" fmla="*/ 6211940 h 6858000"/>
              <a:gd name="connsiteX32-34389" fmla="*/ 314428 w 1508539"/>
              <a:gd name="connsiteY32-34390" fmla="*/ 6113913 h 6858000"/>
              <a:gd name="connsiteX33-34391" fmla="*/ 318721 w 1508539"/>
              <a:gd name="connsiteY33-34392" fmla="*/ 6028119 h 6858000"/>
              <a:gd name="connsiteX34-34393" fmla="*/ 345501 w 1508539"/>
              <a:gd name="connsiteY34-34394" fmla="*/ 5934687 h 6858000"/>
              <a:gd name="connsiteX35-34395" fmla="*/ 379513 w 1508539"/>
              <a:gd name="connsiteY35-34396" fmla="*/ 5765594 h 6858000"/>
              <a:gd name="connsiteX36-34397" fmla="*/ 411349 w 1508539"/>
              <a:gd name="connsiteY36-34398" fmla="*/ 5693685 h 6858000"/>
              <a:gd name="connsiteX37-34399" fmla="*/ 431404 w 1508539"/>
              <a:gd name="connsiteY37-34400" fmla="*/ 5665173 h 6858000"/>
              <a:gd name="connsiteX38-34401" fmla="*/ 465121 w 1508539"/>
              <a:gd name="connsiteY38-34402" fmla="*/ 5563435 h 6858000"/>
              <a:gd name="connsiteX39-34403" fmla="*/ 494626 w 1508539"/>
              <a:gd name="connsiteY39-34404" fmla="*/ 5476393 h 6858000"/>
              <a:gd name="connsiteX40-34405" fmla="*/ 525819 w 1508539"/>
              <a:gd name="connsiteY40-34406" fmla="*/ 5396260 h 6858000"/>
              <a:gd name="connsiteX41-34407" fmla="*/ 541800 w 1508539"/>
              <a:gd name="connsiteY41-34408" fmla="*/ 5330009 h 6858000"/>
              <a:gd name="connsiteX42-34409" fmla="*/ 575293 w 1508539"/>
              <a:gd name="connsiteY42-34410" fmla="*/ 5273739 h 6858000"/>
              <a:gd name="connsiteX43-34411" fmla="*/ 584892 w 1508539"/>
              <a:gd name="connsiteY43-34412" fmla="*/ 5241779 h 6858000"/>
              <a:gd name="connsiteX44-34413" fmla="*/ 596118 w 1508539"/>
              <a:gd name="connsiteY44-34414" fmla="*/ 5225268 h 6858000"/>
              <a:gd name="connsiteX45-34415" fmla="*/ 597138 w 1508539"/>
              <a:gd name="connsiteY45-34416" fmla="*/ 5217684 h 6858000"/>
              <a:gd name="connsiteX46-34417" fmla="*/ 604479 w 1508539"/>
              <a:gd name="connsiteY46-34418" fmla="*/ 5193377 h 6858000"/>
              <a:gd name="connsiteX47-34419" fmla="*/ 607782 w 1508539"/>
              <a:gd name="connsiteY47-34420" fmla="*/ 5179288 h 6858000"/>
              <a:gd name="connsiteX48-34421" fmla="*/ 608766 w 1508539"/>
              <a:gd name="connsiteY48-34422" fmla="*/ 5173621 h 6858000"/>
              <a:gd name="connsiteX49-34423" fmla="*/ 604400 w 1508539"/>
              <a:gd name="connsiteY49-34424" fmla="*/ 5159961 h 6858000"/>
              <a:gd name="connsiteX50-34425" fmla="*/ 611077 w 1508539"/>
              <a:gd name="connsiteY50-34426" fmla="*/ 5144295 h 6858000"/>
              <a:gd name="connsiteX51-34427" fmla="*/ 608010 w 1508539"/>
              <a:gd name="connsiteY51-34428" fmla="*/ 5125185 h 6858000"/>
              <a:gd name="connsiteX52-34429" fmla="*/ 614840 w 1508539"/>
              <a:gd name="connsiteY52-34430" fmla="*/ 5121884 h 6858000"/>
              <a:gd name="connsiteX53-34431" fmla="*/ 621876 w 1508539"/>
              <a:gd name="connsiteY53-34432" fmla="*/ 5067850 h 6858000"/>
              <a:gd name="connsiteX54-34433" fmla="*/ 624607 w 1508539"/>
              <a:gd name="connsiteY54-34434" fmla="*/ 5060861 h 6858000"/>
              <a:gd name="connsiteX55-34435" fmla="*/ 621311 w 1508539"/>
              <a:gd name="connsiteY55-34436" fmla="*/ 5034192 h 6858000"/>
              <a:gd name="connsiteX56-34437" fmla="*/ 622865 w 1508539"/>
              <a:gd name="connsiteY56-34438" fmla="*/ 4993030 h 6858000"/>
              <a:gd name="connsiteX57-34439" fmla="*/ 629774 w 1508539"/>
              <a:gd name="connsiteY57-34440" fmla="*/ 4946844 h 6858000"/>
              <a:gd name="connsiteX58-34441" fmla="*/ 625630 w 1508539"/>
              <a:gd name="connsiteY58-34442" fmla="*/ 4932692 h 6858000"/>
              <a:gd name="connsiteX59-34443" fmla="*/ 641033 w 1508539"/>
              <a:gd name="connsiteY59-34444" fmla="*/ 4858827 h 6858000"/>
              <a:gd name="connsiteX60-34445" fmla="*/ 635187 w 1508539"/>
              <a:gd name="connsiteY60-34446" fmla="*/ 4801535 h 6858000"/>
              <a:gd name="connsiteX61-34447" fmla="*/ 642856 w 1508539"/>
              <a:gd name="connsiteY61-34448" fmla="*/ 4797794 h 6858000"/>
              <a:gd name="connsiteX62-34449" fmla="*/ 644150 w 1508539"/>
              <a:gd name="connsiteY62-34450" fmla="*/ 4784526 h 6858000"/>
              <a:gd name="connsiteX63-34451" fmla="*/ 645934 w 1508539"/>
              <a:gd name="connsiteY63-34452" fmla="*/ 4781211 h 6858000"/>
              <a:gd name="connsiteX64-34453" fmla="*/ 654721 w 1508539"/>
              <a:gd name="connsiteY64-34454" fmla="*/ 4761984 h 6858000"/>
              <a:gd name="connsiteX65-34455" fmla="*/ 650769 w 1508539"/>
              <a:gd name="connsiteY65-34456" fmla="*/ 4690749 h 6858000"/>
              <a:gd name="connsiteX66-34457" fmla="*/ 646249 w 1508539"/>
              <a:gd name="connsiteY66-34458" fmla="*/ 4584173 h 6858000"/>
              <a:gd name="connsiteX67-34459" fmla="*/ 641332 w 1508539"/>
              <a:gd name="connsiteY67-34460" fmla="*/ 4444346 h 6858000"/>
              <a:gd name="connsiteX68-34461" fmla="*/ 637897 w 1508539"/>
              <a:gd name="connsiteY68-34462" fmla="*/ 4375228 h 6858000"/>
              <a:gd name="connsiteX69-34463" fmla="*/ 618550 w 1508539"/>
              <a:gd name="connsiteY69-34464" fmla="*/ 4214165 h 6858000"/>
              <a:gd name="connsiteX70-34465" fmla="*/ 622623 w 1508539"/>
              <a:gd name="connsiteY70-34466" fmla="*/ 4090296 h 6858000"/>
              <a:gd name="connsiteX71-34467" fmla="*/ 607879 w 1508539"/>
              <a:gd name="connsiteY71-34468" fmla="*/ 4033999 h 6858000"/>
              <a:gd name="connsiteX72-34469" fmla="*/ 609028 w 1508539"/>
              <a:gd name="connsiteY72-34470" fmla="*/ 4031933 h 6858000"/>
              <a:gd name="connsiteX73-34471" fmla="*/ 607604 w 1508539"/>
              <a:gd name="connsiteY73-34472" fmla="*/ 4013953 h 6858000"/>
              <a:gd name="connsiteX74-34473" fmla="*/ 593899 w 1508539"/>
              <a:gd name="connsiteY74-34474" fmla="*/ 3974753 h 6858000"/>
              <a:gd name="connsiteX75-34475" fmla="*/ 595497 w 1508539"/>
              <a:gd name="connsiteY75-34476" fmla="*/ 3969950 h 6858000"/>
              <a:gd name="connsiteX76-34477" fmla="*/ 588919 w 1508539"/>
              <a:gd name="connsiteY76-34478" fmla="*/ 3933779 h 6858000"/>
              <a:gd name="connsiteX77-34479" fmla="*/ 590250 w 1508539"/>
              <a:gd name="connsiteY77-34480" fmla="*/ 3933093 h 6858000"/>
              <a:gd name="connsiteX78-34481" fmla="*/ 594604 w 1508539"/>
              <a:gd name="connsiteY78-34482" fmla="*/ 3922082 h 6858000"/>
              <a:gd name="connsiteX79-34483" fmla="*/ 599682 w 1508539"/>
              <a:gd name="connsiteY79-34484" fmla="*/ 3901461 h 6858000"/>
              <a:gd name="connsiteX80-34485" fmla="*/ 622276 w 1508539"/>
              <a:gd name="connsiteY80-34486" fmla="*/ 3813873 h 6858000"/>
              <a:gd name="connsiteX81-34487" fmla="*/ 621701 w 1508539"/>
              <a:gd name="connsiteY81-34488" fmla="*/ 3806161 h 6858000"/>
              <a:gd name="connsiteX82-34489" fmla="*/ 622008 w 1508539"/>
              <a:gd name="connsiteY82-34490" fmla="*/ 3805957 h 6858000"/>
              <a:gd name="connsiteX83-34491" fmla="*/ 622035 w 1508539"/>
              <a:gd name="connsiteY83-34492" fmla="*/ 3797724 h 6858000"/>
              <a:gd name="connsiteX84-34493" fmla="*/ 620650 w 1508539"/>
              <a:gd name="connsiteY84-34494" fmla="*/ 3792098 h 6858000"/>
              <a:gd name="connsiteX85-34495" fmla="*/ 619534 w 1508539"/>
              <a:gd name="connsiteY85-34496" fmla="*/ 3777135 h 6858000"/>
              <a:gd name="connsiteX86-34497" fmla="*/ 621267 w 1508539"/>
              <a:gd name="connsiteY86-34498" fmla="*/ 3771656 h 6858000"/>
              <a:gd name="connsiteX87-34499" fmla="*/ 625010 w 1508539"/>
              <a:gd name="connsiteY87-34500" fmla="*/ 3769007 h 6858000"/>
              <a:gd name="connsiteX88-34501" fmla="*/ 624476 w 1508539"/>
              <a:gd name="connsiteY88-34502" fmla="*/ 3767709 h 6858000"/>
              <a:gd name="connsiteX89-34503" fmla="*/ 633172 w 1508539"/>
              <a:gd name="connsiteY89-34504" fmla="*/ 3738082 h 6858000"/>
              <a:gd name="connsiteX90-34505" fmla="*/ 640518 w 1508539"/>
              <a:gd name="connsiteY90-34506" fmla="*/ 3673397 h 6858000"/>
              <a:gd name="connsiteX91-34507" fmla="*/ 639814 w 1508539"/>
              <a:gd name="connsiteY91-34508" fmla="*/ 3637109 h 6858000"/>
              <a:gd name="connsiteX92-34509" fmla="*/ 643257 w 1508539"/>
              <a:gd name="connsiteY92-34510" fmla="*/ 3536883 h 6858000"/>
              <a:gd name="connsiteX93-34511" fmla="*/ 650795 w 1508539"/>
              <a:gd name="connsiteY93-34512" fmla="*/ 3435652 h 6858000"/>
              <a:gd name="connsiteX94-34513" fmla="*/ 652466 w 1508539"/>
              <a:gd name="connsiteY94-34514" fmla="*/ 3307769 h 6858000"/>
              <a:gd name="connsiteX95-34515" fmla="*/ 670029 w 1508539"/>
              <a:gd name="connsiteY95-34516" fmla="*/ 3250522 h 6858000"/>
              <a:gd name="connsiteX96-34517" fmla="*/ 670454 w 1508539"/>
              <a:gd name="connsiteY96-34518" fmla="*/ 3229163 h 6858000"/>
              <a:gd name="connsiteX97-34519" fmla="*/ 672277 w 1508539"/>
              <a:gd name="connsiteY97-34520" fmla="*/ 3217217 h 6858000"/>
              <a:gd name="connsiteX98-34521" fmla="*/ 659112 w 1508539"/>
              <a:gd name="connsiteY98-34522" fmla="*/ 3183755 h 6858000"/>
              <a:gd name="connsiteX99-34523" fmla="*/ 659613 w 1508539"/>
              <a:gd name="connsiteY99-34524" fmla="*/ 3178642 h 6858000"/>
              <a:gd name="connsiteX100-34525" fmla="*/ 647213 w 1508539"/>
              <a:gd name="connsiteY100-34526" fmla="*/ 3158586 h 6858000"/>
              <a:gd name="connsiteX101-34527" fmla="*/ 632398 w 1508539"/>
              <a:gd name="connsiteY101-34528" fmla="*/ 3129034 h 6858000"/>
              <a:gd name="connsiteX102-34529" fmla="*/ 633063 w 1508539"/>
              <a:gd name="connsiteY102-34530" fmla="*/ 3126682 h 6858000"/>
              <a:gd name="connsiteX103-34531" fmla="*/ 623931 w 1508539"/>
              <a:gd name="connsiteY103-34532" fmla="*/ 3114519 h 6858000"/>
              <a:gd name="connsiteX104-34533" fmla="*/ 610540 w 1508539"/>
              <a:gd name="connsiteY104-34534" fmla="*/ 3106272 h 6858000"/>
              <a:gd name="connsiteX105-34535" fmla="*/ 583270 w 1508539"/>
              <a:gd name="connsiteY105-34536" fmla="*/ 2958185 h 6858000"/>
              <a:gd name="connsiteX106-34537" fmla="*/ 525884 w 1508539"/>
              <a:gd name="connsiteY106-34538" fmla="*/ 2762989 h 6858000"/>
              <a:gd name="connsiteX107-34539" fmla="*/ 474802 w 1508539"/>
              <a:gd name="connsiteY107-34540" fmla="*/ 2554718 h 6858000"/>
              <a:gd name="connsiteX108-34541" fmla="*/ 454896 w 1508539"/>
              <a:gd name="connsiteY108-34542" fmla="*/ 2485734 h 6858000"/>
              <a:gd name="connsiteX109-34543" fmla="*/ 445619 w 1508539"/>
              <a:gd name="connsiteY109-34544" fmla="*/ 2447068 h 6858000"/>
              <a:gd name="connsiteX110-34545" fmla="*/ 432580 w 1508539"/>
              <a:gd name="connsiteY110-34546" fmla="*/ 2425819 h 6858000"/>
              <a:gd name="connsiteX111-34547" fmla="*/ 438579 w 1508539"/>
              <a:gd name="connsiteY111-34548" fmla="*/ 2402874 h 6858000"/>
              <a:gd name="connsiteX112-34549" fmla="*/ 441191 w 1508539"/>
              <a:gd name="connsiteY112-34550" fmla="*/ 2381443 h 6858000"/>
              <a:gd name="connsiteX113-34551" fmla="*/ 417520 w 1508539"/>
              <a:gd name="connsiteY113-34552" fmla="*/ 2261920 h 6858000"/>
              <a:gd name="connsiteX114-34553" fmla="*/ 407407 w 1508539"/>
              <a:gd name="connsiteY114-34554" fmla="*/ 2195378 h 6858000"/>
              <a:gd name="connsiteX115-34555" fmla="*/ 391624 w 1508539"/>
              <a:gd name="connsiteY115-34556" fmla="*/ 2155135 h 6858000"/>
              <a:gd name="connsiteX116-34557" fmla="*/ 389082 w 1508539"/>
              <a:gd name="connsiteY116-34558" fmla="*/ 2118008 h 6858000"/>
              <a:gd name="connsiteX117-34559" fmla="*/ 390075 w 1508539"/>
              <a:gd name="connsiteY117-34560" fmla="*/ 2050531 h 6858000"/>
              <a:gd name="connsiteX118-34561" fmla="*/ 381881 w 1508539"/>
              <a:gd name="connsiteY118-34562" fmla="*/ 1963269 h 6858000"/>
              <a:gd name="connsiteX119-34563" fmla="*/ 363059 w 1508539"/>
              <a:gd name="connsiteY119-34564" fmla="*/ 1906352 h 6858000"/>
              <a:gd name="connsiteX120-34565" fmla="*/ 339616 w 1508539"/>
              <a:gd name="connsiteY120-34566" fmla="*/ 1861531 h 6858000"/>
              <a:gd name="connsiteX121-34567" fmla="*/ 293415 w 1508539"/>
              <a:gd name="connsiteY121-34568" fmla="*/ 1732919 h 6858000"/>
              <a:gd name="connsiteX122-34569" fmla="*/ 265726 w 1508539"/>
              <a:gd name="connsiteY122-34570" fmla="*/ 1663540 h 6858000"/>
              <a:gd name="connsiteX123-34571" fmla="*/ 264852 w 1508539"/>
              <a:gd name="connsiteY123-34572" fmla="*/ 1615777 h 6858000"/>
              <a:gd name="connsiteX124-34573" fmla="*/ 245647 w 1508539"/>
              <a:gd name="connsiteY124-34574" fmla="*/ 1563678 h 6858000"/>
              <a:gd name="connsiteX125-34575" fmla="*/ 258727 w 1508539"/>
              <a:gd name="connsiteY125-34576" fmla="*/ 1519474 h 6858000"/>
              <a:gd name="connsiteX126-34577" fmla="*/ 251469 w 1508539"/>
              <a:gd name="connsiteY126-34578" fmla="*/ 1477995 h 6858000"/>
              <a:gd name="connsiteX127-34579" fmla="*/ 237554 w 1508539"/>
              <a:gd name="connsiteY127-34580" fmla="*/ 1373769 h 6858000"/>
              <a:gd name="connsiteX128-34581" fmla="*/ 245861 w 1508539"/>
              <a:gd name="connsiteY128-34582" fmla="*/ 1307086 h 6858000"/>
              <a:gd name="connsiteX129-34583" fmla="*/ 247049 w 1508539"/>
              <a:gd name="connsiteY129-34584" fmla="*/ 1189033 h 6858000"/>
              <a:gd name="connsiteX130-34585" fmla="*/ 251734 w 1508539"/>
              <a:gd name="connsiteY130-34586" fmla="*/ 1168288 h 6858000"/>
              <a:gd name="connsiteX131-34587" fmla="*/ 244016 w 1508539"/>
              <a:gd name="connsiteY131-34588" fmla="*/ 1142577 h 6858000"/>
              <a:gd name="connsiteX132-34589" fmla="*/ 233322 w 1508539"/>
              <a:gd name="connsiteY132-34590" fmla="*/ 1088484 h 6858000"/>
              <a:gd name="connsiteX133-34591" fmla="*/ 222058 w 1508539"/>
              <a:gd name="connsiteY133-34592" fmla="*/ 1016103 h 6858000"/>
              <a:gd name="connsiteX134-34593" fmla="*/ 223514 w 1508539"/>
              <a:gd name="connsiteY134-34594" fmla="*/ 932283 h 6858000"/>
              <a:gd name="connsiteX135-34595" fmla="*/ 225750 w 1508539"/>
              <a:gd name="connsiteY135-34596" fmla="*/ 915925 h 6858000"/>
              <a:gd name="connsiteX136-34597" fmla="*/ 218379 w 1508539"/>
              <a:gd name="connsiteY136-34598" fmla="*/ 896999 h 6858000"/>
              <a:gd name="connsiteX137-34599" fmla="*/ 187787 w 1508539"/>
              <a:gd name="connsiteY137-34600" fmla="*/ 821517 h 6858000"/>
              <a:gd name="connsiteX138-34601" fmla="*/ 166737 w 1508539"/>
              <a:gd name="connsiteY138-34602" fmla="*/ 751353 h 6858000"/>
              <a:gd name="connsiteX139-34603" fmla="*/ 166295 w 1508539"/>
              <a:gd name="connsiteY139-34604" fmla="*/ 721230 h 6858000"/>
              <a:gd name="connsiteX140-34605" fmla="*/ 151966 w 1508539"/>
              <a:gd name="connsiteY140-34606" fmla="*/ 681659 h 6858000"/>
              <a:gd name="connsiteX141-34607" fmla="*/ 137385 w 1508539"/>
              <a:gd name="connsiteY141-34608" fmla="*/ 635218 h 6858000"/>
              <a:gd name="connsiteX142-34609" fmla="*/ 142396 w 1508539"/>
              <a:gd name="connsiteY142-34610" fmla="*/ 613763 h 6858000"/>
              <a:gd name="connsiteX143-34611" fmla="*/ 128338 w 1508539"/>
              <a:gd name="connsiteY143-34612" fmla="*/ 598582 h 6858000"/>
              <a:gd name="connsiteX144-34613" fmla="*/ 128019 w 1508539"/>
              <a:gd name="connsiteY144-34614" fmla="*/ 576846 h 6858000"/>
              <a:gd name="connsiteX145-34615" fmla="*/ 107645 w 1508539"/>
              <a:gd name="connsiteY145-34616" fmla="*/ 530055 h 6858000"/>
              <a:gd name="connsiteX146-34617" fmla="*/ 98081 w 1508539"/>
              <a:gd name="connsiteY146-34618" fmla="*/ 448559 h 6858000"/>
              <a:gd name="connsiteX147-34619" fmla="*/ 104503 w 1508539"/>
              <a:gd name="connsiteY147-34620" fmla="*/ 441529 h 6858000"/>
              <a:gd name="connsiteX148-34621" fmla="*/ 103724 w 1508539"/>
              <a:gd name="connsiteY148-34622" fmla="*/ 428927 h 6858000"/>
              <a:gd name="connsiteX149-34623" fmla="*/ 93128 w 1508539"/>
              <a:gd name="connsiteY149-34624" fmla="*/ 430161 h 6858000"/>
              <a:gd name="connsiteX150-34625" fmla="*/ 70148 w 1508539"/>
              <a:gd name="connsiteY150-34626" fmla="*/ 367211 h 6858000"/>
              <a:gd name="connsiteX151-34627" fmla="*/ 36452 w 1508539"/>
              <a:gd name="connsiteY151-34628" fmla="*/ 268519 h 6858000"/>
              <a:gd name="connsiteX152-34629" fmla="*/ 32747 w 1508539"/>
              <a:gd name="connsiteY152-34630" fmla="*/ 158081 h 6858000"/>
              <a:gd name="connsiteX153-34631" fmla="*/ 19312 w 1508539"/>
              <a:gd name="connsiteY153-34632" fmla="*/ 47336 h 6858000"/>
              <a:gd name="connsiteX154-34633" fmla="*/ 0 w 1508539"/>
              <a:gd name="connsiteY154-34634" fmla="*/ 0 h 6858000"/>
              <a:gd name="connsiteX0-34635" fmla="*/ 0 w 1508539"/>
              <a:gd name="connsiteY0-34636" fmla="*/ 0 h 6858000"/>
              <a:gd name="connsiteX1-34637" fmla="*/ 1508539 w 1508539"/>
              <a:gd name="connsiteY1-34638" fmla="*/ 0 h 6858000"/>
              <a:gd name="connsiteX2-34639" fmla="*/ 1508539 w 1508539"/>
              <a:gd name="connsiteY2-34640" fmla="*/ 6858000 h 6858000"/>
              <a:gd name="connsiteX3-34641" fmla="*/ 57174 w 1508539"/>
              <a:gd name="connsiteY3-34642" fmla="*/ 6858000 h 6858000"/>
              <a:gd name="connsiteX4-34643" fmla="*/ 57315 w 1508539"/>
              <a:gd name="connsiteY4-34644" fmla="*/ 6857735 h 6858000"/>
              <a:gd name="connsiteX5-34645" fmla="*/ 69364 w 1508539"/>
              <a:gd name="connsiteY5-34646" fmla="*/ 6809549 h 6858000"/>
              <a:gd name="connsiteX6-34647" fmla="*/ 101575 w 1508539"/>
              <a:gd name="connsiteY6-34648" fmla="*/ 6715115 h 6858000"/>
              <a:gd name="connsiteX7-34649" fmla="*/ 111426 w 1508539"/>
              <a:gd name="connsiteY7-34650" fmla="*/ 6680170 h 6858000"/>
              <a:gd name="connsiteX8-34651" fmla="*/ 136976 w 1508539"/>
              <a:gd name="connsiteY8-34652" fmla="*/ 6621207 h 6858000"/>
              <a:gd name="connsiteX9-34653" fmla="*/ 153633 w 1508539"/>
              <a:gd name="connsiteY9-34654" fmla="*/ 6596265 h 6858000"/>
              <a:gd name="connsiteX10-34655" fmla="*/ 153512 w 1508539"/>
              <a:gd name="connsiteY10-34656" fmla="*/ 6594818 h 6858000"/>
              <a:gd name="connsiteX11-34657" fmla="*/ 157757 w 1508539"/>
              <a:gd name="connsiteY11-34658" fmla="*/ 6593735 h 6858000"/>
              <a:gd name="connsiteX12-34659" fmla="*/ 160954 w 1508539"/>
              <a:gd name="connsiteY12-34660" fmla="*/ 6589172 h 6858000"/>
              <a:gd name="connsiteX13-34661" fmla="*/ 164248 w 1508539"/>
              <a:gd name="connsiteY13-34662" fmla="*/ 6574442 h 6858000"/>
              <a:gd name="connsiteX14-34663" fmla="*/ 164588 w 1508539"/>
              <a:gd name="connsiteY14-34664" fmla="*/ 6568530 h 6858000"/>
              <a:gd name="connsiteX15-34665" fmla="*/ 166997 w 1508539"/>
              <a:gd name="connsiteY15-34666" fmla="*/ 6560674 h 6858000"/>
              <a:gd name="connsiteX16-34667" fmla="*/ 167342 w 1508539"/>
              <a:gd name="connsiteY16-34668" fmla="*/ 6560598 h 6858000"/>
              <a:gd name="connsiteX17-34669" fmla="*/ 169039 w 1508539"/>
              <a:gd name="connsiteY17-34670" fmla="*/ 6553006 h 6858000"/>
              <a:gd name="connsiteX18-34671" fmla="*/ 173735 w 1508539"/>
              <a:gd name="connsiteY18-34672" fmla="*/ 6514360 h 6858000"/>
              <a:gd name="connsiteX19-34673" fmla="*/ 215389 w 1508539"/>
              <a:gd name="connsiteY19-34674" fmla="*/ 6478062 h 6858000"/>
              <a:gd name="connsiteX20-34675" fmla="*/ 226078 w 1508539"/>
              <a:gd name="connsiteY20-34676" fmla="*/ 6460325 h 6858000"/>
              <a:gd name="connsiteX21-34677" fmla="*/ 233311 w 1508539"/>
              <a:gd name="connsiteY21-34678" fmla="*/ 6451488 h 6858000"/>
              <a:gd name="connsiteX22-34679" fmla="*/ 234746 w 1508539"/>
              <a:gd name="connsiteY22-34680" fmla="*/ 6451348 h 6858000"/>
              <a:gd name="connsiteX23-34681" fmla="*/ 239104 w 1508539"/>
              <a:gd name="connsiteY23-34682" fmla="*/ 6414240 h 6858000"/>
              <a:gd name="connsiteX24-34683" fmla="*/ 241980 w 1508539"/>
              <a:gd name="connsiteY24-34684" fmla="*/ 6410269 h 6858000"/>
              <a:gd name="connsiteX25-34685" fmla="*/ 241880 w 1508539"/>
              <a:gd name="connsiteY25-34686" fmla="*/ 6384857 h 6858000"/>
              <a:gd name="connsiteX26-34687" fmla="*/ 243397 w 1508539"/>
              <a:gd name="connsiteY26-34688" fmla="*/ 6372381 h 6858000"/>
              <a:gd name="connsiteX27-34689" fmla="*/ 240591 w 1508539"/>
              <a:gd name="connsiteY27-34690" fmla="*/ 6367510 h 6858000"/>
              <a:gd name="connsiteX28-34691" fmla="*/ 244471 w 1508539"/>
              <a:gd name="connsiteY28-34692" fmla="*/ 6349778 h 6858000"/>
              <a:gd name="connsiteX29-34693" fmla="*/ 246136 w 1508539"/>
              <a:gd name="connsiteY29-34694" fmla="*/ 6348250 h 6858000"/>
              <a:gd name="connsiteX30-34695" fmla="*/ 262170 w 1508539"/>
              <a:gd name="connsiteY30-34696" fmla="*/ 6281972 h 6858000"/>
              <a:gd name="connsiteX31-34697" fmla="*/ 272933 w 1508539"/>
              <a:gd name="connsiteY31-34698" fmla="*/ 6211940 h 6858000"/>
              <a:gd name="connsiteX32-34699" fmla="*/ 314428 w 1508539"/>
              <a:gd name="connsiteY32-34700" fmla="*/ 6113913 h 6858000"/>
              <a:gd name="connsiteX33-34701" fmla="*/ 318721 w 1508539"/>
              <a:gd name="connsiteY33-34702" fmla="*/ 6028119 h 6858000"/>
              <a:gd name="connsiteX34-34703" fmla="*/ 345501 w 1508539"/>
              <a:gd name="connsiteY34-34704" fmla="*/ 5934687 h 6858000"/>
              <a:gd name="connsiteX35-34705" fmla="*/ 379513 w 1508539"/>
              <a:gd name="connsiteY35-34706" fmla="*/ 5765594 h 6858000"/>
              <a:gd name="connsiteX36-34707" fmla="*/ 411349 w 1508539"/>
              <a:gd name="connsiteY36-34708" fmla="*/ 5693685 h 6858000"/>
              <a:gd name="connsiteX37-34709" fmla="*/ 431404 w 1508539"/>
              <a:gd name="connsiteY37-34710" fmla="*/ 5665173 h 6858000"/>
              <a:gd name="connsiteX38-34711" fmla="*/ 465121 w 1508539"/>
              <a:gd name="connsiteY38-34712" fmla="*/ 5563435 h 6858000"/>
              <a:gd name="connsiteX39-34713" fmla="*/ 494626 w 1508539"/>
              <a:gd name="connsiteY39-34714" fmla="*/ 5476393 h 6858000"/>
              <a:gd name="connsiteX40-34715" fmla="*/ 525819 w 1508539"/>
              <a:gd name="connsiteY40-34716" fmla="*/ 5396260 h 6858000"/>
              <a:gd name="connsiteX41-34717" fmla="*/ 541800 w 1508539"/>
              <a:gd name="connsiteY41-34718" fmla="*/ 5330009 h 6858000"/>
              <a:gd name="connsiteX42-34719" fmla="*/ 575293 w 1508539"/>
              <a:gd name="connsiteY42-34720" fmla="*/ 5273739 h 6858000"/>
              <a:gd name="connsiteX43-34721" fmla="*/ 584892 w 1508539"/>
              <a:gd name="connsiteY43-34722" fmla="*/ 5241779 h 6858000"/>
              <a:gd name="connsiteX44-34723" fmla="*/ 596118 w 1508539"/>
              <a:gd name="connsiteY44-34724" fmla="*/ 5225268 h 6858000"/>
              <a:gd name="connsiteX45-34725" fmla="*/ 597138 w 1508539"/>
              <a:gd name="connsiteY45-34726" fmla="*/ 5217684 h 6858000"/>
              <a:gd name="connsiteX46-34727" fmla="*/ 604479 w 1508539"/>
              <a:gd name="connsiteY46-34728" fmla="*/ 5193377 h 6858000"/>
              <a:gd name="connsiteX47-34729" fmla="*/ 607782 w 1508539"/>
              <a:gd name="connsiteY47-34730" fmla="*/ 5179288 h 6858000"/>
              <a:gd name="connsiteX48-34731" fmla="*/ 608766 w 1508539"/>
              <a:gd name="connsiteY48-34732" fmla="*/ 5173621 h 6858000"/>
              <a:gd name="connsiteX49-34733" fmla="*/ 604400 w 1508539"/>
              <a:gd name="connsiteY49-34734" fmla="*/ 5159961 h 6858000"/>
              <a:gd name="connsiteX50-34735" fmla="*/ 611077 w 1508539"/>
              <a:gd name="connsiteY50-34736" fmla="*/ 5144295 h 6858000"/>
              <a:gd name="connsiteX51-34737" fmla="*/ 608010 w 1508539"/>
              <a:gd name="connsiteY51-34738" fmla="*/ 5125185 h 6858000"/>
              <a:gd name="connsiteX52-34739" fmla="*/ 614840 w 1508539"/>
              <a:gd name="connsiteY52-34740" fmla="*/ 5121884 h 6858000"/>
              <a:gd name="connsiteX53-34741" fmla="*/ 621876 w 1508539"/>
              <a:gd name="connsiteY53-34742" fmla="*/ 5067850 h 6858000"/>
              <a:gd name="connsiteX54-34743" fmla="*/ 624607 w 1508539"/>
              <a:gd name="connsiteY54-34744" fmla="*/ 5060861 h 6858000"/>
              <a:gd name="connsiteX55-34745" fmla="*/ 621311 w 1508539"/>
              <a:gd name="connsiteY55-34746" fmla="*/ 5034192 h 6858000"/>
              <a:gd name="connsiteX56-34747" fmla="*/ 622865 w 1508539"/>
              <a:gd name="connsiteY56-34748" fmla="*/ 4993030 h 6858000"/>
              <a:gd name="connsiteX57-34749" fmla="*/ 629774 w 1508539"/>
              <a:gd name="connsiteY57-34750" fmla="*/ 4946844 h 6858000"/>
              <a:gd name="connsiteX58-34751" fmla="*/ 625630 w 1508539"/>
              <a:gd name="connsiteY58-34752" fmla="*/ 4932692 h 6858000"/>
              <a:gd name="connsiteX59-34753" fmla="*/ 641033 w 1508539"/>
              <a:gd name="connsiteY59-34754" fmla="*/ 4858827 h 6858000"/>
              <a:gd name="connsiteX60-34755" fmla="*/ 635187 w 1508539"/>
              <a:gd name="connsiteY60-34756" fmla="*/ 4801535 h 6858000"/>
              <a:gd name="connsiteX61-34757" fmla="*/ 642856 w 1508539"/>
              <a:gd name="connsiteY61-34758" fmla="*/ 4797794 h 6858000"/>
              <a:gd name="connsiteX62-34759" fmla="*/ 644150 w 1508539"/>
              <a:gd name="connsiteY62-34760" fmla="*/ 4784526 h 6858000"/>
              <a:gd name="connsiteX63-34761" fmla="*/ 645934 w 1508539"/>
              <a:gd name="connsiteY63-34762" fmla="*/ 4781211 h 6858000"/>
              <a:gd name="connsiteX64-34763" fmla="*/ 654721 w 1508539"/>
              <a:gd name="connsiteY64-34764" fmla="*/ 4761984 h 6858000"/>
              <a:gd name="connsiteX65-34765" fmla="*/ 650769 w 1508539"/>
              <a:gd name="connsiteY65-34766" fmla="*/ 4690749 h 6858000"/>
              <a:gd name="connsiteX66-34767" fmla="*/ 646249 w 1508539"/>
              <a:gd name="connsiteY66-34768" fmla="*/ 4584173 h 6858000"/>
              <a:gd name="connsiteX67-34769" fmla="*/ 641332 w 1508539"/>
              <a:gd name="connsiteY67-34770" fmla="*/ 4444346 h 6858000"/>
              <a:gd name="connsiteX68-34771" fmla="*/ 637897 w 1508539"/>
              <a:gd name="connsiteY68-34772" fmla="*/ 4375228 h 6858000"/>
              <a:gd name="connsiteX69-34773" fmla="*/ 618550 w 1508539"/>
              <a:gd name="connsiteY69-34774" fmla="*/ 4214165 h 6858000"/>
              <a:gd name="connsiteX70-34775" fmla="*/ 622623 w 1508539"/>
              <a:gd name="connsiteY70-34776" fmla="*/ 4090296 h 6858000"/>
              <a:gd name="connsiteX71-34777" fmla="*/ 607879 w 1508539"/>
              <a:gd name="connsiteY71-34778" fmla="*/ 4033999 h 6858000"/>
              <a:gd name="connsiteX72-34779" fmla="*/ 609028 w 1508539"/>
              <a:gd name="connsiteY72-34780" fmla="*/ 4031933 h 6858000"/>
              <a:gd name="connsiteX73-34781" fmla="*/ 607604 w 1508539"/>
              <a:gd name="connsiteY73-34782" fmla="*/ 4013953 h 6858000"/>
              <a:gd name="connsiteX74-34783" fmla="*/ 593899 w 1508539"/>
              <a:gd name="connsiteY74-34784" fmla="*/ 3974753 h 6858000"/>
              <a:gd name="connsiteX75-34785" fmla="*/ 595497 w 1508539"/>
              <a:gd name="connsiteY75-34786" fmla="*/ 3969950 h 6858000"/>
              <a:gd name="connsiteX76-34787" fmla="*/ 588919 w 1508539"/>
              <a:gd name="connsiteY76-34788" fmla="*/ 3933779 h 6858000"/>
              <a:gd name="connsiteX77-34789" fmla="*/ 590250 w 1508539"/>
              <a:gd name="connsiteY77-34790" fmla="*/ 3933093 h 6858000"/>
              <a:gd name="connsiteX78-34791" fmla="*/ 594604 w 1508539"/>
              <a:gd name="connsiteY78-34792" fmla="*/ 3922082 h 6858000"/>
              <a:gd name="connsiteX79-34793" fmla="*/ 599682 w 1508539"/>
              <a:gd name="connsiteY79-34794" fmla="*/ 3901461 h 6858000"/>
              <a:gd name="connsiteX80-34795" fmla="*/ 622276 w 1508539"/>
              <a:gd name="connsiteY80-34796" fmla="*/ 3813873 h 6858000"/>
              <a:gd name="connsiteX81-34797" fmla="*/ 621701 w 1508539"/>
              <a:gd name="connsiteY81-34798" fmla="*/ 3806161 h 6858000"/>
              <a:gd name="connsiteX82-34799" fmla="*/ 622008 w 1508539"/>
              <a:gd name="connsiteY82-34800" fmla="*/ 3805957 h 6858000"/>
              <a:gd name="connsiteX83-34801" fmla="*/ 622035 w 1508539"/>
              <a:gd name="connsiteY83-34802" fmla="*/ 3797724 h 6858000"/>
              <a:gd name="connsiteX84-34803" fmla="*/ 620650 w 1508539"/>
              <a:gd name="connsiteY84-34804" fmla="*/ 3792098 h 6858000"/>
              <a:gd name="connsiteX85-34805" fmla="*/ 619534 w 1508539"/>
              <a:gd name="connsiteY85-34806" fmla="*/ 3777135 h 6858000"/>
              <a:gd name="connsiteX86-34807" fmla="*/ 621267 w 1508539"/>
              <a:gd name="connsiteY86-34808" fmla="*/ 3771656 h 6858000"/>
              <a:gd name="connsiteX87-34809" fmla="*/ 625010 w 1508539"/>
              <a:gd name="connsiteY87-34810" fmla="*/ 3769007 h 6858000"/>
              <a:gd name="connsiteX88-34811" fmla="*/ 624476 w 1508539"/>
              <a:gd name="connsiteY88-34812" fmla="*/ 3767709 h 6858000"/>
              <a:gd name="connsiteX89-34813" fmla="*/ 633172 w 1508539"/>
              <a:gd name="connsiteY89-34814" fmla="*/ 3738082 h 6858000"/>
              <a:gd name="connsiteX90-34815" fmla="*/ 640518 w 1508539"/>
              <a:gd name="connsiteY90-34816" fmla="*/ 3673397 h 6858000"/>
              <a:gd name="connsiteX91-34817" fmla="*/ 639814 w 1508539"/>
              <a:gd name="connsiteY91-34818" fmla="*/ 3637109 h 6858000"/>
              <a:gd name="connsiteX92-34819" fmla="*/ 643257 w 1508539"/>
              <a:gd name="connsiteY92-34820" fmla="*/ 3536883 h 6858000"/>
              <a:gd name="connsiteX93-34821" fmla="*/ 650795 w 1508539"/>
              <a:gd name="connsiteY93-34822" fmla="*/ 3435652 h 6858000"/>
              <a:gd name="connsiteX94-34823" fmla="*/ 652466 w 1508539"/>
              <a:gd name="connsiteY94-34824" fmla="*/ 3307769 h 6858000"/>
              <a:gd name="connsiteX95-34825" fmla="*/ 670029 w 1508539"/>
              <a:gd name="connsiteY95-34826" fmla="*/ 3250522 h 6858000"/>
              <a:gd name="connsiteX96-34827" fmla="*/ 670454 w 1508539"/>
              <a:gd name="connsiteY96-34828" fmla="*/ 3229163 h 6858000"/>
              <a:gd name="connsiteX97-34829" fmla="*/ 672277 w 1508539"/>
              <a:gd name="connsiteY97-34830" fmla="*/ 3217217 h 6858000"/>
              <a:gd name="connsiteX98-34831" fmla="*/ 659112 w 1508539"/>
              <a:gd name="connsiteY98-34832" fmla="*/ 3183755 h 6858000"/>
              <a:gd name="connsiteX99-34833" fmla="*/ 659613 w 1508539"/>
              <a:gd name="connsiteY99-34834" fmla="*/ 3178642 h 6858000"/>
              <a:gd name="connsiteX100-34835" fmla="*/ 647213 w 1508539"/>
              <a:gd name="connsiteY100-34836" fmla="*/ 3158586 h 6858000"/>
              <a:gd name="connsiteX101-34837" fmla="*/ 632398 w 1508539"/>
              <a:gd name="connsiteY101-34838" fmla="*/ 3129034 h 6858000"/>
              <a:gd name="connsiteX102-34839" fmla="*/ 633063 w 1508539"/>
              <a:gd name="connsiteY102-34840" fmla="*/ 3126682 h 6858000"/>
              <a:gd name="connsiteX103-34841" fmla="*/ 623931 w 1508539"/>
              <a:gd name="connsiteY103-34842" fmla="*/ 3114519 h 6858000"/>
              <a:gd name="connsiteX104-34843" fmla="*/ 610540 w 1508539"/>
              <a:gd name="connsiteY104-34844" fmla="*/ 3106272 h 6858000"/>
              <a:gd name="connsiteX105-34845" fmla="*/ 583270 w 1508539"/>
              <a:gd name="connsiteY105-34846" fmla="*/ 2958185 h 6858000"/>
              <a:gd name="connsiteX106-34847" fmla="*/ 525884 w 1508539"/>
              <a:gd name="connsiteY106-34848" fmla="*/ 2762989 h 6858000"/>
              <a:gd name="connsiteX107-34849" fmla="*/ 474802 w 1508539"/>
              <a:gd name="connsiteY107-34850" fmla="*/ 2554718 h 6858000"/>
              <a:gd name="connsiteX108-34851" fmla="*/ 454896 w 1508539"/>
              <a:gd name="connsiteY108-34852" fmla="*/ 2485734 h 6858000"/>
              <a:gd name="connsiteX109-34853" fmla="*/ 445619 w 1508539"/>
              <a:gd name="connsiteY109-34854" fmla="*/ 2447068 h 6858000"/>
              <a:gd name="connsiteX110-34855" fmla="*/ 432580 w 1508539"/>
              <a:gd name="connsiteY110-34856" fmla="*/ 2425819 h 6858000"/>
              <a:gd name="connsiteX111-34857" fmla="*/ 438579 w 1508539"/>
              <a:gd name="connsiteY111-34858" fmla="*/ 2402874 h 6858000"/>
              <a:gd name="connsiteX112-34859" fmla="*/ 441191 w 1508539"/>
              <a:gd name="connsiteY112-34860" fmla="*/ 2381443 h 6858000"/>
              <a:gd name="connsiteX113-34861" fmla="*/ 417520 w 1508539"/>
              <a:gd name="connsiteY113-34862" fmla="*/ 2261920 h 6858000"/>
              <a:gd name="connsiteX114-34863" fmla="*/ 407407 w 1508539"/>
              <a:gd name="connsiteY114-34864" fmla="*/ 2195378 h 6858000"/>
              <a:gd name="connsiteX115-34865" fmla="*/ 391624 w 1508539"/>
              <a:gd name="connsiteY115-34866" fmla="*/ 2155135 h 6858000"/>
              <a:gd name="connsiteX116-34867" fmla="*/ 389082 w 1508539"/>
              <a:gd name="connsiteY116-34868" fmla="*/ 2118008 h 6858000"/>
              <a:gd name="connsiteX117-34869" fmla="*/ 390075 w 1508539"/>
              <a:gd name="connsiteY117-34870" fmla="*/ 2050531 h 6858000"/>
              <a:gd name="connsiteX118-34871" fmla="*/ 381881 w 1508539"/>
              <a:gd name="connsiteY118-34872" fmla="*/ 1963269 h 6858000"/>
              <a:gd name="connsiteX119-34873" fmla="*/ 363059 w 1508539"/>
              <a:gd name="connsiteY119-34874" fmla="*/ 1906352 h 6858000"/>
              <a:gd name="connsiteX120-34875" fmla="*/ 339616 w 1508539"/>
              <a:gd name="connsiteY120-34876" fmla="*/ 1861531 h 6858000"/>
              <a:gd name="connsiteX121-34877" fmla="*/ 293415 w 1508539"/>
              <a:gd name="connsiteY121-34878" fmla="*/ 1732919 h 6858000"/>
              <a:gd name="connsiteX122-34879" fmla="*/ 265726 w 1508539"/>
              <a:gd name="connsiteY122-34880" fmla="*/ 1663540 h 6858000"/>
              <a:gd name="connsiteX123-34881" fmla="*/ 264852 w 1508539"/>
              <a:gd name="connsiteY123-34882" fmla="*/ 1615777 h 6858000"/>
              <a:gd name="connsiteX124-34883" fmla="*/ 245647 w 1508539"/>
              <a:gd name="connsiteY124-34884" fmla="*/ 1563678 h 6858000"/>
              <a:gd name="connsiteX125-34885" fmla="*/ 258727 w 1508539"/>
              <a:gd name="connsiteY125-34886" fmla="*/ 1519474 h 6858000"/>
              <a:gd name="connsiteX126-34887" fmla="*/ 251469 w 1508539"/>
              <a:gd name="connsiteY126-34888" fmla="*/ 1477995 h 6858000"/>
              <a:gd name="connsiteX127-34889" fmla="*/ 237554 w 1508539"/>
              <a:gd name="connsiteY127-34890" fmla="*/ 1373769 h 6858000"/>
              <a:gd name="connsiteX128-34891" fmla="*/ 245861 w 1508539"/>
              <a:gd name="connsiteY128-34892" fmla="*/ 1307086 h 6858000"/>
              <a:gd name="connsiteX129-34893" fmla="*/ 247049 w 1508539"/>
              <a:gd name="connsiteY129-34894" fmla="*/ 1189033 h 6858000"/>
              <a:gd name="connsiteX130-34895" fmla="*/ 251734 w 1508539"/>
              <a:gd name="connsiteY130-34896" fmla="*/ 1168288 h 6858000"/>
              <a:gd name="connsiteX131-34897" fmla="*/ 244016 w 1508539"/>
              <a:gd name="connsiteY131-34898" fmla="*/ 1142577 h 6858000"/>
              <a:gd name="connsiteX132-34899" fmla="*/ 233322 w 1508539"/>
              <a:gd name="connsiteY132-34900" fmla="*/ 1088484 h 6858000"/>
              <a:gd name="connsiteX133-34901" fmla="*/ 222058 w 1508539"/>
              <a:gd name="connsiteY133-34902" fmla="*/ 1016103 h 6858000"/>
              <a:gd name="connsiteX134-34903" fmla="*/ 223514 w 1508539"/>
              <a:gd name="connsiteY134-34904" fmla="*/ 932283 h 6858000"/>
              <a:gd name="connsiteX135-34905" fmla="*/ 225750 w 1508539"/>
              <a:gd name="connsiteY135-34906" fmla="*/ 915925 h 6858000"/>
              <a:gd name="connsiteX136-34907" fmla="*/ 218379 w 1508539"/>
              <a:gd name="connsiteY136-34908" fmla="*/ 896999 h 6858000"/>
              <a:gd name="connsiteX137-34909" fmla="*/ 187787 w 1508539"/>
              <a:gd name="connsiteY137-34910" fmla="*/ 821517 h 6858000"/>
              <a:gd name="connsiteX138-34911" fmla="*/ 166737 w 1508539"/>
              <a:gd name="connsiteY138-34912" fmla="*/ 751353 h 6858000"/>
              <a:gd name="connsiteX139-34913" fmla="*/ 166295 w 1508539"/>
              <a:gd name="connsiteY139-34914" fmla="*/ 721230 h 6858000"/>
              <a:gd name="connsiteX140-34915" fmla="*/ 151966 w 1508539"/>
              <a:gd name="connsiteY140-34916" fmla="*/ 681659 h 6858000"/>
              <a:gd name="connsiteX141-34917" fmla="*/ 137385 w 1508539"/>
              <a:gd name="connsiteY141-34918" fmla="*/ 635218 h 6858000"/>
              <a:gd name="connsiteX142-34919" fmla="*/ 142396 w 1508539"/>
              <a:gd name="connsiteY142-34920" fmla="*/ 613763 h 6858000"/>
              <a:gd name="connsiteX143-34921" fmla="*/ 128338 w 1508539"/>
              <a:gd name="connsiteY143-34922" fmla="*/ 598582 h 6858000"/>
              <a:gd name="connsiteX144-34923" fmla="*/ 128019 w 1508539"/>
              <a:gd name="connsiteY144-34924" fmla="*/ 576846 h 6858000"/>
              <a:gd name="connsiteX145-34925" fmla="*/ 107645 w 1508539"/>
              <a:gd name="connsiteY145-34926" fmla="*/ 530055 h 6858000"/>
              <a:gd name="connsiteX146-34927" fmla="*/ 98081 w 1508539"/>
              <a:gd name="connsiteY146-34928" fmla="*/ 448559 h 6858000"/>
              <a:gd name="connsiteX147-34929" fmla="*/ 104503 w 1508539"/>
              <a:gd name="connsiteY147-34930" fmla="*/ 441529 h 6858000"/>
              <a:gd name="connsiteX148-34931" fmla="*/ 103724 w 1508539"/>
              <a:gd name="connsiteY148-34932" fmla="*/ 428927 h 6858000"/>
              <a:gd name="connsiteX149-34933" fmla="*/ 93128 w 1508539"/>
              <a:gd name="connsiteY149-34934" fmla="*/ 430161 h 6858000"/>
              <a:gd name="connsiteX150-34935" fmla="*/ 70148 w 1508539"/>
              <a:gd name="connsiteY150-34936" fmla="*/ 367211 h 6858000"/>
              <a:gd name="connsiteX151-34937" fmla="*/ 36452 w 1508539"/>
              <a:gd name="connsiteY151-34938" fmla="*/ 268519 h 6858000"/>
              <a:gd name="connsiteX152-34939" fmla="*/ 23935 w 1508539"/>
              <a:gd name="connsiteY152-34940" fmla="*/ 160886 h 6858000"/>
              <a:gd name="connsiteX153-34941" fmla="*/ 19312 w 1508539"/>
              <a:gd name="connsiteY153-34942" fmla="*/ 47336 h 6858000"/>
              <a:gd name="connsiteX154-34943" fmla="*/ 0 w 1508539"/>
              <a:gd name="connsiteY154-34944" fmla="*/ 0 h 6858000"/>
              <a:gd name="connsiteX0-34945" fmla="*/ 0 w 1508539"/>
              <a:gd name="connsiteY0-34946" fmla="*/ 0 h 6858000"/>
              <a:gd name="connsiteX1-34947" fmla="*/ 1508539 w 1508539"/>
              <a:gd name="connsiteY1-34948" fmla="*/ 0 h 6858000"/>
              <a:gd name="connsiteX2-34949" fmla="*/ 1508539 w 1508539"/>
              <a:gd name="connsiteY2-34950" fmla="*/ 6858000 h 6858000"/>
              <a:gd name="connsiteX3-34951" fmla="*/ 57174 w 1508539"/>
              <a:gd name="connsiteY3-34952" fmla="*/ 6858000 h 6858000"/>
              <a:gd name="connsiteX4-34953" fmla="*/ 57315 w 1508539"/>
              <a:gd name="connsiteY4-34954" fmla="*/ 6857735 h 6858000"/>
              <a:gd name="connsiteX5-34955" fmla="*/ 69364 w 1508539"/>
              <a:gd name="connsiteY5-34956" fmla="*/ 6809549 h 6858000"/>
              <a:gd name="connsiteX6-34957" fmla="*/ 101575 w 1508539"/>
              <a:gd name="connsiteY6-34958" fmla="*/ 6715115 h 6858000"/>
              <a:gd name="connsiteX7-34959" fmla="*/ 111426 w 1508539"/>
              <a:gd name="connsiteY7-34960" fmla="*/ 6680170 h 6858000"/>
              <a:gd name="connsiteX8-34961" fmla="*/ 136976 w 1508539"/>
              <a:gd name="connsiteY8-34962" fmla="*/ 6621207 h 6858000"/>
              <a:gd name="connsiteX9-34963" fmla="*/ 153633 w 1508539"/>
              <a:gd name="connsiteY9-34964" fmla="*/ 6596265 h 6858000"/>
              <a:gd name="connsiteX10-34965" fmla="*/ 153512 w 1508539"/>
              <a:gd name="connsiteY10-34966" fmla="*/ 6594818 h 6858000"/>
              <a:gd name="connsiteX11-34967" fmla="*/ 157757 w 1508539"/>
              <a:gd name="connsiteY11-34968" fmla="*/ 6593735 h 6858000"/>
              <a:gd name="connsiteX12-34969" fmla="*/ 160954 w 1508539"/>
              <a:gd name="connsiteY12-34970" fmla="*/ 6589172 h 6858000"/>
              <a:gd name="connsiteX13-34971" fmla="*/ 164248 w 1508539"/>
              <a:gd name="connsiteY13-34972" fmla="*/ 6574442 h 6858000"/>
              <a:gd name="connsiteX14-34973" fmla="*/ 164588 w 1508539"/>
              <a:gd name="connsiteY14-34974" fmla="*/ 6568530 h 6858000"/>
              <a:gd name="connsiteX15-34975" fmla="*/ 166997 w 1508539"/>
              <a:gd name="connsiteY15-34976" fmla="*/ 6560674 h 6858000"/>
              <a:gd name="connsiteX16-34977" fmla="*/ 167342 w 1508539"/>
              <a:gd name="connsiteY16-34978" fmla="*/ 6560598 h 6858000"/>
              <a:gd name="connsiteX17-34979" fmla="*/ 169039 w 1508539"/>
              <a:gd name="connsiteY17-34980" fmla="*/ 6553006 h 6858000"/>
              <a:gd name="connsiteX18-34981" fmla="*/ 173735 w 1508539"/>
              <a:gd name="connsiteY18-34982" fmla="*/ 6514360 h 6858000"/>
              <a:gd name="connsiteX19-34983" fmla="*/ 215389 w 1508539"/>
              <a:gd name="connsiteY19-34984" fmla="*/ 6478062 h 6858000"/>
              <a:gd name="connsiteX20-34985" fmla="*/ 226078 w 1508539"/>
              <a:gd name="connsiteY20-34986" fmla="*/ 6460325 h 6858000"/>
              <a:gd name="connsiteX21-34987" fmla="*/ 233311 w 1508539"/>
              <a:gd name="connsiteY21-34988" fmla="*/ 6451488 h 6858000"/>
              <a:gd name="connsiteX22-34989" fmla="*/ 234746 w 1508539"/>
              <a:gd name="connsiteY22-34990" fmla="*/ 6451348 h 6858000"/>
              <a:gd name="connsiteX23-34991" fmla="*/ 239104 w 1508539"/>
              <a:gd name="connsiteY23-34992" fmla="*/ 6414240 h 6858000"/>
              <a:gd name="connsiteX24-34993" fmla="*/ 241980 w 1508539"/>
              <a:gd name="connsiteY24-34994" fmla="*/ 6410269 h 6858000"/>
              <a:gd name="connsiteX25-34995" fmla="*/ 241880 w 1508539"/>
              <a:gd name="connsiteY25-34996" fmla="*/ 6384857 h 6858000"/>
              <a:gd name="connsiteX26-34997" fmla="*/ 243397 w 1508539"/>
              <a:gd name="connsiteY26-34998" fmla="*/ 6372381 h 6858000"/>
              <a:gd name="connsiteX27-34999" fmla="*/ 240591 w 1508539"/>
              <a:gd name="connsiteY27-35000" fmla="*/ 6367510 h 6858000"/>
              <a:gd name="connsiteX28-35001" fmla="*/ 244471 w 1508539"/>
              <a:gd name="connsiteY28-35002" fmla="*/ 6349778 h 6858000"/>
              <a:gd name="connsiteX29-35003" fmla="*/ 246136 w 1508539"/>
              <a:gd name="connsiteY29-35004" fmla="*/ 6348250 h 6858000"/>
              <a:gd name="connsiteX30-35005" fmla="*/ 262170 w 1508539"/>
              <a:gd name="connsiteY30-35006" fmla="*/ 6281972 h 6858000"/>
              <a:gd name="connsiteX31-35007" fmla="*/ 272933 w 1508539"/>
              <a:gd name="connsiteY31-35008" fmla="*/ 6211940 h 6858000"/>
              <a:gd name="connsiteX32-35009" fmla="*/ 314428 w 1508539"/>
              <a:gd name="connsiteY32-35010" fmla="*/ 6113913 h 6858000"/>
              <a:gd name="connsiteX33-35011" fmla="*/ 318721 w 1508539"/>
              <a:gd name="connsiteY33-35012" fmla="*/ 6028119 h 6858000"/>
              <a:gd name="connsiteX34-35013" fmla="*/ 345501 w 1508539"/>
              <a:gd name="connsiteY34-35014" fmla="*/ 5934687 h 6858000"/>
              <a:gd name="connsiteX35-35015" fmla="*/ 379513 w 1508539"/>
              <a:gd name="connsiteY35-35016" fmla="*/ 5765594 h 6858000"/>
              <a:gd name="connsiteX36-35017" fmla="*/ 411349 w 1508539"/>
              <a:gd name="connsiteY36-35018" fmla="*/ 5693685 h 6858000"/>
              <a:gd name="connsiteX37-35019" fmla="*/ 431404 w 1508539"/>
              <a:gd name="connsiteY37-35020" fmla="*/ 5665173 h 6858000"/>
              <a:gd name="connsiteX38-35021" fmla="*/ 465121 w 1508539"/>
              <a:gd name="connsiteY38-35022" fmla="*/ 5563435 h 6858000"/>
              <a:gd name="connsiteX39-35023" fmla="*/ 494626 w 1508539"/>
              <a:gd name="connsiteY39-35024" fmla="*/ 5476393 h 6858000"/>
              <a:gd name="connsiteX40-35025" fmla="*/ 525819 w 1508539"/>
              <a:gd name="connsiteY40-35026" fmla="*/ 5396260 h 6858000"/>
              <a:gd name="connsiteX41-35027" fmla="*/ 541800 w 1508539"/>
              <a:gd name="connsiteY41-35028" fmla="*/ 5330009 h 6858000"/>
              <a:gd name="connsiteX42-35029" fmla="*/ 575293 w 1508539"/>
              <a:gd name="connsiteY42-35030" fmla="*/ 5273739 h 6858000"/>
              <a:gd name="connsiteX43-35031" fmla="*/ 584892 w 1508539"/>
              <a:gd name="connsiteY43-35032" fmla="*/ 5241779 h 6858000"/>
              <a:gd name="connsiteX44-35033" fmla="*/ 596118 w 1508539"/>
              <a:gd name="connsiteY44-35034" fmla="*/ 5225268 h 6858000"/>
              <a:gd name="connsiteX45-35035" fmla="*/ 597138 w 1508539"/>
              <a:gd name="connsiteY45-35036" fmla="*/ 5217684 h 6858000"/>
              <a:gd name="connsiteX46-35037" fmla="*/ 604479 w 1508539"/>
              <a:gd name="connsiteY46-35038" fmla="*/ 5193377 h 6858000"/>
              <a:gd name="connsiteX47-35039" fmla="*/ 607782 w 1508539"/>
              <a:gd name="connsiteY47-35040" fmla="*/ 5179288 h 6858000"/>
              <a:gd name="connsiteX48-35041" fmla="*/ 608766 w 1508539"/>
              <a:gd name="connsiteY48-35042" fmla="*/ 5173621 h 6858000"/>
              <a:gd name="connsiteX49-35043" fmla="*/ 604400 w 1508539"/>
              <a:gd name="connsiteY49-35044" fmla="*/ 5159961 h 6858000"/>
              <a:gd name="connsiteX50-35045" fmla="*/ 611077 w 1508539"/>
              <a:gd name="connsiteY50-35046" fmla="*/ 5144295 h 6858000"/>
              <a:gd name="connsiteX51-35047" fmla="*/ 608010 w 1508539"/>
              <a:gd name="connsiteY51-35048" fmla="*/ 5125185 h 6858000"/>
              <a:gd name="connsiteX52-35049" fmla="*/ 614840 w 1508539"/>
              <a:gd name="connsiteY52-35050" fmla="*/ 5121884 h 6858000"/>
              <a:gd name="connsiteX53-35051" fmla="*/ 621876 w 1508539"/>
              <a:gd name="connsiteY53-35052" fmla="*/ 5067850 h 6858000"/>
              <a:gd name="connsiteX54-35053" fmla="*/ 624607 w 1508539"/>
              <a:gd name="connsiteY54-35054" fmla="*/ 5060861 h 6858000"/>
              <a:gd name="connsiteX55-35055" fmla="*/ 621311 w 1508539"/>
              <a:gd name="connsiteY55-35056" fmla="*/ 5034192 h 6858000"/>
              <a:gd name="connsiteX56-35057" fmla="*/ 622865 w 1508539"/>
              <a:gd name="connsiteY56-35058" fmla="*/ 4993030 h 6858000"/>
              <a:gd name="connsiteX57-35059" fmla="*/ 629774 w 1508539"/>
              <a:gd name="connsiteY57-35060" fmla="*/ 4946844 h 6858000"/>
              <a:gd name="connsiteX58-35061" fmla="*/ 625630 w 1508539"/>
              <a:gd name="connsiteY58-35062" fmla="*/ 4932692 h 6858000"/>
              <a:gd name="connsiteX59-35063" fmla="*/ 641033 w 1508539"/>
              <a:gd name="connsiteY59-35064" fmla="*/ 4858827 h 6858000"/>
              <a:gd name="connsiteX60-35065" fmla="*/ 635187 w 1508539"/>
              <a:gd name="connsiteY60-35066" fmla="*/ 4801535 h 6858000"/>
              <a:gd name="connsiteX61-35067" fmla="*/ 642856 w 1508539"/>
              <a:gd name="connsiteY61-35068" fmla="*/ 4797794 h 6858000"/>
              <a:gd name="connsiteX62-35069" fmla="*/ 644150 w 1508539"/>
              <a:gd name="connsiteY62-35070" fmla="*/ 4784526 h 6858000"/>
              <a:gd name="connsiteX63-35071" fmla="*/ 645934 w 1508539"/>
              <a:gd name="connsiteY63-35072" fmla="*/ 4781211 h 6858000"/>
              <a:gd name="connsiteX64-35073" fmla="*/ 654721 w 1508539"/>
              <a:gd name="connsiteY64-35074" fmla="*/ 4761984 h 6858000"/>
              <a:gd name="connsiteX65-35075" fmla="*/ 650769 w 1508539"/>
              <a:gd name="connsiteY65-35076" fmla="*/ 4690749 h 6858000"/>
              <a:gd name="connsiteX66-35077" fmla="*/ 646249 w 1508539"/>
              <a:gd name="connsiteY66-35078" fmla="*/ 4584173 h 6858000"/>
              <a:gd name="connsiteX67-35079" fmla="*/ 641332 w 1508539"/>
              <a:gd name="connsiteY67-35080" fmla="*/ 4444346 h 6858000"/>
              <a:gd name="connsiteX68-35081" fmla="*/ 637897 w 1508539"/>
              <a:gd name="connsiteY68-35082" fmla="*/ 4375228 h 6858000"/>
              <a:gd name="connsiteX69-35083" fmla="*/ 618550 w 1508539"/>
              <a:gd name="connsiteY69-35084" fmla="*/ 4214165 h 6858000"/>
              <a:gd name="connsiteX70-35085" fmla="*/ 622623 w 1508539"/>
              <a:gd name="connsiteY70-35086" fmla="*/ 4090296 h 6858000"/>
              <a:gd name="connsiteX71-35087" fmla="*/ 607879 w 1508539"/>
              <a:gd name="connsiteY71-35088" fmla="*/ 4033999 h 6858000"/>
              <a:gd name="connsiteX72-35089" fmla="*/ 609028 w 1508539"/>
              <a:gd name="connsiteY72-35090" fmla="*/ 4031933 h 6858000"/>
              <a:gd name="connsiteX73-35091" fmla="*/ 607604 w 1508539"/>
              <a:gd name="connsiteY73-35092" fmla="*/ 4013953 h 6858000"/>
              <a:gd name="connsiteX74-35093" fmla="*/ 593899 w 1508539"/>
              <a:gd name="connsiteY74-35094" fmla="*/ 3974753 h 6858000"/>
              <a:gd name="connsiteX75-35095" fmla="*/ 595497 w 1508539"/>
              <a:gd name="connsiteY75-35096" fmla="*/ 3969950 h 6858000"/>
              <a:gd name="connsiteX76-35097" fmla="*/ 588919 w 1508539"/>
              <a:gd name="connsiteY76-35098" fmla="*/ 3933779 h 6858000"/>
              <a:gd name="connsiteX77-35099" fmla="*/ 590250 w 1508539"/>
              <a:gd name="connsiteY77-35100" fmla="*/ 3933093 h 6858000"/>
              <a:gd name="connsiteX78-35101" fmla="*/ 594604 w 1508539"/>
              <a:gd name="connsiteY78-35102" fmla="*/ 3922082 h 6858000"/>
              <a:gd name="connsiteX79-35103" fmla="*/ 599682 w 1508539"/>
              <a:gd name="connsiteY79-35104" fmla="*/ 3901461 h 6858000"/>
              <a:gd name="connsiteX80-35105" fmla="*/ 622276 w 1508539"/>
              <a:gd name="connsiteY80-35106" fmla="*/ 3813873 h 6858000"/>
              <a:gd name="connsiteX81-35107" fmla="*/ 621701 w 1508539"/>
              <a:gd name="connsiteY81-35108" fmla="*/ 3806161 h 6858000"/>
              <a:gd name="connsiteX82-35109" fmla="*/ 622008 w 1508539"/>
              <a:gd name="connsiteY82-35110" fmla="*/ 3805957 h 6858000"/>
              <a:gd name="connsiteX83-35111" fmla="*/ 622035 w 1508539"/>
              <a:gd name="connsiteY83-35112" fmla="*/ 3797724 h 6858000"/>
              <a:gd name="connsiteX84-35113" fmla="*/ 620650 w 1508539"/>
              <a:gd name="connsiteY84-35114" fmla="*/ 3792098 h 6858000"/>
              <a:gd name="connsiteX85-35115" fmla="*/ 619534 w 1508539"/>
              <a:gd name="connsiteY85-35116" fmla="*/ 3777135 h 6858000"/>
              <a:gd name="connsiteX86-35117" fmla="*/ 621267 w 1508539"/>
              <a:gd name="connsiteY86-35118" fmla="*/ 3771656 h 6858000"/>
              <a:gd name="connsiteX87-35119" fmla="*/ 625010 w 1508539"/>
              <a:gd name="connsiteY87-35120" fmla="*/ 3769007 h 6858000"/>
              <a:gd name="connsiteX88-35121" fmla="*/ 624476 w 1508539"/>
              <a:gd name="connsiteY88-35122" fmla="*/ 3767709 h 6858000"/>
              <a:gd name="connsiteX89-35123" fmla="*/ 633172 w 1508539"/>
              <a:gd name="connsiteY89-35124" fmla="*/ 3738082 h 6858000"/>
              <a:gd name="connsiteX90-35125" fmla="*/ 640518 w 1508539"/>
              <a:gd name="connsiteY90-35126" fmla="*/ 3673397 h 6858000"/>
              <a:gd name="connsiteX91-35127" fmla="*/ 639814 w 1508539"/>
              <a:gd name="connsiteY91-35128" fmla="*/ 3637109 h 6858000"/>
              <a:gd name="connsiteX92-35129" fmla="*/ 643257 w 1508539"/>
              <a:gd name="connsiteY92-35130" fmla="*/ 3536883 h 6858000"/>
              <a:gd name="connsiteX93-35131" fmla="*/ 650795 w 1508539"/>
              <a:gd name="connsiteY93-35132" fmla="*/ 3435652 h 6858000"/>
              <a:gd name="connsiteX94-35133" fmla="*/ 652466 w 1508539"/>
              <a:gd name="connsiteY94-35134" fmla="*/ 3307769 h 6858000"/>
              <a:gd name="connsiteX95-35135" fmla="*/ 670029 w 1508539"/>
              <a:gd name="connsiteY95-35136" fmla="*/ 3250522 h 6858000"/>
              <a:gd name="connsiteX96-35137" fmla="*/ 670454 w 1508539"/>
              <a:gd name="connsiteY96-35138" fmla="*/ 3229163 h 6858000"/>
              <a:gd name="connsiteX97-35139" fmla="*/ 672277 w 1508539"/>
              <a:gd name="connsiteY97-35140" fmla="*/ 3217217 h 6858000"/>
              <a:gd name="connsiteX98-35141" fmla="*/ 659112 w 1508539"/>
              <a:gd name="connsiteY98-35142" fmla="*/ 3183755 h 6858000"/>
              <a:gd name="connsiteX99-35143" fmla="*/ 659613 w 1508539"/>
              <a:gd name="connsiteY99-35144" fmla="*/ 3178642 h 6858000"/>
              <a:gd name="connsiteX100-35145" fmla="*/ 647213 w 1508539"/>
              <a:gd name="connsiteY100-35146" fmla="*/ 3158586 h 6858000"/>
              <a:gd name="connsiteX101-35147" fmla="*/ 632398 w 1508539"/>
              <a:gd name="connsiteY101-35148" fmla="*/ 3129034 h 6858000"/>
              <a:gd name="connsiteX102-35149" fmla="*/ 633063 w 1508539"/>
              <a:gd name="connsiteY102-35150" fmla="*/ 3126682 h 6858000"/>
              <a:gd name="connsiteX103-35151" fmla="*/ 623931 w 1508539"/>
              <a:gd name="connsiteY103-35152" fmla="*/ 3114519 h 6858000"/>
              <a:gd name="connsiteX104-35153" fmla="*/ 610540 w 1508539"/>
              <a:gd name="connsiteY104-35154" fmla="*/ 3106272 h 6858000"/>
              <a:gd name="connsiteX105-35155" fmla="*/ 583270 w 1508539"/>
              <a:gd name="connsiteY105-35156" fmla="*/ 2958185 h 6858000"/>
              <a:gd name="connsiteX106-35157" fmla="*/ 525884 w 1508539"/>
              <a:gd name="connsiteY106-35158" fmla="*/ 2762989 h 6858000"/>
              <a:gd name="connsiteX107-35159" fmla="*/ 474802 w 1508539"/>
              <a:gd name="connsiteY107-35160" fmla="*/ 2554718 h 6858000"/>
              <a:gd name="connsiteX108-35161" fmla="*/ 454896 w 1508539"/>
              <a:gd name="connsiteY108-35162" fmla="*/ 2485734 h 6858000"/>
              <a:gd name="connsiteX109-35163" fmla="*/ 445619 w 1508539"/>
              <a:gd name="connsiteY109-35164" fmla="*/ 2447068 h 6858000"/>
              <a:gd name="connsiteX110-35165" fmla="*/ 432580 w 1508539"/>
              <a:gd name="connsiteY110-35166" fmla="*/ 2425819 h 6858000"/>
              <a:gd name="connsiteX111-35167" fmla="*/ 438579 w 1508539"/>
              <a:gd name="connsiteY111-35168" fmla="*/ 2402874 h 6858000"/>
              <a:gd name="connsiteX112-35169" fmla="*/ 441191 w 1508539"/>
              <a:gd name="connsiteY112-35170" fmla="*/ 2381443 h 6858000"/>
              <a:gd name="connsiteX113-35171" fmla="*/ 417520 w 1508539"/>
              <a:gd name="connsiteY113-35172" fmla="*/ 2261920 h 6858000"/>
              <a:gd name="connsiteX114-35173" fmla="*/ 407407 w 1508539"/>
              <a:gd name="connsiteY114-35174" fmla="*/ 2195378 h 6858000"/>
              <a:gd name="connsiteX115-35175" fmla="*/ 391624 w 1508539"/>
              <a:gd name="connsiteY115-35176" fmla="*/ 2155135 h 6858000"/>
              <a:gd name="connsiteX116-35177" fmla="*/ 389082 w 1508539"/>
              <a:gd name="connsiteY116-35178" fmla="*/ 2118008 h 6858000"/>
              <a:gd name="connsiteX117-35179" fmla="*/ 390075 w 1508539"/>
              <a:gd name="connsiteY117-35180" fmla="*/ 2050531 h 6858000"/>
              <a:gd name="connsiteX118-35181" fmla="*/ 381881 w 1508539"/>
              <a:gd name="connsiteY118-35182" fmla="*/ 1963269 h 6858000"/>
              <a:gd name="connsiteX119-35183" fmla="*/ 363059 w 1508539"/>
              <a:gd name="connsiteY119-35184" fmla="*/ 1906352 h 6858000"/>
              <a:gd name="connsiteX120-35185" fmla="*/ 339616 w 1508539"/>
              <a:gd name="connsiteY120-35186" fmla="*/ 1861531 h 6858000"/>
              <a:gd name="connsiteX121-35187" fmla="*/ 293415 w 1508539"/>
              <a:gd name="connsiteY121-35188" fmla="*/ 1732919 h 6858000"/>
              <a:gd name="connsiteX122-35189" fmla="*/ 265726 w 1508539"/>
              <a:gd name="connsiteY122-35190" fmla="*/ 1663540 h 6858000"/>
              <a:gd name="connsiteX123-35191" fmla="*/ 264852 w 1508539"/>
              <a:gd name="connsiteY123-35192" fmla="*/ 1615777 h 6858000"/>
              <a:gd name="connsiteX124-35193" fmla="*/ 245647 w 1508539"/>
              <a:gd name="connsiteY124-35194" fmla="*/ 1563678 h 6858000"/>
              <a:gd name="connsiteX125-35195" fmla="*/ 258727 w 1508539"/>
              <a:gd name="connsiteY125-35196" fmla="*/ 1519474 h 6858000"/>
              <a:gd name="connsiteX126-35197" fmla="*/ 251469 w 1508539"/>
              <a:gd name="connsiteY126-35198" fmla="*/ 1477995 h 6858000"/>
              <a:gd name="connsiteX127-35199" fmla="*/ 237554 w 1508539"/>
              <a:gd name="connsiteY127-35200" fmla="*/ 1373769 h 6858000"/>
              <a:gd name="connsiteX128-35201" fmla="*/ 245861 w 1508539"/>
              <a:gd name="connsiteY128-35202" fmla="*/ 1307086 h 6858000"/>
              <a:gd name="connsiteX129-35203" fmla="*/ 247049 w 1508539"/>
              <a:gd name="connsiteY129-35204" fmla="*/ 1189033 h 6858000"/>
              <a:gd name="connsiteX130-35205" fmla="*/ 251734 w 1508539"/>
              <a:gd name="connsiteY130-35206" fmla="*/ 1168288 h 6858000"/>
              <a:gd name="connsiteX131-35207" fmla="*/ 244016 w 1508539"/>
              <a:gd name="connsiteY131-35208" fmla="*/ 1142577 h 6858000"/>
              <a:gd name="connsiteX132-35209" fmla="*/ 233322 w 1508539"/>
              <a:gd name="connsiteY132-35210" fmla="*/ 1088484 h 6858000"/>
              <a:gd name="connsiteX133-35211" fmla="*/ 222058 w 1508539"/>
              <a:gd name="connsiteY133-35212" fmla="*/ 1016103 h 6858000"/>
              <a:gd name="connsiteX134-35213" fmla="*/ 223514 w 1508539"/>
              <a:gd name="connsiteY134-35214" fmla="*/ 932283 h 6858000"/>
              <a:gd name="connsiteX135-35215" fmla="*/ 225750 w 1508539"/>
              <a:gd name="connsiteY135-35216" fmla="*/ 915925 h 6858000"/>
              <a:gd name="connsiteX136-35217" fmla="*/ 218379 w 1508539"/>
              <a:gd name="connsiteY136-35218" fmla="*/ 896999 h 6858000"/>
              <a:gd name="connsiteX137-35219" fmla="*/ 187787 w 1508539"/>
              <a:gd name="connsiteY137-35220" fmla="*/ 821517 h 6858000"/>
              <a:gd name="connsiteX138-35221" fmla="*/ 166737 w 1508539"/>
              <a:gd name="connsiteY138-35222" fmla="*/ 751353 h 6858000"/>
              <a:gd name="connsiteX139-35223" fmla="*/ 166295 w 1508539"/>
              <a:gd name="connsiteY139-35224" fmla="*/ 721230 h 6858000"/>
              <a:gd name="connsiteX140-35225" fmla="*/ 151966 w 1508539"/>
              <a:gd name="connsiteY140-35226" fmla="*/ 681659 h 6858000"/>
              <a:gd name="connsiteX141-35227" fmla="*/ 137385 w 1508539"/>
              <a:gd name="connsiteY141-35228" fmla="*/ 635218 h 6858000"/>
              <a:gd name="connsiteX142-35229" fmla="*/ 142396 w 1508539"/>
              <a:gd name="connsiteY142-35230" fmla="*/ 613763 h 6858000"/>
              <a:gd name="connsiteX143-35231" fmla="*/ 128338 w 1508539"/>
              <a:gd name="connsiteY143-35232" fmla="*/ 598582 h 6858000"/>
              <a:gd name="connsiteX144-35233" fmla="*/ 128019 w 1508539"/>
              <a:gd name="connsiteY144-35234" fmla="*/ 576846 h 6858000"/>
              <a:gd name="connsiteX145-35235" fmla="*/ 107645 w 1508539"/>
              <a:gd name="connsiteY145-35236" fmla="*/ 530055 h 6858000"/>
              <a:gd name="connsiteX146-35237" fmla="*/ 98081 w 1508539"/>
              <a:gd name="connsiteY146-35238" fmla="*/ 448559 h 6858000"/>
              <a:gd name="connsiteX147-35239" fmla="*/ 104503 w 1508539"/>
              <a:gd name="connsiteY147-35240" fmla="*/ 441529 h 6858000"/>
              <a:gd name="connsiteX148-35241" fmla="*/ 103724 w 1508539"/>
              <a:gd name="connsiteY148-35242" fmla="*/ 428927 h 6858000"/>
              <a:gd name="connsiteX149-35243" fmla="*/ 93128 w 1508539"/>
              <a:gd name="connsiteY149-35244" fmla="*/ 430161 h 6858000"/>
              <a:gd name="connsiteX150-35245" fmla="*/ 70148 w 1508539"/>
              <a:gd name="connsiteY150-35246" fmla="*/ 367211 h 6858000"/>
              <a:gd name="connsiteX151-35247" fmla="*/ 36452 w 1508539"/>
              <a:gd name="connsiteY151-35248" fmla="*/ 268519 h 6858000"/>
              <a:gd name="connsiteX152-35249" fmla="*/ 23935 w 1508539"/>
              <a:gd name="connsiteY152-35250" fmla="*/ 160886 h 6858000"/>
              <a:gd name="connsiteX153-35251" fmla="*/ 19312 w 1508539"/>
              <a:gd name="connsiteY153-35252" fmla="*/ 47336 h 6858000"/>
              <a:gd name="connsiteX154-35253" fmla="*/ 0 w 1508539"/>
              <a:gd name="connsiteY154-35254" fmla="*/ 0 h 6858000"/>
              <a:gd name="connsiteX0-35255" fmla="*/ 0 w 1508539"/>
              <a:gd name="connsiteY0-35256" fmla="*/ 0 h 6858000"/>
              <a:gd name="connsiteX1-35257" fmla="*/ 1508539 w 1508539"/>
              <a:gd name="connsiteY1-35258" fmla="*/ 0 h 6858000"/>
              <a:gd name="connsiteX2-35259" fmla="*/ 1508539 w 1508539"/>
              <a:gd name="connsiteY2-35260" fmla="*/ 6858000 h 6858000"/>
              <a:gd name="connsiteX3-35261" fmla="*/ 57174 w 1508539"/>
              <a:gd name="connsiteY3-35262" fmla="*/ 6858000 h 6858000"/>
              <a:gd name="connsiteX4-35263" fmla="*/ 57315 w 1508539"/>
              <a:gd name="connsiteY4-35264" fmla="*/ 6857735 h 6858000"/>
              <a:gd name="connsiteX5-35265" fmla="*/ 69364 w 1508539"/>
              <a:gd name="connsiteY5-35266" fmla="*/ 6809549 h 6858000"/>
              <a:gd name="connsiteX6-35267" fmla="*/ 101575 w 1508539"/>
              <a:gd name="connsiteY6-35268" fmla="*/ 6715115 h 6858000"/>
              <a:gd name="connsiteX7-35269" fmla="*/ 111426 w 1508539"/>
              <a:gd name="connsiteY7-35270" fmla="*/ 6680170 h 6858000"/>
              <a:gd name="connsiteX8-35271" fmla="*/ 136976 w 1508539"/>
              <a:gd name="connsiteY8-35272" fmla="*/ 6621207 h 6858000"/>
              <a:gd name="connsiteX9-35273" fmla="*/ 153633 w 1508539"/>
              <a:gd name="connsiteY9-35274" fmla="*/ 6596265 h 6858000"/>
              <a:gd name="connsiteX10-35275" fmla="*/ 153512 w 1508539"/>
              <a:gd name="connsiteY10-35276" fmla="*/ 6594818 h 6858000"/>
              <a:gd name="connsiteX11-35277" fmla="*/ 157757 w 1508539"/>
              <a:gd name="connsiteY11-35278" fmla="*/ 6593735 h 6858000"/>
              <a:gd name="connsiteX12-35279" fmla="*/ 160954 w 1508539"/>
              <a:gd name="connsiteY12-35280" fmla="*/ 6589172 h 6858000"/>
              <a:gd name="connsiteX13-35281" fmla="*/ 164248 w 1508539"/>
              <a:gd name="connsiteY13-35282" fmla="*/ 6574442 h 6858000"/>
              <a:gd name="connsiteX14-35283" fmla="*/ 164588 w 1508539"/>
              <a:gd name="connsiteY14-35284" fmla="*/ 6568530 h 6858000"/>
              <a:gd name="connsiteX15-35285" fmla="*/ 166997 w 1508539"/>
              <a:gd name="connsiteY15-35286" fmla="*/ 6560674 h 6858000"/>
              <a:gd name="connsiteX16-35287" fmla="*/ 167342 w 1508539"/>
              <a:gd name="connsiteY16-35288" fmla="*/ 6560598 h 6858000"/>
              <a:gd name="connsiteX17-35289" fmla="*/ 169039 w 1508539"/>
              <a:gd name="connsiteY17-35290" fmla="*/ 6553006 h 6858000"/>
              <a:gd name="connsiteX18-35291" fmla="*/ 173735 w 1508539"/>
              <a:gd name="connsiteY18-35292" fmla="*/ 6514360 h 6858000"/>
              <a:gd name="connsiteX19-35293" fmla="*/ 215389 w 1508539"/>
              <a:gd name="connsiteY19-35294" fmla="*/ 6478062 h 6858000"/>
              <a:gd name="connsiteX20-35295" fmla="*/ 226078 w 1508539"/>
              <a:gd name="connsiteY20-35296" fmla="*/ 6460325 h 6858000"/>
              <a:gd name="connsiteX21-35297" fmla="*/ 233311 w 1508539"/>
              <a:gd name="connsiteY21-35298" fmla="*/ 6451488 h 6858000"/>
              <a:gd name="connsiteX22-35299" fmla="*/ 234746 w 1508539"/>
              <a:gd name="connsiteY22-35300" fmla="*/ 6451348 h 6858000"/>
              <a:gd name="connsiteX23-35301" fmla="*/ 239104 w 1508539"/>
              <a:gd name="connsiteY23-35302" fmla="*/ 6414240 h 6858000"/>
              <a:gd name="connsiteX24-35303" fmla="*/ 241980 w 1508539"/>
              <a:gd name="connsiteY24-35304" fmla="*/ 6410269 h 6858000"/>
              <a:gd name="connsiteX25-35305" fmla="*/ 241880 w 1508539"/>
              <a:gd name="connsiteY25-35306" fmla="*/ 6384857 h 6858000"/>
              <a:gd name="connsiteX26-35307" fmla="*/ 243397 w 1508539"/>
              <a:gd name="connsiteY26-35308" fmla="*/ 6372381 h 6858000"/>
              <a:gd name="connsiteX27-35309" fmla="*/ 240591 w 1508539"/>
              <a:gd name="connsiteY27-35310" fmla="*/ 6367510 h 6858000"/>
              <a:gd name="connsiteX28-35311" fmla="*/ 244471 w 1508539"/>
              <a:gd name="connsiteY28-35312" fmla="*/ 6349778 h 6858000"/>
              <a:gd name="connsiteX29-35313" fmla="*/ 246136 w 1508539"/>
              <a:gd name="connsiteY29-35314" fmla="*/ 6348250 h 6858000"/>
              <a:gd name="connsiteX30-35315" fmla="*/ 262170 w 1508539"/>
              <a:gd name="connsiteY30-35316" fmla="*/ 6281972 h 6858000"/>
              <a:gd name="connsiteX31-35317" fmla="*/ 272933 w 1508539"/>
              <a:gd name="connsiteY31-35318" fmla="*/ 6211940 h 6858000"/>
              <a:gd name="connsiteX32-35319" fmla="*/ 314428 w 1508539"/>
              <a:gd name="connsiteY32-35320" fmla="*/ 6113913 h 6858000"/>
              <a:gd name="connsiteX33-35321" fmla="*/ 318721 w 1508539"/>
              <a:gd name="connsiteY33-35322" fmla="*/ 6028119 h 6858000"/>
              <a:gd name="connsiteX34-35323" fmla="*/ 345501 w 1508539"/>
              <a:gd name="connsiteY34-35324" fmla="*/ 5934687 h 6858000"/>
              <a:gd name="connsiteX35-35325" fmla="*/ 379513 w 1508539"/>
              <a:gd name="connsiteY35-35326" fmla="*/ 5765594 h 6858000"/>
              <a:gd name="connsiteX36-35327" fmla="*/ 411349 w 1508539"/>
              <a:gd name="connsiteY36-35328" fmla="*/ 5693685 h 6858000"/>
              <a:gd name="connsiteX37-35329" fmla="*/ 431404 w 1508539"/>
              <a:gd name="connsiteY37-35330" fmla="*/ 5665173 h 6858000"/>
              <a:gd name="connsiteX38-35331" fmla="*/ 465121 w 1508539"/>
              <a:gd name="connsiteY38-35332" fmla="*/ 5563435 h 6858000"/>
              <a:gd name="connsiteX39-35333" fmla="*/ 494626 w 1508539"/>
              <a:gd name="connsiteY39-35334" fmla="*/ 5476393 h 6858000"/>
              <a:gd name="connsiteX40-35335" fmla="*/ 525819 w 1508539"/>
              <a:gd name="connsiteY40-35336" fmla="*/ 5396260 h 6858000"/>
              <a:gd name="connsiteX41-35337" fmla="*/ 541800 w 1508539"/>
              <a:gd name="connsiteY41-35338" fmla="*/ 5330009 h 6858000"/>
              <a:gd name="connsiteX42-35339" fmla="*/ 575293 w 1508539"/>
              <a:gd name="connsiteY42-35340" fmla="*/ 5273739 h 6858000"/>
              <a:gd name="connsiteX43-35341" fmla="*/ 584892 w 1508539"/>
              <a:gd name="connsiteY43-35342" fmla="*/ 5241779 h 6858000"/>
              <a:gd name="connsiteX44-35343" fmla="*/ 596118 w 1508539"/>
              <a:gd name="connsiteY44-35344" fmla="*/ 5225268 h 6858000"/>
              <a:gd name="connsiteX45-35345" fmla="*/ 597138 w 1508539"/>
              <a:gd name="connsiteY45-35346" fmla="*/ 5217684 h 6858000"/>
              <a:gd name="connsiteX46-35347" fmla="*/ 604479 w 1508539"/>
              <a:gd name="connsiteY46-35348" fmla="*/ 5193377 h 6858000"/>
              <a:gd name="connsiteX47-35349" fmla="*/ 607782 w 1508539"/>
              <a:gd name="connsiteY47-35350" fmla="*/ 5179288 h 6858000"/>
              <a:gd name="connsiteX48-35351" fmla="*/ 608766 w 1508539"/>
              <a:gd name="connsiteY48-35352" fmla="*/ 5173621 h 6858000"/>
              <a:gd name="connsiteX49-35353" fmla="*/ 604400 w 1508539"/>
              <a:gd name="connsiteY49-35354" fmla="*/ 5159961 h 6858000"/>
              <a:gd name="connsiteX50-35355" fmla="*/ 611077 w 1508539"/>
              <a:gd name="connsiteY50-35356" fmla="*/ 5144295 h 6858000"/>
              <a:gd name="connsiteX51-35357" fmla="*/ 608010 w 1508539"/>
              <a:gd name="connsiteY51-35358" fmla="*/ 5125185 h 6858000"/>
              <a:gd name="connsiteX52-35359" fmla="*/ 614840 w 1508539"/>
              <a:gd name="connsiteY52-35360" fmla="*/ 5121884 h 6858000"/>
              <a:gd name="connsiteX53-35361" fmla="*/ 621876 w 1508539"/>
              <a:gd name="connsiteY53-35362" fmla="*/ 5067850 h 6858000"/>
              <a:gd name="connsiteX54-35363" fmla="*/ 624607 w 1508539"/>
              <a:gd name="connsiteY54-35364" fmla="*/ 5060861 h 6858000"/>
              <a:gd name="connsiteX55-35365" fmla="*/ 621311 w 1508539"/>
              <a:gd name="connsiteY55-35366" fmla="*/ 5034192 h 6858000"/>
              <a:gd name="connsiteX56-35367" fmla="*/ 622865 w 1508539"/>
              <a:gd name="connsiteY56-35368" fmla="*/ 4993030 h 6858000"/>
              <a:gd name="connsiteX57-35369" fmla="*/ 629774 w 1508539"/>
              <a:gd name="connsiteY57-35370" fmla="*/ 4946844 h 6858000"/>
              <a:gd name="connsiteX58-35371" fmla="*/ 625630 w 1508539"/>
              <a:gd name="connsiteY58-35372" fmla="*/ 4932692 h 6858000"/>
              <a:gd name="connsiteX59-35373" fmla="*/ 641033 w 1508539"/>
              <a:gd name="connsiteY59-35374" fmla="*/ 4858827 h 6858000"/>
              <a:gd name="connsiteX60-35375" fmla="*/ 635187 w 1508539"/>
              <a:gd name="connsiteY60-35376" fmla="*/ 4801535 h 6858000"/>
              <a:gd name="connsiteX61-35377" fmla="*/ 642856 w 1508539"/>
              <a:gd name="connsiteY61-35378" fmla="*/ 4797794 h 6858000"/>
              <a:gd name="connsiteX62-35379" fmla="*/ 644150 w 1508539"/>
              <a:gd name="connsiteY62-35380" fmla="*/ 4784526 h 6858000"/>
              <a:gd name="connsiteX63-35381" fmla="*/ 645934 w 1508539"/>
              <a:gd name="connsiteY63-35382" fmla="*/ 4781211 h 6858000"/>
              <a:gd name="connsiteX64-35383" fmla="*/ 654721 w 1508539"/>
              <a:gd name="connsiteY64-35384" fmla="*/ 4761984 h 6858000"/>
              <a:gd name="connsiteX65-35385" fmla="*/ 650769 w 1508539"/>
              <a:gd name="connsiteY65-35386" fmla="*/ 4690749 h 6858000"/>
              <a:gd name="connsiteX66-35387" fmla="*/ 646249 w 1508539"/>
              <a:gd name="connsiteY66-35388" fmla="*/ 4584173 h 6858000"/>
              <a:gd name="connsiteX67-35389" fmla="*/ 641332 w 1508539"/>
              <a:gd name="connsiteY67-35390" fmla="*/ 4444346 h 6858000"/>
              <a:gd name="connsiteX68-35391" fmla="*/ 637897 w 1508539"/>
              <a:gd name="connsiteY68-35392" fmla="*/ 4375228 h 6858000"/>
              <a:gd name="connsiteX69-35393" fmla="*/ 618550 w 1508539"/>
              <a:gd name="connsiteY69-35394" fmla="*/ 4214165 h 6858000"/>
              <a:gd name="connsiteX70-35395" fmla="*/ 622623 w 1508539"/>
              <a:gd name="connsiteY70-35396" fmla="*/ 4090296 h 6858000"/>
              <a:gd name="connsiteX71-35397" fmla="*/ 607879 w 1508539"/>
              <a:gd name="connsiteY71-35398" fmla="*/ 4033999 h 6858000"/>
              <a:gd name="connsiteX72-35399" fmla="*/ 609028 w 1508539"/>
              <a:gd name="connsiteY72-35400" fmla="*/ 4031933 h 6858000"/>
              <a:gd name="connsiteX73-35401" fmla="*/ 607604 w 1508539"/>
              <a:gd name="connsiteY73-35402" fmla="*/ 4013953 h 6858000"/>
              <a:gd name="connsiteX74-35403" fmla="*/ 593899 w 1508539"/>
              <a:gd name="connsiteY74-35404" fmla="*/ 3974753 h 6858000"/>
              <a:gd name="connsiteX75-35405" fmla="*/ 595497 w 1508539"/>
              <a:gd name="connsiteY75-35406" fmla="*/ 3969950 h 6858000"/>
              <a:gd name="connsiteX76-35407" fmla="*/ 588919 w 1508539"/>
              <a:gd name="connsiteY76-35408" fmla="*/ 3933779 h 6858000"/>
              <a:gd name="connsiteX77-35409" fmla="*/ 590250 w 1508539"/>
              <a:gd name="connsiteY77-35410" fmla="*/ 3933093 h 6858000"/>
              <a:gd name="connsiteX78-35411" fmla="*/ 594604 w 1508539"/>
              <a:gd name="connsiteY78-35412" fmla="*/ 3922082 h 6858000"/>
              <a:gd name="connsiteX79-35413" fmla="*/ 599682 w 1508539"/>
              <a:gd name="connsiteY79-35414" fmla="*/ 3901461 h 6858000"/>
              <a:gd name="connsiteX80-35415" fmla="*/ 622276 w 1508539"/>
              <a:gd name="connsiteY80-35416" fmla="*/ 3813873 h 6858000"/>
              <a:gd name="connsiteX81-35417" fmla="*/ 621701 w 1508539"/>
              <a:gd name="connsiteY81-35418" fmla="*/ 3806161 h 6858000"/>
              <a:gd name="connsiteX82-35419" fmla="*/ 622008 w 1508539"/>
              <a:gd name="connsiteY82-35420" fmla="*/ 3805957 h 6858000"/>
              <a:gd name="connsiteX83-35421" fmla="*/ 622035 w 1508539"/>
              <a:gd name="connsiteY83-35422" fmla="*/ 3797724 h 6858000"/>
              <a:gd name="connsiteX84-35423" fmla="*/ 620650 w 1508539"/>
              <a:gd name="connsiteY84-35424" fmla="*/ 3792098 h 6858000"/>
              <a:gd name="connsiteX85-35425" fmla="*/ 619534 w 1508539"/>
              <a:gd name="connsiteY85-35426" fmla="*/ 3777135 h 6858000"/>
              <a:gd name="connsiteX86-35427" fmla="*/ 621267 w 1508539"/>
              <a:gd name="connsiteY86-35428" fmla="*/ 3771656 h 6858000"/>
              <a:gd name="connsiteX87-35429" fmla="*/ 625010 w 1508539"/>
              <a:gd name="connsiteY87-35430" fmla="*/ 3769007 h 6858000"/>
              <a:gd name="connsiteX88-35431" fmla="*/ 624476 w 1508539"/>
              <a:gd name="connsiteY88-35432" fmla="*/ 3767709 h 6858000"/>
              <a:gd name="connsiteX89-35433" fmla="*/ 633172 w 1508539"/>
              <a:gd name="connsiteY89-35434" fmla="*/ 3738082 h 6858000"/>
              <a:gd name="connsiteX90-35435" fmla="*/ 640518 w 1508539"/>
              <a:gd name="connsiteY90-35436" fmla="*/ 3673397 h 6858000"/>
              <a:gd name="connsiteX91-35437" fmla="*/ 639814 w 1508539"/>
              <a:gd name="connsiteY91-35438" fmla="*/ 3637109 h 6858000"/>
              <a:gd name="connsiteX92-35439" fmla="*/ 643257 w 1508539"/>
              <a:gd name="connsiteY92-35440" fmla="*/ 3536883 h 6858000"/>
              <a:gd name="connsiteX93-35441" fmla="*/ 650795 w 1508539"/>
              <a:gd name="connsiteY93-35442" fmla="*/ 3435652 h 6858000"/>
              <a:gd name="connsiteX94-35443" fmla="*/ 652466 w 1508539"/>
              <a:gd name="connsiteY94-35444" fmla="*/ 3307769 h 6858000"/>
              <a:gd name="connsiteX95-35445" fmla="*/ 670029 w 1508539"/>
              <a:gd name="connsiteY95-35446" fmla="*/ 3250522 h 6858000"/>
              <a:gd name="connsiteX96-35447" fmla="*/ 670454 w 1508539"/>
              <a:gd name="connsiteY96-35448" fmla="*/ 3229163 h 6858000"/>
              <a:gd name="connsiteX97-35449" fmla="*/ 672277 w 1508539"/>
              <a:gd name="connsiteY97-35450" fmla="*/ 3217217 h 6858000"/>
              <a:gd name="connsiteX98-35451" fmla="*/ 659112 w 1508539"/>
              <a:gd name="connsiteY98-35452" fmla="*/ 3183755 h 6858000"/>
              <a:gd name="connsiteX99-35453" fmla="*/ 659613 w 1508539"/>
              <a:gd name="connsiteY99-35454" fmla="*/ 3178642 h 6858000"/>
              <a:gd name="connsiteX100-35455" fmla="*/ 647213 w 1508539"/>
              <a:gd name="connsiteY100-35456" fmla="*/ 3158586 h 6858000"/>
              <a:gd name="connsiteX101-35457" fmla="*/ 632398 w 1508539"/>
              <a:gd name="connsiteY101-35458" fmla="*/ 3129034 h 6858000"/>
              <a:gd name="connsiteX102-35459" fmla="*/ 633063 w 1508539"/>
              <a:gd name="connsiteY102-35460" fmla="*/ 3126682 h 6858000"/>
              <a:gd name="connsiteX103-35461" fmla="*/ 623931 w 1508539"/>
              <a:gd name="connsiteY103-35462" fmla="*/ 3114519 h 6858000"/>
              <a:gd name="connsiteX104-35463" fmla="*/ 610540 w 1508539"/>
              <a:gd name="connsiteY104-35464" fmla="*/ 3106272 h 6858000"/>
              <a:gd name="connsiteX105-35465" fmla="*/ 583270 w 1508539"/>
              <a:gd name="connsiteY105-35466" fmla="*/ 2958185 h 6858000"/>
              <a:gd name="connsiteX106-35467" fmla="*/ 525884 w 1508539"/>
              <a:gd name="connsiteY106-35468" fmla="*/ 2762989 h 6858000"/>
              <a:gd name="connsiteX107-35469" fmla="*/ 474802 w 1508539"/>
              <a:gd name="connsiteY107-35470" fmla="*/ 2554718 h 6858000"/>
              <a:gd name="connsiteX108-35471" fmla="*/ 454896 w 1508539"/>
              <a:gd name="connsiteY108-35472" fmla="*/ 2485734 h 6858000"/>
              <a:gd name="connsiteX109-35473" fmla="*/ 445619 w 1508539"/>
              <a:gd name="connsiteY109-35474" fmla="*/ 2447068 h 6858000"/>
              <a:gd name="connsiteX110-35475" fmla="*/ 432580 w 1508539"/>
              <a:gd name="connsiteY110-35476" fmla="*/ 2425819 h 6858000"/>
              <a:gd name="connsiteX111-35477" fmla="*/ 438579 w 1508539"/>
              <a:gd name="connsiteY111-35478" fmla="*/ 2402874 h 6858000"/>
              <a:gd name="connsiteX112-35479" fmla="*/ 441191 w 1508539"/>
              <a:gd name="connsiteY112-35480" fmla="*/ 2381443 h 6858000"/>
              <a:gd name="connsiteX113-35481" fmla="*/ 417520 w 1508539"/>
              <a:gd name="connsiteY113-35482" fmla="*/ 2261920 h 6858000"/>
              <a:gd name="connsiteX114-35483" fmla="*/ 407407 w 1508539"/>
              <a:gd name="connsiteY114-35484" fmla="*/ 2195378 h 6858000"/>
              <a:gd name="connsiteX115-35485" fmla="*/ 391624 w 1508539"/>
              <a:gd name="connsiteY115-35486" fmla="*/ 2155135 h 6858000"/>
              <a:gd name="connsiteX116-35487" fmla="*/ 389082 w 1508539"/>
              <a:gd name="connsiteY116-35488" fmla="*/ 2118008 h 6858000"/>
              <a:gd name="connsiteX117-35489" fmla="*/ 390075 w 1508539"/>
              <a:gd name="connsiteY117-35490" fmla="*/ 2050531 h 6858000"/>
              <a:gd name="connsiteX118-35491" fmla="*/ 381881 w 1508539"/>
              <a:gd name="connsiteY118-35492" fmla="*/ 1963269 h 6858000"/>
              <a:gd name="connsiteX119-35493" fmla="*/ 363059 w 1508539"/>
              <a:gd name="connsiteY119-35494" fmla="*/ 1906352 h 6858000"/>
              <a:gd name="connsiteX120-35495" fmla="*/ 339616 w 1508539"/>
              <a:gd name="connsiteY120-35496" fmla="*/ 1861531 h 6858000"/>
              <a:gd name="connsiteX121-35497" fmla="*/ 293415 w 1508539"/>
              <a:gd name="connsiteY121-35498" fmla="*/ 1732919 h 6858000"/>
              <a:gd name="connsiteX122-35499" fmla="*/ 265726 w 1508539"/>
              <a:gd name="connsiteY122-35500" fmla="*/ 1663540 h 6858000"/>
              <a:gd name="connsiteX123-35501" fmla="*/ 264852 w 1508539"/>
              <a:gd name="connsiteY123-35502" fmla="*/ 1615777 h 6858000"/>
              <a:gd name="connsiteX124-35503" fmla="*/ 245647 w 1508539"/>
              <a:gd name="connsiteY124-35504" fmla="*/ 1563678 h 6858000"/>
              <a:gd name="connsiteX125-35505" fmla="*/ 258727 w 1508539"/>
              <a:gd name="connsiteY125-35506" fmla="*/ 1519474 h 6858000"/>
              <a:gd name="connsiteX126-35507" fmla="*/ 251469 w 1508539"/>
              <a:gd name="connsiteY126-35508" fmla="*/ 1477995 h 6858000"/>
              <a:gd name="connsiteX127-35509" fmla="*/ 237554 w 1508539"/>
              <a:gd name="connsiteY127-35510" fmla="*/ 1373769 h 6858000"/>
              <a:gd name="connsiteX128-35511" fmla="*/ 245861 w 1508539"/>
              <a:gd name="connsiteY128-35512" fmla="*/ 1307086 h 6858000"/>
              <a:gd name="connsiteX129-35513" fmla="*/ 247049 w 1508539"/>
              <a:gd name="connsiteY129-35514" fmla="*/ 1189033 h 6858000"/>
              <a:gd name="connsiteX130-35515" fmla="*/ 251734 w 1508539"/>
              <a:gd name="connsiteY130-35516" fmla="*/ 1168288 h 6858000"/>
              <a:gd name="connsiteX131-35517" fmla="*/ 244016 w 1508539"/>
              <a:gd name="connsiteY131-35518" fmla="*/ 1142577 h 6858000"/>
              <a:gd name="connsiteX132-35519" fmla="*/ 233322 w 1508539"/>
              <a:gd name="connsiteY132-35520" fmla="*/ 1088484 h 6858000"/>
              <a:gd name="connsiteX133-35521" fmla="*/ 222058 w 1508539"/>
              <a:gd name="connsiteY133-35522" fmla="*/ 1016103 h 6858000"/>
              <a:gd name="connsiteX134-35523" fmla="*/ 223514 w 1508539"/>
              <a:gd name="connsiteY134-35524" fmla="*/ 932283 h 6858000"/>
              <a:gd name="connsiteX135-35525" fmla="*/ 225750 w 1508539"/>
              <a:gd name="connsiteY135-35526" fmla="*/ 915925 h 6858000"/>
              <a:gd name="connsiteX136-35527" fmla="*/ 218379 w 1508539"/>
              <a:gd name="connsiteY136-35528" fmla="*/ 896999 h 6858000"/>
              <a:gd name="connsiteX137-35529" fmla="*/ 187787 w 1508539"/>
              <a:gd name="connsiteY137-35530" fmla="*/ 821517 h 6858000"/>
              <a:gd name="connsiteX138-35531" fmla="*/ 166737 w 1508539"/>
              <a:gd name="connsiteY138-35532" fmla="*/ 751353 h 6858000"/>
              <a:gd name="connsiteX139-35533" fmla="*/ 166295 w 1508539"/>
              <a:gd name="connsiteY139-35534" fmla="*/ 721230 h 6858000"/>
              <a:gd name="connsiteX140-35535" fmla="*/ 151966 w 1508539"/>
              <a:gd name="connsiteY140-35536" fmla="*/ 681659 h 6858000"/>
              <a:gd name="connsiteX141-35537" fmla="*/ 137385 w 1508539"/>
              <a:gd name="connsiteY141-35538" fmla="*/ 635218 h 6858000"/>
              <a:gd name="connsiteX142-35539" fmla="*/ 142396 w 1508539"/>
              <a:gd name="connsiteY142-35540" fmla="*/ 613763 h 6858000"/>
              <a:gd name="connsiteX143-35541" fmla="*/ 128338 w 1508539"/>
              <a:gd name="connsiteY143-35542" fmla="*/ 598582 h 6858000"/>
              <a:gd name="connsiteX144-35543" fmla="*/ 128019 w 1508539"/>
              <a:gd name="connsiteY144-35544" fmla="*/ 576846 h 6858000"/>
              <a:gd name="connsiteX145-35545" fmla="*/ 107645 w 1508539"/>
              <a:gd name="connsiteY145-35546" fmla="*/ 530055 h 6858000"/>
              <a:gd name="connsiteX146-35547" fmla="*/ 98081 w 1508539"/>
              <a:gd name="connsiteY146-35548" fmla="*/ 448559 h 6858000"/>
              <a:gd name="connsiteX147-35549" fmla="*/ 104503 w 1508539"/>
              <a:gd name="connsiteY147-35550" fmla="*/ 441529 h 6858000"/>
              <a:gd name="connsiteX148-35551" fmla="*/ 103724 w 1508539"/>
              <a:gd name="connsiteY148-35552" fmla="*/ 428927 h 6858000"/>
              <a:gd name="connsiteX149-35553" fmla="*/ 90191 w 1508539"/>
              <a:gd name="connsiteY149-35554" fmla="*/ 404917 h 6858000"/>
              <a:gd name="connsiteX150-35555" fmla="*/ 70148 w 1508539"/>
              <a:gd name="connsiteY150-35556" fmla="*/ 367211 h 6858000"/>
              <a:gd name="connsiteX151-35557" fmla="*/ 36452 w 1508539"/>
              <a:gd name="connsiteY151-35558" fmla="*/ 268519 h 6858000"/>
              <a:gd name="connsiteX152-35559" fmla="*/ 23935 w 1508539"/>
              <a:gd name="connsiteY152-35560" fmla="*/ 160886 h 6858000"/>
              <a:gd name="connsiteX153-35561" fmla="*/ 19312 w 1508539"/>
              <a:gd name="connsiteY153-35562" fmla="*/ 47336 h 6858000"/>
              <a:gd name="connsiteX154-35563" fmla="*/ 0 w 1508539"/>
              <a:gd name="connsiteY154-35564" fmla="*/ 0 h 6858000"/>
              <a:gd name="connsiteX0-35565" fmla="*/ 0 w 1508539"/>
              <a:gd name="connsiteY0-35566" fmla="*/ 0 h 6858000"/>
              <a:gd name="connsiteX1-35567" fmla="*/ 1508539 w 1508539"/>
              <a:gd name="connsiteY1-35568" fmla="*/ 0 h 6858000"/>
              <a:gd name="connsiteX2-35569" fmla="*/ 1508539 w 1508539"/>
              <a:gd name="connsiteY2-35570" fmla="*/ 6858000 h 6858000"/>
              <a:gd name="connsiteX3-35571" fmla="*/ 57174 w 1508539"/>
              <a:gd name="connsiteY3-35572" fmla="*/ 6858000 h 6858000"/>
              <a:gd name="connsiteX4-35573" fmla="*/ 57315 w 1508539"/>
              <a:gd name="connsiteY4-35574" fmla="*/ 6857735 h 6858000"/>
              <a:gd name="connsiteX5-35575" fmla="*/ 69364 w 1508539"/>
              <a:gd name="connsiteY5-35576" fmla="*/ 6809549 h 6858000"/>
              <a:gd name="connsiteX6-35577" fmla="*/ 101575 w 1508539"/>
              <a:gd name="connsiteY6-35578" fmla="*/ 6715115 h 6858000"/>
              <a:gd name="connsiteX7-35579" fmla="*/ 111426 w 1508539"/>
              <a:gd name="connsiteY7-35580" fmla="*/ 6680170 h 6858000"/>
              <a:gd name="connsiteX8-35581" fmla="*/ 136976 w 1508539"/>
              <a:gd name="connsiteY8-35582" fmla="*/ 6621207 h 6858000"/>
              <a:gd name="connsiteX9-35583" fmla="*/ 153633 w 1508539"/>
              <a:gd name="connsiteY9-35584" fmla="*/ 6596265 h 6858000"/>
              <a:gd name="connsiteX10-35585" fmla="*/ 153512 w 1508539"/>
              <a:gd name="connsiteY10-35586" fmla="*/ 6594818 h 6858000"/>
              <a:gd name="connsiteX11-35587" fmla="*/ 157757 w 1508539"/>
              <a:gd name="connsiteY11-35588" fmla="*/ 6593735 h 6858000"/>
              <a:gd name="connsiteX12-35589" fmla="*/ 160954 w 1508539"/>
              <a:gd name="connsiteY12-35590" fmla="*/ 6589172 h 6858000"/>
              <a:gd name="connsiteX13-35591" fmla="*/ 164248 w 1508539"/>
              <a:gd name="connsiteY13-35592" fmla="*/ 6574442 h 6858000"/>
              <a:gd name="connsiteX14-35593" fmla="*/ 164588 w 1508539"/>
              <a:gd name="connsiteY14-35594" fmla="*/ 6568530 h 6858000"/>
              <a:gd name="connsiteX15-35595" fmla="*/ 166997 w 1508539"/>
              <a:gd name="connsiteY15-35596" fmla="*/ 6560674 h 6858000"/>
              <a:gd name="connsiteX16-35597" fmla="*/ 167342 w 1508539"/>
              <a:gd name="connsiteY16-35598" fmla="*/ 6560598 h 6858000"/>
              <a:gd name="connsiteX17-35599" fmla="*/ 169039 w 1508539"/>
              <a:gd name="connsiteY17-35600" fmla="*/ 6553006 h 6858000"/>
              <a:gd name="connsiteX18-35601" fmla="*/ 173735 w 1508539"/>
              <a:gd name="connsiteY18-35602" fmla="*/ 6514360 h 6858000"/>
              <a:gd name="connsiteX19-35603" fmla="*/ 215389 w 1508539"/>
              <a:gd name="connsiteY19-35604" fmla="*/ 6478062 h 6858000"/>
              <a:gd name="connsiteX20-35605" fmla="*/ 226078 w 1508539"/>
              <a:gd name="connsiteY20-35606" fmla="*/ 6460325 h 6858000"/>
              <a:gd name="connsiteX21-35607" fmla="*/ 233311 w 1508539"/>
              <a:gd name="connsiteY21-35608" fmla="*/ 6451488 h 6858000"/>
              <a:gd name="connsiteX22-35609" fmla="*/ 234746 w 1508539"/>
              <a:gd name="connsiteY22-35610" fmla="*/ 6451348 h 6858000"/>
              <a:gd name="connsiteX23-35611" fmla="*/ 239104 w 1508539"/>
              <a:gd name="connsiteY23-35612" fmla="*/ 6414240 h 6858000"/>
              <a:gd name="connsiteX24-35613" fmla="*/ 241980 w 1508539"/>
              <a:gd name="connsiteY24-35614" fmla="*/ 6410269 h 6858000"/>
              <a:gd name="connsiteX25-35615" fmla="*/ 241880 w 1508539"/>
              <a:gd name="connsiteY25-35616" fmla="*/ 6384857 h 6858000"/>
              <a:gd name="connsiteX26-35617" fmla="*/ 243397 w 1508539"/>
              <a:gd name="connsiteY26-35618" fmla="*/ 6372381 h 6858000"/>
              <a:gd name="connsiteX27-35619" fmla="*/ 240591 w 1508539"/>
              <a:gd name="connsiteY27-35620" fmla="*/ 6367510 h 6858000"/>
              <a:gd name="connsiteX28-35621" fmla="*/ 244471 w 1508539"/>
              <a:gd name="connsiteY28-35622" fmla="*/ 6349778 h 6858000"/>
              <a:gd name="connsiteX29-35623" fmla="*/ 246136 w 1508539"/>
              <a:gd name="connsiteY29-35624" fmla="*/ 6348250 h 6858000"/>
              <a:gd name="connsiteX30-35625" fmla="*/ 262170 w 1508539"/>
              <a:gd name="connsiteY30-35626" fmla="*/ 6281972 h 6858000"/>
              <a:gd name="connsiteX31-35627" fmla="*/ 272933 w 1508539"/>
              <a:gd name="connsiteY31-35628" fmla="*/ 6211940 h 6858000"/>
              <a:gd name="connsiteX32-35629" fmla="*/ 314428 w 1508539"/>
              <a:gd name="connsiteY32-35630" fmla="*/ 6113913 h 6858000"/>
              <a:gd name="connsiteX33-35631" fmla="*/ 318721 w 1508539"/>
              <a:gd name="connsiteY33-35632" fmla="*/ 6028119 h 6858000"/>
              <a:gd name="connsiteX34-35633" fmla="*/ 345501 w 1508539"/>
              <a:gd name="connsiteY34-35634" fmla="*/ 5934687 h 6858000"/>
              <a:gd name="connsiteX35-35635" fmla="*/ 379513 w 1508539"/>
              <a:gd name="connsiteY35-35636" fmla="*/ 5765594 h 6858000"/>
              <a:gd name="connsiteX36-35637" fmla="*/ 411349 w 1508539"/>
              <a:gd name="connsiteY36-35638" fmla="*/ 5693685 h 6858000"/>
              <a:gd name="connsiteX37-35639" fmla="*/ 431404 w 1508539"/>
              <a:gd name="connsiteY37-35640" fmla="*/ 5665173 h 6858000"/>
              <a:gd name="connsiteX38-35641" fmla="*/ 465121 w 1508539"/>
              <a:gd name="connsiteY38-35642" fmla="*/ 5563435 h 6858000"/>
              <a:gd name="connsiteX39-35643" fmla="*/ 494626 w 1508539"/>
              <a:gd name="connsiteY39-35644" fmla="*/ 5476393 h 6858000"/>
              <a:gd name="connsiteX40-35645" fmla="*/ 525819 w 1508539"/>
              <a:gd name="connsiteY40-35646" fmla="*/ 5396260 h 6858000"/>
              <a:gd name="connsiteX41-35647" fmla="*/ 541800 w 1508539"/>
              <a:gd name="connsiteY41-35648" fmla="*/ 5330009 h 6858000"/>
              <a:gd name="connsiteX42-35649" fmla="*/ 575293 w 1508539"/>
              <a:gd name="connsiteY42-35650" fmla="*/ 5273739 h 6858000"/>
              <a:gd name="connsiteX43-35651" fmla="*/ 584892 w 1508539"/>
              <a:gd name="connsiteY43-35652" fmla="*/ 5241779 h 6858000"/>
              <a:gd name="connsiteX44-35653" fmla="*/ 596118 w 1508539"/>
              <a:gd name="connsiteY44-35654" fmla="*/ 5225268 h 6858000"/>
              <a:gd name="connsiteX45-35655" fmla="*/ 597138 w 1508539"/>
              <a:gd name="connsiteY45-35656" fmla="*/ 5217684 h 6858000"/>
              <a:gd name="connsiteX46-35657" fmla="*/ 604479 w 1508539"/>
              <a:gd name="connsiteY46-35658" fmla="*/ 5193377 h 6858000"/>
              <a:gd name="connsiteX47-35659" fmla="*/ 607782 w 1508539"/>
              <a:gd name="connsiteY47-35660" fmla="*/ 5179288 h 6858000"/>
              <a:gd name="connsiteX48-35661" fmla="*/ 608766 w 1508539"/>
              <a:gd name="connsiteY48-35662" fmla="*/ 5173621 h 6858000"/>
              <a:gd name="connsiteX49-35663" fmla="*/ 604400 w 1508539"/>
              <a:gd name="connsiteY49-35664" fmla="*/ 5159961 h 6858000"/>
              <a:gd name="connsiteX50-35665" fmla="*/ 611077 w 1508539"/>
              <a:gd name="connsiteY50-35666" fmla="*/ 5144295 h 6858000"/>
              <a:gd name="connsiteX51-35667" fmla="*/ 608010 w 1508539"/>
              <a:gd name="connsiteY51-35668" fmla="*/ 5125185 h 6858000"/>
              <a:gd name="connsiteX52-35669" fmla="*/ 614840 w 1508539"/>
              <a:gd name="connsiteY52-35670" fmla="*/ 5121884 h 6858000"/>
              <a:gd name="connsiteX53-35671" fmla="*/ 621876 w 1508539"/>
              <a:gd name="connsiteY53-35672" fmla="*/ 5067850 h 6858000"/>
              <a:gd name="connsiteX54-35673" fmla="*/ 624607 w 1508539"/>
              <a:gd name="connsiteY54-35674" fmla="*/ 5060861 h 6858000"/>
              <a:gd name="connsiteX55-35675" fmla="*/ 621311 w 1508539"/>
              <a:gd name="connsiteY55-35676" fmla="*/ 5034192 h 6858000"/>
              <a:gd name="connsiteX56-35677" fmla="*/ 622865 w 1508539"/>
              <a:gd name="connsiteY56-35678" fmla="*/ 4993030 h 6858000"/>
              <a:gd name="connsiteX57-35679" fmla="*/ 629774 w 1508539"/>
              <a:gd name="connsiteY57-35680" fmla="*/ 4946844 h 6858000"/>
              <a:gd name="connsiteX58-35681" fmla="*/ 625630 w 1508539"/>
              <a:gd name="connsiteY58-35682" fmla="*/ 4932692 h 6858000"/>
              <a:gd name="connsiteX59-35683" fmla="*/ 641033 w 1508539"/>
              <a:gd name="connsiteY59-35684" fmla="*/ 4858827 h 6858000"/>
              <a:gd name="connsiteX60-35685" fmla="*/ 635187 w 1508539"/>
              <a:gd name="connsiteY60-35686" fmla="*/ 4801535 h 6858000"/>
              <a:gd name="connsiteX61-35687" fmla="*/ 642856 w 1508539"/>
              <a:gd name="connsiteY61-35688" fmla="*/ 4797794 h 6858000"/>
              <a:gd name="connsiteX62-35689" fmla="*/ 644150 w 1508539"/>
              <a:gd name="connsiteY62-35690" fmla="*/ 4784526 h 6858000"/>
              <a:gd name="connsiteX63-35691" fmla="*/ 645934 w 1508539"/>
              <a:gd name="connsiteY63-35692" fmla="*/ 4781211 h 6858000"/>
              <a:gd name="connsiteX64-35693" fmla="*/ 654721 w 1508539"/>
              <a:gd name="connsiteY64-35694" fmla="*/ 4761984 h 6858000"/>
              <a:gd name="connsiteX65-35695" fmla="*/ 650769 w 1508539"/>
              <a:gd name="connsiteY65-35696" fmla="*/ 4690749 h 6858000"/>
              <a:gd name="connsiteX66-35697" fmla="*/ 646249 w 1508539"/>
              <a:gd name="connsiteY66-35698" fmla="*/ 4584173 h 6858000"/>
              <a:gd name="connsiteX67-35699" fmla="*/ 641332 w 1508539"/>
              <a:gd name="connsiteY67-35700" fmla="*/ 4444346 h 6858000"/>
              <a:gd name="connsiteX68-35701" fmla="*/ 637897 w 1508539"/>
              <a:gd name="connsiteY68-35702" fmla="*/ 4375228 h 6858000"/>
              <a:gd name="connsiteX69-35703" fmla="*/ 618550 w 1508539"/>
              <a:gd name="connsiteY69-35704" fmla="*/ 4214165 h 6858000"/>
              <a:gd name="connsiteX70-35705" fmla="*/ 622623 w 1508539"/>
              <a:gd name="connsiteY70-35706" fmla="*/ 4090296 h 6858000"/>
              <a:gd name="connsiteX71-35707" fmla="*/ 607879 w 1508539"/>
              <a:gd name="connsiteY71-35708" fmla="*/ 4033999 h 6858000"/>
              <a:gd name="connsiteX72-35709" fmla="*/ 609028 w 1508539"/>
              <a:gd name="connsiteY72-35710" fmla="*/ 4031933 h 6858000"/>
              <a:gd name="connsiteX73-35711" fmla="*/ 607604 w 1508539"/>
              <a:gd name="connsiteY73-35712" fmla="*/ 4013953 h 6858000"/>
              <a:gd name="connsiteX74-35713" fmla="*/ 593899 w 1508539"/>
              <a:gd name="connsiteY74-35714" fmla="*/ 3974753 h 6858000"/>
              <a:gd name="connsiteX75-35715" fmla="*/ 595497 w 1508539"/>
              <a:gd name="connsiteY75-35716" fmla="*/ 3969950 h 6858000"/>
              <a:gd name="connsiteX76-35717" fmla="*/ 588919 w 1508539"/>
              <a:gd name="connsiteY76-35718" fmla="*/ 3933779 h 6858000"/>
              <a:gd name="connsiteX77-35719" fmla="*/ 590250 w 1508539"/>
              <a:gd name="connsiteY77-35720" fmla="*/ 3933093 h 6858000"/>
              <a:gd name="connsiteX78-35721" fmla="*/ 594604 w 1508539"/>
              <a:gd name="connsiteY78-35722" fmla="*/ 3922082 h 6858000"/>
              <a:gd name="connsiteX79-35723" fmla="*/ 599682 w 1508539"/>
              <a:gd name="connsiteY79-35724" fmla="*/ 3901461 h 6858000"/>
              <a:gd name="connsiteX80-35725" fmla="*/ 622276 w 1508539"/>
              <a:gd name="connsiteY80-35726" fmla="*/ 3813873 h 6858000"/>
              <a:gd name="connsiteX81-35727" fmla="*/ 621701 w 1508539"/>
              <a:gd name="connsiteY81-35728" fmla="*/ 3806161 h 6858000"/>
              <a:gd name="connsiteX82-35729" fmla="*/ 622008 w 1508539"/>
              <a:gd name="connsiteY82-35730" fmla="*/ 3805957 h 6858000"/>
              <a:gd name="connsiteX83-35731" fmla="*/ 622035 w 1508539"/>
              <a:gd name="connsiteY83-35732" fmla="*/ 3797724 h 6858000"/>
              <a:gd name="connsiteX84-35733" fmla="*/ 620650 w 1508539"/>
              <a:gd name="connsiteY84-35734" fmla="*/ 3792098 h 6858000"/>
              <a:gd name="connsiteX85-35735" fmla="*/ 619534 w 1508539"/>
              <a:gd name="connsiteY85-35736" fmla="*/ 3777135 h 6858000"/>
              <a:gd name="connsiteX86-35737" fmla="*/ 621267 w 1508539"/>
              <a:gd name="connsiteY86-35738" fmla="*/ 3771656 h 6858000"/>
              <a:gd name="connsiteX87-35739" fmla="*/ 625010 w 1508539"/>
              <a:gd name="connsiteY87-35740" fmla="*/ 3769007 h 6858000"/>
              <a:gd name="connsiteX88-35741" fmla="*/ 624476 w 1508539"/>
              <a:gd name="connsiteY88-35742" fmla="*/ 3767709 h 6858000"/>
              <a:gd name="connsiteX89-35743" fmla="*/ 633172 w 1508539"/>
              <a:gd name="connsiteY89-35744" fmla="*/ 3738082 h 6858000"/>
              <a:gd name="connsiteX90-35745" fmla="*/ 640518 w 1508539"/>
              <a:gd name="connsiteY90-35746" fmla="*/ 3673397 h 6858000"/>
              <a:gd name="connsiteX91-35747" fmla="*/ 639814 w 1508539"/>
              <a:gd name="connsiteY91-35748" fmla="*/ 3637109 h 6858000"/>
              <a:gd name="connsiteX92-35749" fmla="*/ 643257 w 1508539"/>
              <a:gd name="connsiteY92-35750" fmla="*/ 3536883 h 6858000"/>
              <a:gd name="connsiteX93-35751" fmla="*/ 650795 w 1508539"/>
              <a:gd name="connsiteY93-35752" fmla="*/ 3435652 h 6858000"/>
              <a:gd name="connsiteX94-35753" fmla="*/ 652466 w 1508539"/>
              <a:gd name="connsiteY94-35754" fmla="*/ 3307769 h 6858000"/>
              <a:gd name="connsiteX95-35755" fmla="*/ 670029 w 1508539"/>
              <a:gd name="connsiteY95-35756" fmla="*/ 3250522 h 6858000"/>
              <a:gd name="connsiteX96-35757" fmla="*/ 670454 w 1508539"/>
              <a:gd name="connsiteY96-35758" fmla="*/ 3229163 h 6858000"/>
              <a:gd name="connsiteX97-35759" fmla="*/ 672277 w 1508539"/>
              <a:gd name="connsiteY97-35760" fmla="*/ 3217217 h 6858000"/>
              <a:gd name="connsiteX98-35761" fmla="*/ 659112 w 1508539"/>
              <a:gd name="connsiteY98-35762" fmla="*/ 3183755 h 6858000"/>
              <a:gd name="connsiteX99-35763" fmla="*/ 659613 w 1508539"/>
              <a:gd name="connsiteY99-35764" fmla="*/ 3178642 h 6858000"/>
              <a:gd name="connsiteX100-35765" fmla="*/ 647213 w 1508539"/>
              <a:gd name="connsiteY100-35766" fmla="*/ 3158586 h 6858000"/>
              <a:gd name="connsiteX101-35767" fmla="*/ 632398 w 1508539"/>
              <a:gd name="connsiteY101-35768" fmla="*/ 3129034 h 6858000"/>
              <a:gd name="connsiteX102-35769" fmla="*/ 633063 w 1508539"/>
              <a:gd name="connsiteY102-35770" fmla="*/ 3126682 h 6858000"/>
              <a:gd name="connsiteX103-35771" fmla="*/ 623931 w 1508539"/>
              <a:gd name="connsiteY103-35772" fmla="*/ 3114519 h 6858000"/>
              <a:gd name="connsiteX104-35773" fmla="*/ 610540 w 1508539"/>
              <a:gd name="connsiteY104-35774" fmla="*/ 3106272 h 6858000"/>
              <a:gd name="connsiteX105-35775" fmla="*/ 583270 w 1508539"/>
              <a:gd name="connsiteY105-35776" fmla="*/ 2958185 h 6858000"/>
              <a:gd name="connsiteX106-35777" fmla="*/ 525884 w 1508539"/>
              <a:gd name="connsiteY106-35778" fmla="*/ 2762989 h 6858000"/>
              <a:gd name="connsiteX107-35779" fmla="*/ 474802 w 1508539"/>
              <a:gd name="connsiteY107-35780" fmla="*/ 2554718 h 6858000"/>
              <a:gd name="connsiteX108-35781" fmla="*/ 454896 w 1508539"/>
              <a:gd name="connsiteY108-35782" fmla="*/ 2485734 h 6858000"/>
              <a:gd name="connsiteX109-35783" fmla="*/ 445619 w 1508539"/>
              <a:gd name="connsiteY109-35784" fmla="*/ 2447068 h 6858000"/>
              <a:gd name="connsiteX110-35785" fmla="*/ 432580 w 1508539"/>
              <a:gd name="connsiteY110-35786" fmla="*/ 2425819 h 6858000"/>
              <a:gd name="connsiteX111-35787" fmla="*/ 438579 w 1508539"/>
              <a:gd name="connsiteY111-35788" fmla="*/ 2402874 h 6858000"/>
              <a:gd name="connsiteX112-35789" fmla="*/ 441191 w 1508539"/>
              <a:gd name="connsiteY112-35790" fmla="*/ 2381443 h 6858000"/>
              <a:gd name="connsiteX113-35791" fmla="*/ 417520 w 1508539"/>
              <a:gd name="connsiteY113-35792" fmla="*/ 2261920 h 6858000"/>
              <a:gd name="connsiteX114-35793" fmla="*/ 407407 w 1508539"/>
              <a:gd name="connsiteY114-35794" fmla="*/ 2195378 h 6858000"/>
              <a:gd name="connsiteX115-35795" fmla="*/ 391624 w 1508539"/>
              <a:gd name="connsiteY115-35796" fmla="*/ 2155135 h 6858000"/>
              <a:gd name="connsiteX116-35797" fmla="*/ 389082 w 1508539"/>
              <a:gd name="connsiteY116-35798" fmla="*/ 2118008 h 6858000"/>
              <a:gd name="connsiteX117-35799" fmla="*/ 390075 w 1508539"/>
              <a:gd name="connsiteY117-35800" fmla="*/ 2050531 h 6858000"/>
              <a:gd name="connsiteX118-35801" fmla="*/ 381881 w 1508539"/>
              <a:gd name="connsiteY118-35802" fmla="*/ 1963269 h 6858000"/>
              <a:gd name="connsiteX119-35803" fmla="*/ 363059 w 1508539"/>
              <a:gd name="connsiteY119-35804" fmla="*/ 1906352 h 6858000"/>
              <a:gd name="connsiteX120-35805" fmla="*/ 339616 w 1508539"/>
              <a:gd name="connsiteY120-35806" fmla="*/ 1861531 h 6858000"/>
              <a:gd name="connsiteX121-35807" fmla="*/ 293415 w 1508539"/>
              <a:gd name="connsiteY121-35808" fmla="*/ 1732919 h 6858000"/>
              <a:gd name="connsiteX122-35809" fmla="*/ 265726 w 1508539"/>
              <a:gd name="connsiteY122-35810" fmla="*/ 1663540 h 6858000"/>
              <a:gd name="connsiteX123-35811" fmla="*/ 264852 w 1508539"/>
              <a:gd name="connsiteY123-35812" fmla="*/ 1615777 h 6858000"/>
              <a:gd name="connsiteX124-35813" fmla="*/ 245647 w 1508539"/>
              <a:gd name="connsiteY124-35814" fmla="*/ 1563678 h 6858000"/>
              <a:gd name="connsiteX125-35815" fmla="*/ 258727 w 1508539"/>
              <a:gd name="connsiteY125-35816" fmla="*/ 1519474 h 6858000"/>
              <a:gd name="connsiteX126-35817" fmla="*/ 251469 w 1508539"/>
              <a:gd name="connsiteY126-35818" fmla="*/ 1477995 h 6858000"/>
              <a:gd name="connsiteX127-35819" fmla="*/ 237554 w 1508539"/>
              <a:gd name="connsiteY127-35820" fmla="*/ 1373769 h 6858000"/>
              <a:gd name="connsiteX128-35821" fmla="*/ 245861 w 1508539"/>
              <a:gd name="connsiteY128-35822" fmla="*/ 1307086 h 6858000"/>
              <a:gd name="connsiteX129-35823" fmla="*/ 247049 w 1508539"/>
              <a:gd name="connsiteY129-35824" fmla="*/ 1189033 h 6858000"/>
              <a:gd name="connsiteX130-35825" fmla="*/ 251734 w 1508539"/>
              <a:gd name="connsiteY130-35826" fmla="*/ 1168288 h 6858000"/>
              <a:gd name="connsiteX131-35827" fmla="*/ 244016 w 1508539"/>
              <a:gd name="connsiteY131-35828" fmla="*/ 1142577 h 6858000"/>
              <a:gd name="connsiteX132-35829" fmla="*/ 233322 w 1508539"/>
              <a:gd name="connsiteY132-35830" fmla="*/ 1088484 h 6858000"/>
              <a:gd name="connsiteX133-35831" fmla="*/ 222058 w 1508539"/>
              <a:gd name="connsiteY133-35832" fmla="*/ 1016103 h 6858000"/>
              <a:gd name="connsiteX134-35833" fmla="*/ 223514 w 1508539"/>
              <a:gd name="connsiteY134-35834" fmla="*/ 932283 h 6858000"/>
              <a:gd name="connsiteX135-35835" fmla="*/ 225750 w 1508539"/>
              <a:gd name="connsiteY135-35836" fmla="*/ 915925 h 6858000"/>
              <a:gd name="connsiteX136-35837" fmla="*/ 218379 w 1508539"/>
              <a:gd name="connsiteY136-35838" fmla="*/ 896999 h 6858000"/>
              <a:gd name="connsiteX137-35839" fmla="*/ 187787 w 1508539"/>
              <a:gd name="connsiteY137-35840" fmla="*/ 821517 h 6858000"/>
              <a:gd name="connsiteX138-35841" fmla="*/ 166737 w 1508539"/>
              <a:gd name="connsiteY138-35842" fmla="*/ 751353 h 6858000"/>
              <a:gd name="connsiteX139-35843" fmla="*/ 166295 w 1508539"/>
              <a:gd name="connsiteY139-35844" fmla="*/ 721230 h 6858000"/>
              <a:gd name="connsiteX140-35845" fmla="*/ 151966 w 1508539"/>
              <a:gd name="connsiteY140-35846" fmla="*/ 681659 h 6858000"/>
              <a:gd name="connsiteX141-35847" fmla="*/ 137385 w 1508539"/>
              <a:gd name="connsiteY141-35848" fmla="*/ 635218 h 6858000"/>
              <a:gd name="connsiteX142-35849" fmla="*/ 142396 w 1508539"/>
              <a:gd name="connsiteY142-35850" fmla="*/ 613763 h 6858000"/>
              <a:gd name="connsiteX143-35851" fmla="*/ 128338 w 1508539"/>
              <a:gd name="connsiteY143-35852" fmla="*/ 598582 h 6858000"/>
              <a:gd name="connsiteX144-35853" fmla="*/ 128019 w 1508539"/>
              <a:gd name="connsiteY144-35854" fmla="*/ 576846 h 6858000"/>
              <a:gd name="connsiteX145-35855" fmla="*/ 107645 w 1508539"/>
              <a:gd name="connsiteY145-35856" fmla="*/ 530055 h 6858000"/>
              <a:gd name="connsiteX146-35857" fmla="*/ 98081 w 1508539"/>
              <a:gd name="connsiteY146-35858" fmla="*/ 448559 h 6858000"/>
              <a:gd name="connsiteX147-35859" fmla="*/ 104503 w 1508539"/>
              <a:gd name="connsiteY147-35860" fmla="*/ 441529 h 6858000"/>
              <a:gd name="connsiteX148-35861" fmla="*/ 90191 w 1508539"/>
              <a:gd name="connsiteY148-35862" fmla="*/ 404917 h 6858000"/>
              <a:gd name="connsiteX149-35863" fmla="*/ 70148 w 1508539"/>
              <a:gd name="connsiteY149-35864" fmla="*/ 367211 h 6858000"/>
              <a:gd name="connsiteX150-35865" fmla="*/ 36452 w 1508539"/>
              <a:gd name="connsiteY150-35866" fmla="*/ 268519 h 6858000"/>
              <a:gd name="connsiteX151-35867" fmla="*/ 23935 w 1508539"/>
              <a:gd name="connsiteY151-35868" fmla="*/ 160886 h 6858000"/>
              <a:gd name="connsiteX152-35869" fmla="*/ 19312 w 1508539"/>
              <a:gd name="connsiteY152-35870" fmla="*/ 47336 h 6858000"/>
              <a:gd name="connsiteX153-35871" fmla="*/ 0 w 1508539"/>
              <a:gd name="connsiteY153-35872" fmla="*/ 0 h 6858000"/>
              <a:gd name="connsiteX0-35873" fmla="*/ 0 w 1508539"/>
              <a:gd name="connsiteY0-35874" fmla="*/ 0 h 6858000"/>
              <a:gd name="connsiteX1-35875" fmla="*/ 1508539 w 1508539"/>
              <a:gd name="connsiteY1-35876" fmla="*/ 0 h 6858000"/>
              <a:gd name="connsiteX2-35877" fmla="*/ 1508539 w 1508539"/>
              <a:gd name="connsiteY2-35878" fmla="*/ 6858000 h 6858000"/>
              <a:gd name="connsiteX3-35879" fmla="*/ 57174 w 1508539"/>
              <a:gd name="connsiteY3-35880" fmla="*/ 6858000 h 6858000"/>
              <a:gd name="connsiteX4-35881" fmla="*/ 57315 w 1508539"/>
              <a:gd name="connsiteY4-35882" fmla="*/ 6857735 h 6858000"/>
              <a:gd name="connsiteX5-35883" fmla="*/ 69364 w 1508539"/>
              <a:gd name="connsiteY5-35884" fmla="*/ 6809549 h 6858000"/>
              <a:gd name="connsiteX6-35885" fmla="*/ 101575 w 1508539"/>
              <a:gd name="connsiteY6-35886" fmla="*/ 6715115 h 6858000"/>
              <a:gd name="connsiteX7-35887" fmla="*/ 111426 w 1508539"/>
              <a:gd name="connsiteY7-35888" fmla="*/ 6680170 h 6858000"/>
              <a:gd name="connsiteX8-35889" fmla="*/ 136976 w 1508539"/>
              <a:gd name="connsiteY8-35890" fmla="*/ 6621207 h 6858000"/>
              <a:gd name="connsiteX9-35891" fmla="*/ 153633 w 1508539"/>
              <a:gd name="connsiteY9-35892" fmla="*/ 6596265 h 6858000"/>
              <a:gd name="connsiteX10-35893" fmla="*/ 153512 w 1508539"/>
              <a:gd name="connsiteY10-35894" fmla="*/ 6594818 h 6858000"/>
              <a:gd name="connsiteX11-35895" fmla="*/ 157757 w 1508539"/>
              <a:gd name="connsiteY11-35896" fmla="*/ 6593735 h 6858000"/>
              <a:gd name="connsiteX12-35897" fmla="*/ 160954 w 1508539"/>
              <a:gd name="connsiteY12-35898" fmla="*/ 6589172 h 6858000"/>
              <a:gd name="connsiteX13-35899" fmla="*/ 164248 w 1508539"/>
              <a:gd name="connsiteY13-35900" fmla="*/ 6574442 h 6858000"/>
              <a:gd name="connsiteX14-35901" fmla="*/ 164588 w 1508539"/>
              <a:gd name="connsiteY14-35902" fmla="*/ 6568530 h 6858000"/>
              <a:gd name="connsiteX15-35903" fmla="*/ 166997 w 1508539"/>
              <a:gd name="connsiteY15-35904" fmla="*/ 6560674 h 6858000"/>
              <a:gd name="connsiteX16-35905" fmla="*/ 167342 w 1508539"/>
              <a:gd name="connsiteY16-35906" fmla="*/ 6560598 h 6858000"/>
              <a:gd name="connsiteX17-35907" fmla="*/ 169039 w 1508539"/>
              <a:gd name="connsiteY17-35908" fmla="*/ 6553006 h 6858000"/>
              <a:gd name="connsiteX18-35909" fmla="*/ 173735 w 1508539"/>
              <a:gd name="connsiteY18-35910" fmla="*/ 6514360 h 6858000"/>
              <a:gd name="connsiteX19-35911" fmla="*/ 215389 w 1508539"/>
              <a:gd name="connsiteY19-35912" fmla="*/ 6478062 h 6858000"/>
              <a:gd name="connsiteX20-35913" fmla="*/ 226078 w 1508539"/>
              <a:gd name="connsiteY20-35914" fmla="*/ 6460325 h 6858000"/>
              <a:gd name="connsiteX21-35915" fmla="*/ 233311 w 1508539"/>
              <a:gd name="connsiteY21-35916" fmla="*/ 6451488 h 6858000"/>
              <a:gd name="connsiteX22-35917" fmla="*/ 234746 w 1508539"/>
              <a:gd name="connsiteY22-35918" fmla="*/ 6451348 h 6858000"/>
              <a:gd name="connsiteX23-35919" fmla="*/ 239104 w 1508539"/>
              <a:gd name="connsiteY23-35920" fmla="*/ 6414240 h 6858000"/>
              <a:gd name="connsiteX24-35921" fmla="*/ 241980 w 1508539"/>
              <a:gd name="connsiteY24-35922" fmla="*/ 6410269 h 6858000"/>
              <a:gd name="connsiteX25-35923" fmla="*/ 241880 w 1508539"/>
              <a:gd name="connsiteY25-35924" fmla="*/ 6384857 h 6858000"/>
              <a:gd name="connsiteX26-35925" fmla="*/ 243397 w 1508539"/>
              <a:gd name="connsiteY26-35926" fmla="*/ 6372381 h 6858000"/>
              <a:gd name="connsiteX27-35927" fmla="*/ 240591 w 1508539"/>
              <a:gd name="connsiteY27-35928" fmla="*/ 6367510 h 6858000"/>
              <a:gd name="connsiteX28-35929" fmla="*/ 244471 w 1508539"/>
              <a:gd name="connsiteY28-35930" fmla="*/ 6349778 h 6858000"/>
              <a:gd name="connsiteX29-35931" fmla="*/ 246136 w 1508539"/>
              <a:gd name="connsiteY29-35932" fmla="*/ 6348250 h 6858000"/>
              <a:gd name="connsiteX30-35933" fmla="*/ 262170 w 1508539"/>
              <a:gd name="connsiteY30-35934" fmla="*/ 6281972 h 6858000"/>
              <a:gd name="connsiteX31-35935" fmla="*/ 272933 w 1508539"/>
              <a:gd name="connsiteY31-35936" fmla="*/ 6211940 h 6858000"/>
              <a:gd name="connsiteX32-35937" fmla="*/ 314428 w 1508539"/>
              <a:gd name="connsiteY32-35938" fmla="*/ 6113913 h 6858000"/>
              <a:gd name="connsiteX33-35939" fmla="*/ 318721 w 1508539"/>
              <a:gd name="connsiteY33-35940" fmla="*/ 6028119 h 6858000"/>
              <a:gd name="connsiteX34-35941" fmla="*/ 345501 w 1508539"/>
              <a:gd name="connsiteY34-35942" fmla="*/ 5934687 h 6858000"/>
              <a:gd name="connsiteX35-35943" fmla="*/ 379513 w 1508539"/>
              <a:gd name="connsiteY35-35944" fmla="*/ 5765594 h 6858000"/>
              <a:gd name="connsiteX36-35945" fmla="*/ 411349 w 1508539"/>
              <a:gd name="connsiteY36-35946" fmla="*/ 5693685 h 6858000"/>
              <a:gd name="connsiteX37-35947" fmla="*/ 431404 w 1508539"/>
              <a:gd name="connsiteY37-35948" fmla="*/ 5665173 h 6858000"/>
              <a:gd name="connsiteX38-35949" fmla="*/ 465121 w 1508539"/>
              <a:gd name="connsiteY38-35950" fmla="*/ 5563435 h 6858000"/>
              <a:gd name="connsiteX39-35951" fmla="*/ 494626 w 1508539"/>
              <a:gd name="connsiteY39-35952" fmla="*/ 5476393 h 6858000"/>
              <a:gd name="connsiteX40-35953" fmla="*/ 525819 w 1508539"/>
              <a:gd name="connsiteY40-35954" fmla="*/ 5396260 h 6858000"/>
              <a:gd name="connsiteX41-35955" fmla="*/ 541800 w 1508539"/>
              <a:gd name="connsiteY41-35956" fmla="*/ 5330009 h 6858000"/>
              <a:gd name="connsiteX42-35957" fmla="*/ 575293 w 1508539"/>
              <a:gd name="connsiteY42-35958" fmla="*/ 5273739 h 6858000"/>
              <a:gd name="connsiteX43-35959" fmla="*/ 584892 w 1508539"/>
              <a:gd name="connsiteY43-35960" fmla="*/ 5241779 h 6858000"/>
              <a:gd name="connsiteX44-35961" fmla="*/ 596118 w 1508539"/>
              <a:gd name="connsiteY44-35962" fmla="*/ 5225268 h 6858000"/>
              <a:gd name="connsiteX45-35963" fmla="*/ 597138 w 1508539"/>
              <a:gd name="connsiteY45-35964" fmla="*/ 5217684 h 6858000"/>
              <a:gd name="connsiteX46-35965" fmla="*/ 604479 w 1508539"/>
              <a:gd name="connsiteY46-35966" fmla="*/ 5193377 h 6858000"/>
              <a:gd name="connsiteX47-35967" fmla="*/ 607782 w 1508539"/>
              <a:gd name="connsiteY47-35968" fmla="*/ 5179288 h 6858000"/>
              <a:gd name="connsiteX48-35969" fmla="*/ 608766 w 1508539"/>
              <a:gd name="connsiteY48-35970" fmla="*/ 5173621 h 6858000"/>
              <a:gd name="connsiteX49-35971" fmla="*/ 604400 w 1508539"/>
              <a:gd name="connsiteY49-35972" fmla="*/ 5159961 h 6858000"/>
              <a:gd name="connsiteX50-35973" fmla="*/ 611077 w 1508539"/>
              <a:gd name="connsiteY50-35974" fmla="*/ 5144295 h 6858000"/>
              <a:gd name="connsiteX51-35975" fmla="*/ 608010 w 1508539"/>
              <a:gd name="connsiteY51-35976" fmla="*/ 5125185 h 6858000"/>
              <a:gd name="connsiteX52-35977" fmla="*/ 614840 w 1508539"/>
              <a:gd name="connsiteY52-35978" fmla="*/ 5121884 h 6858000"/>
              <a:gd name="connsiteX53-35979" fmla="*/ 621876 w 1508539"/>
              <a:gd name="connsiteY53-35980" fmla="*/ 5067850 h 6858000"/>
              <a:gd name="connsiteX54-35981" fmla="*/ 624607 w 1508539"/>
              <a:gd name="connsiteY54-35982" fmla="*/ 5060861 h 6858000"/>
              <a:gd name="connsiteX55-35983" fmla="*/ 621311 w 1508539"/>
              <a:gd name="connsiteY55-35984" fmla="*/ 5034192 h 6858000"/>
              <a:gd name="connsiteX56-35985" fmla="*/ 622865 w 1508539"/>
              <a:gd name="connsiteY56-35986" fmla="*/ 4993030 h 6858000"/>
              <a:gd name="connsiteX57-35987" fmla="*/ 629774 w 1508539"/>
              <a:gd name="connsiteY57-35988" fmla="*/ 4946844 h 6858000"/>
              <a:gd name="connsiteX58-35989" fmla="*/ 625630 w 1508539"/>
              <a:gd name="connsiteY58-35990" fmla="*/ 4932692 h 6858000"/>
              <a:gd name="connsiteX59-35991" fmla="*/ 641033 w 1508539"/>
              <a:gd name="connsiteY59-35992" fmla="*/ 4858827 h 6858000"/>
              <a:gd name="connsiteX60-35993" fmla="*/ 635187 w 1508539"/>
              <a:gd name="connsiteY60-35994" fmla="*/ 4801535 h 6858000"/>
              <a:gd name="connsiteX61-35995" fmla="*/ 642856 w 1508539"/>
              <a:gd name="connsiteY61-35996" fmla="*/ 4797794 h 6858000"/>
              <a:gd name="connsiteX62-35997" fmla="*/ 644150 w 1508539"/>
              <a:gd name="connsiteY62-35998" fmla="*/ 4784526 h 6858000"/>
              <a:gd name="connsiteX63-35999" fmla="*/ 645934 w 1508539"/>
              <a:gd name="connsiteY63-36000" fmla="*/ 4781211 h 6858000"/>
              <a:gd name="connsiteX64-36001" fmla="*/ 654721 w 1508539"/>
              <a:gd name="connsiteY64-36002" fmla="*/ 4761984 h 6858000"/>
              <a:gd name="connsiteX65-36003" fmla="*/ 650769 w 1508539"/>
              <a:gd name="connsiteY65-36004" fmla="*/ 4690749 h 6858000"/>
              <a:gd name="connsiteX66-36005" fmla="*/ 646249 w 1508539"/>
              <a:gd name="connsiteY66-36006" fmla="*/ 4584173 h 6858000"/>
              <a:gd name="connsiteX67-36007" fmla="*/ 641332 w 1508539"/>
              <a:gd name="connsiteY67-36008" fmla="*/ 4444346 h 6858000"/>
              <a:gd name="connsiteX68-36009" fmla="*/ 637897 w 1508539"/>
              <a:gd name="connsiteY68-36010" fmla="*/ 4375228 h 6858000"/>
              <a:gd name="connsiteX69-36011" fmla="*/ 618550 w 1508539"/>
              <a:gd name="connsiteY69-36012" fmla="*/ 4214165 h 6858000"/>
              <a:gd name="connsiteX70-36013" fmla="*/ 622623 w 1508539"/>
              <a:gd name="connsiteY70-36014" fmla="*/ 4090296 h 6858000"/>
              <a:gd name="connsiteX71-36015" fmla="*/ 607879 w 1508539"/>
              <a:gd name="connsiteY71-36016" fmla="*/ 4033999 h 6858000"/>
              <a:gd name="connsiteX72-36017" fmla="*/ 609028 w 1508539"/>
              <a:gd name="connsiteY72-36018" fmla="*/ 4031933 h 6858000"/>
              <a:gd name="connsiteX73-36019" fmla="*/ 607604 w 1508539"/>
              <a:gd name="connsiteY73-36020" fmla="*/ 4013953 h 6858000"/>
              <a:gd name="connsiteX74-36021" fmla="*/ 593899 w 1508539"/>
              <a:gd name="connsiteY74-36022" fmla="*/ 3974753 h 6858000"/>
              <a:gd name="connsiteX75-36023" fmla="*/ 595497 w 1508539"/>
              <a:gd name="connsiteY75-36024" fmla="*/ 3969950 h 6858000"/>
              <a:gd name="connsiteX76-36025" fmla="*/ 588919 w 1508539"/>
              <a:gd name="connsiteY76-36026" fmla="*/ 3933779 h 6858000"/>
              <a:gd name="connsiteX77-36027" fmla="*/ 590250 w 1508539"/>
              <a:gd name="connsiteY77-36028" fmla="*/ 3933093 h 6858000"/>
              <a:gd name="connsiteX78-36029" fmla="*/ 594604 w 1508539"/>
              <a:gd name="connsiteY78-36030" fmla="*/ 3922082 h 6858000"/>
              <a:gd name="connsiteX79-36031" fmla="*/ 599682 w 1508539"/>
              <a:gd name="connsiteY79-36032" fmla="*/ 3901461 h 6858000"/>
              <a:gd name="connsiteX80-36033" fmla="*/ 622276 w 1508539"/>
              <a:gd name="connsiteY80-36034" fmla="*/ 3813873 h 6858000"/>
              <a:gd name="connsiteX81-36035" fmla="*/ 621701 w 1508539"/>
              <a:gd name="connsiteY81-36036" fmla="*/ 3806161 h 6858000"/>
              <a:gd name="connsiteX82-36037" fmla="*/ 622008 w 1508539"/>
              <a:gd name="connsiteY82-36038" fmla="*/ 3805957 h 6858000"/>
              <a:gd name="connsiteX83-36039" fmla="*/ 622035 w 1508539"/>
              <a:gd name="connsiteY83-36040" fmla="*/ 3797724 h 6858000"/>
              <a:gd name="connsiteX84-36041" fmla="*/ 620650 w 1508539"/>
              <a:gd name="connsiteY84-36042" fmla="*/ 3792098 h 6858000"/>
              <a:gd name="connsiteX85-36043" fmla="*/ 619534 w 1508539"/>
              <a:gd name="connsiteY85-36044" fmla="*/ 3777135 h 6858000"/>
              <a:gd name="connsiteX86-36045" fmla="*/ 621267 w 1508539"/>
              <a:gd name="connsiteY86-36046" fmla="*/ 3771656 h 6858000"/>
              <a:gd name="connsiteX87-36047" fmla="*/ 625010 w 1508539"/>
              <a:gd name="connsiteY87-36048" fmla="*/ 3769007 h 6858000"/>
              <a:gd name="connsiteX88-36049" fmla="*/ 624476 w 1508539"/>
              <a:gd name="connsiteY88-36050" fmla="*/ 3767709 h 6858000"/>
              <a:gd name="connsiteX89-36051" fmla="*/ 633172 w 1508539"/>
              <a:gd name="connsiteY89-36052" fmla="*/ 3738082 h 6858000"/>
              <a:gd name="connsiteX90-36053" fmla="*/ 640518 w 1508539"/>
              <a:gd name="connsiteY90-36054" fmla="*/ 3673397 h 6858000"/>
              <a:gd name="connsiteX91-36055" fmla="*/ 639814 w 1508539"/>
              <a:gd name="connsiteY91-36056" fmla="*/ 3637109 h 6858000"/>
              <a:gd name="connsiteX92-36057" fmla="*/ 643257 w 1508539"/>
              <a:gd name="connsiteY92-36058" fmla="*/ 3536883 h 6858000"/>
              <a:gd name="connsiteX93-36059" fmla="*/ 650795 w 1508539"/>
              <a:gd name="connsiteY93-36060" fmla="*/ 3435652 h 6858000"/>
              <a:gd name="connsiteX94-36061" fmla="*/ 652466 w 1508539"/>
              <a:gd name="connsiteY94-36062" fmla="*/ 3307769 h 6858000"/>
              <a:gd name="connsiteX95-36063" fmla="*/ 670029 w 1508539"/>
              <a:gd name="connsiteY95-36064" fmla="*/ 3250522 h 6858000"/>
              <a:gd name="connsiteX96-36065" fmla="*/ 670454 w 1508539"/>
              <a:gd name="connsiteY96-36066" fmla="*/ 3229163 h 6858000"/>
              <a:gd name="connsiteX97-36067" fmla="*/ 672277 w 1508539"/>
              <a:gd name="connsiteY97-36068" fmla="*/ 3217217 h 6858000"/>
              <a:gd name="connsiteX98-36069" fmla="*/ 659112 w 1508539"/>
              <a:gd name="connsiteY98-36070" fmla="*/ 3183755 h 6858000"/>
              <a:gd name="connsiteX99-36071" fmla="*/ 659613 w 1508539"/>
              <a:gd name="connsiteY99-36072" fmla="*/ 3178642 h 6858000"/>
              <a:gd name="connsiteX100-36073" fmla="*/ 647213 w 1508539"/>
              <a:gd name="connsiteY100-36074" fmla="*/ 3158586 h 6858000"/>
              <a:gd name="connsiteX101-36075" fmla="*/ 632398 w 1508539"/>
              <a:gd name="connsiteY101-36076" fmla="*/ 3129034 h 6858000"/>
              <a:gd name="connsiteX102-36077" fmla="*/ 633063 w 1508539"/>
              <a:gd name="connsiteY102-36078" fmla="*/ 3126682 h 6858000"/>
              <a:gd name="connsiteX103-36079" fmla="*/ 623931 w 1508539"/>
              <a:gd name="connsiteY103-36080" fmla="*/ 3114519 h 6858000"/>
              <a:gd name="connsiteX104-36081" fmla="*/ 610540 w 1508539"/>
              <a:gd name="connsiteY104-36082" fmla="*/ 3106272 h 6858000"/>
              <a:gd name="connsiteX105-36083" fmla="*/ 583270 w 1508539"/>
              <a:gd name="connsiteY105-36084" fmla="*/ 2958185 h 6858000"/>
              <a:gd name="connsiteX106-36085" fmla="*/ 525884 w 1508539"/>
              <a:gd name="connsiteY106-36086" fmla="*/ 2762989 h 6858000"/>
              <a:gd name="connsiteX107-36087" fmla="*/ 474802 w 1508539"/>
              <a:gd name="connsiteY107-36088" fmla="*/ 2554718 h 6858000"/>
              <a:gd name="connsiteX108-36089" fmla="*/ 454896 w 1508539"/>
              <a:gd name="connsiteY108-36090" fmla="*/ 2485734 h 6858000"/>
              <a:gd name="connsiteX109-36091" fmla="*/ 445619 w 1508539"/>
              <a:gd name="connsiteY109-36092" fmla="*/ 2447068 h 6858000"/>
              <a:gd name="connsiteX110-36093" fmla="*/ 432580 w 1508539"/>
              <a:gd name="connsiteY110-36094" fmla="*/ 2425819 h 6858000"/>
              <a:gd name="connsiteX111-36095" fmla="*/ 438579 w 1508539"/>
              <a:gd name="connsiteY111-36096" fmla="*/ 2402874 h 6858000"/>
              <a:gd name="connsiteX112-36097" fmla="*/ 441191 w 1508539"/>
              <a:gd name="connsiteY112-36098" fmla="*/ 2381443 h 6858000"/>
              <a:gd name="connsiteX113-36099" fmla="*/ 417520 w 1508539"/>
              <a:gd name="connsiteY113-36100" fmla="*/ 2261920 h 6858000"/>
              <a:gd name="connsiteX114-36101" fmla="*/ 407407 w 1508539"/>
              <a:gd name="connsiteY114-36102" fmla="*/ 2195378 h 6858000"/>
              <a:gd name="connsiteX115-36103" fmla="*/ 391624 w 1508539"/>
              <a:gd name="connsiteY115-36104" fmla="*/ 2155135 h 6858000"/>
              <a:gd name="connsiteX116-36105" fmla="*/ 389082 w 1508539"/>
              <a:gd name="connsiteY116-36106" fmla="*/ 2118008 h 6858000"/>
              <a:gd name="connsiteX117-36107" fmla="*/ 390075 w 1508539"/>
              <a:gd name="connsiteY117-36108" fmla="*/ 2050531 h 6858000"/>
              <a:gd name="connsiteX118-36109" fmla="*/ 381881 w 1508539"/>
              <a:gd name="connsiteY118-36110" fmla="*/ 1963269 h 6858000"/>
              <a:gd name="connsiteX119-36111" fmla="*/ 363059 w 1508539"/>
              <a:gd name="connsiteY119-36112" fmla="*/ 1906352 h 6858000"/>
              <a:gd name="connsiteX120-36113" fmla="*/ 339616 w 1508539"/>
              <a:gd name="connsiteY120-36114" fmla="*/ 1861531 h 6858000"/>
              <a:gd name="connsiteX121-36115" fmla="*/ 293415 w 1508539"/>
              <a:gd name="connsiteY121-36116" fmla="*/ 1732919 h 6858000"/>
              <a:gd name="connsiteX122-36117" fmla="*/ 265726 w 1508539"/>
              <a:gd name="connsiteY122-36118" fmla="*/ 1663540 h 6858000"/>
              <a:gd name="connsiteX123-36119" fmla="*/ 264852 w 1508539"/>
              <a:gd name="connsiteY123-36120" fmla="*/ 1615777 h 6858000"/>
              <a:gd name="connsiteX124-36121" fmla="*/ 245647 w 1508539"/>
              <a:gd name="connsiteY124-36122" fmla="*/ 1563678 h 6858000"/>
              <a:gd name="connsiteX125-36123" fmla="*/ 258727 w 1508539"/>
              <a:gd name="connsiteY125-36124" fmla="*/ 1519474 h 6858000"/>
              <a:gd name="connsiteX126-36125" fmla="*/ 251469 w 1508539"/>
              <a:gd name="connsiteY126-36126" fmla="*/ 1477995 h 6858000"/>
              <a:gd name="connsiteX127-36127" fmla="*/ 237554 w 1508539"/>
              <a:gd name="connsiteY127-36128" fmla="*/ 1373769 h 6858000"/>
              <a:gd name="connsiteX128-36129" fmla="*/ 245861 w 1508539"/>
              <a:gd name="connsiteY128-36130" fmla="*/ 1307086 h 6858000"/>
              <a:gd name="connsiteX129-36131" fmla="*/ 247049 w 1508539"/>
              <a:gd name="connsiteY129-36132" fmla="*/ 1189033 h 6858000"/>
              <a:gd name="connsiteX130-36133" fmla="*/ 251734 w 1508539"/>
              <a:gd name="connsiteY130-36134" fmla="*/ 1168288 h 6858000"/>
              <a:gd name="connsiteX131-36135" fmla="*/ 244016 w 1508539"/>
              <a:gd name="connsiteY131-36136" fmla="*/ 1142577 h 6858000"/>
              <a:gd name="connsiteX132-36137" fmla="*/ 233322 w 1508539"/>
              <a:gd name="connsiteY132-36138" fmla="*/ 1088484 h 6858000"/>
              <a:gd name="connsiteX133-36139" fmla="*/ 222058 w 1508539"/>
              <a:gd name="connsiteY133-36140" fmla="*/ 1016103 h 6858000"/>
              <a:gd name="connsiteX134-36141" fmla="*/ 223514 w 1508539"/>
              <a:gd name="connsiteY134-36142" fmla="*/ 932283 h 6858000"/>
              <a:gd name="connsiteX135-36143" fmla="*/ 225750 w 1508539"/>
              <a:gd name="connsiteY135-36144" fmla="*/ 915925 h 6858000"/>
              <a:gd name="connsiteX136-36145" fmla="*/ 218379 w 1508539"/>
              <a:gd name="connsiteY136-36146" fmla="*/ 896999 h 6858000"/>
              <a:gd name="connsiteX137-36147" fmla="*/ 187787 w 1508539"/>
              <a:gd name="connsiteY137-36148" fmla="*/ 821517 h 6858000"/>
              <a:gd name="connsiteX138-36149" fmla="*/ 166737 w 1508539"/>
              <a:gd name="connsiteY138-36150" fmla="*/ 751353 h 6858000"/>
              <a:gd name="connsiteX139-36151" fmla="*/ 166295 w 1508539"/>
              <a:gd name="connsiteY139-36152" fmla="*/ 721230 h 6858000"/>
              <a:gd name="connsiteX140-36153" fmla="*/ 151966 w 1508539"/>
              <a:gd name="connsiteY140-36154" fmla="*/ 681659 h 6858000"/>
              <a:gd name="connsiteX141-36155" fmla="*/ 137385 w 1508539"/>
              <a:gd name="connsiteY141-36156" fmla="*/ 635218 h 6858000"/>
              <a:gd name="connsiteX142-36157" fmla="*/ 142396 w 1508539"/>
              <a:gd name="connsiteY142-36158" fmla="*/ 613763 h 6858000"/>
              <a:gd name="connsiteX143-36159" fmla="*/ 128338 w 1508539"/>
              <a:gd name="connsiteY143-36160" fmla="*/ 598582 h 6858000"/>
              <a:gd name="connsiteX144-36161" fmla="*/ 128019 w 1508539"/>
              <a:gd name="connsiteY144-36162" fmla="*/ 576846 h 6858000"/>
              <a:gd name="connsiteX145-36163" fmla="*/ 107645 w 1508539"/>
              <a:gd name="connsiteY145-36164" fmla="*/ 530055 h 6858000"/>
              <a:gd name="connsiteX146-36165" fmla="*/ 98081 w 1508539"/>
              <a:gd name="connsiteY146-36166" fmla="*/ 448559 h 6858000"/>
              <a:gd name="connsiteX147-36167" fmla="*/ 89816 w 1508539"/>
              <a:gd name="connsiteY147-36168" fmla="*/ 424699 h 6858000"/>
              <a:gd name="connsiteX148-36169" fmla="*/ 90191 w 1508539"/>
              <a:gd name="connsiteY148-36170" fmla="*/ 404917 h 6858000"/>
              <a:gd name="connsiteX149-36171" fmla="*/ 70148 w 1508539"/>
              <a:gd name="connsiteY149-36172" fmla="*/ 367211 h 6858000"/>
              <a:gd name="connsiteX150-36173" fmla="*/ 36452 w 1508539"/>
              <a:gd name="connsiteY150-36174" fmla="*/ 268519 h 6858000"/>
              <a:gd name="connsiteX151-36175" fmla="*/ 23935 w 1508539"/>
              <a:gd name="connsiteY151-36176" fmla="*/ 160886 h 6858000"/>
              <a:gd name="connsiteX152-36177" fmla="*/ 19312 w 1508539"/>
              <a:gd name="connsiteY152-36178" fmla="*/ 47336 h 6858000"/>
              <a:gd name="connsiteX153-36179" fmla="*/ 0 w 1508539"/>
              <a:gd name="connsiteY153-36180" fmla="*/ 0 h 6858000"/>
              <a:gd name="connsiteX0-36181" fmla="*/ 0 w 1508539"/>
              <a:gd name="connsiteY0-36182" fmla="*/ 0 h 6858000"/>
              <a:gd name="connsiteX1-36183" fmla="*/ 1508539 w 1508539"/>
              <a:gd name="connsiteY1-36184" fmla="*/ 0 h 6858000"/>
              <a:gd name="connsiteX2-36185" fmla="*/ 1508539 w 1508539"/>
              <a:gd name="connsiteY2-36186" fmla="*/ 6858000 h 6858000"/>
              <a:gd name="connsiteX3-36187" fmla="*/ 57174 w 1508539"/>
              <a:gd name="connsiteY3-36188" fmla="*/ 6858000 h 6858000"/>
              <a:gd name="connsiteX4-36189" fmla="*/ 57315 w 1508539"/>
              <a:gd name="connsiteY4-36190" fmla="*/ 6857735 h 6858000"/>
              <a:gd name="connsiteX5-36191" fmla="*/ 69364 w 1508539"/>
              <a:gd name="connsiteY5-36192" fmla="*/ 6809549 h 6858000"/>
              <a:gd name="connsiteX6-36193" fmla="*/ 101575 w 1508539"/>
              <a:gd name="connsiteY6-36194" fmla="*/ 6715115 h 6858000"/>
              <a:gd name="connsiteX7-36195" fmla="*/ 111426 w 1508539"/>
              <a:gd name="connsiteY7-36196" fmla="*/ 6680170 h 6858000"/>
              <a:gd name="connsiteX8-36197" fmla="*/ 136976 w 1508539"/>
              <a:gd name="connsiteY8-36198" fmla="*/ 6621207 h 6858000"/>
              <a:gd name="connsiteX9-36199" fmla="*/ 153633 w 1508539"/>
              <a:gd name="connsiteY9-36200" fmla="*/ 6596265 h 6858000"/>
              <a:gd name="connsiteX10-36201" fmla="*/ 153512 w 1508539"/>
              <a:gd name="connsiteY10-36202" fmla="*/ 6594818 h 6858000"/>
              <a:gd name="connsiteX11-36203" fmla="*/ 157757 w 1508539"/>
              <a:gd name="connsiteY11-36204" fmla="*/ 6593735 h 6858000"/>
              <a:gd name="connsiteX12-36205" fmla="*/ 160954 w 1508539"/>
              <a:gd name="connsiteY12-36206" fmla="*/ 6589172 h 6858000"/>
              <a:gd name="connsiteX13-36207" fmla="*/ 164248 w 1508539"/>
              <a:gd name="connsiteY13-36208" fmla="*/ 6574442 h 6858000"/>
              <a:gd name="connsiteX14-36209" fmla="*/ 164588 w 1508539"/>
              <a:gd name="connsiteY14-36210" fmla="*/ 6568530 h 6858000"/>
              <a:gd name="connsiteX15-36211" fmla="*/ 166997 w 1508539"/>
              <a:gd name="connsiteY15-36212" fmla="*/ 6560674 h 6858000"/>
              <a:gd name="connsiteX16-36213" fmla="*/ 167342 w 1508539"/>
              <a:gd name="connsiteY16-36214" fmla="*/ 6560598 h 6858000"/>
              <a:gd name="connsiteX17-36215" fmla="*/ 169039 w 1508539"/>
              <a:gd name="connsiteY17-36216" fmla="*/ 6553006 h 6858000"/>
              <a:gd name="connsiteX18-36217" fmla="*/ 173735 w 1508539"/>
              <a:gd name="connsiteY18-36218" fmla="*/ 6514360 h 6858000"/>
              <a:gd name="connsiteX19-36219" fmla="*/ 215389 w 1508539"/>
              <a:gd name="connsiteY19-36220" fmla="*/ 6478062 h 6858000"/>
              <a:gd name="connsiteX20-36221" fmla="*/ 226078 w 1508539"/>
              <a:gd name="connsiteY20-36222" fmla="*/ 6460325 h 6858000"/>
              <a:gd name="connsiteX21-36223" fmla="*/ 233311 w 1508539"/>
              <a:gd name="connsiteY21-36224" fmla="*/ 6451488 h 6858000"/>
              <a:gd name="connsiteX22-36225" fmla="*/ 234746 w 1508539"/>
              <a:gd name="connsiteY22-36226" fmla="*/ 6451348 h 6858000"/>
              <a:gd name="connsiteX23-36227" fmla="*/ 239104 w 1508539"/>
              <a:gd name="connsiteY23-36228" fmla="*/ 6414240 h 6858000"/>
              <a:gd name="connsiteX24-36229" fmla="*/ 241980 w 1508539"/>
              <a:gd name="connsiteY24-36230" fmla="*/ 6410269 h 6858000"/>
              <a:gd name="connsiteX25-36231" fmla="*/ 241880 w 1508539"/>
              <a:gd name="connsiteY25-36232" fmla="*/ 6384857 h 6858000"/>
              <a:gd name="connsiteX26-36233" fmla="*/ 243397 w 1508539"/>
              <a:gd name="connsiteY26-36234" fmla="*/ 6372381 h 6858000"/>
              <a:gd name="connsiteX27-36235" fmla="*/ 240591 w 1508539"/>
              <a:gd name="connsiteY27-36236" fmla="*/ 6367510 h 6858000"/>
              <a:gd name="connsiteX28-36237" fmla="*/ 244471 w 1508539"/>
              <a:gd name="connsiteY28-36238" fmla="*/ 6349778 h 6858000"/>
              <a:gd name="connsiteX29-36239" fmla="*/ 246136 w 1508539"/>
              <a:gd name="connsiteY29-36240" fmla="*/ 6348250 h 6858000"/>
              <a:gd name="connsiteX30-36241" fmla="*/ 262170 w 1508539"/>
              <a:gd name="connsiteY30-36242" fmla="*/ 6281972 h 6858000"/>
              <a:gd name="connsiteX31-36243" fmla="*/ 272933 w 1508539"/>
              <a:gd name="connsiteY31-36244" fmla="*/ 6211940 h 6858000"/>
              <a:gd name="connsiteX32-36245" fmla="*/ 314428 w 1508539"/>
              <a:gd name="connsiteY32-36246" fmla="*/ 6113913 h 6858000"/>
              <a:gd name="connsiteX33-36247" fmla="*/ 318721 w 1508539"/>
              <a:gd name="connsiteY33-36248" fmla="*/ 6028119 h 6858000"/>
              <a:gd name="connsiteX34-36249" fmla="*/ 345501 w 1508539"/>
              <a:gd name="connsiteY34-36250" fmla="*/ 5934687 h 6858000"/>
              <a:gd name="connsiteX35-36251" fmla="*/ 379513 w 1508539"/>
              <a:gd name="connsiteY35-36252" fmla="*/ 5765594 h 6858000"/>
              <a:gd name="connsiteX36-36253" fmla="*/ 411349 w 1508539"/>
              <a:gd name="connsiteY36-36254" fmla="*/ 5693685 h 6858000"/>
              <a:gd name="connsiteX37-36255" fmla="*/ 431404 w 1508539"/>
              <a:gd name="connsiteY37-36256" fmla="*/ 5665173 h 6858000"/>
              <a:gd name="connsiteX38-36257" fmla="*/ 465121 w 1508539"/>
              <a:gd name="connsiteY38-36258" fmla="*/ 5563435 h 6858000"/>
              <a:gd name="connsiteX39-36259" fmla="*/ 494626 w 1508539"/>
              <a:gd name="connsiteY39-36260" fmla="*/ 5476393 h 6858000"/>
              <a:gd name="connsiteX40-36261" fmla="*/ 525819 w 1508539"/>
              <a:gd name="connsiteY40-36262" fmla="*/ 5396260 h 6858000"/>
              <a:gd name="connsiteX41-36263" fmla="*/ 541800 w 1508539"/>
              <a:gd name="connsiteY41-36264" fmla="*/ 5330009 h 6858000"/>
              <a:gd name="connsiteX42-36265" fmla="*/ 575293 w 1508539"/>
              <a:gd name="connsiteY42-36266" fmla="*/ 5273739 h 6858000"/>
              <a:gd name="connsiteX43-36267" fmla="*/ 584892 w 1508539"/>
              <a:gd name="connsiteY43-36268" fmla="*/ 5241779 h 6858000"/>
              <a:gd name="connsiteX44-36269" fmla="*/ 596118 w 1508539"/>
              <a:gd name="connsiteY44-36270" fmla="*/ 5225268 h 6858000"/>
              <a:gd name="connsiteX45-36271" fmla="*/ 597138 w 1508539"/>
              <a:gd name="connsiteY45-36272" fmla="*/ 5217684 h 6858000"/>
              <a:gd name="connsiteX46-36273" fmla="*/ 604479 w 1508539"/>
              <a:gd name="connsiteY46-36274" fmla="*/ 5193377 h 6858000"/>
              <a:gd name="connsiteX47-36275" fmla="*/ 607782 w 1508539"/>
              <a:gd name="connsiteY47-36276" fmla="*/ 5179288 h 6858000"/>
              <a:gd name="connsiteX48-36277" fmla="*/ 608766 w 1508539"/>
              <a:gd name="connsiteY48-36278" fmla="*/ 5173621 h 6858000"/>
              <a:gd name="connsiteX49-36279" fmla="*/ 604400 w 1508539"/>
              <a:gd name="connsiteY49-36280" fmla="*/ 5159961 h 6858000"/>
              <a:gd name="connsiteX50-36281" fmla="*/ 611077 w 1508539"/>
              <a:gd name="connsiteY50-36282" fmla="*/ 5144295 h 6858000"/>
              <a:gd name="connsiteX51-36283" fmla="*/ 608010 w 1508539"/>
              <a:gd name="connsiteY51-36284" fmla="*/ 5125185 h 6858000"/>
              <a:gd name="connsiteX52-36285" fmla="*/ 614840 w 1508539"/>
              <a:gd name="connsiteY52-36286" fmla="*/ 5121884 h 6858000"/>
              <a:gd name="connsiteX53-36287" fmla="*/ 621876 w 1508539"/>
              <a:gd name="connsiteY53-36288" fmla="*/ 5067850 h 6858000"/>
              <a:gd name="connsiteX54-36289" fmla="*/ 624607 w 1508539"/>
              <a:gd name="connsiteY54-36290" fmla="*/ 5060861 h 6858000"/>
              <a:gd name="connsiteX55-36291" fmla="*/ 621311 w 1508539"/>
              <a:gd name="connsiteY55-36292" fmla="*/ 5034192 h 6858000"/>
              <a:gd name="connsiteX56-36293" fmla="*/ 622865 w 1508539"/>
              <a:gd name="connsiteY56-36294" fmla="*/ 4993030 h 6858000"/>
              <a:gd name="connsiteX57-36295" fmla="*/ 629774 w 1508539"/>
              <a:gd name="connsiteY57-36296" fmla="*/ 4946844 h 6858000"/>
              <a:gd name="connsiteX58-36297" fmla="*/ 625630 w 1508539"/>
              <a:gd name="connsiteY58-36298" fmla="*/ 4932692 h 6858000"/>
              <a:gd name="connsiteX59-36299" fmla="*/ 641033 w 1508539"/>
              <a:gd name="connsiteY59-36300" fmla="*/ 4858827 h 6858000"/>
              <a:gd name="connsiteX60-36301" fmla="*/ 635187 w 1508539"/>
              <a:gd name="connsiteY60-36302" fmla="*/ 4801535 h 6858000"/>
              <a:gd name="connsiteX61-36303" fmla="*/ 642856 w 1508539"/>
              <a:gd name="connsiteY61-36304" fmla="*/ 4797794 h 6858000"/>
              <a:gd name="connsiteX62-36305" fmla="*/ 644150 w 1508539"/>
              <a:gd name="connsiteY62-36306" fmla="*/ 4784526 h 6858000"/>
              <a:gd name="connsiteX63-36307" fmla="*/ 645934 w 1508539"/>
              <a:gd name="connsiteY63-36308" fmla="*/ 4781211 h 6858000"/>
              <a:gd name="connsiteX64-36309" fmla="*/ 654721 w 1508539"/>
              <a:gd name="connsiteY64-36310" fmla="*/ 4761984 h 6858000"/>
              <a:gd name="connsiteX65-36311" fmla="*/ 650769 w 1508539"/>
              <a:gd name="connsiteY65-36312" fmla="*/ 4690749 h 6858000"/>
              <a:gd name="connsiteX66-36313" fmla="*/ 646249 w 1508539"/>
              <a:gd name="connsiteY66-36314" fmla="*/ 4584173 h 6858000"/>
              <a:gd name="connsiteX67-36315" fmla="*/ 641332 w 1508539"/>
              <a:gd name="connsiteY67-36316" fmla="*/ 4444346 h 6858000"/>
              <a:gd name="connsiteX68-36317" fmla="*/ 637897 w 1508539"/>
              <a:gd name="connsiteY68-36318" fmla="*/ 4375228 h 6858000"/>
              <a:gd name="connsiteX69-36319" fmla="*/ 618550 w 1508539"/>
              <a:gd name="connsiteY69-36320" fmla="*/ 4214165 h 6858000"/>
              <a:gd name="connsiteX70-36321" fmla="*/ 622623 w 1508539"/>
              <a:gd name="connsiteY70-36322" fmla="*/ 4090296 h 6858000"/>
              <a:gd name="connsiteX71-36323" fmla="*/ 607879 w 1508539"/>
              <a:gd name="connsiteY71-36324" fmla="*/ 4033999 h 6858000"/>
              <a:gd name="connsiteX72-36325" fmla="*/ 609028 w 1508539"/>
              <a:gd name="connsiteY72-36326" fmla="*/ 4031933 h 6858000"/>
              <a:gd name="connsiteX73-36327" fmla="*/ 607604 w 1508539"/>
              <a:gd name="connsiteY73-36328" fmla="*/ 4013953 h 6858000"/>
              <a:gd name="connsiteX74-36329" fmla="*/ 593899 w 1508539"/>
              <a:gd name="connsiteY74-36330" fmla="*/ 3974753 h 6858000"/>
              <a:gd name="connsiteX75-36331" fmla="*/ 595497 w 1508539"/>
              <a:gd name="connsiteY75-36332" fmla="*/ 3969950 h 6858000"/>
              <a:gd name="connsiteX76-36333" fmla="*/ 588919 w 1508539"/>
              <a:gd name="connsiteY76-36334" fmla="*/ 3933779 h 6858000"/>
              <a:gd name="connsiteX77-36335" fmla="*/ 590250 w 1508539"/>
              <a:gd name="connsiteY77-36336" fmla="*/ 3933093 h 6858000"/>
              <a:gd name="connsiteX78-36337" fmla="*/ 594604 w 1508539"/>
              <a:gd name="connsiteY78-36338" fmla="*/ 3922082 h 6858000"/>
              <a:gd name="connsiteX79-36339" fmla="*/ 599682 w 1508539"/>
              <a:gd name="connsiteY79-36340" fmla="*/ 3901461 h 6858000"/>
              <a:gd name="connsiteX80-36341" fmla="*/ 622276 w 1508539"/>
              <a:gd name="connsiteY80-36342" fmla="*/ 3813873 h 6858000"/>
              <a:gd name="connsiteX81-36343" fmla="*/ 621701 w 1508539"/>
              <a:gd name="connsiteY81-36344" fmla="*/ 3806161 h 6858000"/>
              <a:gd name="connsiteX82-36345" fmla="*/ 622008 w 1508539"/>
              <a:gd name="connsiteY82-36346" fmla="*/ 3805957 h 6858000"/>
              <a:gd name="connsiteX83-36347" fmla="*/ 622035 w 1508539"/>
              <a:gd name="connsiteY83-36348" fmla="*/ 3797724 h 6858000"/>
              <a:gd name="connsiteX84-36349" fmla="*/ 620650 w 1508539"/>
              <a:gd name="connsiteY84-36350" fmla="*/ 3792098 h 6858000"/>
              <a:gd name="connsiteX85-36351" fmla="*/ 619534 w 1508539"/>
              <a:gd name="connsiteY85-36352" fmla="*/ 3777135 h 6858000"/>
              <a:gd name="connsiteX86-36353" fmla="*/ 621267 w 1508539"/>
              <a:gd name="connsiteY86-36354" fmla="*/ 3771656 h 6858000"/>
              <a:gd name="connsiteX87-36355" fmla="*/ 625010 w 1508539"/>
              <a:gd name="connsiteY87-36356" fmla="*/ 3769007 h 6858000"/>
              <a:gd name="connsiteX88-36357" fmla="*/ 624476 w 1508539"/>
              <a:gd name="connsiteY88-36358" fmla="*/ 3767709 h 6858000"/>
              <a:gd name="connsiteX89-36359" fmla="*/ 633172 w 1508539"/>
              <a:gd name="connsiteY89-36360" fmla="*/ 3738082 h 6858000"/>
              <a:gd name="connsiteX90-36361" fmla="*/ 640518 w 1508539"/>
              <a:gd name="connsiteY90-36362" fmla="*/ 3673397 h 6858000"/>
              <a:gd name="connsiteX91-36363" fmla="*/ 639814 w 1508539"/>
              <a:gd name="connsiteY91-36364" fmla="*/ 3637109 h 6858000"/>
              <a:gd name="connsiteX92-36365" fmla="*/ 643257 w 1508539"/>
              <a:gd name="connsiteY92-36366" fmla="*/ 3536883 h 6858000"/>
              <a:gd name="connsiteX93-36367" fmla="*/ 650795 w 1508539"/>
              <a:gd name="connsiteY93-36368" fmla="*/ 3435652 h 6858000"/>
              <a:gd name="connsiteX94-36369" fmla="*/ 652466 w 1508539"/>
              <a:gd name="connsiteY94-36370" fmla="*/ 3307769 h 6858000"/>
              <a:gd name="connsiteX95-36371" fmla="*/ 670029 w 1508539"/>
              <a:gd name="connsiteY95-36372" fmla="*/ 3250522 h 6858000"/>
              <a:gd name="connsiteX96-36373" fmla="*/ 670454 w 1508539"/>
              <a:gd name="connsiteY96-36374" fmla="*/ 3229163 h 6858000"/>
              <a:gd name="connsiteX97-36375" fmla="*/ 672277 w 1508539"/>
              <a:gd name="connsiteY97-36376" fmla="*/ 3217217 h 6858000"/>
              <a:gd name="connsiteX98-36377" fmla="*/ 659112 w 1508539"/>
              <a:gd name="connsiteY98-36378" fmla="*/ 3183755 h 6858000"/>
              <a:gd name="connsiteX99-36379" fmla="*/ 659613 w 1508539"/>
              <a:gd name="connsiteY99-36380" fmla="*/ 3178642 h 6858000"/>
              <a:gd name="connsiteX100-36381" fmla="*/ 647213 w 1508539"/>
              <a:gd name="connsiteY100-36382" fmla="*/ 3158586 h 6858000"/>
              <a:gd name="connsiteX101-36383" fmla="*/ 632398 w 1508539"/>
              <a:gd name="connsiteY101-36384" fmla="*/ 3129034 h 6858000"/>
              <a:gd name="connsiteX102-36385" fmla="*/ 633063 w 1508539"/>
              <a:gd name="connsiteY102-36386" fmla="*/ 3126682 h 6858000"/>
              <a:gd name="connsiteX103-36387" fmla="*/ 623931 w 1508539"/>
              <a:gd name="connsiteY103-36388" fmla="*/ 3114519 h 6858000"/>
              <a:gd name="connsiteX104-36389" fmla="*/ 610540 w 1508539"/>
              <a:gd name="connsiteY104-36390" fmla="*/ 3106272 h 6858000"/>
              <a:gd name="connsiteX105-36391" fmla="*/ 583270 w 1508539"/>
              <a:gd name="connsiteY105-36392" fmla="*/ 2958185 h 6858000"/>
              <a:gd name="connsiteX106-36393" fmla="*/ 525884 w 1508539"/>
              <a:gd name="connsiteY106-36394" fmla="*/ 2762989 h 6858000"/>
              <a:gd name="connsiteX107-36395" fmla="*/ 474802 w 1508539"/>
              <a:gd name="connsiteY107-36396" fmla="*/ 2554718 h 6858000"/>
              <a:gd name="connsiteX108-36397" fmla="*/ 454896 w 1508539"/>
              <a:gd name="connsiteY108-36398" fmla="*/ 2485734 h 6858000"/>
              <a:gd name="connsiteX109-36399" fmla="*/ 445619 w 1508539"/>
              <a:gd name="connsiteY109-36400" fmla="*/ 2447068 h 6858000"/>
              <a:gd name="connsiteX110-36401" fmla="*/ 432580 w 1508539"/>
              <a:gd name="connsiteY110-36402" fmla="*/ 2425819 h 6858000"/>
              <a:gd name="connsiteX111-36403" fmla="*/ 438579 w 1508539"/>
              <a:gd name="connsiteY111-36404" fmla="*/ 2402874 h 6858000"/>
              <a:gd name="connsiteX112-36405" fmla="*/ 441191 w 1508539"/>
              <a:gd name="connsiteY112-36406" fmla="*/ 2381443 h 6858000"/>
              <a:gd name="connsiteX113-36407" fmla="*/ 417520 w 1508539"/>
              <a:gd name="connsiteY113-36408" fmla="*/ 2261920 h 6858000"/>
              <a:gd name="connsiteX114-36409" fmla="*/ 407407 w 1508539"/>
              <a:gd name="connsiteY114-36410" fmla="*/ 2195378 h 6858000"/>
              <a:gd name="connsiteX115-36411" fmla="*/ 391624 w 1508539"/>
              <a:gd name="connsiteY115-36412" fmla="*/ 2155135 h 6858000"/>
              <a:gd name="connsiteX116-36413" fmla="*/ 389082 w 1508539"/>
              <a:gd name="connsiteY116-36414" fmla="*/ 2118008 h 6858000"/>
              <a:gd name="connsiteX117-36415" fmla="*/ 390075 w 1508539"/>
              <a:gd name="connsiteY117-36416" fmla="*/ 2050531 h 6858000"/>
              <a:gd name="connsiteX118-36417" fmla="*/ 381881 w 1508539"/>
              <a:gd name="connsiteY118-36418" fmla="*/ 1963269 h 6858000"/>
              <a:gd name="connsiteX119-36419" fmla="*/ 363059 w 1508539"/>
              <a:gd name="connsiteY119-36420" fmla="*/ 1906352 h 6858000"/>
              <a:gd name="connsiteX120-36421" fmla="*/ 339616 w 1508539"/>
              <a:gd name="connsiteY120-36422" fmla="*/ 1861531 h 6858000"/>
              <a:gd name="connsiteX121-36423" fmla="*/ 293415 w 1508539"/>
              <a:gd name="connsiteY121-36424" fmla="*/ 1732919 h 6858000"/>
              <a:gd name="connsiteX122-36425" fmla="*/ 265726 w 1508539"/>
              <a:gd name="connsiteY122-36426" fmla="*/ 1663540 h 6858000"/>
              <a:gd name="connsiteX123-36427" fmla="*/ 264852 w 1508539"/>
              <a:gd name="connsiteY123-36428" fmla="*/ 1615777 h 6858000"/>
              <a:gd name="connsiteX124-36429" fmla="*/ 245647 w 1508539"/>
              <a:gd name="connsiteY124-36430" fmla="*/ 1563678 h 6858000"/>
              <a:gd name="connsiteX125-36431" fmla="*/ 258727 w 1508539"/>
              <a:gd name="connsiteY125-36432" fmla="*/ 1519474 h 6858000"/>
              <a:gd name="connsiteX126-36433" fmla="*/ 251469 w 1508539"/>
              <a:gd name="connsiteY126-36434" fmla="*/ 1477995 h 6858000"/>
              <a:gd name="connsiteX127-36435" fmla="*/ 237554 w 1508539"/>
              <a:gd name="connsiteY127-36436" fmla="*/ 1373769 h 6858000"/>
              <a:gd name="connsiteX128-36437" fmla="*/ 245861 w 1508539"/>
              <a:gd name="connsiteY128-36438" fmla="*/ 1307086 h 6858000"/>
              <a:gd name="connsiteX129-36439" fmla="*/ 247049 w 1508539"/>
              <a:gd name="connsiteY129-36440" fmla="*/ 1189033 h 6858000"/>
              <a:gd name="connsiteX130-36441" fmla="*/ 251734 w 1508539"/>
              <a:gd name="connsiteY130-36442" fmla="*/ 1168288 h 6858000"/>
              <a:gd name="connsiteX131-36443" fmla="*/ 244016 w 1508539"/>
              <a:gd name="connsiteY131-36444" fmla="*/ 1142577 h 6858000"/>
              <a:gd name="connsiteX132-36445" fmla="*/ 233322 w 1508539"/>
              <a:gd name="connsiteY132-36446" fmla="*/ 1088484 h 6858000"/>
              <a:gd name="connsiteX133-36447" fmla="*/ 222058 w 1508539"/>
              <a:gd name="connsiteY133-36448" fmla="*/ 1016103 h 6858000"/>
              <a:gd name="connsiteX134-36449" fmla="*/ 223514 w 1508539"/>
              <a:gd name="connsiteY134-36450" fmla="*/ 932283 h 6858000"/>
              <a:gd name="connsiteX135-36451" fmla="*/ 225750 w 1508539"/>
              <a:gd name="connsiteY135-36452" fmla="*/ 915925 h 6858000"/>
              <a:gd name="connsiteX136-36453" fmla="*/ 218379 w 1508539"/>
              <a:gd name="connsiteY136-36454" fmla="*/ 896999 h 6858000"/>
              <a:gd name="connsiteX137-36455" fmla="*/ 187787 w 1508539"/>
              <a:gd name="connsiteY137-36456" fmla="*/ 821517 h 6858000"/>
              <a:gd name="connsiteX138-36457" fmla="*/ 166737 w 1508539"/>
              <a:gd name="connsiteY138-36458" fmla="*/ 751353 h 6858000"/>
              <a:gd name="connsiteX139-36459" fmla="*/ 166295 w 1508539"/>
              <a:gd name="connsiteY139-36460" fmla="*/ 721230 h 6858000"/>
              <a:gd name="connsiteX140-36461" fmla="*/ 151966 w 1508539"/>
              <a:gd name="connsiteY140-36462" fmla="*/ 681659 h 6858000"/>
              <a:gd name="connsiteX141-36463" fmla="*/ 137385 w 1508539"/>
              <a:gd name="connsiteY141-36464" fmla="*/ 635218 h 6858000"/>
              <a:gd name="connsiteX142-36465" fmla="*/ 142396 w 1508539"/>
              <a:gd name="connsiteY142-36466" fmla="*/ 613763 h 6858000"/>
              <a:gd name="connsiteX143-36467" fmla="*/ 128338 w 1508539"/>
              <a:gd name="connsiteY143-36468" fmla="*/ 598582 h 6858000"/>
              <a:gd name="connsiteX144-36469" fmla="*/ 128019 w 1508539"/>
              <a:gd name="connsiteY144-36470" fmla="*/ 576846 h 6858000"/>
              <a:gd name="connsiteX145-36471" fmla="*/ 107645 w 1508539"/>
              <a:gd name="connsiteY145-36472" fmla="*/ 530055 h 6858000"/>
              <a:gd name="connsiteX146-36473" fmla="*/ 106893 w 1508539"/>
              <a:gd name="connsiteY146-36474" fmla="*/ 465389 h 6858000"/>
              <a:gd name="connsiteX147-36475" fmla="*/ 89816 w 1508539"/>
              <a:gd name="connsiteY147-36476" fmla="*/ 424699 h 6858000"/>
              <a:gd name="connsiteX148-36477" fmla="*/ 90191 w 1508539"/>
              <a:gd name="connsiteY148-36478" fmla="*/ 404917 h 6858000"/>
              <a:gd name="connsiteX149-36479" fmla="*/ 70148 w 1508539"/>
              <a:gd name="connsiteY149-36480" fmla="*/ 367211 h 6858000"/>
              <a:gd name="connsiteX150-36481" fmla="*/ 36452 w 1508539"/>
              <a:gd name="connsiteY150-36482" fmla="*/ 268519 h 6858000"/>
              <a:gd name="connsiteX151-36483" fmla="*/ 23935 w 1508539"/>
              <a:gd name="connsiteY151-36484" fmla="*/ 160886 h 6858000"/>
              <a:gd name="connsiteX152-36485" fmla="*/ 19312 w 1508539"/>
              <a:gd name="connsiteY152-36486" fmla="*/ 47336 h 6858000"/>
              <a:gd name="connsiteX153-36487" fmla="*/ 0 w 1508539"/>
              <a:gd name="connsiteY153-36488" fmla="*/ 0 h 6858000"/>
              <a:gd name="connsiteX0-36489" fmla="*/ 0 w 1508539"/>
              <a:gd name="connsiteY0-36490" fmla="*/ 0 h 6858000"/>
              <a:gd name="connsiteX1-36491" fmla="*/ 1508539 w 1508539"/>
              <a:gd name="connsiteY1-36492" fmla="*/ 0 h 6858000"/>
              <a:gd name="connsiteX2-36493" fmla="*/ 1508539 w 1508539"/>
              <a:gd name="connsiteY2-36494" fmla="*/ 6858000 h 6858000"/>
              <a:gd name="connsiteX3-36495" fmla="*/ 57174 w 1508539"/>
              <a:gd name="connsiteY3-36496" fmla="*/ 6858000 h 6858000"/>
              <a:gd name="connsiteX4-36497" fmla="*/ 57315 w 1508539"/>
              <a:gd name="connsiteY4-36498" fmla="*/ 6857735 h 6858000"/>
              <a:gd name="connsiteX5-36499" fmla="*/ 69364 w 1508539"/>
              <a:gd name="connsiteY5-36500" fmla="*/ 6809549 h 6858000"/>
              <a:gd name="connsiteX6-36501" fmla="*/ 101575 w 1508539"/>
              <a:gd name="connsiteY6-36502" fmla="*/ 6715115 h 6858000"/>
              <a:gd name="connsiteX7-36503" fmla="*/ 111426 w 1508539"/>
              <a:gd name="connsiteY7-36504" fmla="*/ 6680170 h 6858000"/>
              <a:gd name="connsiteX8-36505" fmla="*/ 136976 w 1508539"/>
              <a:gd name="connsiteY8-36506" fmla="*/ 6621207 h 6858000"/>
              <a:gd name="connsiteX9-36507" fmla="*/ 153633 w 1508539"/>
              <a:gd name="connsiteY9-36508" fmla="*/ 6596265 h 6858000"/>
              <a:gd name="connsiteX10-36509" fmla="*/ 153512 w 1508539"/>
              <a:gd name="connsiteY10-36510" fmla="*/ 6594818 h 6858000"/>
              <a:gd name="connsiteX11-36511" fmla="*/ 157757 w 1508539"/>
              <a:gd name="connsiteY11-36512" fmla="*/ 6593735 h 6858000"/>
              <a:gd name="connsiteX12-36513" fmla="*/ 160954 w 1508539"/>
              <a:gd name="connsiteY12-36514" fmla="*/ 6589172 h 6858000"/>
              <a:gd name="connsiteX13-36515" fmla="*/ 164248 w 1508539"/>
              <a:gd name="connsiteY13-36516" fmla="*/ 6574442 h 6858000"/>
              <a:gd name="connsiteX14-36517" fmla="*/ 164588 w 1508539"/>
              <a:gd name="connsiteY14-36518" fmla="*/ 6568530 h 6858000"/>
              <a:gd name="connsiteX15-36519" fmla="*/ 166997 w 1508539"/>
              <a:gd name="connsiteY15-36520" fmla="*/ 6560674 h 6858000"/>
              <a:gd name="connsiteX16-36521" fmla="*/ 167342 w 1508539"/>
              <a:gd name="connsiteY16-36522" fmla="*/ 6560598 h 6858000"/>
              <a:gd name="connsiteX17-36523" fmla="*/ 169039 w 1508539"/>
              <a:gd name="connsiteY17-36524" fmla="*/ 6553006 h 6858000"/>
              <a:gd name="connsiteX18-36525" fmla="*/ 173735 w 1508539"/>
              <a:gd name="connsiteY18-36526" fmla="*/ 6514360 h 6858000"/>
              <a:gd name="connsiteX19-36527" fmla="*/ 215389 w 1508539"/>
              <a:gd name="connsiteY19-36528" fmla="*/ 6478062 h 6858000"/>
              <a:gd name="connsiteX20-36529" fmla="*/ 226078 w 1508539"/>
              <a:gd name="connsiteY20-36530" fmla="*/ 6460325 h 6858000"/>
              <a:gd name="connsiteX21-36531" fmla="*/ 233311 w 1508539"/>
              <a:gd name="connsiteY21-36532" fmla="*/ 6451488 h 6858000"/>
              <a:gd name="connsiteX22-36533" fmla="*/ 234746 w 1508539"/>
              <a:gd name="connsiteY22-36534" fmla="*/ 6451348 h 6858000"/>
              <a:gd name="connsiteX23-36535" fmla="*/ 239104 w 1508539"/>
              <a:gd name="connsiteY23-36536" fmla="*/ 6414240 h 6858000"/>
              <a:gd name="connsiteX24-36537" fmla="*/ 241980 w 1508539"/>
              <a:gd name="connsiteY24-36538" fmla="*/ 6410269 h 6858000"/>
              <a:gd name="connsiteX25-36539" fmla="*/ 241880 w 1508539"/>
              <a:gd name="connsiteY25-36540" fmla="*/ 6384857 h 6858000"/>
              <a:gd name="connsiteX26-36541" fmla="*/ 243397 w 1508539"/>
              <a:gd name="connsiteY26-36542" fmla="*/ 6372381 h 6858000"/>
              <a:gd name="connsiteX27-36543" fmla="*/ 240591 w 1508539"/>
              <a:gd name="connsiteY27-36544" fmla="*/ 6367510 h 6858000"/>
              <a:gd name="connsiteX28-36545" fmla="*/ 244471 w 1508539"/>
              <a:gd name="connsiteY28-36546" fmla="*/ 6349778 h 6858000"/>
              <a:gd name="connsiteX29-36547" fmla="*/ 246136 w 1508539"/>
              <a:gd name="connsiteY29-36548" fmla="*/ 6348250 h 6858000"/>
              <a:gd name="connsiteX30-36549" fmla="*/ 262170 w 1508539"/>
              <a:gd name="connsiteY30-36550" fmla="*/ 6281972 h 6858000"/>
              <a:gd name="connsiteX31-36551" fmla="*/ 272933 w 1508539"/>
              <a:gd name="connsiteY31-36552" fmla="*/ 6211940 h 6858000"/>
              <a:gd name="connsiteX32-36553" fmla="*/ 314428 w 1508539"/>
              <a:gd name="connsiteY32-36554" fmla="*/ 6113913 h 6858000"/>
              <a:gd name="connsiteX33-36555" fmla="*/ 318721 w 1508539"/>
              <a:gd name="connsiteY33-36556" fmla="*/ 6028119 h 6858000"/>
              <a:gd name="connsiteX34-36557" fmla="*/ 345501 w 1508539"/>
              <a:gd name="connsiteY34-36558" fmla="*/ 5934687 h 6858000"/>
              <a:gd name="connsiteX35-36559" fmla="*/ 379513 w 1508539"/>
              <a:gd name="connsiteY35-36560" fmla="*/ 5765594 h 6858000"/>
              <a:gd name="connsiteX36-36561" fmla="*/ 411349 w 1508539"/>
              <a:gd name="connsiteY36-36562" fmla="*/ 5693685 h 6858000"/>
              <a:gd name="connsiteX37-36563" fmla="*/ 431404 w 1508539"/>
              <a:gd name="connsiteY37-36564" fmla="*/ 5665173 h 6858000"/>
              <a:gd name="connsiteX38-36565" fmla="*/ 465121 w 1508539"/>
              <a:gd name="connsiteY38-36566" fmla="*/ 5563435 h 6858000"/>
              <a:gd name="connsiteX39-36567" fmla="*/ 494626 w 1508539"/>
              <a:gd name="connsiteY39-36568" fmla="*/ 5476393 h 6858000"/>
              <a:gd name="connsiteX40-36569" fmla="*/ 525819 w 1508539"/>
              <a:gd name="connsiteY40-36570" fmla="*/ 5396260 h 6858000"/>
              <a:gd name="connsiteX41-36571" fmla="*/ 541800 w 1508539"/>
              <a:gd name="connsiteY41-36572" fmla="*/ 5330009 h 6858000"/>
              <a:gd name="connsiteX42-36573" fmla="*/ 575293 w 1508539"/>
              <a:gd name="connsiteY42-36574" fmla="*/ 5273739 h 6858000"/>
              <a:gd name="connsiteX43-36575" fmla="*/ 584892 w 1508539"/>
              <a:gd name="connsiteY43-36576" fmla="*/ 5241779 h 6858000"/>
              <a:gd name="connsiteX44-36577" fmla="*/ 596118 w 1508539"/>
              <a:gd name="connsiteY44-36578" fmla="*/ 5225268 h 6858000"/>
              <a:gd name="connsiteX45-36579" fmla="*/ 597138 w 1508539"/>
              <a:gd name="connsiteY45-36580" fmla="*/ 5217684 h 6858000"/>
              <a:gd name="connsiteX46-36581" fmla="*/ 604479 w 1508539"/>
              <a:gd name="connsiteY46-36582" fmla="*/ 5193377 h 6858000"/>
              <a:gd name="connsiteX47-36583" fmla="*/ 607782 w 1508539"/>
              <a:gd name="connsiteY47-36584" fmla="*/ 5179288 h 6858000"/>
              <a:gd name="connsiteX48-36585" fmla="*/ 608766 w 1508539"/>
              <a:gd name="connsiteY48-36586" fmla="*/ 5173621 h 6858000"/>
              <a:gd name="connsiteX49-36587" fmla="*/ 604400 w 1508539"/>
              <a:gd name="connsiteY49-36588" fmla="*/ 5159961 h 6858000"/>
              <a:gd name="connsiteX50-36589" fmla="*/ 611077 w 1508539"/>
              <a:gd name="connsiteY50-36590" fmla="*/ 5144295 h 6858000"/>
              <a:gd name="connsiteX51-36591" fmla="*/ 608010 w 1508539"/>
              <a:gd name="connsiteY51-36592" fmla="*/ 5125185 h 6858000"/>
              <a:gd name="connsiteX52-36593" fmla="*/ 614840 w 1508539"/>
              <a:gd name="connsiteY52-36594" fmla="*/ 5121884 h 6858000"/>
              <a:gd name="connsiteX53-36595" fmla="*/ 621876 w 1508539"/>
              <a:gd name="connsiteY53-36596" fmla="*/ 5067850 h 6858000"/>
              <a:gd name="connsiteX54-36597" fmla="*/ 624607 w 1508539"/>
              <a:gd name="connsiteY54-36598" fmla="*/ 5060861 h 6858000"/>
              <a:gd name="connsiteX55-36599" fmla="*/ 621311 w 1508539"/>
              <a:gd name="connsiteY55-36600" fmla="*/ 5034192 h 6858000"/>
              <a:gd name="connsiteX56-36601" fmla="*/ 622865 w 1508539"/>
              <a:gd name="connsiteY56-36602" fmla="*/ 4993030 h 6858000"/>
              <a:gd name="connsiteX57-36603" fmla="*/ 629774 w 1508539"/>
              <a:gd name="connsiteY57-36604" fmla="*/ 4946844 h 6858000"/>
              <a:gd name="connsiteX58-36605" fmla="*/ 625630 w 1508539"/>
              <a:gd name="connsiteY58-36606" fmla="*/ 4932692 h 6858000"/>
              <a:gd name="connsiteX59-36607" fmla="*/ 641033 w 1508539"/>
              <a:gd name="connsiteY59-36608" fmla="*/ 4858827 h 6858000"/>
              <a:gd name="connsiteX60-36609" fmla="*/ 635187 w 1508539"/>
              <a:gd name="connsiteY60-36610" fmla="*/ 4801535 h 6858000"/>
              <a:gd name="connsiteX61-36611" fmla="*/ 642856 w 1508539"/>
              <a:gd name="connsiteY61-36612" fmla="*/ 4797794 h 6858000"/>
              <a:gd name="connsiteX62-36613" fmla="*/ 644150 w 1508539"/>
              <a:gd name="connsiteY62-36614" fmla="*/ 4784526 h 6858000"/>
              <a:gd name="connsiteX63-36615" fmla="*/ 654721 w 1508539"/>
              <a:gd name="connsiteY63-36616" fmla="*/ 4761984 h 6858000"/>
              <a:gd name="connsiteX64-36617" fmla="*/ 650769 w 1508539"/>
              <a:gd name="connsiteY64-36618" fmla="*/ 4690749 h 6858000"/>
              <a:gd name="connsiteX65-36619" fmla="*/ 646249 w 1508539"/>
              <a:gd name="connsiteY65-36620" fmla="*/ 4584173 h 6858000"/>
              <a:gd name="connsiteX66-36621" fmla="*/ 641332 w 1508539"/>
              <a:gd name="connsiteY66-36622" fmla="*/ 4444346 h 6858000"/>
              <a:gd name="connsiteX67-36623" fmla="*/ 637897 w 1508539"/>
              <a:gd name="connsiteY67-36624" fmla="*/ 4375228 h 6858000"/>
              <a:gd name="connsiteX68-36625" fmla="*/ 618550 w 1508539"/>
              <a:gd name="connsiteY68-36626" fmla="*/ 4214165 h 6858000"/>
              <a:gd name="connsiteX69-36627" fmla="*/ 622623 w 1508539"/>
              <a:gd name="connsiteY69-36628" fmla="*/ 4090296 h 6858000"/>
              <a:gd name="connsiteX70-36629" fmla="*/ 607879 w 1508539"/>
              <a:gd name="connsiteY70-36630" fmla="*/ 4033999 h 6858000"/>
              <a:gd name="connsiteX71-36631" fmla="*/ 609028 w 1508539"/>
              <a:gd name="connsiteY71-36632" fmla="*/ 4031933 h 6858000"/>
              <a:gd name="connsiteX72-36633" fmla="*/ 607604 w 1508539"/>
              <a:gd name="connsiteY72-36634" fmla="*/ 4013953 h 6858000"/>
              <a:gd name="connsiteX73-36635" fmla="*/ 593899 w 1508539"/>
              <a:gd name="connsiteY73-36636" fmla="*/ 3974753 h 6858000"/>
              <a:gd name="connsiteX74-36637" fmla="*/ 595497 w 1508539"/>
              <a:gd name="connsiteY74-36638" fmla="*/ 3969950 h 6858000"/>
              <a:gd name="connsiteX75-36639" fmla="*/ 588919 w 1508539"/>
              <a:gd name="connsiteY75-36640" fmla="*/ 3933779 h 6858000"/>
              <a:gd name="connsiteX76-36641" fmla="*/ 590250 w 1508539"/>
              <a:gd name="connsiteY76-36642" fmla="*/ 3933093 h 6858000"/>
              <a:gd name="connsiteX77-36643" fmla="*/ 594604 w 1508539"/>
              <a:gd name="connsiteY77-36644" fmla="*/ 3922082 h 6858000"/>
              <a:gd name="connsiteX78-36645" fmla="*/ 599682 w 1508539"/>
              <a:gd name="connsiteY78-36646" fmla="*/ 3901461 h 6858000"/>
              <a:gd name="connsiteX79-36647" fmla="*/ 622276 w 1508539"/>
              <a:gd name="connsiteY79-36648" fmla="*/ 3813873 h 6858000"/>
              <a:gd name="connsiteX80-36649" fmla="*/ 621701 w 1508539"/>
              <a:gd name="connsiteY80-36650" fmla="*/ 3806161 h 6858000"/>
              <a:gd name="connsiteX81-36651" fmla="*/ 622008 w 1508539"/>
              <a:gd name="connsiteY81-36652" fmla="*/ 3805957 h 6858000"/>
              <a:gd name="connsiteX82-36653" fmla="*/ 622035 w 1508539"/>
              <a:gd name="connsiteY82-36654" fmla="*/ 3797724 h 6858000"/>
              <a:gd name="connsiteX83-36655" fmla="*/ 620650 w 1508539"/>
              <a:gd name="connsiteY83-36656" fmla="*/ 3792098 h 6858000"/>
              <a:gd name="connsiteX84-36657" fmla="*/ 619534 w 1508539"/>
              <a:gd name="connsiteY84-36658" fmla="*/ 3777135 h 6858000"/>
              <a:gd name="connsiteX85-36659" fmla="*/ 621267 w 1508539"/>
              <a:gd name="connsiteY85-36660" fmla="*/ 3771656 h 6858000"/>
              <a:gd name="connsiteX86-36661" fmla="*/ 625010 w 1508539"/>
              <a:gd name="connsiteY86-36662" fmla="*/ 3769007 h 6858000"/>
              <a:gd name="connsiteX87-36663" fmla="*/ 624476 w 1508539"/>
              <a:gd name="connsiteY87-36664" fmla="*/ 3767709 h 6858000"/>
              <a:gd name="connsiteX88-36665" fmla="*/ 633172 w 1508539"/>
              <a:gd name="connsiteY88-36666" fmla="*/ 3738082 h 6858000"/>
              <a:gd name="connsiteX89-36667" fmla="*/ 640518 w 1508539"/>
              <a:gd name="connsiteY89-36668" fmla="*/ 3673397 h 6858000"/>
              <a:gd name="connsiteX90-36669" fmla="*/ 639814 w 1508539"/>
              <a:gd name="connsiteY90-36670" fmla="*/ 3637109 h 6858000"/>
              <a:gd name="connsiteX91-36671" fmla="*/ 643257 w 1508539"/>
              <a:gd name="connsiteY91-36672" fmla="*/ 3536883 h 6858000"/>
              <a:gd name="connsiteX92-36673" fmla="*/ 650795 w 1508539"/>
              <a:gd name="connsiteY92-36674" fmla="*/ 3435652 h 6858000"/>
              <a:gd name="connsiteX93-36675" fmla="*/ 652466 w 1508539"/>
              <a:gd name="connsiteY93-36676" fmla="*/ 3307769 h 6858000"/>
              <a:gd name="connsiteX94-36677" fmla="*/ 670029 w 1508539"/>
              <a:gd name="connsiteY94-36678" fmla="*/ 3250522 h 6858000"/>
              <a:gd name="connsiteX95-36679" fmla="*/ 670454 w 1508539"/>
              <a:gd name="connsiteY95-36680" fmla="*/ 3229163 h 6858000"/>
              <a:gd name="connsiteX96-36681" fmla="*/ 672277 w 1508539"/>
              <a:gd name="connsiteY96-36682" fmla="*/ 3217217 h 6858000"/>
              <a:gd name="connsiteX97-36683" fmla="*/ 659112 w 1508539"/>
              <a:gd name="connsiteY97-36684" fmla="*/ 3183755 h 6858000"/>
              <a:gd name="connsiteX98-36685" fmla="*/ 659613 w 1508539"/>
              <a:gd name="connsiteY98-36686" fmla="*/ 3178642 h 6858000"/>
              <a:gd name="connsiteX99-36687" fmla="*/ 647213 w 1508539"/>
              <a:gd name="connsiteY99-36688" fmla="*/ 3158586 h 6858000"/>
              <a:gd name="connsiteX100-36689" fmla="*/ 632398 w 1508539"/>
              <a:gd name="connsiteY100-36690" fmla="*/ 3129034 h 6858000"/>
              <a:gd name="connsiteX101-36691" fmla="*/ 633063 w 1508539"/>
              <a:gd name="connsiteY101-36692" fmla="*/ 3126682 h 6858000"/>
              <a:gd name="connsiteX102-36693" fmla="*/ 623931 w 1508539"/>
              <a:gd name="connsiteY102-36694" fmla="*/ 3114519 h 6858000"/>
              <a:gd name="connsiteX103-36695" fmla="*/ 610540 w 1508539"/>
              <a:gd name="connsiteY103-36696" fmla="*/ 3106272 h 6858000"/>
              <a:gd name="connsiteX104-36697" fmla="*/ 583270 w 1508539"/>
              <a:gd name="connsiteY104-36698" fmla="*/ 2958185 h 6858000"/>
              <a:gd name="connsiteX105-36699" fmla="*/ 525884 w 1508539"/>
              <a:gd name="connsiteY105-36700" fmla="*/ 2762989 h 6858000"/>
              <a:gd name="connsiteX106-36701" fmla="*/ 474802 w 1508539"/>
              <a:gd name="connsiteY106-36702" fmla="*/ 2554718 h 6858000"/>
              <a:gd name="connsiteX107-36703" fmla="*/ 454896 w 1508539"/>
              <a:gd name="connsiteY107-36704" fmla="*/ 2485734 h 6858000"/>
              <a:gd name="connsiteX108-36705" fmla="*/ 445619 w 1508539"/>
              <a:gd name="connsiteY108-36706" fmla="*/ 2447068 h 6858000"/>
              <a:gd name="connsiteX109-36707" fmla="*/ 432580 w 1508539"/>
              <a:gd name="connsiteY109-36708" fmla="*/ 2425819 h 6858000"/>
              <a:gd name="connsiteX110-36709" fmla="*/ 438579 w 1508539"/>
              <a:gd name="connsiteY110-36710" fmla="*/ 2402874 h 6858000"/>
              <a:gd name="connsiteX111-36711" fmla="*/ 441191 w 1508539"/>
              <a:gd name="connsiteY111-36712" fmla="*/ 2381443 h 6858000"/>
              <a:gd name="connsiteX112-36713" fmla="*/ 417520 w 1508539"/>
              <a:gd name="connsiteY112-36714" fmla="*/ 2261920 h 6858000"/>
              <a:gd name="connsiteX113-36715" fmla="*/ 407407 w 1508539"/>
              <a:gd name="connsiteY113-36716" fmla="*/ 2195378 h 6858000"/>
              <a:gd name="connsiteX114-36717" fmla="*/ 391624 w 1508539"/>
              <a:gd name="connsiteY114-36718" fmla="*/ 2155135 h 6858000"/>
              <a:gd name="connsiteX115-36719" fmla="*/ 389082 w 1508539"/>
              <a:gd name="connsiteY115-36720" fmla="*/ 2118008 h 6858000"/>
              <a:gd name="connsiteX116-36721" fmla="*/ 390075 w 1508539"/>
              <a:gd name="connsiteY116-36722" fmla="*/ 2050531 h 6858000"/>
              <a:gd name="connsiteX117-36723" fmla="*/ 381881 w 1508539"/>
              <a:gd name="connsiteY117-36724" fmla="*/ 1963269 h 6858000"/>
              <a:gd name="connsiteX118-36725" fmla="*/ 363059 w 1508539"/>
              <a:gd name="connsiteY118-36726" fmla="*/ 1906352 h 6858000"/>
              <a:gd name="connsiteX119-36727" fmla="*/ 339616 w 1508539"/>
              <a:gd name="connsiteY119-36728" fmla="*/ 1861531 h 6858000"/>
              <a:gd name="connsiteX120-36729" fmla="*/ 293415 w 1508539"/>
              <a:gd name="connsiteY120-36730" fmla="*/ 1732919 h 6858000"/>
              <a:gd name="connsiteX121-36731" fmla="*/ 265726 w 1508539"/>
              <a:gd name="connsiteY121-36732" fmla="*/ 1663540 h 6858000"/>
              <a:gd name="connsiteX122-36733" fmla="*/ 264852 w 1508539"/>
              <a:gd name="connsiteY122-36734" fmla="*/ 1615777 h 6858000"/>
              <a:gd name="connsiteX123-36735" fmla="*/ 245647 w 1508539"/>
              <a:gd name="connsiteY123-36736" fmla="*/ 1563678 h 6858000"/>
              <a:gd name="connsiteX124-36737" fmla="*/ 258727 w 1508539"/>
              <a:gd name="connsiteY124-36738" fmla="*/ 1519474 h 6858000"/>
              <a:gd name="connsiteX125-36739" fmla="*/ 251469 w 1508539"/>
              <a:gd name="connsiteY125-36740" fmla="*/ 1477995 h 6858000"/>
              <a:gd name="connsiteX126-36741" fmla="*/ 237554 w 1508539"/>
              <a:gd name="connsiteY126-36742" fmla="*/ 1373769 h 6858000"/>
              <a:gd name="connsiteX127-36743" fmla="*/ 245861 w 1508539"/>
              <a:gd name="connsiteY127-36744" fmla="*/ 1307086 h 6858000"/>
              <a:gd name="connsiteX128-36745" fmla="*/ 247049 w 1508539"/>
              <a:gd name="connsiteY128-36746" fmla="*/ 1189033 h 6858000"/>
              <a:gd name="connsiteX129-36747" fmla="*/ 251734 w 1508539"/>
              <a:gd name="connsiteY129-36748" fmla="*/ 1168288 h 6858000"/>
              <a:gd name="connsiteX130-36749" fmla="*/ 244016 w 1508539"/>
              <a:gd name="connsiteY130-36750" fmla="*/ 1142577 h 6858000"/>
              <a:gd name="connsiteX131-36751" fmla="*/ 233322 w 1508539"/>
              <a:gd name="connsiteY131-36752" fmla="*/ 1088484 h 6858000"/>
              <a:gd name="connsiteX132-36753" fmla="*/ 222058 w 1508539"/>
              <a:gd name="connsiteY132-36754" fmla="*/ 1016103 h 6858000"/>
              <a:gd name="connsiteX133-36755" fmla="*/ 223514 w 1508539"/>
              <a:gd name="connsiteY133-36756" fmla="*/ 932283 h 6858000"/>
              <a:gd name="connsiteX134-36757" fmla="*/ 225750 w 1508539"/>
              <a:gd name="connsiteY134-36758" fmla="*/ 915925 h 6858000"/>
              <a:gd name="connsiteX135-36759" fmla="*/ 218379 w 1508539"/>
              <a:gd name="connsiteY135-36760" fmla="*/ 896999 h 6858000"/>
              <a:gd name="connsiteX136-36761" fmla="*/ 187787 w 1508539"/>
              <a:gd name="connsiteY136-36762" fmla="*/ 821517 h 6858000"/>
              <a:gd name="connsiteX137-36763" fmla="*/ 166737 w 1508539"/>
              <a:gd name="connsiteY137-36764" fmla="*/ 751353 h 6858000"/>
              <a:gd name="connsiteX138-36765" fmla="*/ 166295 w 1508539"/>
              <a:gd name="connsiteY138-36766" fmla="*/ 721230 h 6858000"/>
              <a:gd name="connsiteX139-36767" fmla="*/ 151966 w 1508539"/>
              <a:gd name="connsiteY139-36768" fmla="*/ 681659 h 6858000"/>
              <a:gd name="connsiteX140-36769" fmla="*/ 137385 w 1508539"/>
              <a:gd name="connsiteY140-36770" fmla="*/ 635218 h 6858000"/>
              <a:gd name="connsiteX141-36771" fmla="*/ 142396 w 1508539"/>
              <a:gd name="connsiteY141-36772" fmla="*/ 613763 h 6858000"/>
              <a:gd name="connsiteX142-36773" fmla="*/ 128338 w 1508539"/>
              <a:gd name="connsiteY142-36774" fmla="*/ 598582 h 6858000"/>
              <a:gd name="connsiteX143-36775" fmla="*/ 128019 w 1508539"/>
              <a:gd name="connsiteY143-36776" fmla="*/ 576846 h 6858000"/>
              <a:gd name="connsiteX144-36777" fmla="*/ 107645 w 1508539"/>
              <a:gd name="connsiteY144-36778" fmla="*/ 530055 h 6858000"/>
              <a:gd name="connsiteX145-36779" fmla="*/ 106893 w 1508539"/>
              <a:gd name="connsiteY145-36780" fmla="*/ 465389 h 6858000"/>
              <a:gd name="connsiteX146-36781" fmla="*/ 89816 w 1508539"/>
              <a:gd name="connsiteY146-36782" fmla="*/ 424699 h 6858000"/>
              <a:gd name="connsiteX147-36783" fmla="*/ 90191 w 1508539"/>
              <a:gd name="connsiteY147-36784" fmla="*/ 404917 h 6858000"/>
              <a:gd name="connsiteX148-36785" fmla="*/ 70148 w 1508539"/>
              <a:gd name="connsiteY148-36786" fmla="*/ 367211 h 6858000"/>
              <a:gd name="connsiteX149-36787" fmla="*/ 36452 w 1508539"/>
              <a:gd name="connsiteY149-36788" fmla="*/ 268519 h 6858000"/>
              <a:gd name="connsiteX150-36789" fmla="*/ 23935 w 1508539"/>
              <a:gd name="connsiteY150-36790" fmla="*/ 160886 h 6858000"/>
              <a:gd name="connsiteX151-36791" fmla="*/ 19312 w 1508539"/>
              <a:gd name="connsiteY151-36792" fmla="*/ 47336 h 6858000"/>
              <a:gd name="connsiteX152-36793" fmla="*/ 0 w 1508539"/>
              <a:gd name="connsiteY152-36794" fmla="*/ 0 h 6858000"/>
              <a:gd name="connsiteX0-36795" fmla="*/ 0 w 1508539"/>
              <a:gd name="connsiteY0-36796" fmla="*/ 0 h 6858000"/>
              <a:gd name="connsiteX1-36797" fmla="*/ 1508539 w 1508539"/>
              <a:gd name="connsiteY1-36798" fmla="*/ 0 h 6858000"/>
              <a:gd name="connsiteX2-36799" fmla="*/ 1508539 w 1508539"/>
              <a:gd name="connsiteY2-36800" fmla="*/ 6858000 h 6858000"/>
              <a:gd name="connsiteX3-36801" fmla="*/ 57174 w 1508539"/>
              <a:gd name="connsiteY3-36802" fmla="*/ 6858000 h 6858000"/>
              <a:gd name="connsiteX4-36803" fmla="*/ 57315 w 1508539"/>
              <a:gd name="connsiteY4-36804" fmla="*/ 6857735 h 6858000"/>
              <a:gd name="connsiteX5-36805" fmla="*/ 69364 w 1508539"/>
              <a:gd name="connsiteY5-36806" fmla="*/ 6809549 h 6858000"/>
              <a:gd name="connsiteX6-36807" fmla="*/ 101575 w 1508539"/>
              <a:gd name="connsiteY6-36808" fmla="*/ 6715115 h 6858000"/>
              <a:gd name="connsiteX7-36809" fmla="*/ 111426 w 1508539"/>
              <a:gd name="connsiteY7-36810" fmla="*/ 6680170 h 6858000"/>
              <a:gd name="connsiteX8-36811" fmla="*/ 136976 w 1508539"/>
              <a:gd name="connsiteY8-36812" fmla="*/ 6621207 h 6858000"/>
              <a:gd name="connsiteX9-36813" fmla="*/ 153633 w 1508539"/>
              <a:gd name="connsiteY9-36814" fmla="*/ 6596265 h 6858000"/>
              <a:gd name="connsiteX10-36815" fmla="*/ 153512 w 1508539"/>
              <a:gd name="connsiteY10-36816" fmla="*/ 6594818 h 6858000"/>
              <a:gd name="connsiteX11-36817" fmla="*/ 157757 w 1508539"/>
              <a:gd name="connsiteY11-36818" fmla="*/ 6593735 h 6858000"/>
              <a:gd name="connsiteX12-36819" fmla="*/ 160954 w 1508539"/>
              <a:gd name="connsiteY12-36820" fmla="*/ 6589172 h 6858000"/>
              <a:gd name="connsiteX13-36821" fmla="*/ 164248 w 1508539"/>
              <a:gd name="connsiteY13-36822" fmla="*/ 6574442 h 6858000"/>
              <a:gd name="connsiteX14-36823" fmla="*/ 164588 w 1508539"/>
              <a:gd name="connsiteY14-36824" fmla="*/ 6568530 h 6858000"/>
              <a:gd name="connsiteX15-36825" fmla="*/ 166997 w 1508539"/>
              <a:gd name="connsiteY15-36826" fmla="*/ 6560674 h 6858000"/>
              <a:gd name="connsiteX16-36827" fmla="*/ 167342 w 1508539"/>
              <a:gd name="connsiteY16-36828" fmla="*/ 6560598 h 6858000"/>
              <a:gd name="connsiteX17-36829" fmla="*/ 169039 w 1508539"/>
              <a:gd name="connsiteY17-36830" fmla="*/ 6553006 h 6858000"/>
              <a:gd name="connsiteX18-36831" fmla="*/ 173735 w 1508539"/>
              <a:gd name="connsiteY18-36832" fmla="*/ 6514360 h 6858000"/>
              <a:gd name="connsiteX19-36833" fmla="*/ 215389 w 1508539"/>
              <a:gd name="connsiteY19-36834" fmla="*/ 6478062 h 6858000"/>
              <a:gd name="connsiteX20-36835" fmla="*/ 226078 w 1508539"/>
              <a:gd name="connsiteY20-36836" fmla="*/ 6460325 h 6858000"/>
              <a:gd name="connsiteX21-36837" fmla="*/ 233311 w 1508539"/>
              <a:gd name="connsiteY21-36838" fmla="*/ 6451488 h 6858000"/>
              <a:gd name="connsiteX22-36839" fmla="*/ 234746 w 1508539"/>
              <a:gd name="connsiteY22-36840" fmla="*/ 6451348 h 6858000"/>
              <a:gd name="connsiteX23-36841" fmla="*/ 239104 w 1508539"/>
              <a:gd name="connsiteY23-36842" fmla="*/ 6414240 h 6858000"/>
              <a:gd name="connsiteX24-36843" fmla="*/ 241980 w 1508539"/>
              <a:gd name="connsiteY24-36844" fmla="*/ 6410269 h 6858000"/>
              <a:gd name="connsiteX25-36845" fmla="*/ 241880 w 1508539"/>
              <a:gd name="connsiteY25-36846" fmla="*/ 6384857 h 6858000"/>
              <a:gd name="connsiteX26-36847" fmla="*/ 243397 w 1508539"/>
              <a:gd name="connsiteY26-36848" fmla="*/ 6372381 h 6858000"/>
              <a:gd name="connsiteX27-36849" fmla="*/ 240591 w 1508539"/>
              <a:gd name="connsiteY27-36850" fmla="*/ 6367510 h 6858000"/>
              <a:gd name="connsiteX28-36851" fmla="*/ 244471 w 1508539"/>
              <a:gd name="connsiteY28-36852" fmla="*/ 6349778 h 6858000"/>
              <a:gd name="connsiteX29-36853" fmla="*/ 246136 w 1508539"/>
              <a:gd name="connsiteY29-36854" fmla="*/ 6348250 h 6858000"/>
              <a:gd name="connsiteX30-36855" fmla="*/ 262170 w 1508539"/>
              <a:gd name="connsiteY30-36856" fmla="*/ 6281972 h 6858000"/>
              <a:gd name="connsiteX31-36857" fmla="*/ 272933 w 1508539"/>
              <a:gd name="connsiteY31-36858" fmla="*/ 6211940 h 6858000"/>
              <a:gd name="connsiteX32-36859" fmla="*/ 314428 w 1508539"/>
              <a:gd name="connsiteY32-36860" fmla="*/ 6113913 h 6858000"/>
              <a:gd name="connsiteX33-36861" fmla="*/ 318721 w 1508539"/>
              <a:gd name="connsiteY33-36862" fmla="*/ 6028119 h 6858000"/>
              <a:gd name="connsiteX34-36863" fmla="*/ 345501 w 1508539"/>
              <a:gd name="connsiteY34-36864" fmla="*/ 5934687 h 6858000"/>
              <a:gd name="connsiteX35-36865" fmla="*/ 379513 w 1508539"/>
              <a:gd name="connsiteY35-36866" fmla="*/ 5765594 h 6858000"/>
              <a:gd name="connsiteX36-36867" fmla="*/ 411349 w 1508539"/>
              <a:gd name="connsiteY36-36868" fmla="*/ 5693685 h 6858000"/>
              <a:gd name="connsiteX37-36869" fmla="*/ 431404 w 1508539"/>
              <a:gd name="connsiteY37-36870" fmla="*/ 5665173 h 6858000"/>
              <a:gd name="connsiteX38-36871" fmla="*/ 465121 w 1508539"/>
              <a:gd name="connsiteY38-36872" fmla="*/ 5563435 h 6858000"/>
              <a:gd name="connsiteX39-36873" fmla="*/ 494626 w 1508539"/>
              <a:gd name="connsiteY39-36874" fmla="*/ 5476393 h 6858000"/>
              <a:gd name="connsiteX40-36875" fmla="*/ 525819 w 1508539"/>
              <a:gd name="connsiteY40-36876" fmla="*/ 5396260 h 6858000"/>
              <a:gd name="connsiteX41-36877" fmla="*/ 541800 w 1508539"/>
              <a:gd name="connsiteY41-36878" fmla="*/ 5330009 h 6858000"/>
              <a:gd name="connsiteX42-36879" fmla="*/ 575293 w 1508539"/>
              <a:gd name="connsiteY42-36880" fmla="*/ 5273739 h 6858000"/>
              <a:gd name="connsiteX43-36881" fmla="*/ 584892 w 1508539"/>
              <a:gd name="connsiteY43-36882" fmla="*/ 5241779 h 6858000"/>
              <a:gd name="connsiteX44-36883" fmla="*/ 596118 w 1508539"/>
              <a:gd name="connsiteY44-36884" fmla="*/ 5225268 h 6858000"/>
              <a:gd name="connsiteX45-36885" fmla="*/ 597138 w 1508539"/>
              <a:gd name="connsiteY45-36886" fmla="*/ 5217684 h 6858000"/>
              <a:gd name="connsiteX46-36887" fmla="*/ 604479 w 1508539"/>
              <a:gd name="connsiteY46-36888" fmla="*/ 5193377 h 6858000"/>
              <a:gd name="connsiteX47-36889" fmla="*/ 607782 w 1508539"/>
              <a:gd name="connsiteY47-36890" fmla="*/ 5179288 h 6858000"/>
              <a:gd name="connsiteX48-36891" fmla="*/ 608766 w 1508539"/>
              <a:gd name="connsiteY48-36892" fmla="*/ 5173621 h 6858000"/>
              <a:gd name="connsiteX49-36893" fmla="*/ 604400 w 1508539"/>
              <a:gd name="connsiteY49-36894" fmla="*/ 5159961 h 6858000"/>
              <a:gd name="connsiteX50-36895" fmla="*/ 611077 w 1508539"/>
              <a:gd name="connsiteY50-36896" fmla="*/ 5144295 h 6858000"/>
              <a:gd name="connsiteX51-36897" fmla="*/ 608010 w 1508539"/>
              <a:gd name="connsiteY51-36898" fmla="*/ 5125185 h 6858000"/>
              <a:gd name="connsiteX52-36899" fmla="*/ 614840 w 1508539"/>
              <a:gd name="connsiteY52-36900" fmla="*/ 5121884 h 6858000"/>
              <a:gd name="connsiteX53-36901" fmla="*/ 621876 w 1508539"/>
              <a:gd name="connsiteY53-36902" fmla="*/ 5067850 h 6858000"/>
              <a:gd name="connsiteX54-36903" fmla="*/ 624607 w 1508539"/>
              <a:gd name="connsiteY54-36904" fmla="*/ 5060861 h 6858000"/>
              <a:gd name="connsiteX55-36905" fmla="*/ 621311 w 1508539"/>
              <a:gd name="connsiteY55-36906" fmla="*/ 5034192 h 6858000"/>
              <a:gd name="connsiteX56-36907" fmla="*/ 622865 w 1508539"/>
              <a:gd name="connsiteY56-36908" fmla="*/ 4993030 h 6858000"/>
              <a:gd name="connsiteX57-36909" fmla="*/ 629774 w 1508539"/>
              <a:gd name="connsiteY57-36910" fmla="*/ 4946844 h 6858000"/>
              <a:gd name="connsiteX58-36911" fmla="*/ 625630 w 1508539"/>
              <a:gd name="connsiteY58-36912" fmla="*/ 4932692 h 6858000"/>
              <a:gd name="connsiteX59-36913" fmla="*/ 641033 w 1508539"/>
              <a:gd name="connsiteY59-36914" fmla="*/ 4858827 h 6858000"/>
              <a:gd name="connsiteX60-36915" fmla="*/ 635187 w 1508539"/>
              <a:gd name="connsiteY60-36916" fmla="*/ 4801535 h 6858000"/>
              <a:gd name="connsiteX61-36917" fmla="*/ 642856 w 1508539"/>
              <a:gd name="connsiteY61-36918" fmla="*/ 4797794 h 6858000"/>
              <a:gd name="connsiteX62-36919" fmla="*/ 644150 w 1508539"/>
              <a:gd name="connsiteY62-36920" fmla="*/ 4784526 h 6858000"/>
              <a:gd name="connsiteX63-36921" fmla="*/ 650769 w 1508539"/>
              <a:gd name="connsiteY63-36922" fmla="*/ 4690749 h 6858000"/>
              <a:gd name="connsiteX64-36923" fmla="*/ 646249 w 1508539"/>
              <a:gd name="connsiteY64-36924" fmla="*/ 4584173 h 6858000"/>
              <a:gd name="connsiteX65-36925" fmla="*/ 641332 w 1508539"/>
              <a:gd name="connsiteY65-36926" fmla="*/ 4444346 h 6858000"/>
              <a:gd name="connsiteX66-36927" fmla="*/ 637897 w 1508539"/>
              <a:gd name="connsiteY66-36928" fmla="*/ 4375228 h 6858000"/>
              <a:gd name="connsiteX67-36929" fmla="*/ 618550 w 1508539"/>
              <a:gd name="connsiteY67-36930" fmla="*/ 4214165 h 6858000"/>
              <a:gd name="connsiteX68-36931" fmla="*/ 622623 w 1508539"/>
              <a:gd name="connsiteY68-36932" fmla="*/ 4090296 h 6858000"/>
              <a:gd name="connsiteX69-36933" fmla="*/ 607879 w 1508539"/>
              <a:gd name="connsiteY69-36934" fmla="*/ 4033999 h 6858000"/>
              <a:gd name="connsiteX70-36935" fmla="*/ 609028 w 1508539"/>
              <a:gd name="connsiteY70-36936" fmla="*/ 4031933 h 6858000"/>
              <a:gd name="connsiteX71-36937" fmla="*/ 607604 w 1508539"/>
              <a:gd name="connsiteY71-36938" fmla="*/ 4013953 h 6858000"/>
              <a:gd name="connsiteX72-36939" fmla="*/ 593899 w 1508539"/>
              <a:gd name="connsiteY72-36940" fmla="*/ 3974753 h 6858000"/>
              <a:gd name="connsiteX73-36941" fmla="*/ 595497 w 1508539"/>
              <a:gd name="connsiteY73-36942" fmla="*/ 3969950 h 6858000"/>
              <a:gd name="connsiteX74-36943" fmla="*/ 588919 w 1508539"/>
              <a:gd name="connsiteY74-36944" fmla="*/ 3933779 h 6858000"/>
              <a:gd name="connsiteX75-36945" fmla="*/ 590250 w 1508539"/>
              <a:gd name="connsiteY75-36946" fmla="*/ 3933093 h 6858000"/>
              <a:gd name="connsiteX76-36947" fmla="*/ 594604 w 1508539"/>
              <a:gd name="connsiteY76-36948" fmla="*/ 3922082 h 6858000"/>
              <a:gd name="connsiteX77-36949" fmla="*/ 599682 w 1508539"/>
              <a:gd name="connsiteY77-36950" fmla="*/ 3901461 h 6858000"/>
              <a:gd name="connsiteX78-36951" fmla="*/ 622276 w 1508539"/>
              <a:gd name="connsiteY78-36952" fmla="*/ 3813873 h 6858000"/>
              <a:gd name="connsiteX79-36953" fmla="*/ 621701 w 1508539"/>
              <a:gd name="connsiteY79-36954" fmla="*/ 3806161 h 6858000"/>
              <a:gd name="connsiteX80-36955" fmla="*/ 622008 w 1508539"/>
              <a:gd name="connsiteY80-36956" fmla="*/ 3805957 h 6858000"/>
              <a:gd name="connsiteX81-36957" fmla="*/ 622035 w 1508539"/>
              <a:gd name="connsiteY81-36958" fmla="*/ 3797724 h 6858000"/>
              <a:gd name="connsiteX82-36959" fmla="*/ 620650 w 1508539"/>
              <a:gd name="connsiteY82-36960" fmla="*/ 3792098 h 6858000"/>
              <a:gd name="connsiteX83-36961" fmla="*/ 619534 w 1508539"/>
              <a:gd name="connsiteY83-36962" fmla="*/ 3777135 h 6858000"/>
              <a:gd name="connsiteX84-36963" fmla="*/ 621267 w 1508539"/>
              <a:gd name="connsiteY84-36964" fmla="*/ 3771656 h 6858000"/>
              <a:gd name="connsiteX85-36965" fmla="*/ 625010 w 1508539"/>
              <a:gd name="connsiteY85-36966" fmla="*/ 3769007 h 6858000"/>
              <a:gd name="connsiteX86-36967" fmla="*/ 624476 w 1508539"/>
              <a:gd name="connsiteY86-36968" fmla="*/ 3767709 h 6858000"/>
              <a:gd name="connsiteX87-36969" fmla="*/ 633172 w 1508539"/>
              <a:gd name="connsiteY87-36970" fmla="*/ 3738082 h 6858000"/>
              <a:gd name="connsiteX88-36971" fmla="*/ 640518 w 1508539"/>
              <a:gd name="connsiteY88-36972" fmla="*/ 3673397 h 6858000"/>
              <a:gd name="connsiteX89-36973" fmla="*/ 639814 w 1508539"/>
              <a:gd name="connsiteY89-36974" fmla="*/ 3637109 h 6858000"/>
              <a:gd name="connsiteX90-36975" fmla="*/ 643257 w 1508539"/>
              <a:gd name="connsiteY90-36976" fmla="*/ 3536883 h 6858000"/>
              <a:gd name="connsiteX91-36977" fmla="*/ 650795 w 1508539"/>
              <a:gd name="connsiteY91-36978" fmla="*/ 3435652 h 6858000"/>
              <a:gd name="connsiteX92-36979" fmla="*/ 652466 w 1508539"/>
              <a:gd name="connsiteY92-36980" fmla="*/ 3307769 h 6858000"/>
              <a:gd name="connsiteX93-36981" fmla="*/ 670029 w 1508539"/>
              <a:gd name="connsiteY93-36982" fmla="*/ 3250522 h 6858000"/>
              <a:gd name="connsiteX94-36983" fmla="*/ 670454 w 1508539"/>
              <a:gd name="connsiteY94-36984" fmla="*/ 3229163 h 6858000"/>
              <a:gd name="connsiteX95-36985" fmla="*/ 672277 w 1508539"/>
              <a:gd name="connsiteY95-36986" fmla="*/ 3217217 h 6858000"/>
              <a:gd name="connsiteX96-36987" fmla="*/ 659112 w 1508539"/>
              <a:gd name="connsiteY96-36988" fmla="*/ 3183755 h 6858000"/>
              <a:gd name="connsiteX97-36989" fmla="*/ 659613 w 1508539"/>
              <a:gd name="connsiteY97-36990" fmla="*/ 3178642 h 6858000"/>
              <a:gd name="connsiteX98-36991" fmla="*/ 647213 w 1508539"/>
              <a:gd name="connsiteY98-36992" fmla="*/ 3158586 h 6858000"/>
              <a:gd name="connsiteX99-36993" fmla="*/ 632398 w 1508539"/>
              <a:gd name="connsiteY99-36994" fmla="*/ 3129034 h 6858000"/>
              <a:gd name="connsiteX100-36995" fmla="*/ 633063 w 1508539"/>
              <a:gd name="connsiteY100-36996" fmla="*/ 3126682 h 6858000"/>
              <a:gd name="connsiteX101-36997" fmla="*/ 623931 w 1508539"/>
              <a:gd name="connsiteY101-36998" fmla="*/ 3114519 h 6858000"/>
              <a:gd name="connsiteX102-36999" fmla="*/ 610540 w 1508539"/>
              <a:gd name="connsiteY102-37000" fmla="*/ 3106272 h 6858000"/>
              <a:gd name="connsiteX103-37001" fmla="*/ 583270 w 1508539"/>
              <a:gd name="connsiteY103-37002" fmla="*/ 2958185 h 6858000"/>
              <a:gd name="connsiteX104-37003" fmla="*/ 525884 w 1508539"/>
              <a:gd name="connsiteY104-37004" fmla="*/ 2762989 h 6858000"/>
              <a:gd name="connsiteX105-37005" fmla="*/ 474802 w 1508539"/>
              <a:gd name="connsiteY105-37006" fmla="*/ 2554718 h 6858000"/>
              <a:gd name="connsiteX106-37007" fmla="*/ 454896 w 1508539"/>
              <a:gd name="connsiteY106-37008" fmla="*/ 2485734 h 6858000"/>
              <a:gd name="connsiteX107-37009" fmla="*/ 445619 w 1508539"/>
              <a:gd name="connsiteY107-37010" fmla="*/ 2447068 h 6858000"/>
              <a:gd name="connsiteX108-37011" fmla="*/ 432580 w 1508539"/>
              <a:gd name="connsiteY108-37012" fmla="*/ 2425819 h 6858000"/>
              <a:gd name="connsiteX109-37013" fmla="*/ 438579 w 1508539"/>
              <a:gd name="connsiteY109-37014" fmla="*/ 2402874 h 6858000"/>
              <a:gd name="connsiteX110-37015" fmla="*/ 441191 w 1508539"/>
              <a:gd name="connsiteY110-37016" fmla="*/ 2381443 h 6858000"/>
              <a:gd name="connsiteX111-37017" fmla="*/ 417520 w 1508539"/>
              <a:gd name="connsiteY111-37018" fmla="*/ 2261920 h 6858000"/>
              <a:gd name="connsiteX112-37019" fmla="*/ 407407 w 1508539"/>
              <a:gd name="connsiteY112-37020" fmla="*/ 2195378 h 6858000"/>
              <a:gd name="connsiteX113-37021" fmla="*/ 391624 w 1508539"/>
              <a:gd name="connsiteY113-37022" fmla="*/ 2155135 h 6858000"/>
              <a:gd name="connsiteX114-37023" fmla="*/ 389082 w 1508539"/>
              <a:gd name="connsiteY114-37024" fmla="*/ 2118008 h 6858000"/>
              <a:gd name="connsiteX115-37025" fmla="*/ 390075 w 1508539"/>
              <a:gd name="connsiteY115-37026" fmla="*/ 2050531 h 6858000"/>
              <a:gd name="connsiteX116-37027" fmla="*/ 381881 w 1508539"/>
              <a:gd name="connsiteY116-37028" fmla="*/ 1963269 h 6858000"/>
              <a:gd name="connsiteX117-37029" fmla="*/ 363059 w 1508539"/>
              <a:gd name="connsiteY117-37030" fmla="*/ 1906352 h 6858000"/>
              <a:gd name="connsiteX118-37031" fmla="*/ 339616 w 1508539"/>
              <a:gd name="connsiteY118-37032" fmla="*/ 1861531 h 6858000"/>
              <a:gd name="connsiteX119-37033" fmla="*/ 293415 w 1508539"/>
              <a:gd name="connsiteY119-37034" fmla="*/ 1732919 h 6858000"/>
              <a:gd name="connsiteX120-37035" fmla="*/ 265726 w 1508539"/>
              <a:gd name="connsiteY120-37036" fmla="*/ 1663540 h 6858000"/>
              <a:gd name="connsiteX121-37037" fmla="*/ 264852 w 1508539"/>
              <a:gd name="connsiteY121-37038" fmla="*/ 1615777 h 6858000"/>
              <a:gd name="connsiteX122-37039" fmla="*/ 245647 w 1508539"/>
              <a:gd name="connsiteY122-37040" fmla="*/ 1563678 h 6858000"/>
              <a:gd name="connsiteX123-37041" fmla="*/ 258727 w 1508539"/>
              <a:gd name="connsiteY123-37042" fmla="*/ 1519474 h 6858000"/>
              <a:gd name="connsiteX124-37043" fmla="*/ 251469 w 1508539"/>
              <a:gd name="connsiteY124-37044" fmla="*/ 1477995 h 6858000"/>
              <a:gd name="connsiteX125-37045" fmla="*/ 237554 w 1508539"/>
              <a:gd name="connsiteY125-37046" fmla="*/ 1373769 h 6858000"/>
              <a:gd name="connsiteX126-37047" fmla="*/ 245861 w 1508539"/>
              <a:gd name="connsiteY126-37048" fmla="*/ 1307086 h 6858000"/>
              <a:gd name="connsiteX127-37049" fmla="*/ 247049 w 1508539"/>
              <a:gd name="connsiteY127-37050" fmla="*/ 1189033 h 6858000"/>
              <a:gd name="connsiteX128-37051" fmla="*/ 251734 w 1508539"/>
              <a:gd name="connsiteY128-37052" fmla="*/ 1168288 h 6858000"/>
              <a:gd name="connsiteX129-37053" fmla="*/ 244016 w 1508539"/>
              <a:gd name="connsiteY129-37054" fmla="*/ 1142577 h 6858000"/>
              <a:gd name="connsiteX130-37055" fmla="*/ 233322 w 1508539"/>
              <a:gd name="connsiteY130-37056" fmla="*/ 1088484 h 6858000"/>
              <a:gd name="connsiteX131-37057" fmla="*/ 222058 w 1508539"/>
              <a:gd name="connsiteY131-37058" fmla="*/ 1016103 h 6858000"/>
              <a:gd name="connsiteX132-37059" fmla="*/ 223514 w 1508539"/>
              <a:gd name="connsiteY132-37060" fmla="*/ 932283 h 6858000"/>
              <a:gd name="connsiteX133-37061" fmla="*/ 225750 w 1508539"/>
              <a:gd name="connsiteY133-37062" fmla="*/ 915925 h 6858000"/>
              <a:gd name="connsiteX134-37063" fmla="*/ 218379 w 1508539"/>
              <a:gd name="connsiteY134-37064" fmla="*/ 896999 h 6858000"/>
              <a:gd name="connsiteX135-37065" fmla="*/ 187787 w 1508539"/>
              <a:gd name="connsiteY135-37066" fmla="*/ 821517 h 6858000"/>
              <a:gd name="connsiteX136-37067" fmla="*/ 166737 w 1508539"/>
              <a:gd name="connsiteY136-37068" fmla="*/ 751353 h 6858000"/>
              <a:gd name="connsiteX137-37069" fmla="*/ 166295 w 1508539"/>
              <a:gd name="connsiteY137-37070" fmla="*/ 721230 h 6858000"/>
              <a:gd name="connsiteX138-37071" fmla="*/ 151966 w 1508539"/>
              <a:gd name="connsiteY138-37072" fmla="*/ 681659 h 6858000"/>
              <a:gd name="connsiteX139-37073" fmla="*/ 137385 w 1508539"/>
              <a:gd name="connsiteY139-37074" fmla="*/ 635218 h 6858000"/>
              <a:gd name="connsiteX140-37075" fmla="*/ 142396 w 1508539"/>
              <a:gd name="connsiteY140-37076" fmla="*/ 613763 h 6858000"/>
              <a:gd name="connsiteX141-37077" fmla="*/ 128338 w 1508539"/>
              <a:gd name="connsiteY141-37078" fmla="*/ 598582 h 6858000"/>
              <a:gd name="connsiteX142-37079" fmla="*/ 128019 w 1508539"/>
              <a:gd name="connsiteY142-37080" fmla="*/ 576846 h 6858000"/>
              <a:gd name="connsiteX143-37081" fmla="*/ 107645 w 1508539"/>
              <a:gd name="connsiteY143-37082" fmla="*/ 530055 h 6858000"/>
              <a:gd name="connsiteX144-37083" fmla="*/ 106893 w 1508539"/>
              <a:gd name="connsiteY144-37084" fmla="*/ 465389 h 6858000"/>
              <a:gd name="connsiteX145-37085" fmla="*/ 89816 w 1508539"/>
              <a:gd name="connsiteY145-37086" fmla="*/ 424699 h 6858000"/>
              <a:gd name="connsiteX146-37087" fmla="*/ 90191 w 1508539"/>
              <a:gd name="connsiteY146-37088" fmla="*/ 404917 h 6858000"/>
              <a:gd name="connsiteX147-37089" fmla="*/ 70148 w 1508539"/>
              <a:gd name="connsiteY147-37090" fmla="*/ 367211 h 6858000"/>
              <a:gd name="connsiteX148-37091" fmla="*/ 36452 w 1508539"/>
              <a:gd name="connsiteY148-37092" fmla="*/ 268519 h 6858000"/>
              <a:gd name="connsiteX149-37093" fmla="*/ 23935 w 1508539"/>
              <a:gd name="connsiteY149-37094" fmla="*/ 160886 h 6858000"/>
              <a:gd name="connsiteX150-37095" fmla="*/ 19312 w 1508539"/>
              <a:gd name="connsiteY150-37096" fmla="*/ 47336 h 6858000"/>
              <a:gd name="connsiteX151-37097" fmla="*/ 0 w 1508539"/>
              <a:gd name="connsiteY151-37098" fmla="*/ 0 h 6858000"/>
              <a:gd name="connsiteX0-37099" fmla="*/ 0 w 1508539"/>
              <a:gd name="connsiteY0-37100" fmla="*/ 0 h 6858000"/>
              <a:gd name="connsiteX1-37101" fmla="*/ 1508539 w 1508539"/>
              <a:gd name="connsiteY1-37102" fmla="*/ 0 h 6858000"/>
              <a:gd name="connsiteX2-37103" fmla="*/ 1508539 w 1508539"/>
              <a:gd name="connsiteY2-37104" fmla="*/ 6858000 h 6858000"/>
              <a:gd name="connsiteX3-37105" fmla="*/ 57174 w 1508539"/>
              <a:gd name="connsiteY3-37106" fmla="*/ 6858000 h 6858000"/>
              <a:gd name="connsiteX4-37107" fmla="*/ 57315 w 1508539"/>
              <a:gd name="connsiteY4-37108" fmla="*/ 6857735 h 6858000"/>
              <a:gd name="connsiteX5-37109" fmla="*/ 69364 w 1508539"/>
              <a:gd name="connsiteY5-37110" fmla="*/ 6809549 h 6858000"/>
              <a:gd name="connsiteX6-37111" fmla="*/ 101575 w 1508539"/>
              <a:gd name="connsiteY6-37112" fmla="*/ 6715115 h 6858000"/>
              <a:gd name="connsiteX7-37113" fmla="*/ 111426 w 1508539"/>
              <a:gd name="connsiteY7-37114" fmla="*/ 6680170 h 6858000"/>
              <a:gd name="connsiteX8-37115" fmla="*/ 136976 w 1508539"/>
              <a:gd name="connsiteY8-37116" fmla="*/ 6621207 h 6858000"/>
              <a:gd name="connsiteX9-37117" fmla="*/ 153633 w 1508539"/>
              <a:gd name="connsiteY9-37118" fmla="*/ 6596265 h 6858000"/>
              <a:gd name="connsiteX10-37119" fmla="*/ 153512 w 1508539"/>
              <a:gd name="connsiteY10-37120" fmla="*/ 6594818 h 6858000"/>
              <a:gd name="connsiteX11-37121" fmla="*/ 157757 w 1508539"/>
              <a:gd name="connsiteY11-37122" fmla="*/ 6593735 h 6858000"/>
              <a:gd name="connsiteX12-37123" fmla="*/ 160954 w 1508539"/>
              <a:gd name="connsiteY12-37124" fmla="*/ 6589172 h 6858000"/>
              <a:gd name="connsiteX13-37125" fmla="*/ 164248 w 1508539"/>
              <a:gd name="connsiteY13-37126" fmla="*/ 6574442 h 6858000"/>
              <a:gd name="connsiteX14-37127" fmla="*/ 164588 w 1508539"/>
              <a:gd name="connsiteY14-37128" fmla="*/ 6568530 h 6858000"/>
              <a:gd name="connsiteX15-37129" fmla="*/ 166997 w 1508539"/>
              <a:gd name="connsiteY15-37130" fmla="*/ 6560674 h 6858000"/>
              <a:gd name="connsiteX16-37131" fmla="*/ 167342 w 1508539"/>
              <a:gd name="connsiteY16-37132" fmla="*/ 6560598 h 6858000"/>
              <a:gd name="connsiteX17-37133" fmla="*/ 169039 w 1508539"/>
              <a:gd name="connsiteY17-37134" fmla="*/ 6553006 h 6858000"/>
              <a:gd name="connsiteX18-37135" fmla="*/ 173735 w 1508539"/>
              <a:gd name="connsiteY18-37136" fmla="*/ 6514360 h 6858000"/>
              <a:gd name="connsiteX19-37137" fmla="*/ 215389 w 1508539"/>
              <a:gd name="connsiteY19-37138" fmla="*/ 6478062 h 6858000"/>
              <a:gd name="connsiteX20-37139" fmla="*/ 226078 w 1508539"/>
              <a:gd name="connsiteY20-37140" fmla="*/ 6460325 h 6858000"/>
              <a:gd name="connsiteX21-37141" fmla="*/ 233311 w 1508539"/>
              <a:gd name="connsiteY21-37142" fmla="*/ 6451488 h 6858000"/>
              <a:gd name="connsiteX22-37143" fmla="*/ 234746 w 1508539"/>
              <a:gd name="connsiteY22-37144" fmla="*/ 6451348 h 6858000"/>
              <a:gd name="connsiteX23-37145" fmla="*/ 239104 w 1508539"/>
              <a:gd name="connsiteY23-37146" fmla="*/ 6414240 h 6858000"/>
              <a:gd name="connsiteX24-37147" fmla="*/ 241980 w 1508539"/>
              <a:gd name="connsiteY24-37148" fmla="*/ 6410269 h 6858000"/>
              <a:gd name="connsiteX25-37149" fmla="*/ 241880 w 1508539"/>
              <a:gd name="connsiteY25-37150" fmla="*/ 6384857 h 6858000"/>
              <a:gd name="connsiteX26-37151" fmla="*/ 243397 w 1508539"/>
              <a:gd name="connsiteY26-37152" fmla="*/ 6372381 h 6858000"/>
              <a:gd name="connsiteX27-37153" fmla="*/ 240591 w 1508539"/>
              <a:gd name="connsiteY27-37154" fmla="*/ 6367510 h 6858000"/>
              <a:gd name="connsiteX28-37155" fmla="*/ 244471 w 1508539"/>
              <a:gd name="connsiteY28-37156" fmla="*/ 6349778 h 6858000"/>
              <a:gd name="connsiteX29-37157" fmla="*/ 246136 w 1508539"/>
              <a:gd name="connsiteY29-37158" fmla="*/ 6348250 h 6858000"/>
              <a:gd name="connsiteX30-37159" fmla="*/ 262170 w 1508539"/>
              <a:gd name="connsiteY30-37160" fmla="*/ 6281972 h 6858000"/>
              <a:gd name="connsiteX31-37161" fmla="*/ 272933 w 1508539"/>
              <a:gd name="connsiteY31-37162" fmla="*/ 6211940 h 6858000"/>
              <a:gd name="connsiteX32-37163" fmla="*/ 314428 w 1508539"/>
              <a:gd name="connsiteY32-37164" fmla="*/ 6113913 h 6858000"/>
              <a:gd name="connsiteX33-37165" fmla="*/ 318721 w 1508539"/>
              <a:gd name="connsiteY33-37166" fmla="*/ 6028119 h 6858000"/>
              <a:gd name="connsiteX34-37167" fmla="*/ 345501 w 1508539"/>
              <a:gd name="connsiteY34-37168" fmla="*/ 5934687 h 6858000"/>
              <a:gd name="connsiteX35-37169" fmla="*/ 379513 w 1508539"/>
              <a:gd name="connsiteY35-37170" fmla="*/ 5765594 h 6858000"/>
              <a:gd name="connsiteX36-37171" fmla="*/ 411349 w 1508539"/>
              <a:gd name="connsiteY36-37172" fmla="*/ 5693685 h 6858000"/>
              <a:gd name="connsiteX37-37173" fmla="*/ 431404 w 1508539"/>
              <a:gd name="connsiteY37-37174" fmla="*/ 5665173 h 6858000"/>
              <a:gd name="connsiteX38-37175" fmla="*/ 465121 w 1508539"/>
              <a:gd name="connsiteY38-37176" fmla="*/ 5563435 h 6858000"/>
              <a:gd name="connsiteX39-37177" fmla="*/ 494626 w 1508539"/>
              <a:gd name="connsiteY39-37178" fmla="*/ 5476393 h 6858000"/>
              <a:gd name="connsiteX40-37179" fmla="*/ 525819 w 1508539"/>
              <a:gd name="connsiteY40-37180" fmla="*/ 5396260 h 6858000"/>
              <a:gd name="connsiteX41-37181" fmla="*/ 541800 w 1508539"/>
              <a:gd name="connsiteY41-37182" fmla="*/ 5330009 h 6858000"/>
              <a:gd name="connsiteX42-37183" fmla="*/ 575293 w 1508539"/>
              <a:gd name="connsiteY42-37184" fmla="*/ 5273739 h 6858000"/>
              <a:gd name="connsiteX43-37185" fmla="*/ 584892 w 1508539"/>
              <a:gd name="connsiteY43-37186" fmla="*/ 5241779 h 6858000"/>
              <a:gd name="connsiteX44-37187" fmla="*/ 596118 w 1508539"/>
              <a:gd name="connsiteY44-37188" fmla="*/ 5225268 h 6858000"/>
              <a:gd name="connsiteX45-37189" fmla="*/ 597138 w 1508539"/>
              <a:gd name="connsiteY45-37190" fmla="*/ 5217684 h 6858000"/>
              <a:gd name="connsiteX46-37191" fmla="*/ 604479 w 1508539"/>
              <a:gd name="connsiteY46-37192" fmla="*/ 5193377 h 6858000"/>
              <a:gd name="connsiteX47-37193" fmla="*/ 607782 w 1508539"/>
              <a:gd name="connsiteY47-37194" fmla="*/ 5179288 h 6858000"/>
              <a:gd name="connsiteX48-37195" fmla="*/ 608766 w 1508539"/>
              <a:gd name="connsiteY48-37196" fmla="*/ 5173621 h 6858000"/>
              <a:gd name="connsiteX49-37197" fmla="*/ 604400 w 1508539"/>
              <a:gd name="connsiteY49-37198" fmla="*/ 5159961 h 6858000"/>
              <a:gd name="connsiteX50-37199" fmla="*/ 611077 w 1508539"/>
              <a:gd name="connsiteY50-37200" fmla="*/ 5144295 h 6858000"/>
              <a:gd name="connsiteX51-37201" fmla="*/ 608010 w 1508539"/>
              <a:gd name="connsiteY51-37202" fmla="*/ 5125185 h 6858000"/>
              <a:gd name="connsiteX52-37203" fmla="*/ 614840 w 1508539"/>
              <a:gd name="connsiteY52-37204" fmla="*/ 5121884 h 6858000"/>
              <a:gd name="connsiteX53-37205" fmla="*/ 621876 w 1508539"/>
              <a:gd name="connsiteY53-37206" fmla="*/ 5067850 h 6858000"/>
              <a:gd name="connsiteX54-37207" fmla="*/ 624607 w 1508539"/>
              <a:gd name="connsiteY54-37208" fmla="*/ 5060861 h 6858000"/>
              <a:gd name="connsiteX55-37209" fmla="*/ 621311 w 1508539"/>
              <a:gd name="connsiteY55-37210" fmla="*/ 5034192 h 6858000"/>
              <a:gd name="connsiteX56-37211" fmla="*/ 622865 w 1508539"/>
              <a:gd name="connsiteY56-37212" fmla="*/ 4993030 h 6858000"/>
              <a:gd name="connsiteX57-37213" fmla="*/ 629774 w 1508539"/>
              <a:gd name="connsiteY57-37214" fmla="*/ 4946844 h 6858000"/>
              <a:gd name="connsiteX58-37215" fmla="*/ 625630 w 1508539"/>
              <a:gd name="connsiteY58-37216" fmla="*/ 4932692 h 6858000"/>
              <a:gd name="connsiteX59-37217" fmla="*/ 641033 w 1508539"/>
              <a:gd name="connsiteY59-37218" fmla="*/ 4858827 h 6858000"/>
              <a:gd name="connsiteX60-37219" fmla="*/ 635187 w 1508539"/>
              <a:gd name="connsiteY60-37220" fmla="*/ 4801535 h 6858000"/>
              <a:gd name="connsiteX61-37221" fmla="*/ 642856 w 1508539"/>
              <a:gd name="connsiteY61-37222" fmla="*/ 4797794 h 6858000"/>
              <a:gd name="connsiteX62-37223" fmla="*/ 652962 w 1508539"/>
              <a:gd name="connsiteY62-37224" fmla="*/ 4750867 h 6858000"/>
              <a:gd name="connsiteX63-37225" fmla="*/ 650769 w 1508539"/>
              <a:gd name="connsiteY63-37226" fmla="*/ 4690749 h 6858000"/>
              <a:gd name="connsiteX64-37227" fmla="*/ 646249 w 1508539"/>
              <a:gd name="connsiteY64-37228" fmla="*/ 4584173 h 6858000"/>
              <a:gd name="connsiteX65-37229" fmla="*/ 641332 w 1508539"/>
              <a:gd name="connsiteY65-37230" fmla="*/ 4444346 h 6858000"/>
              <a:gd name="connsiteX66-37231" fmla="*/ 637897 w 1508539"/>
              <a:gd name="connsiteY66-37232" fmla="*/ 4375228 h 6858000"/>
              <a:gd name="connsiteX67-37233" fmla="*/ 618550 w 1508539"/>
              <a:gd name="connsiteY67-37234" fmla="*/ 4214165 h 6858000"/>
              <a:gd name="connsiteX68-37235" fmla="*/ 622623 w 1508539"/>
              <a:gd name="connsiteY68-37236" fmla="*/ 4090296 h 6858000"/>
              <a:gd name="connsiteX69-37237" fmla="*/ 607879 w 1508539"/>
              <a:gd name="connsiteY69-37238" fmla="*/ 4033999 h 6858000"/>
              <a:gd name="connsiteX70-37239" fmla="*/ 609028 w 1508539"/>
              <a:gd name="connsiteY70-37240" fmla="*/ 4031933 h 6858000"/>
              <a:gd name="connsiteX71-37241" fmla="*/ 607604 w 1508539"/>
              <a:gd name="connsiteY71-37242" fmla="*/ 4013953 h 6858000"/>
              <a:gd name="connsiteX72-37243" fmla="*/ 593899 w 1508539"/>
              <a:gd name="connsiteY72-37244" fmla="*/ 3974753 h 6858000"/>
              <a:gd name="connsiteX73-37245" fmla="*/ 595497 w 1508539"/>
              <a:gd name="connsiteY73-37246" fmla="*/ 3969950 h 6858000"/>
              <a:gd name="connsiteX74-37247" fmla="*/ 588919 w 1508539"/>
              <a:gd name="connsiteY74-37248" fmla="*/ 3933779 h 6858000"/>
              <a:gd name="connsiteX75-37249" fmla="*/ 590250 w 1508539"/>
              <a:gd name="connsiteY75-37250" fmla="*/ 3933093 h 6858000"/>
              <a:gd name="connsiteX76-37251" fmla="*/ 594604 w 1508539"/>
              <a:gd name="connsiteY76-37252" fmla="*/ 3922082 h 6858000"/>
              <a:gd name="connsiteX77-37253" fmla="*/ 599682 w 1508539"/>
              <a:gd name="connsiteY77-37254" fmla="*/ 3901461 h 6858000"/>
              <a:gd name="connsiteX78-37255" fmla="*/ 622276 w 1508539"/>
              <a:gd name="connsiteY78-37256" fmla="*/ 3813873 h 6858000"/>
              <a:gd name="connsiteX79-37257" fmla="*/ 621701 w 1508539"/>
              <a:gd name="connsiteY79-37258" fmla="*/ 3806161 h 6858000"/>
              <a:gd name="connsiteX80-37259" fmla="*/ 622008 w 1508539"/>
              <a:gd name="connsiteY80-37260" fmla="*/ 3805957 h 6858000"/>
              <a:gd name="connsiteX81-37261" fmla="*/ 622035 w 1508539"/>
              <a:gd name="connsiteY81-37262" fmla="*/ 3797724 h 6858000"/>
              <a:gd name="connsiteX82-37263" fmla="*/ 620650 w 1508539"/>
              <a:gd name="connsiteY82-37264" fmla="*/ 3792098 h 6858000"/>
              <a:gd name="connsiteX83-37265" fmla="*/ 619534 w 1508539"/>
              <a:gd name="connsiteY83-37266" fmla="*/ 3777135 h 6858000"/>
              <a:gd name="connsiteX84-37267" fmla="*/ 621267 w 1508539"/>
              <a:gd name="connsiteY84-37268" fmla="*/ 3771656 h 6858000"/>
              <a:gd name="connsiteX85-37269" fmla="*/ 625010 w 1508539"/>
              <a:gd name="connsiteY85-37270" fmla="*/ 3769007 h 6858000"/>
              <a:gd name="connsiteX86-37271" fmla="*/ 624476 w 1508539"/>
              <a:gd name="connsiteY86-37272" fmla="*/ 3767709 h 6858000"/>
              <a:gd name="connsiteX87-37273" fmla="*/ 633172 w 1508539"/>
              <a:gd name="connsiteY87-37274" fmla="*/ 3738082 h 6858000"/>
              <a:gd name="connsiteX88-37275" fmla="*/ 640518 w 1508539"/>
              <a:gd name="connsiteY88-37276" fmla="*/ 3673397 h 6858000"/>
              <a:gd name="connsiteX89-37277" fmla="*/ 639814 w 1508539"/>
              <a:gd name="connsiteY89-37278" fmla="*/ 3637109 h 6858000"/>
              <a:gd name="connsiteX90-37279" fmla="*/ 643257 w 1508539"/>
              <a:gd name="connsiteY90-37280" fmla="*/ 3536883 h 6858000"/>
              <a:gd name="connsiteX91-37281" fmla="*/ 650795 w 1508539"/>
              <a:gd name="connsiteY91-37282" fmla="*/ 3435652 h 6858000"/>
              <a:gd name="connsiteX92-37283" fmla="*/ 652466 w 1508539"/>
              <a:gd name="connsiteY92-37284" fmla="*/ 3307769 h 6858000"/>
              <a:gd name="connsiteX93-37285" fmla="*/ 670029 w 1508539"/>
              <a:gd name="connsiteY93-37286" fmla="*/ 3250522 h 6858000"/>
              <a:gd name="connsiteX94-37287" fmla="*/ 670454 w 1508539"/>
              <a:gd name="connsiteY94-37288" fmla="*/ 3229163 h 6858000"/>
              <a:gd name="connsiteX95-37289" fmla="*/ 672277 w 1508539"/>
              <a:gd name="connsiteY95-37290" fmla="*/ 3217217 h 6858000"/>
              <a:gd name="connsiteX96-37291" fmla="*/ 659112 w 1508539"/>
              <a:gd name="connsiteY96-37292" fmla="*/ 3183755 h 6858000"/>
              <a:gd name="connsiteX97-37293" fmla="*/ 659613 w 1508539"/>
              <a:gd name="connsiteY97-37294" fmla="*/ 3178642 h 6858000"/>
              <a:gd name="connsiteX98-37295" fmla="*/ 647213 w 1508539"/>
              <a:gd name="connsiteY98-37296" fmla="*/ 3158586 h 6858000"/>
              <a:gd name="connsiteX99-37297" fmla="*/ 632398 w 1508539"/>
              <a:gd name="connsiteY99-37298" fmla="*/ 3129034 h 6858000"/>
              <a:gd name="connsiteX100-37299" fmla="*/ 633063 w 1508539"/>
              <a:gd name="connsiteY100-37300" fmla="*/ 3126682 h 6858000"/>
              <a:gd name="connsiteX101-37301" fmla="*/ 623931 w 1508539"/>
              <a:gd name="connsiteY101-37302" fmla="*/ 3114519 h 6858000"/>
              <a:gd name="connsiteX102-37303" fmla="*/ 610540 w 1508539"/>
              <a:gd name="connsiteY102-37304" fmla="*/ 3106272 h 6858000"/>
              <a:gd name="connsiteX103-37305" fmla="*/ 583270 w 1508539"/>
              <a:gd name="connsiteY103-37306" fmla="*/ 2958185 h 6858000"/>
              <a:gd name="connsiteX104-37307" fmla="*/ 525884 w 1508539"/>
              <a:gd name="connsiteY104-37308" fmla="*/ 2762989 h 6858000"/>
              <a:gd name="connsiteX105-37309" fmla="*/ 474802 w 1508539"/>
              <a:gd name="connsiteY105-37310" fmla="*/ 2554718 h 6858000"/>
              <a:gd name="connsiteX106-37311" fmla="*/ 454896 w 1508539"/>
              <a:gd name="connsiteY106-37312" fmla="*/ 2485734 h 6858000"/>
              <a:gd name="connsiteX107-37313" fmla="*/ 445619 w 1508539"/>
              <a:gd name="connsiteY107-37314" fmla="*/ 2447068 h 6858000"/>
              <a:gd name="connsiteX108-37315" fmla="*/ 432580 w 1508539"/>
              <a:gd name="connsiteY108-37316" fmla="*/ 2425819 h 6858000"/>
              <a:gd name="connsiteX109-37317" fmla="*/ 438579 w 1508539"/>
              <a:gd name="connsiteY109-37318" fmla="*/ 2402874 h 6858000"/>
              <a:gd name="connsiteX110-37319" fmla="*/ 441191 w 1508539"/>
              <a:gd name="connsiteY110-37320" fmla="*/ 2381443 h 6858000"/>
              <a:gd name="connsiteX111-37321" fmla="*/ 417520 w 1508539"/>
              <a:gd name="connsiteY111-37322" fmla="*/ 2261920 h 6858000"/>
              <a:gd name="connsiteX112-37323" fmla="*/ 407407 w 1508539"/>
              <a:gd name="connsiteY112-37324" fmla="*/ 2195378 h 6858000"/>
              <a:gd name="connsiteX113-37325" fmla="*/ 391624 w 1508539"/>
              <a:gd name="connsiteY113-37326" fmla="*/ 2155135 h 6858000"/>
              <a:gd name="connsiteX114-37327" fmla="*/ 389082 w 1508539"/>
              <a:gd name="connsiteY114-37328" fmla="*/ 2118008 h 6858000"/>
              <a:gd name="connsiteX115-37329" fmla="*/ 390075 w 1508539"/>
              <a:gd name="connsiteY115-37330" fmla="*/ 2050531 h 6858000"/>
              <a:gd name="connsiteX116-37331" fmla="*/ 381881 w 1508539"/>
              <a:gd name="connsiteY116-37332" fmla="*/ 1963269 h 6858000"/>
              <a:gd name="connsiteX117-37333" fmla="*/ 363059 w 1508539"/>
              <a:gd name="connsiteY117-37334" fmla="*/ 1906352 h 6858000"/>
              <a:gd name="connsiteX118-37335" fmla="*/ 339616 w 1508539"/>
              <a:gd name="connsiteY118-37336" fmla="*/ 1861531 h 6858000"/>
              <a:gd name="connsiteX119-37337" fmla="*/ 293415 w 1508539"/>
              <a:gd name="connsiteY119-37338" fmla="*/ 1732919 h 6858000"/>
              <a:gd name="connsiteX120-37339" fmla="*/ 265726 w 1508539"/>
              <a:gd name="connsiteY120-37340" fmla="*/ 1663540 h 6858000"/>
              <a:gd name="connsiteX121-37341" fmla="*/ 264852 w 1508539"/>
              <a:gd name="connsiteY121-37342" fmla="*/ 1615777 h 6858000"/>
              <a:gd name="connsiteX122-37343" fmla="*/ 245647 w 1508539"/>
              <a:gd name="connsiteY122-37344" fmla="*/ 1563678 h 6858000"/>
              <a:gd name="connsiteX123-37345" fmla="*/ 258727 w 1508539"/>
              <a:gd name="connsiteY123-37346" fmla="*/ 1519474 h 6858000"/>
              <a:gd name="connsiteX124-37347" fmla="*/ 251469 w 1508539"/>
              <a:gd name="connsiteY124-37348" fmla="*/ 1477995 h 6858000"/>
              <a:gd name="connsiteX125-37349" fmla="*/ 237554 w 1508539"/>
              <a:gd name="connsiteY125-37350" fmla="*/ 1373769 h 6858000"/>
              <a:gd name="connsiteX126-37351" fmla="*/ 245861 w 1508539"/>
              <a:gd name="connsiteY126-37352" fmla="*/ 1307086 h 6858000"/>
              <a:gd name="connsiteX127-37353" fmla="*/ 247049 w 1508539"/>
              <a:gd name="connsiteY127-37354" fmla="*/ 1189033 h 6858000"/>
              <a:gd name="connsiteX128-37355" fmla="*/ 251734 w 1508539"/>
              <a:gd name="connsiteY128-37356" fmla="*/ 1168288 h 6858000"/>
              <a:gd name="connsiteX129-37357" fmla="*/ 244016 w 1508539"/>
              <a:gd name="connsiteY129-37358" fmla="*/ 1142577 h 6858000"/>
              <a:gd name="connsiteX130-37359" fmla="*/ 233322 w 1508539"/>
              <a:gd name="connsiteY130-37360" fmla="*/ 1088484 h 6858000"/>
              <a:gd name="connsiteX131-37361" fmla="*/ 222058 w 1508539"/>
              <a:gd name="connsiteY131-37362" fmla="*/ 1016103 h 6858000"/>
              <a:gd name="connsiteX132-37363" fmla="*/ 223514 w 1508539"/>
              <a:gd name="connsiteY132-37364" fmla="*/ 932283 h 6858000"/>
              <a:gd name="connsiteX133-37365" fmla="*/ 225750 w 1508539"/>
              <a:gd name="connsiteY133-37366" fmla="*/ 915925 h 6858000"/>
              <a:gd name="connsiteX134-37367" fmla="*/ 218379 w 1508539"/>
              <a:gd name="connsiteY134-37368" fmla="*/ 896999 h 6858000"/>
              <a:gd name="connsiteX135-37369" fmla="*/ 187787 w 1508539"/>
              <a:gd name="connsiteY135-37370" fmla="*/ 821517 h 6858000"/>
              <a:gd name="connsiteX136-37371" fmla="*/ 166737 w 1508539"/>
              <a:gd name="connsiteY136-37372" fmla="*/ 751353 h 6858000"/>
              <a:gd name="connsiteX137-37373" fmla="*/ 166295 w 1508539"/>
              <a:gd name="connsiteY137-37374" fmla="*/ 721230 h 6858000"/>
              <a:gd name="connsiteX138-37375" fmla="*/ 151966 w 1508539"/>
              <a:gd name="connsiteY138-37376" fmla="*/ 681659 h 6858000"/>
              <a:gd name="connsiteX139-37377" fmla="*/ 137385 w 1508539"/>
              <a:gd name="connsiteY139-37378" fmla="*/ 635218 h 6858000"/>
              <a:gd name="connsiteX140-37379" fmla="*/ 142396 w 1508539"/>
              <a:gd name="connsiteY140-37380" fmla="*/ 613763 h 6858000"/>
              <a:gd name="connsiteX141-37381" fmla="*/ 128338 w 1508539"/>
              <a:gd name="connsiteY141-37382" fmla="*/ 598582 h 6858000"/>
              <a:gd name="connsiteX142-37383" fmla="*/ 128019 w 1508539"/>
              <a:gd name="connsiteY142-37384" fmla="*/ 576846 h 6858000"/>
              <a:gd name="connsiteX143-37385" fmla="*/ 107645 w 1508539"/>
              <a:gd name="connsiteY143-37386" fmla="*/ 530055 h 6858000"/>
              <a:gd name="connsiteX144-37387" fmla="*/ 106893 w 1508539"/>
              <a:gd name="connsiteY144-37388" fmla="*/ 465389 h 6858000"/>
              <a:gd name="connsiteX145-37389" fmla="*/ 89816 w 1508539"/>
              <a:gd name="connsiteY145-37390" fmla="*/ 424699 h 6858000"/>
              <a:gd name="connsiteX146-37391" fmla="*/ 90191 w 1508539"/>
              <a:gd name="connsiteY146-37392" fmla="*/ 404917 h 6858000"/>
              <a:gd name="connsiteX147-37393" fmla="*/ 70148 w 1508539"/>
              <a:gd name="connsiteY147-37394" fmla="*/ 367211 h 6858000"/>
              <a:gd name="connsiteX148-37395" fmla="*/ 36452 w 1508539"/>
              <a:gd name="connsiteY148-37396" fmla="*/ 268519 h 6858000"/>
              <a:gd name="connsiteX149-37397" fmla="*/ 23935 w 1508539"/>
              <a:gd name="connsiteY149-37398" fmla="*/ 160886 h 6858000"/>
              <a:gd name="connsiteX150-37399" fmla="*/ 19312 w 1508539"/>
              <a:gd name="connsiteY150-37400" fmla="*/ 47336 h 6858000"/>
              <a:gd name="connsiteX151-37401" fmla="*/ 0 w 1508539"/>
              <a:gd name="connsiteY151-37402" fmla="*/ 0 h 6858000"/>
              <a:gd name="connsiteX0-37403" fmla="*/ 0 w 1508539"/>
              <a:gd name="connsiteY0-37404" fmla="*/ 0 h 6858000"/>
              <a:gd name="connsiteX1-37405" fmla="*/ 1508539 w 1508539"/>
              <a:gd name="connsiteY1-37406" fmla="*/ 0 h 6858000"/>
              <a:gd name="connsiteX2-37407" fmla="*/ 1508539 w 1508539"/>
              <a:gd name="connsiteY2-37408" fmla="*/ 6858000 h 6858000"/>
              <a:gd name="connsiteX3-37409" fmla="*/ 57174 w 1508539"/>
              <a:gd name="connsiteY3-37410" fmla="*/ 6858000 h 6858000"/>
              <a:gd name="connsiteX4-37411" fmla="*/ 57315 w 1508539"/>
              <a:gd name="connsiteY4-37412" fmla="*/ 6857735 h 6858000"/>
              <a:gd name="connsiteX5-37413" fmla="*/ 69364 w 1508539"/>
              <a:gd name="connsiteY5-37414" fmla="*/ 6809549 h 6858000"/>
              <a:gd name="connsiteX6-37415" fmla="*/ 101575 w 1508539"/>
              <a:gd name="connsiteY6-37416" fmla="*/ 6715115 h 6858000"/>
              <a:gd name="connsiteX7-37417" fmla="*/ 111426 w 1508539"/>
              <a:gd name="connsiteY7-37418" fmla="*/ 6680170 h 6858000"/>
              <a:gd name="connsiteX8-37419" fmla="*/ 136976 w 1508539"/>
              <a:gd name="connsiteY8-37420" fmla="*/ 6621207 h 6858000"/>
              <a:gd name="connsiteX9-37421" fmla="*/ 153633 w 1508539"/>
              <a:gd name="connsiteY9-37422" fmla="*/ 6596265 h 6858000"/>
              <a:gd name="connsiteX10-37423" fmla="*/ 153512 w 1508539"/>
              <a:gd name="connsiteY10-37424" fmla="*/ 6594818 h 6858000"/>
              <a:gd name="connsiteX11-37425" fmla="*/ 157757 w 1508539"/>
              <a:gd name="connsiteY11-37426" fmla="*/ 6593735 h 6858000"/>
              <a:gd name="connsiteX12-37427" fmla="*/ 160954 w 1508539"/>
              <a:gd name="connsiteY12-37428" fmla="*/ 6589172 h 6858000"/>
              <a:gd name="connsiteX13-37429" fmla="*/ 164248 w 1508539"/>
              <a:gd name="connsiteY13-37430" fmla="*/ 6574442 h 6858000"/>
              <a:gd name="connsiteX14-37431" fmla="*/ 164588 w 1508539"/>
              <a:gd name="connsiteY14-37432" fmla="*/ 6568530 h 6858000"/>
              <a:gd name="connsiteX15-37433" fmla="*/ 166997 w 1508539"/>
              <a:gd name="connsiteY15-37434" fmla="*/ 6560674 h 6858000"/>
              <a:gd name="connsiteX16-37435" fmla="*/ 167342 w 1508539"/>
              <a:gd name="connsiteY16-37436" fmla="*/ 6560598 h 6858000"/>
              <a:gd name="connsiteX17-37437" fmla="*/ 169039 w 1508539"/>
              <a:gd name="connsiteY17-37438" fmla="*/ 6553006 h 6858000"/>
              <a:gd name="connsiteX18-37439" fmla="*/ 173735 w 1508539"/>
              <a:gd name="connsiteY18-37440" fmla="*/ 6514360 h 6858000"/>
              <a:gd name="connsiteX19-37441" fmla="*/ 215389 w 1508539"/>
              <a:gd name="connsiteY19-37442" fmla="*/ 6478062 h 6858000"/>
              <a:gd name="connsiteX20-37443" fmla="*/ 226078 w 1508539"/>
              <a:gd name="connsiteY20-37444" fmla="*/ 6460325 h 6858000"/>
              <a:gd name="connsiteX21-37445" fmla="*/ 233311 w 1508539"/>
              <a:gd name="connsiteY21-37446" fmla="*/ 6451488 h 6858000"/>
              <a:gd name="connsiteX22-37447" fmla="*/ 234746 w 1508539"/>
              <a:gd name="connsiteY22-37448" fmla="*/ 6451348 h 6858000"/>
              <a:gd name="connsiteX23-37449" fmla="*/ 239104 w 1508539"/>
              <a:gd name="connsiteY23-37450" fmla="*/ 6414240 h 6858000"/>
              <a:gd name="connsiteX24-37451" fmla="*/ 241980 w 1508539"/>
              <a:gd name="connsiteY24-37452" fmla="*/ 6410269 h 6858000"/>
              <a:gd name="connsiteX25-37453" fmla="*/ 241880 w 1508539"/>
              <a:gd name="connsiteY25-37454" fmla="*/ 6384857 h 6858000"/>
              <a:gd name="connsiteX26-37455" fmla="*/ 243397 w 1508539"/>
              <a:gd name="connsiteY26-37456" fmla="*/ 6372381 h 6858000"/>
              <a:gd name="connsiteX27-37457" fmla="*/ 240591 w 1508539"/>
              <a:gd name="connsiteY27-37458" fmla="*/ 6367510 h 6858000"/>
              <a:gd name="connsiteX28-37459" fmla="*/ 244471 w 1508539"/>
              <a:gd name="connsiteY28-37460" fmla="*/ 6349778 h 6858000"/>
              <a:gd name="connsiteX29-37461" fmla="*/ 246136 w 1508539"/>
              <a:gd name="connsiteY29-37462" fmla="*/ 6348250 h 6858000"/>
              <a:gd name="connsiteX30-37463" fmla="*/ 262170 w 1508539"/>
              <a:gd name="connsiteY30-37464" fmla="*/ 6281972 h 6858000"/>
              <a:gd name="connsiteX31-37465" fmla="*/ 272933 w 1508539"/>
              <a:gd name="connsiteY31-37466" fmla="*/ 6211940 h 6858000"/>
              <a:gd name="connsiteX32-37467" fmla="*/ 314428 w 1508539"/>
              <a:gd name="connsiteY32-37468" fmla="*/ 6113913 h 6858000"/>
              <a:gd name="connsiteX33-37469" fmla="*/ 318721 w 1508539"/>
              <a:gd name="connsiteY33-37470" fmla="*/ 6028119 h 6858000"/>
              <a:gd name="connsiteX34-37471" fmla="*/ 345501 w 1508539"/>
              <a:gd name="connsiteY34-37472" fmla="*/ 5934687 h 6858000"/>
              <a:gd name="connsiteX35-37473" fmla="*/ 379513 w 1508539"/>
              <a:gd name="connsiteY35-37474" fmla="*/ 5765594 h 6858000"/>
              <a:gd name="connsiteX36-37475" fmla="*/ 411349 w 1508539"/>
              <a:gd name="connsiteY36-37476" fmla="*/ 5693685 h 6858000"/>
              <a:gd name="connsiteX37-37477" fmla="*/ 431404 w 1508539"/>
              <a:gd name="connsiteY37-37478" fmla="*/ 5665173 h 6858000"/>
              <a:gd name="connsiteX38-37479" fmla="*/ 465121 w 1508539"/>
              <a:gd name="connsiteY38-37480" fmla="*/ 5563435 h 6858000"/>
              <a:gd name="connsiteX39-37481" fmla="*/ 494626 w 1508539"/>
              <a:gd name="connsiteY39-37482" fmla="*/ 5476393 h 6858000"/>
              <a:gd name="connsiteX40-37483" fmla="*/ 525819 w 1508539"/>
              <a:gd name="connsiteY40-37484" fmla="*/ 5396260 h 6858000"/>
              <a:gd name="connsiteX41-37485" fmla="*/ 541800 w 1508539"/>
              <a:gd name="connsiteY41-37486" fmla="*/ 5330009 h 6858000"/>
              <a:gd name="connsiteX42-37487" fmla="*/ 575293 w 1508539"/>
              <a:gd name="connsiteY42-37488" fmla="*/ 5273739 h 6858000"/>
              <a:gd name="connsiteX43-37489" fmla="*/ 584892 w 1508539"/>
              <a:gd name="connsiteY43-37490" fmla="*/ 5241779 h 6858000"/>
              <a:gd name="connsiteX44-37491" fmla="*/ 596118 w 1508539"/>
              <a:gd name="connsiteY44-37492" fmla="*/ 5225268 h 6858000"/>
              <a:gd name="connsiteX45-37493" fmla="*/ 597138 w 1508539"/>
              <a:gd name="connsiteY45-37494" fmla="*/ 5217684 h 6858000"/>
              <a:gd name="connsiteX46-37495" fmla="*/ 604479 w 1508539"/>
              <a:gd name="connsiteY46-37496" fmla="*/ 5193377 h 6858000"/>
              <a:gd name="connsiteX47-37497" fmla="*/ 607782 w 1508539"/>
              <a:gd name="connsiteY47-37498" fmla="*/ 5179288 h 6858000"/>
              <a:gd name="connsiteX48-37499" fmla="*/ 608766 w 1508539"/>
              <a:gd name="connsiteY48-37500" fmla="*/ 5173621 h 6858000"/>
              <a:gd name="connsiteX49-37501" fmla="*/ 604400 w 1508539"/>
              <a:gd name="connsiteY49-37502" fmla="*/ 5159961 h 6858000"/>
              <a:gd name="connsiteX50-37503" fmla="*/ 611077 w 1508539"/>
              <a:gd name="connsiteY50-37504" fmla="*/ 5144295 h 6858000"/>
              <a:gd name="connsiteX51-37505" fmla="*/ 608010 w 1508539"/>
              <a:gd name="connsiteY51-37506" fmla="*/ 5125185 h 6858000"/>
              <a:gd name="connsiteX52-37507" fmla="*/ 614840 w 1508539"/>
              <a:gd name="connsiteY52-37508" fmla="*/ 5121884 h 6858000"/>
              <a:gd name="connsiteX53-37509" fmla="*/ 621876 w 1508539"/>
              <a:gd name="connsiteY53-37510" fmla="*/ 5067850 h 6858000"/>
              <a:gd name="connsiteX54-37511" fmla="*/ 624607 w 1508539"/>
              <a:gd name="connsiteY54-37512" fmla="*/ 5060861 h 6858000"/>
              <a:gd name="connsiteX55-37513" fmla="*/ 621311 w 1508539"/>
              <a:gd name="connsiteY55-37514" fmla="*/ 5034192 h 6858000"/>
              <a:gd name="connsiteX56-37515" fmla="*/ 622865 w 1508539"/>
              <a:gd name="connsiteY56-37516" fmla="*/ 4993030 h 6858000"/>
              <a:gd name="connsiteX57-37517" fmla="*/ 629774 w 1508539"/>
              <a:gd name="connsiteY57-37518" fmla="*/ 4946844 h 6858000"/>
              <a:gd name="connsiteX58-37519" fmla="*/ 625630 w 1508539"/>
              <a:gd name="connsiteY58-37520" fmla="*/ 4932692 h 6858000"/>
              <a:gd name="connsiteX59-37521" fmla="*/ 641033 w 1508539"/>
              <a:gd name="connsiteY59-37522" fmla="*/ 4858827 h 6858000"/>
              <a:gd name="connsiteX60-37523" fmla="*/ 635187 w 1508539"/>
              <a:gd name="connsiteY60-37524" fmla="*/ 4801535 h 6858000"/>
              <a:gd name="connsiteX61-37525" fmla="*/ 651669 w 1508539"/>
              <a:gd name="connsiteY61-37526" fmla="*/ 4780965 h 6858000"/>
              <a:gd name="connsiteX62-37527" fmla="*/ 652962 w 1508539"/>
              <a:gd name="connsiteY62-37528" fmla="*/ 4750867 h 6858000"/>
              <a:gd name="connsiteX63-37529" fmla="*/ 650769 w 1508539"/>
              <a:gd name="connsiteY63-37530" fmla="*/ 4690749 h 6858000"/>
              <a:gd name="connsiteX64-37531" fmla="*/ 646249 w 1508539"/>
              <a:gd name="connsiteY64-37532" fmla="*/ 4584173 h 6858000"/>
              <a:gd name="connsiteX65-37533" fmla="*/ 641332 w 1508539"/>
              <a:gd name="connsiteY65-37534" fmla="*/ 4444346 h 6858000"/>
              <a:gd name="connsiteX66-37535" fmla="*/ 637897 w 1508539"/>
              <a:gd name="connsiteY66-37536" fmla="*/ 4375228 h 6858000"/>
              <a:gd name="connsiteX67-37537" fmla="*/ 618550 w 1508539"/>
              <a:gd name="connsiteY67-37538" fmla="*/ 4214165 h 6858000"/>
              <a:gd name="connsiteX68-37539" fmla="*/ 622623 w 1508539"/>
              <a:gd name="connsiteY68-37540" fmla="*/ 4090296 h 6858000"/>
              <a:gd name="connsiteX69-37541" fmla="*/ 607879 w 1508539"/>
              <a:gd name="connsiteY69-37542" fmla="*/ 4033999 h 6858000"/>
              <a:gd name="connsiteX70-37543" fmla="*/ 609028 w 1508539"/>
              <a:gd name="connsiteY70-37544" fmla="*/ 4031933 h 6858000"/>
              <a:gd name="connsiteX71-37545" fmla="*/ 607604 w 1508539"/>
              <a:gd name="connsiteY71-37546" fmla="*/ 4013953 h 6858000"/>
              <a:gd name="connsiteX72-37547" fmla="*/ 593899 w 1508539"/>
              <a:gd name="connsiteY72-37548" fmla="*/ 3974753 h 6858000"/>
              <a:gd name="connsiteX73-37549" fmla="*/ 595497 w 1508539"/>
              <a:gd name="connsiteY73-37550" fmla="*/ 3969950 h 6858000"/>
              <a:gd name="connsiteX74-37551" fmla="*/ 588919 w 1508539"/>
              <a:gd name="connsiteY74-37552" fmla="*/ 3933779 h 6858000"/>
              <a:gd name="connsiteX75-37553" fmla="*/ 590250 w 1508539"/>
              <a:gd name="connsiteY75-37554" fmla="*/ 3933093 h 6858000"/>
              <a:gd name="connsiteX76-37555" fmla="*/ 594604 w 1508539"/>
              <a:gd name="connsiteY76-37556" fmla="*/ 3922082 h 6858000"/>
              <a:gd name="connsiteX77-37557" fmla="*/ 599682 w 1508539"/>
              <a:gd name="connsiteY77-37558" fmla="*/ 3901461 h 6858000"/>
              <a:gd name="connsiteX78-37559" fmla="*/ 622276 w 1508539"/>
              <a:gd name="connsiteY78-37560" fmla="*/ 3813873 h 6858000"/>
              <a:gd name="connsiteX79-37561" fmla="*/ 621701 w 1508539"/>
              <a:gd name="connsiteY79-37562" fmla="*/ 3806161 h 6858000"/>
              <a:gd name="connsiteX80-37563" fmla="*/ 622008 w 1508539"/>
              <a:gd name="connsiteY80-37564" fmla="*/ 3805957 h 6858000"/>
              <a:gd name="connsiteX81-37565" fmla="*/ 622035 w 1508539"/>
              <a:gd name="connsiteY81-37566" fmla="*/ 3797724 h 6858000"/>
              <a:gd name="connsiteX82-37567" fmla="*/ 620650 w 1508539"/>
              <a:gd name="connsiteY82-37568" fmla="*/ 3792098 h 6858000"/>
              <a:gd name="connsiteX83-37569" fmla="*/ 619534 w 1508539"/>
              <a:gd name="connsiteY83-37570" fmla="*/ 3777135 h 6858000"/>
              <a:gd name="connsiteX84-37571" fmla="*/ 621267 w 1508539"/>
              <a:gd name="connsiteY84-37572" fmla="*/ 3771656 h 6858000"/>
              <a:gd name="connsiteX85-37573" fmla="*/ 625010 w 1508539"/>
              <a:gd name="connsiteY85-37574" fmla="*/ 3769007 h 6858000"/>
              <a:gd name="connsiteX86-37575" fmla="*/ 624476 w 1508539"/>
              <a:gd name="connsiteY86-37576" fmla="*/ 3767709 h 6858000"/>
              <a:gd name="connsiteX87-37577" fmla="*/ 633172 w 1508539"/>
              <a:gd name="connsiteY87-37578" fmla="*/ 3738082 h 6858000"/>
              <a:gd name="connsiteX88-37579" fmla="*/ 640518 w 1508539"/>
              <a:gd name="connsiteY88-37580" fmla="*/ 3673397 h 6858000"/>
              <a:gd name="connsiteX89-37581" fmla="*/ 639814 w 1508539"/>
              <a:gd name="connsiteY89-37582" fmla="*/ 3637109 h 6858000"/>
              <a:gd name="connsiteX90-37583" fmla="*/ 643257 w 1508539"/>
              <a:gd name="connsiteY90-37584" fmla="*/ 3536883 h 6858000"/>
              <a:gd name="connsiteX91-37585" fmla="*/ 650795 w 1508539"/>
              <a:gd name="connsiteY91-37586" fmla="*/ 3435652 h 6858000"/>
              <a:gd name="connsiteX92-37587" fmla="*/ 652466 w 1508539"/>
              <a:gd name="connsiteY92-37588" fmla="*/ 3307769 h 6858000"/>
              <a:gd name="connsiteX93-37589" fmla="*/ 670029 w 1508539"/>
              <a:gd name="connsiteY93-37590" fmla="*/ 3250522 h 6858000"/>
              <a:gd name="connsiteX94-37591" fmla="*/ 670454 w 1508539"/>
              <a:gd name="connsiteY94-37592" fmla="*/ 3229163 h 6858000"/>
              <a:gd name="connsiteX95-37593" fmla="*/ 672277 w 1508539"/>
              <a:gd name="connsiteY95-37594" fmla="*/ 3217217 h 6858000"/>
              <a:gd name="connsiteX96-37595" fmla="*/ 659112 w 1508539"/>
              <a:gd name="connsiteY96-37596" fmla="*/ 3183755 h 6858000"/>
              <a:gd name="connsiteX97-37597" fmla="*/ 659613 w 1508539"/>
              <a:gd name="connsiteY97-37598" fmla="*/ 3178642 h 6858000"/>
              <a:gd name="connsiteX98-37599" fmla="*/ 647213 w 1508539"/>
              <a:gd name="connsiteY98-37600" fmla="*/ 3158586 h 6858000"/>
              <a:gd name="connsiteX99-37601" fmla="*/ 632398 w 1508539"/>
              <a:gd name="connsiteY99-37602" fmla="*/ 3129034 h 6858000"/>
              <a:gd name="connsiteX100-37603" fmla="*/ 633063 w 1508539"/>
              <a:gd name="connsiteY100-37604" fmla="*/ 3126682 h 6858000"/>
              <a:gd name="connsiteX101-37605" fmla="*/ 623931 w 1508539"/>
              <a:gd name="connsiteY101-37606" fmla="*/ 3114519 h 6858000"/>
              <a:gd name="connsiteX102-37607" fmla="*/ 610540 w 1508539"/>
              <a:gd name="connsiteY102-37608" fmla="*/ 3106272 h 6858000"/>
              <a:gd name="connsiteX103-37609" fmla="*/ 583270 w 1508539"/>
              <a:gd name="connsiteY103-37610" fmla="*/ 2958185 h 6858000"/>
              <a:gd name="connsiteX104-37611" fmla="*/ 525884 w 1508539"/>
              <a:gd name="connsiteY104-37612" fmla="*/ 2762989 h 6858000"/>
              <a:gd name="connsiteX105-37613" fmla="*/ 474802 w 1508539"/>
              <a:gd name="connsiteY105-37614" fmla="*/ 2554718 h 6858000"/>
              <a:gd name="connsiteX106-37615" fmla="*/ 454896 w 1508539"/>
              <a:gd name="connsiteY106-37616" fmla="*/ 2485734 h 6858000"/>
              <a:gd name="connsiteX107-37617" fmla="*/ 445619 w 1508539"/>
              <a:gd name="connsiteY107-37618" fmla="*/ 2447068 h 6858000"/>
              <a:gd name="connsiteX108-37619" fmla="*/ 432580 w 1508539"/>
              <a:gd name="connsiteY108-37620" fmla="*/ 2425819 h 6858000"/>
              <a:gd name="connsiteX109-37621" fmla="*/ 438579 w 1508539"/>
              <a:gd name="connsiteY109-37622" fmla="*/ 2402874 h 6858000"/>
              <a:gd name="connsiteX110-37623" fmla="*/ 441191 w 1508539"/>
              <a:gd name="connsiteY110-37624" fmla="*/ 2381443 h 6858000"/>
              <a:gd name="connsiteX111-37625" fmla="*/ 417520 w 1508539"/>
              <a:gd name="connsiteY111-37626" fmla="*/ 2261920 h 6858000"/>
              <a:gd name="connsiteX112-37627" fmla="*/ 407407 w 1508539"/>
              <a:gd name="connsiteY112-37628" fmla="*/ 2195378 h 6858000"/>
              <a:gd name="connsiteX113-37629" fmla="*/ 391624 w 1508539"/>
              <a:gd name="connsiteY113-37630" fmla="*/ 2155135 h 6858000"/>
              <a:gd name="connsiteX114-37631" fmla="*/ 389082 w 1508539"/>
              <a:gd name="connsiteY114-37632" fmla="*/ 2118008 h 6858000"/>
              <a:gd name="connsiteX115-37633" fmla="*/ 390075 w 1508539"/>
              <a:gd name="connsiteY115-37634" fmla="*/ 2050531 h 6858000"/>
              <a:gd name="connsiteX116-37635" fmla="*/ 381881 w 1508539"/>
              <a:gd name="connsiteY116-37636" fmla="*/ 1963269 h 6858000"/>
              <a:gd name="connsiteX117-37637" fmla="*/ 363059 w 1508539"/>
              <a:gd name="connsiteY117-37638" fmla="*/ 1906352 h 6858000"/>
              <a:gd name="connsiteX118-37639" fmla="*/ 339616 w 1508539"/>
              <a:gd name="connsiteY118-37640" fmla="*/ 1861531 h 6858000"/>
              <a:gd name="connsiteX119-37641" fmla="*/ 293415 w 1508539"/>
              <a:gd name="connsiteY119-37642" fmla="*/ 1732919 h 6858000"/>
              <a:gd name="connsiteX120-37643" fmla="*/ 265726 w 1508539"/>
              <a:gd name="connsiteY120-37644" fmla="*/ 1663540 h 6858000"/>
              <a:gd name="connsiteX121-37645" fmla="*/ 264852 w 1508539"/>
              <a:gd name="connsiteY121-37646" fmla="*/ 1615777 h 6858000"/>
              <a:gd name="connsiteX122-37647" fmla="*/ 245647 w 1508539"/>
              <a:gd name="connsiteY122-37648" fmla="*/ 1563678 h 6858000"/>
              <a:gd name="connsiteX123-37649" fmla="*/ 258727 w 1508539"/>
              <a:gd name="connsiteY123-37650" fmla="*/ 1519474 h 6858000"/>
              <a:gd name="connsiteX124-37651" fmla="*/ 251469 w 1508539"/>
              <a:gd name="connsiteY124-37652" fmla="*/ 1477995 h 6858000"/>
              <a:gd name="connsiteX125-37653" fmla="*/ 237554 w 1508539"/>
              <a:gd name="connsiteY125-37654" fmla="*/ 1373769 h 6858000"/>
              <a:gd name="connsiteX126-37655" fmla="*/ 245861 w 1508539"/>
              <a:gd name="connsiteY126-37656" fmla="*/ 1307086 h 6858000"/>
              <a:gd name="connsiteX127-37657" fmla="*/ 247049 w 1508539"/>
              <a:gd name="connsiteY127-37658" fmla="*/ 1189033 h 6858000"/>
              <a:gd name="connsiteX128-37659" fmla="*/ 251734 w 1508539"/>
              <a:gd name="connsiteY128-37660" fmla="*/ 1168288 h 6858000"/>
              <a:gd name="connsiteX129-37661" fmla="*/ 244016 w 1508539"/>
              <a:gd name="connsiteY129-37662" fmla="*/ 1142577 h 6858000"/>
              <a:gd name="connsiteX130-37663" fmla="*/ 233322 w 1508539"/>
              <a:gd name="connsiteY130-37664" fmla="*/ 1088484 h 6858000"/>
              <a:gd name="connsiteX131-37665" fmla="*/ 222058 w 1508539"/>
              <a:gd name="connsiteY131-37666" fmla="*/ 1016103 h 6858000"/>
              <a:gd name="connsiteX132-37667" fmla="*/ 223514 w 1508539"/>
              <a:gd name="connsiteY132-37668" fmla="*/ 932283 h 6858000"/>
              <a:gd name="connsiteX133-37669" fmla="*/ 225750 w 1508539"/>
              <a:gd name="connsiteY133-37670" fmla="*/ 915925 h 6858000"/>
              <a:gd name="connsiteX134-37671" fmla="*/ 218379 w 1508539"/>
              <a:gd name="connsiteY134-37672" fmla="*/ 896999 h 6858000"/>
              <a:gd name="connsiteX135-37673" fmla="*/ 187787 w 1508539"/>
              <a:gd name="connsiteY135-37674" fmla="*/ 821517 h 6858000"/>
              <a:gd name="connsiteX136-37675" fmla="*/ 166737 w 1508539"/>
              <a:gd name="connsiteY136-37676" fmla="*/ 751353 h 6858000"/>
              <a:gd name="connsiteX137-37677" fmla="*/ 166295 w 1508539"/>
              <a:gd name="connsiteY137-37678" fmla="*/ 721230 h 6858000"/>
              <a:gd name="connsiteX138-37679" fmla="*/ 151966 w 1508539"/>
              <a:gd name="connsiteY138-37680" fmla="*/ 681659 h 6858000"/>
              <a:gd name="connsiteX139-37681" fmla="*/ 137385 w 1508539"/>
              <a:gd name="connsiteY139-37682" fmla="*/ 635218 h 6858000"/>
              <a:gd name="connsiteX140-37683" fmla="*/ 142396 w 1508539"/>
              <a:gd name="connsiteY140-37684" fmla="*/ 613763 h 6858000"/>
              <a:gd name="connsiteX141-37685" fmla="*/ 128338 w 1508539"/>
              <a:gd name="connsiteY141-37686" fmla="*/ 598582 h 6858000"/>
              <a:gd name="connsiteX142-37687" fmla="*/ 128019 w 1508539"/>
              <a:gd name="connsiteY142-37688" fmla="*/ 576846 h 6858000"/>
              <a:gd name="connsiteX143-37689" fmla="*/ 107645 w 1508539"/>
              <a:gd name="connsiteY143-37690" fmla="*/ 530055 h 6858000"/>
              <a:gd name="connsiteX144-37691" fmla="*/ 106893 w 1508539"/>
              <a:gd name="connsiteY144-37692" fmla="*/ 465389 h 6858000"/>
              <a:gd name="connsiteX145-37693" fmla="*/ 89816 w 1508539"/>
              <a:gd name="connsiteY145-37694" fmla="*/ 424699 h 6858000"/>
              <a:gd name="connsiteX146-37695" fmla="*/ 90191 w 1508539"/>
              <a:gd name="connsiteY146-37696" fmla="*/ 404917 h 6858000"/>
              <a:gd name="connsiteX147-37697" fmla="*/ 70148 w 1508539"/>
              <a:gd name="connsiteY147-37698" fmla="*/ 367211 h 6858000"/>
              <a:gd name="connsiteX148-37699" fmla="*/ 36452 w 1508539"/>
              <a:gd name="connsiteY148-37700" fmla="*/ 268519 h 6858000"/>
              <a:gd name="connsiteX149-37701" fmla="*/ 23935 w 1508539"/>
              <a:gd name="connsiteY149-37702" fmla="*/ 160886 h 6858000"/>
              <a:gd name="connsiteX150-37703" fmla="*/ 19312 w 1508539"/>
              <a:gd name="connsiteY150-37704" fmla="*/ 47336 h 6858000"/>
              <a:gd name="connsiteX151-37705" fmla="*/ 0 w 1508539"/>
              <a:gd name="connsiteY151-37706" fmla="*/ 0 h 6858000"/>
              <a:gd name="connsiteX0-37707" fmla="*/ 0 w 1508539"/>
              <a:gd name="connsiteY0-37708" fmla="*/ 0 h 6858000"/>
              <a:gd name="connsiteX1-37709" fmla="*/ 1508539 w 1508539"/>
              <a:gd name="connsiteY1-37710" fmla="*/ 0 h 6858000"/>
              <a:gd name="connsiteX2-37711" fmla="*/ 1508539 w 1508539"/>
              <a:gd name="connsiteY2-37712" fmla="*/ 6858000 h 6858000"/>
              <a:gd name="connsiteX3-37713" fmla="*/ 57174 w 1508539"/>
              <a:gd name="connsiteY3-37714" fmla="*/ 6858000 h 6858000"/>
              <a:gd name="connsiteX4-37715" fmla="*/ 57315 w 1508539"/>
              <a:gd name="connsiteY4-37716" fmla="*/ 6857735 h 6858000"/>
              <a:gd name="connsiteX5-37717" fmla="*/ 69364 w 1508539"/>
              <a:gd name="connsiteY5-37718" fmla="*/ 6809549 h 6858000"/>
              <a:gd name="connsiteX6-37719" fmla="*/ 101575 w 1508539"/>
              <a:gd name="connsiteY6-37720" fmla="*/ 6715115 h 6858000"/>
              <a:gd name="connsiteX7-37721" fmla="*/ 111426 w 1508539"/>
              <a:gd name="connsiteY7-37722" fmla="*/ 6680170 h 6858000"/>
              <a:gd name="connsiteX8-37723" fmla="*/ 136976 w 1508539"/>
              <a:gd name="connsiteY8-37724" fmla="*/ 6621207 h 6858000"/>
              <a:gd name="connsiteX9-37725" fmla="*/ 153633 w 1508539"/>
              <a:gd name="connsiteY9-37726" fmla="*/ 6596265 h 6858000"/>
              <a:gd name="connsiteX10-37727" fmla="*/ 153512 w 1508539"/>
              <a:gd name="connsiteY10-37728" fmla="*/ 6594818 h 6858000"/>
              <a:gd name="connsiteX11-37729" fmla="*/ 157757 w 1508539"/>
              <a:gd name="connsiteY11-37730" fmla="*/ 6593735 h 6858000"/>
              <a:gd name="connsiteX12-37731" fmla="*/ 160954 w 1508539"/>
              <a:gd name="connsiteY12-37732" fmla="*/ 6589172 h 6858000"/>
              <a:gd name="connsiteX13-37733" fmla="*/ 164248 w 1508539"/>
              <a:gd name="connsiteY13-37734" fmla="*/ 6574442 h 6858000"/>
              <a:gd name="connsiteX14-37735" fmla="*/ 164588 w 1508539"/>
              <a:gd name="connsiteY14-37736" fmla="*/ 6568530 h 6858000"/>
              <a:gd name="connsiteX15-37737" fmla="*/ 166997 w 1508539"/>
              <a:gd name="connsiteY15-37738" fmla="*/ 6560674 h 6858000"/>
              <a:gd name="connsiteX16-37739" fmla="*/ 167342 w 1508539"/>
              <a:gd name="connsiteY16-37740" fmla="*/ 6560598 h 6858000"/>
              <a:gd name="connsiteX17-37741" fmla="*/ 169039 w 1508539"/>
              <a:gd name="connsiteY17-37742" fmla="*/ 6553006 h 6858000"/>
              <a:gd name="connsiteX18-37743" fmla="*/ 173735 w 1508539"/>
              <a:gd name="connsiteY18-37744" fmla="*/ 6514360 h 6858000"/>
              <a:gd name="connsiteX19-37745" fmla="*/ 215389 w 1508539"/>
              <a:gd name="connsiteY19-37746" fmla="*/ 6478062 h 6858000"/>
              <a:gd name="connsiteX20-37747" fmla="*/ 226078 w 1508539"/>
              <a:gd name="connsiteY20-37748" fmla="*/ 6460325 h 6858000"/>
              <a:gd name="connsiteX21-37749" fmla="*/ 233311 w 1508539"/>
              <a:gd name="connsiteY21-37750" fmla="*/ 6451488 h 6858000"/>
              <a:gd name="connsiteX22-37751" fmla="*/ 234746 w 1508539"/>
              <a:gd name="connsiteY22-37752" fmla="*/ 6451348 h 6858000"/>
              <a:gd name="connsiteX23-37753" fmla="*/ 239104 w 1508539"/>
              <a:gd name="connsiteY23-37754" fmla="*/ 6414240 h 6858000"/>
              <a:gd name="connsiteX24-37755" fmla="*/ 241980 w 1508539"/>
              <a:gd name="connsiteY24-37756" fmla="*/ 6410269 h 6858000"/>
              <a:gd name="connsiteX25-37757" fmla="*/ 241880 w 1508539"/>
              <a:gd name="connsiteY25-37758" fmla="*/ 6384857 h 6858000"/>
              <a:gd name="connsiteX26-37759" fmla="*/ 243397 w 1508539"/>
              <a:gd name="connsiteY26-37760" fmla="*/ 6372381 h 6858000"/>
              <a:gd name="connsiteX27-37761" fmla="*/ 240591 w 1508539"/>
              <a:gd name="connsiteY27-37762" fmla="*/ 6367510 h 6858000"/>
              <a:gd name="connsiteX28-37763" fmla="*/ 244471 w 1508539"/>
              <a:gd name="connsiteY28-37764" fmla="*/ 6349778 h 6858000"/>
              <a:gd name="connsiteX29-37765" fmla="*/ 246136 w 1508539"/>
              <a:gd name="connsiteY29-37766" fmla="*/ 6348250 h 6858000"/>
              <a:gd name="connsiteX30-37767" fmla="*/ 262170 w 1508539"/>
              <a:gd name="connsiteY30-37768" fmla="*/ 6281972 h 6858000"/>
              <a:gd name="connsiteX31-37769" fmla="*/ 272933 w 1508539"/>
              <a:gd name="connsiteY31-37770" fmla="*/ 6211940 h 6858000"/>
              <a:gd name="connsiteX32-37771" fmla="*/ 314428 w 1508539"/>
              <a:gd name="connsiteY32-37772" fmla="*/ 6113913 h 6858000"/>
              <a:gd name="connsiteX33-37773" fmla="*/ 318721 w 1508539"/>
              <a:gd name="connsiteY33-37774" fmla="*/ 6028119 h 6858000"/>
              <a:gd name="connsiteX34-37775" fmla="*/ 345501 w 1508539"/>
              <a:gd name="connsiteY34-37776" fmla="*/ 5934687 h 6858000"/>
              <a:gd name="connsiteX35-37777" fmla="*/ 379513 w 1508539"/>
              <a:gd name="connsiteY35-37778" fmla="*/ 5765594 h 6858000"/>
              <a:gd name="connsiteX36-37779" fmla="*/ 411349 w 1508539"/>
              <a:gd name="connsiteY36-37780" fmla="*/ 5693685 h 6858000"/>
              <a:gd name="connsiteX37-37781" fmla="*/ 431404 w 1508539"/>
              <a:gd name="connsiteY37-37782" fmla="*/ 5665173 h 6858000"/>
              <a:gd name="connsiteX38-37783" fmla="*/ 465121 w 1508539"/>
              <a:gd name="connsiteY38-37784" fmla="*/ 5563435 h 6858000"/>
              <a:gd name="connsiteX39-37785" fmla="*/ 494626 w 1508539"/>
              <a:gd name="connsiteY39-37786" fmla="*/ 5476393 h 6858000"/>
              <a:gd name="connsiteX40-37787" fmla="*/ 525819 w 1508539"/>
              <a:gd name="connsiteY40-37788" fmla="*/ 5396260 h 6858000"/>
              <a:gd name="connsiteX41-37789" fmla="*/ 541800 w 1508539"/>
              <a:gd name="connsiteY41-37790" fmla="*/ 5330009 h 6858000"/>
              <a:gd name="connsiteX42-37791" fmla="*/ 575293 w 1508539"/>
              <a:gd name="connsiteY42-37792" fmla="*/ 5273739 h 6858000"/>
              <a:gd name="connsiteX43-37793" fmla="*/ 584892 w 1508539"/>
              <a:gd name="connsiteY43-37794" fmla="*/ 5241779 h 6858000"/>
              <a:gd name="connsiteX44-37795" fmla="*/ 596118 w 1508539"/>
              <a:gd name="connsiteY44-37796" fmla="*/ 5225268 h 6858000"/>
              <a:gd name="connsiteX45-37797" fmla="*/ 597138 w 1508539"/>
              <a:gd name="connsiteY45-37798" fmla="*/ 5217684 h 6858000"/>
              <a:gd name="connsiteX46-37799" fmla="*/ 604479 w 1508539"/>
              <a:gd name="connsiteY46-37800" fmla="*/ 5193377 h 6858000"/>
              <a:gd name="connsiteX47-37801" fmla="*/ 607782 w 1508539"/>
              <a:gd name="connsiteY47-37802" fmla="*/ 5179288 h 6858000"/>
              <a:gd name="connsiteX48-37803" fmla="*/ 608766 w 1508539"/>
              <a:gd name="connsiteY48-37804" fmla="*/ 5173621 h 6858000"/>
              <a:gd name="connsiteX49-37805" fmla="*/ 604400 w 1508539"/>
              <a:gd name="connsiteY49-37806" fmla="*/ 5159961 h 6858000"/>
              <a:gd name="connsiteX50-37807" fmla="*/ 611077 w 1508539"/>
              <a:gd name="connsiteY50-37808" fmla="*/ 5144295 h 6858000"/>
              <a:gd name="connsiteX51-37809" fmla="*/ 608010 w 1508539"/>
              <a:gd name="connsiteY51-37810" fmla="*/ 5125185 h 6858000"/>
              <a:gd name="connsiteX52-37811" fmla="*/ 614840 w 1508539"/>
              <a:gd name="connsiteY52-37812" fmla="*/ 5121884 h 6858000"/>
              <a:gd name="connsiteX53-37813" fmla="*/ 621876 w 1508539"/>
              <a:gd name="connsiteY53-37814" fmla="*/ 5067850 h 6858000"/>
              <a:gd name="connsiteX54-37815" fmla="*/ 624607 w 1508539"/>
              <a:gd name="connsiteY54-37816" fmla="*/ 5060861 h 6858000"/>
              <a:gd name="connsiteX55-37817" fmla="*/ 621311 w 1508539"/>
              <a:gd name="connsiteY55-37818" fmla="*/ 5034192 h 6858000"/>
              <a:gd name="connsiteX56-37819" fmla="*/ 622865 w 1508539"/>
              <a:gd name="connsiteY56-37820" fmla="*/ 4993030 h 6858000"/>
              <a:gd name="connsiteX57-37821" fmla="*/ 629774 w 1508539"/>
              <a:gd name="connsiteY57-37822" fmla="*/ 4946844 h 6858000"/>
              <a:gd name="connsiteX58-37823" fmla="*/ 625630 w 1508539"/>
              <a:gd name="connsiteY58-37824" fmla="*/ 4932692 h 6858000"/>
              <a:gd name="connsiteX59-37825" fmla="*/ 641033 w 1508539"/>
              <a:gd name="connsiteY59-37826" fmla="*/ 4858827 h 6858000"/>
              <a:gd name="connsiteX60-37827" fmla="*/ 646936 w 1508539"/>
              <a:gd name="connsiteY60-37828" fmla="*/ 4821170 h 6858000"/>
              <a:gd name="connsiteX61-37829" fmla="*/ 651669 w 1508539"/>
              <a:gd name="connsiteY61-37830" fmla="*/ 4780965 h 6858000"/>
              <a:gd name="connsiteX62-37831" fmla="*/ 652962 w 1508539"/>
              <a:gd name="connsiteY62-37832" fmla="*/ 4750867 h 6858000"/>
              <a:gd name="connsiteX63-37833" fmla="*/ 650769 w 1508539"/>
              <a:gd name="connsiteY63-37834" fmla="*/ 4690749 h 6858000"/>
              <a:gd name="connsiteX64-37835" fmla="*/ 646249 w 1508539"/>
              <a:gd name="connsiteY64-37836" fmla="*/ 4584173 h 6858000"/>
              <a:gd name="connsiteX65-37837" fmla="*/ 641332 w 1508539"/>
              <a:gd name="connsiteY65-37838" fmla="*/ 4444346 h 6858000"/>
              <a:gd name="connsiteX66-37839" fmla="*/ 637897 w 1508539"/>
              <a:gd name="connsiteY66-37840" fmla="*/ 4375228 h 6858000"/>
              <a:gd name="connsiteX67-37841" fmla="*/ 618550 w 1508539"/>
              <a:gd name="connsiteY67-37842" fmla="*/ 4214165 h 6858000"/>
              <a:gd name="connsiteX68-37843" fmla="*/ 622623 w 1508539"/>
              <a:gd name="connsiteY68-37844" fmla="*/ 4090296 h 6858000"/>
              <a:gd name="connsiteX69-37845" fmla="*/ 607879 w 1508539"/>
              <a:gd name="connsiteY69-37846" fmla="*/ 4033999 h 6858000"/>
              <a:gd name="connsiteX70-37847" fmla="*/ 609028 w 1508539"/>
              <a:gd name="connsiteY70-37848" fmla="*/ 4031933 h 6858000"/>
              <a:gd name="connsiteX71-37849" fmla="*/ 607604 w 1508539"/>
              <a:gd name="connsiteY71-37850" fmla="*/ 4013953 h 6858000"/>
              <a:gd name="connsiteX72-37851" fmla="*/ 593899 w 1508539"/>
              <a:gd name="connsiteY72-37852" fmla="*/ 3974753 h 6858000"/>
              <a:gd name="connsiteX73-37853" fmla="*/ 595497 w 1508539"/>
              <a:gd name="connsiteY73-37854" fmla="*/ 3969950 h 6858000"/>
              <a:gd name="connsiteX74-37855" fmla="*/ 588919 w 1508539"/>
              <a:gd name="connsiteY74-37856" fmla="*/ 3933779 h 6858000"/>
              <a:gd name="connsiteX75-37857" fmla="*/ 590250 w 1508539"/>
              <a:gd name="connsiteY75-37858" fmla="*/ 3933093 h 6858000"/>
              <a:gd name="connsiteX76-37859" fmla="*/ 594604 w 1508539"/>
              <a:gd name="connsiteY76-37860" fmla="*/ 3922082 h 6858000"/>
              <a:gd name="connsiteX77-37861" fmla="*/ 599682 w 1508539"/>
              <a:gd name="connsiteY77-37862" fmla="*/ 3901461 h 6858000"/>
              <a:gd name="connsiteX78-37863" fmla="*/ 622276 w 1508539"/>
              <a:gd name="connsiteY78-37864" fmla="*/ 3813873 h 6858000"/>
              <a:gd name="connsiteX79-37865" fmla="*/ 621701 w 1508539"/>
              <a:gd name="connsiteY79-37866" fmla="*/ 3806161 h 6858000"/>
              <a:gd name="connsiteX80-37867" fmla="*/ 622008 w 1508539"/>
              <a:gd name="connsiteY80-37868" fmla="*/ 3805957 h 6858000"/>
              <a:gd name="connsiteX81-37869" fmla="*/ 622035 w 1508539"/>
              <a:gd name="connsiteY81-37870" fmla="*/ 3797724 h 6858000"/>
              <a:gd name="connsiteX82-37871" fmla="*/ 620650 w 1508539"/>
              <a:gd name="connsiteY82-37872" fmla="*/ 3792098 h 6858000"/>
              <a:gd name="connsiteX83-37873" fmla="*/ 619534 w 1508539"/>
              <a:gd name="connsiteY83-37874" fmla="*/ 3777135 h 6858000"/>
              <a:gd name="connsiteX84-37875" fmla="*/ 621267 w 1508539"/>
              <a:gd name="connsiteY84-37876" fmla="*/ 3771656 h 6858000"/>
              <a:gd name="connsiteX85-37877" fmla="*/ 625010 w 1508539"/>
              <a:gd name="connsiteY85-37878" fmla="*/ 3769007 h 6858000"/>
              <a:gd name="connsiteX86-37879" fmla="*/ 624476 w 1508539"/>
              <a:gd name="connsiteY86-37880" fmla="*/ 3767709 h 6858000"/>
              <a:gd name="connsiteX87-37881" fmla="*/ 633172 w 1508539"/>
              <a:gd name="connsiteY87-37882" fmla="*/ 3738082 h 6858000"/>
              <a:gd name="connsiteX88-37883" fmla="*/ 640518 w 1508539"/>
              <a:gd name="connsiteY88-37884" fmla="*/ 3673397 h 6858000"/>
              <a:gd name="connsiteX89-37885" fmla="*/ 639814 w 1508539"/>
              <a:gd name="connsiteY89-37886" fmla="*/ 3637109 h 6858000"/>
              <a:gd name="connsiteX90-37887" fmla="*/ 643257 w 1508539"/>
              <a:gd name="connsiteY90-37888" fmla="*/ 3536883 h 6858000"/>
              <a:gd name="connsiteX91-37889" fmla="*/ 650795 w 1508539"/>
              <a:gd name="connsiteY91-37890" fmla="*/ 3435652 h 6858000"/>
              <a:gd name="connsiteX92-37891" fmla="*/ 652466 w 1508539"/>
              <a:gd name="connsiteY92-37892" fmla="*/ 3307769 h 6858000"/>
              <a:gd name="connsiteX93-37893" fmla="*/ 670029 w 1508539"/>
              <a:gd name="connsiteY93-37894" fmla="*/ 3250522 h 6858000"/>
              <a:gd name="connsiteX94-37895" fmla="*/ 670454 w 1508539"/>
              <a:gd name="connsiteY94-37896" fmla="*/ 3229163 h 6858000"/>
              <a:gd name="connsiteX95-37897" fmla="*/ 672277 w 1508539"/>
              <a:gd name="connsiteY95-37898" fmla="*/ 3217217 h 6858000"/>
              <a:gd name="connsiteX96-37899" fmla="*/ 659112 w 1508539"/>
              <a:gd name="connsiteY96-37900" fmla="*/ 3183755 h 6858000"/>
              <a:gd name="connsiteX97-37901" fmla="*/ 659613 w 1508539"/>
              <a:gd name="connsiteY97-37902" fmla="*/ 3178642 h 6858000"/>
              <a:gd name="connsiteX98-37903" fmla="*/ 647213 w 1508539"/>
              <a:gd name="connsiteY98-37904" fmla="*/ 3158586 h 6858000"/>
              <a:gd name="connsiteX99-37905" fmla="*/ 632398 w 1508539"/>
              <a:gd name="connsiteY99-37906" fmla="*/ 3129034 h 6858000"/>
              <a:gd name="connsiteX100-37907" fmla="*/ 633063 w 1508539"/>
              <a:gd name="connsiteY100-37908" fmla="*/ 3126682 h 6858000"/>
              <a:gd name="connsiteX101-37909" fmla="*/ 623931 w 1508539"/>
              <a:gd name="connsiteY101-37910" fmla="*/ 3114519 h 6858000"/>
              <a:gd name="connsiteX102-37911" fmla="*/ 610540 w 1508539"/>
              <a:gd name="connsiteY102-37912" fmla="*/ 3106272 h 6858000"/>
              <a:gd name="connsiteX103-37913" fmla="*/ 583270 w 1508539"/>
              <a:gd name="connsiteY103-37914" fmla="*/ 2958185 h 6858000"/>
              <a:gd name="connsiteX104-37915" fmla="*/ 525884 w 1508539"/>
              <a:gd name="connsiteY104-37916" fmla="*/ 2762989 h 6858000"/>
              <a:gd name="connsiteX105-37917" fmla="*/ 474802 w 1508539"/>
              <a:gd name="connsiteY105-37918" fmla="*/ 2554718 h 6858000"/>
              <a:gd name="connsiteX106-37919" fmla="*/ 454896 w 1508539"/>
              <a:gd name="connsiteY106-37920" fmla="*/ 2485734 h 6858000"/>
              <a:gd name="connsiteX107-37921" fmla="*/ 445619 w 1508539"/>
              <a:gd name="connsiteY107-37922" fmla="*/ 2447068 h 6858000"/>
              <a:gd name="connsiteX108-37923" fmla="*/ 432580 w 1508539"/>
              <a:gd name="connsiteY108-37924" fmla="*/ 2425819 h 6858000"/>
              <a:gd name="connsiteX109-37925" fmla="*/ 438579 w 1508539"/>
              <a:gd name="connsiteY109-37926" fmla="*/ 2402874 h 6858000"/>
              <a:gd name="connsiteX110-37927" fmla="*/ 441191 w 1508539"/>
              <a:gd name="connsiteY110-37928" fmla="*/ 2381443 h 6858000"/>
              <a:gd name="connsiteX111-37929" fmla="*/ 417520 w 1508539"/>
              <a:gd name="connsiteY111-37930" fmla="*/ 2261920 h 6858000"/>
              <a:gd name="connsiteX112-37931" fmla="*/ 407407 w 1508539"/>
              <a:gd name="connsiteY112-37932" fmla="*/ 2195378 h 6858000"/>
              <a:gd name="connsiteX113-37933" fmla="*/ 391624 w 1508539"/>
              <a:gd name="connsiteY113-37934" fmla="*/ 2155135 h 6858000"/>
              <a:gd name="connsiteX114-37935" fmla="*/ 389082 w 1508539"/>
              <a:gd name="connsiteY114-37936" fmla="*/ 2118008 h 6858000"/>
              <a:gd name="connsiteX115-37937" fmla="*/ 390075 w 1508539"/>
              <a:gd name="connsiteY115-37938" fmla="*/ 2050531 h 6858000"/>
              <a:gd name="connsiteX116-37939" fmla="*/ 381881 w 1508539"/>
              <a:gd name="connsiteY116-37940" fmla="*/ 1963269 h 6858000"/>
              <a:gd name="connsiteX117-37941" fmla="*/ 363059 w 1508539"/>
              <a:gd name="connsiteY117-37942" fmla="*/ 1906352 h 6858000"/>
              <a:gd name="connsiteX118-37943" fmla="*/ 339616 w 1508539"/>
              <a:gd name="connsiteY118-37944" fmla="*/ 1861531 h 6858000"/>
              <a:gd name="connsiteX119-37945" fmla="*/ 293415 w 1508539"/>
              <a:gd name="connsiteY119-37946" fmla="*/ 1732919 h 6858000"/>
              <a:gd name="connsiteX120-37947" fmla="*/ 265726 w 1508539"/>
              <a:gd name="connsiteY120-37948" fmla="*/ 1663540 h 6858000"/>
              <a:gd name="connsiteX121-37949" fmla="*/ 264852 w 1508539"/>
              <a:gd name="connsiteY121-37950" fmla="*/ 1615777 h 6858000"/>
              <a:gd name="connsiteX122-37951" fmla="*/ 245647 w 1508539"/>
              <a:gd name="connsiteY122-37952" fmla="*/ 1563678 h 6858000"/>
              <a:gd name="connsiteX123-37953" fmla="*/ 258727 w 1508539"/>
              <a:gd name="connsiteY123-37954" fmla="*/ 1519474 h 6858000"/>
              <a:gd name="connsiteX124-37955" fmla="*/ 251469 w 1508539"/>
              <a:gd name="connsiteY124-37956" fmla="*/ 1477995 h 6858000"/>
              <a:gd name="connsiteX125-37957" fmla="*/ 237554 w 1508539"/>
              <a:gd name="connsiteY125-37958" fmla="*/ 1373769 h 6858000"/>
              <a:gd name="connsiteX126-37959" fmla="*/ 245861 w 1508539"/>
              <a:gd name="connsiteY126-37960" fmla="*/ 1307086 h 6858000"/>
              <a:gd name="connsiteX127-37961" fmla="*/ 247049 w 1508539"/>
              <a:gd name="connsiteY127-37962" fmla="*/ 1189033 h 6858000"/>
              <a:gd name="connsiteX128-37963" fmla="*/ 251734 w 1508539"/>
              <a:gd name="connsiteY128-37964" fmla="*/ 1168288 h 6858000"/>
              <a:gd name="connsiteX129-37965" fmla="*/ 244016 w 1508539"/>
              <a:gd name="connsiteY129-37966" fmla="*/ 1142577 h 6858000"/>
              <a:gd name="connsiteX130-37967" fmla="*/ 233322 w 1508539"/>
              <a:gd name="connsiteY130-37968" fmla="*/ 1088484 h 6858000"/>
              <a:gd name="connsiteX131-37969" fmla="*/ 222058 w 1508539"/>
              <a:gd name="connsiteY131-37970" fmla="*/ 1016103 h 6858000"/>
              <a:gd name="connsiteX132-37971" fmla="*/ 223514 w 1508539"/>
              <a:gd name="connsiteY132-37972" fmla="*/ 932283 h 6858000"/>
              <a:gd name="connsiteX133-37973" fmla="*/ 225750 w 1508539"/>
              <a:gd name="connsiteY133-37974" fmla="*/ 915925 h 6858000"/>
              <a:gd name="connsiteX134-37975" fmla="*/ 218379 w 1508539"/>
              <a:gd name="connsiteY134-37976" fmla="*/ 896999 h 6858000"/>
              <a:gd name="connsiteX135-37977" fmla="*/ 187787 w 1508539"/>
              <a:gd name="connsiteY135-37978" fmla="*/ 821517 h 6858000"/>
              <a:gd name="connsiteX136-37979" fmla="*/ 166737 w 1508539"/>
              <a:gd name="connsiteY136-37980" fmla="*/ 751353 h 6858000"/>
              <a:gd name="connsiteX137-37981" fmla="*/ 166295 w 1508539"/>
              <a:gd name="connsiteY137-37982" fmla="*/ 721230 h 6858000"/>
              <a:gd name="connsiteX138-37983" fmla="*/ 151966 w 1508539"/>
              <a:gd name="connsiteY138-37984" fmla="*/ 681659 h 6858000"/>
              <a:gd name="connsiteX139-37985" fmla="*/ 137385 w 1508539"/>
              <a:gd name="connsiteY139-37986" fmla="*/ 635218 h 6858000"/>
              <a:gd name="connsiteX140-37987" fmla="*/ 142396 w 1508539"/>
              <a:gd name="connsiteY140-37988" fmla="*/ 613763 h 6858000"/>
              <a:gd name="connsiteX141-37989" fmla="*/ 128338 w 1508539"/>
              <a:gd name="connsiteY141-37990" fmla="*/ 598582 h 6858000"/>
              <a:gd name="connsiteX142-37991" fmla="*/ 128019 w 1508539"/>
              <a:gd name="connsiteY142-37992" fmla="*/ 576846 h 6858000"/>
              <a:gd name="connsiteX143-37993" fmla="*/ 107645 w 1508539"/>
              <a:gd name="connsiteY143-37994" fmla="*/ 530055 h 6858000"/>
              <a:gd name="connsiteX144-37995" fmla="*/ 106893 w 1508539"/>
              <a:gd name="connsiteY144-37996" fmla="*/ 465389 h 6858000"/>
              <a:gd name="connsiteX145-37997" fmla="*/ 89816 w 1508539"/>
              <a:gd name="connsiteY145-37998" fmla="*/ 424699 h 6858000"/>
              <a:gd name="connsiteX146-37999" fmla="*/ 90191 w 1508539"/>
              <a:gd name="connsiteY146-38000" fmla="*/ 404917 h 6858000"/>
              <a:gd name="connsiteX147-38001" fmla="*/ 70148 w 1508539"/>
              <a:gd name="connsiteY147-38002" fmla="*/ 367211 h 6858000"/>
              <a:gd name="connsiteX148-38003" fmla="*/ 36452 w 1508539"/>
              <a:gd name="connsiteY148-38004" fmla="*/ 268519 h 6858000"/>
              <a:gd name="connsiteX149-38005" fmla="*/ 23935 w 1508539"/>
              <a:gd name="connsiteY149-38006" fmla="*/ 160886 h 6858000"/>
              <a:gd name="connsiteX150-38007" fmla="*/ 19312 w 1508539"/>
              <a:gd name="connsiteY150-38008" fmla="*/ 47336 h 6858000"/>
              <a:gd name="connsiteX151-38009" fmla="*/ 0 w 1508539"/>
              <a:gd name="connsiteY151-38010" fmla="*/ 0 h 6858000"/>
              <a:gd name="connsiteX0-38011" fmla="*/ 0 w 1508539"/>
              <a:gd name="connsiteY0-38012" fmla="*/ 0 h 6858000"/>
              <a:gd name="connsiteX1-38013" fmla="*/ 1508539 w 1508539"/>
              <a:gd name="connsiteY1-38014" fmla="*/ 0 h 6858000"/>
              <a:gd name="connsiteX2-38015" fmla="*/ 1508539 w 1508539"/>
              <a:gd name="connsiteY2-38016" fmla="*/ 6858000 h 6858000"/>
              <a:gd name="connsiteX3-38017" fmla="*/ 57174 w 1508539"/>
              <a:gd name="connsiteY3-38018" fmla="*/ 6858000 h 6858000"/>
              <a:gd name="connsiteX4-38019" fmla="*/ 57315 w 1508539"/>
              <a:gd name="connsiteY4-38020" fmla="*/ 6857735 h 6858000"/>
              <a:gd name="connsiteX5-38021" fmla="*/ 69364 w 1508539"/>
              <a:gd name="connsiteY5-38022" fmla="*/ 6809549 h 6858000"/>
              <a:gd name="connsiteX6-38023" fmla="*/ 101575 w 1508539"/>
              <a:gd name="connsiteY6-38024" fmla="*/ 6715115 h 6858000"/>
              <a:gd name="connsiteX7-38025" fmla="*/ 111426 w 1508539"/>
              <a:gd name="connsiteY7-38026" fmla="*/ 6680170 h 6858000"/>
              <a:gd name="connsiteX8-38027" fmla="*/ 136976 w 1508539"/>
              <a:gd name="connsiteY8-38028" fmla="*/ 6621207 h 6858000"/>
              <a:gd name="connsiteX9-38029" fmla="*/ 153633 w 1508539"/>
              <a:gd name="connsiteY9-38030" fmla="*/ 6596265 h 6858000"/>
              <a:gd name="connsiteX10-38031" fmla="*/ 153512 w 1508539"/>
              <a:gd name="connsiteY10-38032" fmla="*/ 6594818 h 6858000"/>
              <a:gd name="connsiteX11-38033" fmla="*/ 157757 w 1508539"/>
              <a:gd name="connsiteY11-38034" fmla="*/ 6593735 h 6858000"/>
              <a:gd name="connsiteX12-38035" fmla="*/ 160954 w 1508539"/>
              <a:gd name="connsiteY12-38036" fmla="*/ 6589172 h 6858000"/>
              <a:gd name="connsiteX13-38037" fmla="*/ 164248 w 1508539"/>
              <a:gd name="connsiteY13-38038" fmla="*/ 6574442 h 6858000"/>
              <a:gd name="connsiteX14-38039" fmla="*/ 164588 w 1508539"/>
              <a:gd name="connsiteY14-38040" fmla="*/ 6568530 h 6858000"/>
              <a:gd name="connsiteX15-38041" fmla="*/ 166997 w 1508539"/>
              <a:gd name="connsiteY15-38042" fmla="*/ 6560674 h 6858000"/>
              <a:gd name="connsiteX16-38043" fmla="*/ 167342 w 1508539"/>
              <a:gd name="connsiteY16-38044" fmla="*/ 6560598 h 6858000"/>
              <a:gd name="connsiteX17-38045" fmla="*/ 169039 w 1508539"/>
              <a:gd name="connsiteY17-38046" fmla="*/ 6553006 h 6858000"/>
              <a:gd name="connsiteX18-38047" fmla="*/ 173735 w 1508539"/>
              <a:gd name="connsiteY18-38048" fmla="*/ 6514360 h 6858000"/>
              <a:gd name="connsiteX19-38049" fmla="*/ 215389 w 1508539"/>
              <a:gd name="connsiteY19-38050" fmla="*/ 6478062 h 6858000"/>
              <a:gd name="connsiteX20-38051" fmla="*/ 226078 w 1508539"/>
              <a:gd name="connsiteY20-38052" fmla="*/ 6460325 h 6858000"/>
              <a:gd name="connsiteX21-38053" fmla="*/ 233311 w 1508539"/>
              <a:gd name="connsiteY21-38054" fmla="*/ 6451488 h 6858000"/>
              <a:gd name="connsiteX22-38055" fmla="*/ 234746 w 1508539"/>
              <a:gd name="connsiteY22-38056" fmla="*/ 6451348 h 6858000"/>
              <a:gd name="connsiteX23-38057" fmla="*/ 239104 w 1508539"/>
              <a:gd name="connsiteY23-38058" fmla="*/ 6414240 h 6858000"/>
              <a:gd name="connsiteX24-38059" fmla="*/ 241880 w 1508539"/>
              <a:gd name="connsiteY24-38060" fmla="*/ 6384857 h 6858000"/>
              <a:gd name="connsiteX25-38061" fmla="*/ 243397 w 1508539"/>
              <a:gd name="connsiteY25-38062" fmla="*/ 6372381 h 6858000"/>
              <a:gd name="connsiteX26-38063" fmla="*/ 240591 w 1508539"/>
              <a:gd name="connsiteY26-38064" fmla="*/ 6367510 h 6858000"/>
              <a:gd name="connsiteX27-38065" fmla="*/ 244471 w 1508539"/>
              <a:gd name="connsiteY27-38066" fmla="*/ 6349778 h 6858000"/>
              <a:gd name="connsiteX28-38067" fmla="*/ 246136 w 1508539"/>
              <a:gd name="connsiteY28-38068" fmla="*/ 6348250 h 6858000"/>
              <a:gd name="connsiteX29-38069" fmla="*/ 262170 w 1508539"/>
              <a:gd name="connsiteY29-38070" fmla="*/ 6281972 h 6858000"/>
              <a:gd name="connsiteX30-38071" fmla="*/ 272933 w 1508539"/>
              <a:gd name="connsiteY30-38072" fmla="*/ 6211940 h 6858000"/>
              <a:gd name="connsiteX31-38073" fmla="*/ 314428 w 1508539"/>
              <a:gd name="connsiteY31-38074" fmla="*/ 6113913 h 6858000"/>
              <a:gd name="connsiteX32-38075" fmla="*/ 318721 w 1508539"/>
              <a:gd name="connsiteY32-38076" fmla="*/ 6028119 h 6858000"/>
              <a:gd name="connsiteX33-38077" fmla="*/ 345501 w 1508539"/>
              <a:gd name="connsiteY33-38078" fmla="*/ 5934687 h 6858000"/>
              <a:gd name="connsiteX34-38079" fmla="*/ 379513 w 1508539"/>
              <a:gd name="connsiteY34-38080" fmla="*/ 5765594 h 6858000"/>
              <a:gd name="connsiteX35-38081" fmla="*/ 411349 w 1508539"/>
              <a:gd name="connsiteY35-38082" fmla="*/ 5693685 h 6858000"/>
              <a:gd name="connsiteX36-38083" fmla="*/ 431404 w 1508539"/>
              <a:gd name="connsiteY36-38084" fmla="*/ 5665173 h 6858000"/>
              <a:gd name="connsiteX37-38085" fmla="*/ 465121 w 1508539"/>
              <a:gd name="connsiteY37-38086" fmla="*/ 5563435 h 6858000"/>
              <a:gd name="connsiteX38-38087" fmla="*/ 494626 w 1508539"/>
              <a:gd name="connsiteY38-38088" fmla="*/ 5476393 h 6858000"/>
              <a:gd name="connsiteX39-38089" fmla="*/ 525819 w 1508539"/>
              <a:gd name="connsiteY39-38090" fmla="*/ 5396260 h 6858000"/>
              <a:gd name="connsiteX40-38091" fmla="*/ 541800 w 1508539"/>
              <a:gd name="connsiteY40-38092" fmla="*/ 5330009 h 6858000"/>
              <a:gd name="connsiteX41-38093" fmla="*/ 575293 w 1508539"/>
              <a:gd name="connsiteY41-38094" fmla="*/ 5273739 h 6858000"/>
              <a:gd name="connsiteX42-38095" fmla="*/ 584892 w 1508539"/>
              <a:gd name="connsiteY42-38096" fmla="*/ 5241779 h 6858000"/>
              <a:gd name="connsiteX43-38097" fmla="*/ 596118 w 1508539"/>
              <a:gd name="connsiteY43-38098" fmla="*/ 5225268 h 6858000"/>
              <a:gd name="connsiteX44-38099" fmla="*/ 597138 w 1508539"/>
              <a:gd name="connsiteY44-38100" fmla="*/ 5217684 h 6858000"/>
              <a:gd name="connsiteX45-38101" fmla="*/ 604479 w 1508539"/>
              <a:gd name="connsiteY45-38102" fmla="*/ 5193377 h 6858000"/>
              <a:gd name="connsiteX46-38103" fmla="*/ 607782 w 1508539"/>
              <a:gd name="connsiteY46-38104" fmla="*/ 5179288 h 6858000"/>
              <a:gd name="connsiteX47-38105" fmla="*/ 608766 w 1508539"/>
              <a:gd name="connsiteY47-38106" fmla="*/ 5173621 h 6858000"/>
              <a:gd name="connsiteX48-38107" fmla="*/ 604400 w 1508539"/>
              <a:gd name="connsiteY48-38108" fmla="*/ 5159961 h 6858000"/>
              <a:gd name="connsiteX49-38109" fmla="*/ 611077 w 1508539"/>
              <a:gd name="connsiteY49-38110" fmla="*/ 5144295 h 6858000"/>
              <a:gd name="connsiteX50-38111" fmla="*/ 608010 w 1508539"/>
              <a:gd name="connsiteY50-38112" fmla="*/ 5125185 h 6858000"/>
              <a:gd name="connsiteX51-38113" fmla="*/ 614840 w 1508539"/>
              <a:gd name="connsiteY51-38114" fmla="*/ 5121884 h 6858000"/>
              <a:gd name="connsiteX52-38115" fmla="*/ 621876 w 1508539"/>
              <a:gd name="connsiteY52-38116" fmla="*/ 5067850 h 6858000"/>
              <a:gd name="connsiteX53-38117" fmla="*/ 624607 w 1508539"/>
              <a:gd name="connsiteY53-38118" fmla="*/ 5060861 h 6858000"/>
              <a:gd name="connsiteX54-38119" fmla="*/ 621311 w 1508539"/>
              <a:gd name="connsiteY54-38120" fmla="*/ 5034192 h 6858000"/>
              <a:gd name="connsiteX55-38121" fmla="*/ 622865 w 1508539"/>
              <a:gd name="connsiteY55-38122" fmla="*/ 4993030 h 6858000"/>
              <a:gd name="connsiteX56-38123" fmla="*/ 629774 w 1508539"/>
              <a:gd name="connsiteY56-38124" fmla="*/ 4946844 h 6858000"/>
              <a:gd name="connsiteX57-38125" fmla="*/ 625630 w 1508539"/>
              <a:gd name="connsiteY57-38126" fmla="*/ 4932692 h 6858000"/>
              <a:gd name="connsiteX58-38127" fmla="*/ 641033 w 1508539"/>
              <a:gd name="connsiteY58-38128" fmla="*/ 4858827 h 6858000"/>
              <a:gd name="connsiteX59-38129" fmla="*/ 646936 w 1508539"/>
              <a:gd name="connsiteY59-38130" fmla="*/ 4821170 h 6858000"/>
              <a:gd name="connsiteX60-38131" fmla="*/ 651669 w 1508539"/>
              <a:gd name="connsiteY60-38132" fmla="*/ 4780965 h 6858000"/>
              <a:gd name="connsiteX61-38133" fmla="*/ 652962 w 1508539"/>
              <a:gd name="connsiteY61-38134" fmla="*/ 4750867 h 6858000"/>
              <a:gd name="connsiteX62-38135" fmla="*/ 650769 w 1508539"/>
              <a:gd name="connsiteY62-38136" fmla="*/ 4690749 h 6858000"/>
              <a:gd name="connsiteX63-38137" fmla="*/ 646249 w 1508539"/>
              <a:gd name="connsiteY63-38138" fmla="*/ 4584173 h 6858000"/>
              <a:gd name="connsiteX64-38139" fmla="*/ 641332 w 1508539"/>
              <a:gd name="connsiteY64-38140" fmla="*/ 4444346 h 6858000"/>
              <a:gd name="connsiteX65-38141" fmla="*/ 637897 w 1508539"/>
              <a:gd name="connsiteY65-38142" fmla="*/ 4375228 h 6858000"/>
              <a:gd name="connsiteX66-38143" fmla="*/ 618550 w 1508539"/>
              <a:gd name="connsiteY66-38144" fmla="*/ 4214165 h 6858000"/>
              <a:gd name="connsiteX67-38145" fmla="*/ 622623 w 1508539"/>
              <a:gd name="connsiteY67-38146" fmla="*/ 4090296 h 6858000"/>
              <a:gd name="connsiteX68-38147" fmla="*/ 607879 w 1508539"/>
              <a:gd name="connsiteY68-38148" fmla="*/ 4033999 h 6858000"/>
              <a:gd name="connsiteX69-38149" fmla="*/ 609028 w 1508539"/>
              <a:gd name="connsiteY69-38150" fmla="*/ 4031933 h 6858000"/>
              <a:gd name="connsiteX70-38151" fmla="*/ 607604 w 1508539"/>
              <a:gd name="connsiteY70-38152" fmla="*/ 4013953 h 6858000"/>
              <a:gd name="connsiteX71-38153" fmla="*/ 593899 w 1508539"/>
              <a:gd name="connsiteY71-38154" fmla="*/ 3974753 h 6858000"/>
              <a:gd name="connsiteX72-38155" fmla="*/ 595497 w 1508539"/>
              <a:gd name="connsiteY72-38156" fmla="*/ 3969950 h 6858000"/>
              <a:gd name="connsiteX73-38157" fmla="*/ 588919 w 1508539"/>
              <a:gd name="connsiteY73-38158" fmla="*/ 3933779 h 6858000"/>
              <a:gd name="connsiteX74-38159" fmla="*/ 590250 w 1508539"/>
              <a:gd name="connsiteY74-38160" fmla="*/ 3933093 h 6858000"/>
              <a:gd name="connsiteX75-38161" fmla="*/ 594604 w 1508539"/>
              <a:gd name="connsiteY75-38162" fmla="*/ 3922082 h 6858000"/>
              <a:gd name="connsiteX76-38163" fmla="*/ 599682 w 1508539"/>
              <a:gd name="connsiteY76-38164" fmla="*/ 3901461 h 6858000"/>
              <a:gd name="connsiteX77-38165" fmla="*/ 622276 w 1508539"/>
              <a:gd name="connsiteY77-38166" fmla="*/ 3813873 h 6858000"/>
              <a:gd name="connsiteX78-38167" fmla="*/ 621701 w 1508539"/>
              <a:gd name="connsiteY78-38168" fmla="*/ 3806161 h 6858000"/>
              <a:gd name="connsiteX79-38169" fmla="*/ 622008 w 1508539"/>
              <a:gd name="connsiteY79-38170" fmla="*/ 3805957 h 6858000"/>
              <a:gd name="connsiteX80-38171" fmla="*/ 622035 w 1508539"/>
              <a:gd name="connsiteY80-38172" fmla="*/ 3797724 h 6858000"/>
              <a:gd name="connsiteX81-38173" fmla="*/ 620650 w 1508539"/>
              <a:gd name="connsiteY81-38174" fmla="*/ 3792098 h 6858000"/>
              <a:gd name="connsiteX82-38175" fmla="*/ 619534 w 1508539"/>
              <a:gd name="connsiteY82-38176" fmla="*/ 3777135 h 6858000"/>
              <a:gd name="connsiteX83-38177" fmla="*/ 621267 w 1508539"/>
              <a:gd name="connsiteY83-38178" fmla="*/ 3771656 h 6858000"/>
              <a:gd name="connsiteX84-38179" fmla="*/ 625010 w 1508539"/>
              <a:gd name="connsiteY84-38180" fmla="*/ 3769007 h 6858000"/>
              <a:gd name="connsiteX85-38181" fmla="*/ 624476 w 1508539"/>
              <a:gd name="connsiteY85-38182" fmla="*/ 3767709 h 6858000"/>
              <a:gd name="connsiteX86-38183" fmla="*/ 633172 w 1508539"/>
              <a:gd name="connsiteY86-38184" fmla="*/ 3738082 h 6858000"/>
              <a:gd name="connsiteX87-38185" fmla="*/ 640518 w 1508539"/>
              <a:gd name="connsiteY87-38186" fmla="*/ 3673397 h 6858000"/>
              <a:gd name="connsiteX88-38187" fmla="*/ 639814 w 1508539"/>
              <a:gd name="connsiteY88-38188" fmla="*/ 3637109 h 6858000"/>
              <a:gd name="connsiteX89-38189" fmla="*/ 643257 w 1508539"/>
              <a:gd name="connsiteY89-38190" fmla="*/ 3536883 h 6858000"/>
              <a:gd name="connsiteX90-38191" fmla="*/ 650795 w 1508539"/>
              <a:gd name="connsiteY90-38192" fmla="*/ 3435652 h 6858000"/>
              <a:gd name="connsiteX91-38193" fmla="*/ 652466 w 1508539"/>
              <a:gd name="connsiteY91-38194" fmla="*/ 3307769 h 6858000"/>
              <a:gd name="connsiteX92-38195" fmla="*/ 670029 w 1508539"/>
              <a:gd name="connsiteY92-38196" fmla="*/ 3250522 h 6858000"/>
              <a:gd name="connsiteX93-38197" fmla="*/ 670454 w 1508539"/>
              <a:gd name="connsiteY93-38198" fmla="*/ 3229163 h 6858000"/>
              <a:gd name="connsiteX94-38199" fmla="*/ 672277 w 1508539"/>
              <a:gd name="connsiteY94-38200" fmla="*/ 3217217 h 6858000"/>
              <a:gd name="connsiteX95-38201" fmla="*/ 659112 w 1508539"/>
              <a:gd name="connsiteY95-38202" fmla="*/ 3183755 h 6858000"/>
              <a:gd name="connsiteX96-38203" fmla="*/ 659613 w 1508539"/>
              <a:gd name="connsiteY96-38204" fmla="*/ 3178642 h 6858000"/>
              <a:gd name="connsiteX97-38205" fmla="*/ 647213 w 1508539"/>
              <a:gd name="connsiteY97-38206" fmla="*/ 3158586 h 6858000"/>
              <a:gd name="connsiteX98-38207" fmla="*/ 632398 w 1508539"/>
              <a:gd name="connsiteY98-38208" fmla="*/ 3129034 h 6858000"/>
              <a:gd name="connsiteX99-38209" fmla="*/ 633063 w 1508539"/>
              <a:gd name="connsiteY99-38210" fmla="*/ 3126682 h 6858000"/>
              <a:gd name="connsiteX100-38211" fmla="*/ 623931 w 1508539"/>
              <a:gd name="connsiteY100-38212" fmla="*/ 3114519 h 6858000"/>
              <a:gd name="connsiteX101-38213" fmla="*/ 610540 w 1508539"/>
              <a:gd name="connsiteY101-38214" fmla="*/ 3106272 h 6858000"/>
              <a:gd name="connsiteX102-38215" fmla="*/ 583270 w 1508539"/>
              <a:gd name="connsiteY102-38216" fmla="*/ 2958185 h 6858000"/>
              <a:gd name="connsiteX103-38217" fmla="*/ 525884 w 1508539"/>
              <a:gd name="connsiteY103-38218" fmla="*/ 2762989 h 6858000"/>
              <a:gd name="connsiteX104-38219" fmla="*/ 474802 w 1508539"/>
              <a:gd name="connsiteY104-38220" fmla="*/ 2554718 h 6858000"/>
              <a:gd name="connsiteX105-38221" fmla="*/ 454896 w 1508539"/>
              <a:gd name="connsiteY105-38222" fmla="*/ 2485734 h 6858000"/>
              <a:gd name="connsiteX106-38223" fmla="*/ 445619 w 1508539"/>
              <a:gd name="connsiteY106-38224" fmla="*/ 2447068 h 6858000"/>
              <a:gd name="connsiteX107-38225" fmla="*/ 432580 w 1508539"/>
              <a:gd name="connsiteY107-38226" fmla="*/ 2425819 h 6858000"/>
              <a:gd name="connsiteX108-38227" fmla="*/ 438579 w 1508539"/>
              <a:gd name="connsiteY108-38228" fmla="*/ 2402874 h 6858000"/>
              <a:gd name="connsiteX109-38229" fmla="*/ 441191 w 1508539"/>
              <a:gd name="connsiteY109-38230" fmla="*/ 2381443 h 6858000"/>
              <a:gd name="connsiteX110-38231" fmla="*/ 417520 w 1508539"/>
              <a:gd name="connsiteY110-38232" fmla="*/ 2261920 h 6858000"/>
              <a:gd name="connsiteX111-38233" fmla="*/ 407407 w 1508539"/>
              <a:gd name="connsiteY111-38234" fmla="*/ 2195378 h 6858000"/>
              <a:gd name="connsiteX112-38235" fmla="*/ 391624 w 1508539"/>
              <a:gd name="connsiteY112-38236" fmla="*/ 2155135 h 6858000"/>
              <a:gd name="connsiteX113-38237" fmla="*/ 389082 w 1508539"/>
              <a:gd name="connsiteY113-38238" fmla="*/ 2118008 h 6858000"/>
              <a:gd name="connsiteX114-38239" fmla="*/ 390075 w 1508539"/>
              <a:gd name="connsiteY114-38240" fmla="*/ 2050531 h 6858000"/>
              <a:gd name="connsiteX115-38241" fmla="*/ 381881 w 1508539"/>
              <a:gd name="connsiteY115-38242" fmla="*/ 1963269 h 6858000"/>
              <a:gd name="connsiteX116-38243" fmla="*/ 363059 w 1508539"/>
              <a:gd name="connsiteY116-38244" fmla="*/ 1906352 h 6858000"/>
              <a:gd name="connsiteX117-38245" fmla="*/ 339616 w 1508539"/>
              <a:gd name="connsiteY117-38246" fmla="*/ 1861531 h 6858000"/>
              <a:gd name="connsiteX118-38247" fmla="*/ 293415 w 1508539"/>
              <a:gd name="connsiteY118-38248" fmla="*/ 1732919 h 6858000"/>
              <a:gd name="connsiteX119-38249" fmla="*/ 265726 w 1508539"/>
              <a:gd name="connsiteY119-38250" fmla="*/ 1663540 h 6858000"/>
              <a:gd name="connsiteX120-38251" fmla="*/ 264852 w 1508539"/>
              <a:gd name="connsiteY120-38252" fmla="*/ 1615777 h 6858000"/>
              <a:gd name="connsiteX121-38253" fmla="*/ 245647 w 1508539"/>
              <a:gd name="connsiteY121-38254" fmla="*/ 1563678 h 6858000"/>
              <a:gd name="connsiteX122-38255" fmla="*/ 258727 w 1508539"/>
              <a:gd name="connsiteY122-38256" fmla="*/ 1519474 h 6858000"/>
              <a:gd name="connsiteX123-38257" fmla="*/ 251469 w 1508539"/>
              <a:gd name="connsiteY123-38258" fmla="*/ 1477995 h 6858000"/>
              <a:gd name="connsiteX124-38259" fmla="*/ 237554 w 1508539"/>
              <a:gd name="connsiteY124-38260" fmla="*/ 1373769 h 6858000"/>
              <a:gd name="connsiteX125-38261" fmla="*/ 245861 w 1508539"/>
              <a:gd name="connsiteY125-38262" fmla="*/ 1307086 h 6858000"/>
              <a:gd name="connsiteX126-38263" fmla="*/ 247049 w 1508539"/>
              <a:gd name="connsiteY126-38264" fmla="*/ 1189033 h 6858000"/>
              <a:gd name="connsiteX127-38265" fmla="*/ 251734 w 1508539"/>
              <a:gd name="connsiteY127-38266" fmla="*/ 1168288 h 6858000"/>
              <a:gd name="connsiteX128-38267" fmla="*/ 244016 w 1508539"/>
              <a:gd name="connsiteY128-38268" fmla="*/ 1142577 h 6858000"/>
              <a:gd name="connsiteX129-38269" fmla="*/ 233322 w 1508539"/>
              <a:gd name="connsiteY129-38270" fmla="*/ 1088484 h 6858000"/>
              <a:gd name="connsiteX130-38271" fmla="*/ 222058 w 1508539"/>
              <a:gd name="connsiteY130-38272" fmla="*/ 1016103 h 6858000"/>
              <a:gd name="connsiteX131-38273" fmla="*/ 223514 w 1508539"/>
              <a:gd name="connsiteY131-38274" fmla="*/ 932283 h 6858000"/>
              <a:gd name="connsiteX132-38275" fmla="*/ 225750 w 1508539"/>
              <a:gd name="connsiteY132-38276" fmla="*/ 915925 h 6858000"/>
              <a:gd name="connsiteX133-38277" fmla="*/ 218379 w 1508539"/>
              <a:gd name="connsiteY133-38278" fmla="*/ 896999 h 6858000"/>
              <a:gd name="connsiteX134-38279" fmla="*/ 187787 w 1508539"/>
              <a:gd name="connsiteY134-38280" fmla="*/ 821517 h 6858000"/>
              <a:gd name="connsiteX135-38281" fmla="*/ 166737 w 1508539"/>
              <a:gd name="connsiteY135-38282" fmla="*/ 751353 h 6858000"/>
              <a:gd name="connsiteX136-38283" fmla="*/ 166295 w 1508539"/>
              <a:gd name="connsiteY136-38284" fmla="*/ 721230 h 6858000"/>
              <a:gd name="connsiteX137-38285" fmla="*/ 151966 w 1508539"/>
              <a:gd name="connsiteY137-38286" fmla="*/ 681659 h 6858000"/>
              <a:gd name="connsiteX138-38287" fmla="*/ 137385 w 1508539"/>
              <a:gd name="connsiteY138-38288" fmla="*/ 635218 h 6858000"/>
              <a:gd name="connsiteX139-38289" fmla="*/ 142396 w 1508539"/>
              <a:gd name="connsiteY139-38290" fmla="*/ 613763 h 6858000"/>
              <a:gd name="connsiteX140-38291" fmla="*/ 128338 w 1508539"/>
              <a:gd name="connsiteY140-38292" fmla="*/ 598582 h 6858000"/>
              <a:gd name="connsiteX141-38293" fmla="*/ 128019 w 1508539"/>
              <a:gd name="connsiteY141-38294" fmla="*/ 576846 h 6858000"/>
              <a:gd name="connsiteX142-38295" fmla="*/ 107645 w 1508539"/>
              <a:gd name="connsiteY142-38296" fmla="*/ 530055 h 6858000"/>
              <a:gd name="connsiteX143-38297" fmla="*/ 106893 w 1508539"/>
              <a:gd name="connsiteY143-38298" fmla="*/ 465389 h 6858000"/>
              <a:gd name="connsiteX144-38299" fmla="*/ 89816 w 1508539"/>
              <a:gd name="connsiteY144-38300" fmla="*/ 424699 h 6858000"/>
              <a:gd name="connsiteX145-38301" fmla="*/ 90191 w 1508539"/>
              <a:gd name="connsiteY145-38302" fmla="*/ 404917 h 6858000"/>
              <a:gd name="connsiteX146-38303" fmla="*/ 70148 w 1508539"/>
              <a:gd name="connsiteY146-38304" fmla="*/ 367211 h 6858000"/>
              <a:gd name="connsiteX147-38305" fmla="*/ 36452 w 1508539"/>
              <a:gd name="connsiteY147-38306" fmla="*/ 268519 h 6858000"/>
              <a:gd name="connsiteX148-38307" fmla="*/ 23935 w 1508539"/>
              <a:gd name="connsiteY148-38308" fmla="*/ 160886 h 6858000"/>
              <a:gd name="connsiteX149-38309" fmla="*/ 19312 w 1508539"/>
              <a:gd name="connsiteY149-38310" fmla="*/ 47336 h 6858000"/>
              <a:gd name="connsiteX150-38311" fmla="*/ 0 w 1508539"/>
              <a:gd name="connsiteY150-38312" fmla="*/ 0 h 6858000"/>
              <a:gd name="connsiteX0-38313" fmla="*/ 0 w 1508539"/>
              <a:gd name="connsiteY0-38314" fmla="*/ 0 h 6858000"/>
              <a:gd name="connsiteX1-38315" fmla="*/ 1508539 w 1508539"/>
              <a:gd name="connsiteY1-38316" fmla="*/ 0 h 6858000"/>
              <a:gd name="connsiteX2-38317" fmla="*/ 1508539 w 1508539"/>
              <a:gd name="connsiteY2-38318" fmla="*/ 6858000 h 6858000"/>
              <a:gd name="connsiteX3-38319" fmla="*/ 57174 w 1508539"/>
              <a:gd name="connsiteY3-38320" fmla="*/ 6858000 h 6858000"/>
              <a:gd name="connsiteX4-38321" fmla="*/ 57315 w 1508539"/>
              <a:gd name="connsiteY4-38322" fmla="*/ 6857735 h 6858000"/>
              <a:gd name="connsiteX5-38323" fmla="*/ 69364 w 1508539"/>
              <a:gd name="connsiteY5-38324" fmla="*/ 6809549 h 6858000"/>
              <a:gd name="connsiteX6-38325" fmla="*/ 101575 w 1508539"/>
              <a:gd name="connsiteY6-38326" fmla="*/ 6715115 h 6858000"/>
              <a:gd name="connsiteX7-38327" fmla="*/ 111426 w 1508539"/>
              <a:gd name="connsiteY7-38328" fmla="*/ 6680170 h 6858000"/>
              <a:gd name="connsiteX8-38329" fmla="*/ 136976 w 1508539"/>
              <a:gd name="connsiteY8-38330" fmla="*/ 6621207 h 6858000"/>
              <a:gd name="connsiteX9-38331" fmla="*/ 153633 w 1508539"/>
              <a:gd name="connsiteY9-38332" fmla="*/ 6596265 h 6858000"/>
              <a:gd name="connsiteX10-38333" fmla="*/ 153512 w 1508539"/>
              <a:gd name="connsiteY10-38334" fmla="*/ 6594818 h 6858000"/>
              <a:gd name="connsiteX11-38335" fmla="*/ 157757 w 1508539"/>
              <a:gd name="connsiteY11-38336" fmla="*/ 6593735 h 6858000"/>
              <a:gd name="connsiteX12-38337" fmla="*/ 160954 w 1508539"/>
              <a:gd name="connsiteY12-38338" fmla="*/ 6589172 h 6858000"/>
              <a:gd name="connsiteX13-38339" fmla="*/ 164248 w 1508539"/>
              <a:gd name="connsiteY13-38340" fmla="*/ 6574442 h 6858000"/>
              <a:gd name="connsiteX14-38341" fmla="*/ 164588 w 1508539"/>
              <a:gd name="connsiteY14-38342" fmla="*/ 6568530 h 6858000"/>
              <a:gd name="connsiteX15-38343" fmla="*/ 166997 w 1508539"/>
              <a:gd name="connsiteY15-38344" fmla="*/ 6560674 h 6858000"/>
              <a:gd name="connsiteX16-38345" fmla="*/ 167342 w 1508539"/>
              <a:gd name="connsiteY16-38346" fmla="*/ 6560598 h 6858000"/>
              <a:gd name="connsiteX17-38347" fmla="*/ 169039 w 1508539"/>
              <a:gd name="connsiteY17-38348" fmla="*/ 6553006 h 6858000"/>
              <a:gd name="connsiteX18-38349" fmla="*/ 173735 w 1508539"/>
              <a:gd name="connsiteY18-38350" fmla="*/ 6514360 h 6858000"/>
              <a:gd name="connsiteX19-38351" fmla="*/ 215389 w 1508539"/>
              <a:gd name="connsiteY19-38352" fmla="*/ 6478062 h 6858000"/>
              <a:gd name="connsiteX20-38353" fmla="*/ 226078 w 1508539"/>
              <a:gd name="connsiteY20-38354" fmla="*/ 6460325 h 6858000"/>
              <a:gd name="connsiteX21-38355" fmla="*/ 233311 w 1508539"/>
              <a:gd name="connsiteY21-38356" fmla="*/ 6451488 h 6858000"/>
              <a:gd name="connsiteX22-38357" fmla="*/ 234746 w 1508539"/>
              <a:gd name="connsiteY22-38358" fmla="*/ 6451348 h 6858000"/>
              <a:gd name="connsiteX23-38359" fmla="*/ 239104 w 1508539"/>
              <a:gd name="connsiteY23-38360" fmla="*/ 6414240 h 6858000"/>
              <a:gd name="connsiteX24-38361" fmla="*/ 241880 w 1508539"/>
              <a:gd name="connsiteY24-38362" fmla="*/ 6384857 h 6858000"/>
              <a:gd name="connsiteX25-38363" fmla="*/ 240591 w 1508539"/>
              <a:gd name="connsiteY25-38364" fmla="*/ 6367510 h 6858000"/>
              <a:gd name="connsiteX26-38365" fmla="*/ 244471 w 1508539"/>
              <a:gd name="connsiteY26-38366" fmla="*/ 6349778 h 6858000"/>
              <a:gd name="connsiteX27-38367" fmla="*/ 246136 w 1508539"/>
              <a:gd name="connsiteY27-38368" fmla="*/ 6348250 h 6858000"/>
              <a:gd name="connsiteX28-38369" fmla="*/ 262170 w 1508539"/>
              <a:gd name="connsiteY28-38370" fmla="*/ 6281972 h 6858000"/>
              <a:gd name="connsiteX29-38371" fmla="*/ 272933 w 1508539"/>
              <a:gd name="connsiteY29-38372" fmla="*/ 6211940 h 6858000"/>
              <a:gd name="connsiteX30-38373" fmla="*/ 314428 w 1508539"/>
              <a:gd name="connsiteY30-38374" fmla="*/ 6113913 h 6858000"/>
              <a:gd name="connsiteX31-38375" fmla="*/ 318721 w 1508539"/>
              <a:gd name="connsiteY31-38376" fmla="*/ 6028119 h 6858000"/>
              <a:gd name="connsiteX32-38377" fmla="*/ 345501 w 1508539"/>
              <a:gd name="connsiteY32-38378" fmla="*/ 5934687 h 6858000"/>
              <a:gd name="connsiteX33-38379" fmla="*/ 379513 w 1508539"/>
              <a:gd name="connsiteY33-38380" fmla="*/ 5765594 h 6858000"/>
              <a:gd name="connsiteX34-38381" fmla="*/ 411349 w 1508539"/>
              <a:gd name="connsiteY34-38382" fmla="*/ 5693685 h 6858000"/>
              <a:gd name="connsiteX35-38383" fmla="*/ 431404 w 1508539"/>
              <a:gd name="connsiteY35-38384" fmla="*/ 5665173 h 6858000"/>
              <a:gd name="connsiteX36-38385" fmla="*/ 465121 w 1508539"/>
              <a:gd name="connsiteY36-38386" fmla="*/ 5563435 h 6858000"/>
              <a:gd name="connsiteX37-38387" fmla="*/ 494626 w 1508539"/>
              <a:gd name="connsiteY37-38388" fmla="*/ 5476393 h 6858000"/>
              <a:gd name="connsiteX38-38389" fmla="*/ 525819 w 1508539"/>
              <a:gd name="connsiteY38-38390" fmla="*/ 5396260 h 6858000"/>
              <a:gd name="connsiteX39-38391" fmla="*/ 541800 w 1508539"/>
              <a:gd name="connsiteY39-38392" fmla="*/ 5330009 h 6858000"/>
              <a:gd name="connsiteX40-38393" fmla="*/ 575293 w 1508539"/>
              <a:gd name="connsiteY40-38394" fmla="*/ 5273739 h 6858000"/>
              <a:gd name="connsiteX41-38395" fmla="*/ 584892 w 1508539"/>
              <a:gd name="connsiteY41-38396" fmla="*/ 5241779 h 6858000"/>
              <a:gd name="connsiteX42-38397" fmla="*/ 596118 w 1508539"/>
              <a:gd name="connsiteY42-38398" fmla="*/ 5225268 h 6858000"/>
              <a:gd name="connsiteX43-38399" fmla="*/ 597138 w 1508539"/>
              <a:gd name="connsiteY43-38400" fmla="*/ 5217684 h 6858000"/>
              <a:gd name="connsiteX44-38401" fmla="*/ 604479 w 1508539"/>
              <a:gd name="connsiteY44-38402" fmla="*/ 5193377 h 6858000"/>
              <a:gd name="connsiteX45-38403" fmla="*/ 607782 w 1508539"/>
              <a:gd name="connsiteY45-38404" fmla="*/ 5179288 h 6858000"/>
              <a:gd name="connsiteX46-38405" fmla="*/ 608766 w 1508539"/>
              <a:gd name="connsiteY46-38406" fmla="*/ 5173621 h 6858000"/>
              <a:gd name="connsiteX47-38407" fmla="*/ 604400 w 1508539"/>
              <a:gd name="connsiteY47-38408" fmla="*/ 5159961 h 6858000"/>
              <a:gd name="connsiteX48-38409" fmla="*/ 611077 w 1508539"/>
              <a:gd name="connsiteY48-38410" fmla="*/ 5144295 h 6858000"/>
              <a:gd name="connsiteX49-38411" fmla="*/ 608010 w 1508539"/>
              <a:gd name="connsiteY49-38412" fmla="*/ 5125185 h 6858000"/>
              <a:gd name="connsiteX50-38413" fmla="*/ 614840 w 1508539"/>
              <a:gd name="connsiteY50-38414" fmla="*/ 5121884 h 6858000"/>
              <a:gd name="connsiteX51-38415" fmla="*/ 621876 w 1508539"/>
              <a:gd name="connsiteY51-38416" fmla="*/ 5067850 h 6858000"/>
              <a:gd name="connsiteX52-38417" fmla="*/ 624607 w 1508539"/>
              <a:gd name="connsiteY52-38418" fmla="*/ 5060861 h 6858000"/>
              <a:gd name="connsiteX53-38419" fmla="*/ 621311 w 1508539"/>
              <a:gd name="connsiteY53-38420" fmla="*/ 5034192 h 6858000"/>
              <a:gd name="connsiteX54-38421" fmla="*/ 622865 w 1508539"/>
              <a:gd name="connsiteY54-38422" fmla="*/ 4993030 h 6858000"/>
              <a:gd name="connsiteX55-38423" fmla="*/ 629774 w 1508539"/>
              <a:gd name="connsiteY55-38424" fmla="*/ 4946844 h 6858000"/>
              <a:gd name="connsiteX56-38425" fmla="*/ 625630 w 1508539"/>
              <a:gd name="connsiteY56-38426" fmla="*/ 4932692 h 6858000"/>
              <a:gd name="connsiteX57-38427" fmla="*/ 641033 w 1508539"/>
              <a:gd name="connsiteY57-38428" fmla="*/ 4858827 h 6858000"/>
              <a:gd name="connsiteX58-38429" fmla="*/ 646936 w 1508539"/>
              <a:gd name="connsiteY58-38430" fmla="*/ 4821170 h 6858000"/>
              <a:gd name="connsiteX59-38431" fmla="*/ 651669 w 1508539"/>
              <a:gd name="connsiteY59-38432" fmla="*/ 4780965 h 6858000"/>
              <a:gd name="connsiteX60-38433" fmla="*/ 652962 w 1508539"/>
              <a:gd name="connsiteY60-38434" fmla="*/ 4750867 h 6858000"/>
              <a:gd name="connsiteX61-38435" fmla="*/ 650769 w 1508539"/>
              <a:gd name="connsiteY61-38436" fmla="*/ 4690749 h 6858000"/>
              <a:gd name="connsiteX62-38437" fmla="*/ 646249 w 1508539"/>
              <a:gd name="connsiteY62-38438" fmla="*/ 4584173 h 6858000"/>
              <a:gd name="connsiteX63-38439" fmla="*/ 641332 w 1508539"/>
              <a:gd name="connsiteY63-38440" fmla="*/ 4444346 h 6858000"/>
              <a:gd name="connsiteX64-38441" fmla="*/ 637897 w 1508539"/>
              <a:gd name="connsiteY64-38442" fmla="*/ 4375228 h 6858000"/>
              <a:gd name="connsiteX65-38443" fmla="*/ 618550 w 1508539"/>
              <a:gd name="connsiteY65-38444" fmla="*/ 4214165 h 6858000"/>
              <a:gd name="connsiteX66-38445" fmla="*/ 622623 w 1508539"/>
              <a:gd name="connsiteY66-38446" fmla="*/ 4090296 h 6858000"/>
              <a:gd name="connsiteX67-38447" fmla="*/ 607879 w 1508539"/>
              <a:gd name="connsiteY67-38448" fmla="*/ 4033999 h 6858000"/>
              <a:gd name="connsiteX68-38449" fmla="*/ 609028 w 1508539"/>
              <a:gd name="connsiteY68-38450" fmla="*/ 4031933 h 6858000"/>
              <a:gd name="connsiteX69-38451" fmla="*/ 607604 w 1508539"/>
              <a:gd name="connsiteY69-38452" fmla="*/ 4013953 h 6858000"/>
              <a:gd name="connsiteX70-38453" fmla="*/ 593899 w 1508539"/>
              <a:gd name="connsiteY70-38454" fmla="*/ 3974753 h 6858000"/>
              <a:gd name="connsiteX71-38455" fmla="*/ 595497 w 1508539"/>
              <a:gd name="connsiteY71-38456" fmla="*/ 3969950 h 6858000"/>
              <a:gd name="connsiteX72-38457" fmla="*/ 588919 w 1508539"/>
              <a:gd name="connsiteY72-38458" fmla="*/ 3933779 h 6858000"/>
              <a:gd name="connsiteX73-38459" fmla="*/ 590250 w 1508539"/>
              <a:gd name="connsiteY73-38460" fmla="*/ 3933093 h 6858000"/>
              <a:gd name="connsiteX74-38461" fmla="*/ 594604 w 1508539"/>
              <a:gd name="connsiteY74-38462" fmla="*/ 3922082 h 6858000"/>
              <a:gd name="connsiteX75-38463" fmla="*/ 599682 w 1508539"/>
              <a:gd name="connsiteY75-38464" fmla="*/ 3901461 h 6858000"/>
              <a:gd name="connsiteX76-38465" fmla="*/ 622276 w 1508539"/>
              <a:gd name="connsiteY76-38466" fmla="*/ 3813873 h 6858000"/>
              <a:gd name="connsiteX77-38467" fmla="*/ 621701 w 1508539"/>
              <a:gd name="connsiteY77-38468" fmla="*/ 3806161 h 6858000"/>
              <a:gd name="connsiteX78-38469" fmla="*/ 622008 w 1508539"/>
              <a:gd name="connsiteY78-38470" fmla="*/ 3805957 h 6858000"/>
              <a:gd name="connsiteX79-38471" fmla="*/ 622035 w 1508539"/>
              <a:gd name="connsiteY79-38472" fmla="*/ 3797724 h 6858000"/>
              <a:gd name="connsiteX80-38473" fmla="*/ 620650 w 1508539"/>
              <a:gd name="connsiteY80-38474" fmla="*/ 3792098 h 6858000"/>
              <a:gd name="connsiteX81-38475" fmla="*/ 619534 w 1508539"/>
              <a:gd name="connsiteY81-38476" fmla="*/ 3777135 h 6858000"/>
              <a:gd name="connsiteX82-38477" fmla="*/ 621267 w 1508539"/>
              <a:gd name="connsiteY82-38478" fmla="*/ 3771656 h 6858000"/>
              <a:gd name="connsiteX83-38479" fmla="*/ 625010 w 1508539"/>
              <a:gd name="connsiteY83-38480" fmla="*/ 3769007 h 6858000"/>
              <a:gd name="connsiteX84-38481" fmla="*/ 624476 w 1508539"/>
              <a:gd name="connsiteY84-38482" fmla="*/ 3767709 h 6858000"/>
              <a:gd name="connsiteX85-38483" fmla="*/ 633172 w 1508539"/>
              <a:gd name="connsiteY85-38484" fmla="*/ 3738082 h 6858000"/>
              <a:gd name="connsiteX86-38485" fmla="*/ 640518 w 1508539"/>
              <a:gd name="connsiteY86-38486" fmla="*/ 3673397 h 6858000"/>
              <a:gd name="connsiteX87-38487" fmla="*/ 639814 w 1508539"/>
              <a:gd name="connsiteY87-38488" fmla="*/ 3637109 h 6858000"/>
              <a:gd name="connsiteX88-38489" fmla="*/ 643257 w 1508539"/>
              <a:gd name="connsiteY88-38490" fmla="*/ 3536883 h 6858000"/>
              <a:gd name="connsiteX89-38491" fmla="*/ 650795 w 1508539"/>
              <a:gd name="connsiteY89-38492" fmla="*/ 3435652 h 6858000"/>
              <a:gd name="connsiteX90-38493" fmla="*/ 652466 w 1508539"/>
              <a:gd name="connsiteY90-38494" fmla="*/ 3307769 h 6858000"/>
              <a:gd name="connsiteX91-38495" fmla="*/ 670029 w 1508539"/>
              <a:gd name="connsiteY91-38496" fmla="*/ 3250522 h 6858000"/>
              <a:gd name="connsiteX92-38497" fmla="*/ 670454 w 1508539"/>
              <a:gd name="connsiteY92-38498" fmla="*/ 3229163 h 6858000"/>
              <a:gd name="connsiteX93-38499" fmla="*/ 672277 w 1508539"/>
              <a:gd name="connsiteY93-38500" fmla="*/ 3217217 h 6858000"/>
              <a:gd name="connsiteX94-38501" fmla="*/ 659112 w 1508539"/>
              <a:gd name="connsiteY94-38502" fmla="*/ 3183755 h 6858000"/>
              <a:gd name="connsiteX95-38503" fmla="*/ 659613 w 1508539"/>
              <a:gd name="connsiteY95-38504" fmla="*/ 3178642 h 6858000"/>
              <a:gd name="connsiteX96-38505" fmla="*/ 647213 w 1508539"/>
              <a:gd name="connsiteY96-38506" fmla="*/ 3158586 h 6858000"/>
              <a:gd name="connsiteX97-38507" fmla="*/ 632398 w 1508539"/>
              <a:gd name="connsiteY97-38508" fmla="*/ 3129034 h 6858000"/>
              <a:gd name="connsiteX98-38509" fmla="*/ 633063 w 1508539"/>
              <a:gd name="connsiteY98-38510" fmla="*/ 3126682 h 6858000"/>
              <a:gd name="connsiteX99-38511" fmla="*/ 623931 w 1508539"/>
              <a:gd name="connsiteY99-38512" fmla="*/ 3114519 h 6858000"/>
              <a:gd name="connsiteX100-38513" fmla="*/ 610540 w 1508539"/>
              <a:gd name="connsiteY100-38514" fmla="*/ 3106272 h 6858000"/>
              <a:gd name="connsiteX101-38515" fmla="*/ 583270 w 1508539"/>
              <a:gd name="connsiteY101-38516" fmla="*/ 2958185 h 6858000"/>
              <a:gd name="connsiteX102-38517" fmla="*/ 525884 w 1508539"/>
              <a:gd name="connsiteY102-38518" fmla="*/ 2762989 h 6858000"/>
              <a:gd name="connsiteX103-38519" fmla="*/ 474802 w 1508539"/>
              <a:gd name="connsiteY103-38520" fmla="*/ 2554718 h 6858000"/>
              <a:gd name="connsiteX104-38521" fmla="*/ 454896 w 1508539"/>
              <a:gd name="connsiteY104-38522" fmla="*/ 2485734 h 6858000"/>
              <a:gd name="connsiteX105-38523" fmla="*/ 445619 w 1508539"/>
              <a:gd name="connsiteY105-38524" fmla="*/ 2447068 h 6858000"/>
              <a:gd name="connsiteX106-38525" fmla="*/ 432580 w 1508539"/>
              <a:gd name="connsiteY106-38526" fmla="*/ 2425819 h 6858000"/>
              <a:gd name="connsiteX107-38527" fmla="*/ 438579 w 1508539"/>
              <a:gd name="connsiteY107-38528" fmla="*/ 2402874 h 6858000"/>
              <a:gd name="connsiteX108-38529" fmla="*/ 441191 w 1508539"/>
              <a:gd name="connsiteY108-38530" fmla="*/ 2381443 h 6858000"/>
              <a:gd name="connsiteX109-38531" fmla="*/ 417520 w 1508539"/>
              <a:gd name="connsiteY109-38532" fmla="*/ 2261920 h 6858000"/>
              <a:gd name="connsiteX110-38533" fmla="*/ 407407 w 1508539"/>
              <a:gd name="connsiteY110-38534" fmla="*/ 2195378 h 6858000"/>
              <a:gd name="connsiteX111-38535" fmla="*/ 391624 w 1508539"/>
              <a:gd name="connsiteY111-38536" fmla="*/ 2155135 h 6858000"/>
              <a:gd name="connsiteX112-38537" fmla="*/ 389082 w 1508539"/>
              <a:gd name="connsiteY112-38538" fmla="*/ 2118008 h 6858000"/>
              <a:gd name="connsiteX113-38539" fmla="*/ 390075 w 1508539"/>
              <a:gd name="connsiteY113-38540" fmla="*/ 2050531 h 6858000"/>
              <a:gd name="connsiteX114-38541" fmla="*/ 381881 w 1508539"/>
              <a:gd name="connsiteY114-38542" fmla="*/ 1963269 h 6858000"/>
              <a:gd name="connsiteX115-38543" fmla="*/ 363059 w 1508539"/>
              <a:gd name="connsiteY115-38544" fmla="*/ 1906352 h 6858000"/>
              <a:gd name="connsiteX116-38545" fmla="*/ 339616 w 1508539"/>
              <a:gd name="connsiteY116-38546" fmla="*/ 1861531 h 6858000"/>
              <a:gd name="connsiteX117-38547" fmla="*/ 293415 w 1508539"/>
              <a:gd name="connsiteY117-38548" fmla="*/ 1732919 h 6858000"/>
              <a:gd name="connsiteX118-38549" fmla="*/ 265726 w 1508539"/>
              <a:gd name="connsiteY118-38550" fmla="*/ 1663540 h 6858000"/>
              <a:gd name="connsiteX119-38551" fmla="*/ 264852 w 1508539"/>
              <a:gd name="connsiteY119-38552" fmla="*/ 1615777 h 6858000"/>
              <a:gd name="connsiteX120-38553" fmla="*/ 245647 w 1508539"/>
              <a:gd name="connsiteY120-38554" fmla="*/ 1563678 h 6858000"/>
              <a:gd name="connsiteX121-38555" fmla="*/ 258727 w 1508539"/>
              <a:gd name="connsiteY121-38556" fmla="*/ 1519474 h 6858000"/>
              <a:gd name="connsiteX122-38557" fmla="*/ 251469 w 1508539"/>
              <a:gd name="connsiteY122-38558" fmla="*/ 1477995 h 6858000"/>
              <a:gd name="connsiteX123-38559" fmla="*/ 237554 w 1508539"/>
              <a:gd name="connsiteY123-38560" fmla="*/ 1373769 h 6858000"/>
              <a:gd name="connsiteX124-38561" fmla="*/ 245861 w 1508539"/>
              <a:gd name="connsiteY124-38562" fmla="*/ 1307086 h 6858000"/>
              <a:gd name="connsiteX125-38563" fmla="*/ 247049 w 1508539"/>
              <a:gd name="connsiteY125-38564" fmla="*/ 1189033 h 6858000"/>
              <a:gd name="connsiteX126-38565" fmla="*/ 251734 w 1508539"/>
              <a:gd name="connsiteY126-38566" fmla="*/ 1168288 h 6858000"/>
              <a:gd name="connsiteX127-38567" fmla="*/ 244016 w 1508539"/>
              <a:gd name="connsiteY127-38568" fmla="*/ 1142577 h 6858000"/>
              <a:gd name="connsiteX128-38569" fmla="*/ 233322 w 1508539"/>
              <a:gd name="connsiteY128-38570" fmla="*/ 1088484 h 6858000"/>
              <a:gd name="connsiteX129-38571" fmla="*/ 222058 w 1508539"/>
              <a:gd name="connsiteY129-38572" fmla="*/ 1016103 h 6858000"/>
              <a:gd name="connsiteX130-38573" fmla="*/ 223514 w 1508539"/>
              <a:gd name="connsiteY130-38574" fmla="*/ 932283 h 6858000"/>
              <a:gd name="connsiteX131-38575" fmla="*/ 225750 w 1508539"/>
              <a:gd name="connsiteY131-38576" fmla="*/ 915925 h 6858000"/>
              <a:gd name="connsiteX132-38577" fmla="*/ 218379 w 1508539"/>
              <a:gd name="connsiteY132-38578" fmla="*/ 896999 h 6858000"/>
              <a:gd name="connsiteX133-38579" fmla="*/ 187787 w 1508539"/>
              <a:gd name="connsiteY133-38580" fmla="*/ 821517 h 6858000"/>
              <a:gd name="connsiteX134-38581" fmla="*/ 166737 w 1508539"/>
              <a:gd name="connsiteY134-38582" fmla="*/ 751353 h 6858000"/>
              <a:gd name="connsiteX135-38583" fmla="*/ 166295 w 1508539"/>
              <a:gd name="connsiteY135-38584" fmla="*/ 721230 h 6858000"/>
              <a:gd name="connsiteX136-38585" fmla="*/ 151966 w 1508539"/>
              <a:gd name="connsiteY136-38586" fmla="*/ 681659 h 6858000"/>
              <a:gd name="connsiteX137-38587" fmla="*/ 137385 w 1508539"/>
              <a:gd name="connsiteY137-38588" fmla="*/ 635218 h 6858000"/>
              <a:gd name="connsiteX138-38589" fmla="*/ 142396 w 1508539"/>
              <a:gd name="connsiteY138-38590" fmla="*/ 613763 h 6858000"/>
              <a:gd name="connsiteX139-38591" fmla="*/ 128338 w 1508539"/>
              <a:gd name="connsiteY139-38592" fmla="*/ 598582 h 6858000"/>
              <a:gd name="connsiteX140-38593" fmla="*/ 128019 w 1508539"/>
              <a:gd name="connsiteY140-38594" fmla="*/ 576846 h 6858000"/>
              <a:gd name="connsiteX141-38595" fmla="*/ 107645 w 1508539"/>
              <a:gd name="connsiteY141-38596" fmla="*/ 530055 h 6858000"/>
              <a:gd name="connsiteX142-38597" fmla="*/ 106893 w 1508539"/>
              <a:gd name="connsiteY142-38598" fmla="*/ 465389 h 6858000"/>
              <a:gd name="connsiteX143-38599" fmla="*/ 89816 w 1508539"/>
              <a:gd name="connsiteY143-38600" fmla="*/ 424699 h 6858000"/>
              <a:gd name="connsiteX144-38601" fmla="*/ 90191 w 1508539"/>
              <a:gd name="connsiteY144-38602" fmla="*/ 404917 h 6858000"/>
              <a:gd name="connsiteX145-38603" fmla="*/ 70148 w 1508539"/>
              <a:gd name="connsiteY145-38604" fmla="*/ 367211 h 6858000"/>
              <a:gd name="connsiteX146-38605" fmla="*/ 36452 w 1508539"/>
              <a:gd name="connsiteY146-38606" fmla="*/ 268519 h 6858000"/>
              <a:gd name="connsiteX147-38607" fmla="*/ 23935 w 1508539"/>
              <a:gd name="connsiteY147-38608" fmla="*/ 160886 h 6858000"/>
              <a:gd name="connsiteX148-38609" fmla="*/ 19312 w 1508539"/>
              <a:gd name="connsiteY148-38610" fmla="*/ 47336 h 6858000"/>
              <a:gd name="connsiteX149-38611" fmla="*/ 0 w 1508539"/>
              <a:gd name="connsiteY149-38612" fmla="*/ 0 h 6858000"/>
              <a:gd name="connsiteX0-38613" fmla="*/ 0 w 1508539"/>
              <a:gd name="connsiteY0-38614" fmla="*/ 0 h 6858000"/>
              <a:gd name="connsiteX1-38615" fmla="*/ 1508539 w 1508539"/>
              <a:gd name="connsiteY1-38616" fmla="*/ 0 h 6858000"/>
              <a:gd name="connsiteX2-38617" fmla="*/ 1508539 w 1508539"/>
              <a:gd name="connsiteY2-38618" fmla="*/ 6858000 h 6858000"/>
              <a:gd name="connsiteX3-38619" fmla="*/ 57174 w 1508539"/>
              <a:gd name="connsiteY3-38620" fmla="*/ 6858000 h 6858000"/>
              <a:gd name="connsiteX4-38621" fmla="*/ 139560 w 1508539"/>
              <a:gd name="connsiteY4-38622" fmla="*/ 6857735 h 6858000"/>
              <a:gd name="connsiteX5-38623" fmla="*/ 69364 w 1508539"/>
              <a:gd name="connsiteY5-38624" fmla="*/ 6809549 h 6858000"/>
              <a:gd name="connsiteX6-38625" fmla="*/ 101575 w 1508539"/>
              <a:gd name="connsiteY6-38626" fmla="*/ 6715115 h 6858000"/>
              <a:gd name="connsiteX7-38627" fmla="*/ 111426 w 1508539"/>
              <a:gd name="connsiteY7-38628" fmla="*/ 6680170 h 6858000"/>
              <a:gd name="connsiteX8-38629" fmla="*/ 136976 w 1508539"/>
              <a:gd name="connsiteY8-38630" fmla="*/ 6621207 h 6858000"/>
              <a:gd name="connsiteX9-38631" fmla="*/ 153633 w 1508539"/>
              <a:gd name="connsiteY9-38632" fmla="*/ 6596265 h 6858000"/>
              <a:gd name="connsiteX10-38633" fmla="*/ 153512 w 1508539"/>
              <a:gd name="connsiteY10-38634" fmla="*/ 6594818 h 6858000"/>
              <a:gd name="connsiteX11-38635" fmla="*/ 157757 w 1508539"/>
              <a:gd name="connsiteY11-38636" fmla="*/ 6593735 h 6858000"/>
              <a:gd name="connsiteX12-38637" fmla="*/ 160954 w 1508539"/>
              <a:gd name="connsiteY12-38638" fmla="*/ 6589172 h 6858000"/>
              <a:gd name="connsiteX13-38639" fmla="*/ 164248 w 1508539"/>
              <a:gd name="connsiteY13-38640" fmla="*/ 6574442 h 6858000"/>
              <a:gd name="connsiteX14-38641" fmla="*/ 164588 w 1508539"/>
              <a:gd name="connsiteY14-38642" fmla="*/ 6568530 h 6858000"/>
              <a:gd name="connsiteX15-38643" fmla="*/ 166997 w 1508539"/>
              <a:gd name="connsiteY15-38644" fmla="*/ 6560674 h 6858000"/>
              <a:gd name="connsiteX16-38645" fmla="*/ 167342 w 1508539"/>
              <a:gd name="connsiteY16-38646" fmla="*/ 6560598 h 6858000"/>
              <a:gd name="connsiteX17-38647" fmla="*/ 169039 w 1508539"/>
              <a:gd name="connsiteY17-38648" fmla="*/ 6553006 h 6858000"/>
              <a:gd name="connsiteX18-38649" fmla="*/ 173735 w 1508539"/>
              <a:gd name="connsiteY18-38650" fmla="*/ 6514360 h 6858000"/>
              <a:gd name="connsiteX19-38651" fmla="*/ 215389 w 1508539"/>
              <a:gd name="connsiteY19-38652" fmla="*/ 6478062 h 6858000"/>
              <a:gd name="connsiteX20-38653" fmla="*/ 226078 w 1508539"/>
              <a:gd name="connsiteY20-38654" fmla="*/ 6460325 h 6858000"/>
              <a:gd name="connsiteX21-38655" fmla="*/ 233311 w 1508539"/>
              <a:gd name="connsiteY21-38656" fmla="*/ 6451488 h 6858000"/>
              <a:gd name="connsiteX22-38657" fmla="*/ 234746 w 1508539"/>
              <a:gd name="connsiteY22-38658" fmla="*/ 6451348 h 6858000"/>
              <a:gd name="connsiteX23-38659" fmla="*/ 239104 w 1508539"/>
              <a:gd name="connsiteY23-38660" fmla="*/ 6414240 h 6858000"/>
              <a:gd name="connsiteX24-38661" fmla="*/ 241880 w 1508539"/>
              <a:gd name="connsiteY24-38662" fmla="*/ 6384857 h 6858000"/>
              <a:gd name="connsiteX25-38663" fmla="*/ 240591 w 1508539"/>
              <a:gd name="connsiteY25-38664" fmla="*/ 6367510 h 6858000"/>
              <a:gd name="connsiteX26-38665" fmla="*/ 244471 w 1508539"/>
              <a:gd name="connsiteY26-38666" fmla="*/ 6349778 h 6858000"/>
              <a:gd name="connsiteX27-38667" fmla="*/ 246136 w 1508539"/>
              <a:gd name="connsiteY27-38668" fmla="*/ 6348250 h 6858000"/>
              <a:gd name="connsiteX28-38669" fmla="*/ 262170 w 1508539"/>
              <a:gd name="connsiteY28-38670" fmla="*/ 6281972 h 6858000"/>
              <a:gd name="connsiteX29-38671" fmla="*/ 272933 w 1508539"/>
              <a:gd name="connsiteY29-38672" fmla="*/ 6211940 h 6858000"/>
              <a:gd name="connsiteX30-38673" fmla="*/ 314428 w 1508539"/>
              <a:gd name="connsiteY30-38674" fmla="*/ 6113913 h 6858000"/>
              <a:gd name="connsiteX31-38675" fmla="*/ 318721 w 1508539"/>
              <a:gd name="connsiteY31-38676" fmla="*/ 6028119 h 6858000"/>
              <a:gd name="connsiteX32-38677" fmla="*/ 345501 w 1508539"/>
              <a:gd name="connsiteY32-38678" fmla="*/ 5934687 h 6858000"/>
              <a:gd name="connsiteX33-38679" fmla="*/ 379513 w 1508539"/>
              <a:gd name="connsiteY33-38680" fmla="*/ 5765594 h 6858000"/>
              <a:gd name="connsiteX34-38681" fmla="*/ 411349 w 1508539"/>
              <a:gd name="connsiteY34-38682" fmla="*/ 5693685 h 6858000"/>
              <a:gd name="connsiteX35-38683" fmla="*/ 431404 w 1508539"/>
              <a:gd name="connsiteY35-38684" fmla="*/ 5665173 h 6858000"/>
              <a:gd name="connsiteX36-38685" fmla="*/ 465121 w 1508539"/>
              <a:gd name="connsiteY36-38686" fmla="*/ 5563435 h 6858000"/>
              <a:gd name="connsiteX37-38687" fmla="*/ 494626 w 1508539"/>
              <a:gd name="connsiteY37-38688" fmla="*/ 5476393 h 6858000"/>
              <a:gd name="connsiteX38-38689" fmla="*/ 525819 w 1508539"/>
              <a:gd name="connsiteY38-38690" fmla="*/ 5396260 h 6858000"/>
              <a:gd name="connsiteX39-38691" fmla="*/ 541800 w 1508539"/>
              <a:gd name="connsiteY39-38692" fmla="*/ 5330009 h 6858000"/>
              <a:gd name="connsiteX40-38693" fmla="*/ 575293 w 1508539"/>
              <a:gd name="connsiteY40-38694" fmla="*/ 5273739 h 6858000"/>
              <a:gd name="connsiteX41-38695" fmla="*/ 584892 w 1508539"/>
              <a:gd name="connsiteY41-38696" fmla="*/ 5241779 h 6858000"/>
              <a:gd name="connsiteX42-38697" fmla="*/ 596118 w 1508539"/>
              <a:gd name="connsiteY42-38698" fmla="*/ 5225268 h 6858000"/>
              <a:gd name="connsiteX43-38699" fmla="*/ 597138 w 1508539"/>
              <a:gd name="connsiteY43-38700" fmla="*/ 5217684 h 6858000"/>
              <a:gd name="connsiteX44-38701" fmla="*/ 604479 w 1508539"/>
              <a:gd name="connsiteY44-38702" fmla="*/ 5193377 h 6858000"/>
              <a:gd name="connsiteX45-38703" fmla="*/ 607782 w 1508539"/>
              <a:gd name="connsiteY45-38704" fmla="*/ 5179288 h 6858000"/>
              <a:gd name="connsiteX46-38705" fmla="*/ 608766 w 1508539"/>
              <a:gd name="connsiteY46-38706" fmla="*/ 5173621 h 6858000"/>
              <a:gd name="connsiteX47-38707" fmla="*/ 604400 w 1508539"/>
              <a:gd name="connsiteY47-38708" fmla="*/ 5159961 h 6858000"/>
              <a:gd name="connsiteX48-38709" fmla="*/ 611077 w 1508539"/>
              <a:gd name="connsiteY48-38710" fmla="*/ 5144295 h 6858000"/>
              <a:gd name="connsiteX49-38711" fmla="*/ 608010 w 1508539"/>
              <a:gd name="connsiteY49-38712" fmla="*/ 5125185 h 6858000"/>
              <a:gd name="connsiteX50-38713" fmla="*/ 614840 w 1508539"/>
              <a:gd name="connsiteY50-38714" fmla="*/ 5121884 h 6858000"/>
              <a:gd name="connsiteX51-38715" fmla="*/ 621876 w 1508539"/>
              <a:gd name="connsiteY51-38716" fmla="*/ 5067850 h 6858000"/>
              <a:gd name="connsiteX52-38717" fmla="*/ 624607 w 1508539"/>
              <a:gd name="connsiteY52-38718" fmla="*/ 5060861 h 6858000"/>
              <a:gd name="connsiteX53-38719" fmla="*/ 621311 w 1508539"/>
              <a:gd name="connsiteY53-38720" fmla="*/ 5034192 h 6858000"/>
              <a:gd name="connsiteX54-38721" fmla="*/ 622865 w 1508539"/>
              <a:gd name="connsiteY54-38722" fmla="*/ 4993030 h 6858000"/>
              <a:gd name="connsiteX55-38723" fmla="*/ 629774 w 1508539"/>
              <a:gd name="connsiteY55-38724" fmla="*/ 4946844 h 6858000"/>
              <a:gd name="connsiteX56-38725" fmla="*/ 625630 w 1508539"/>
              <a:gd name="connsiteY56-38726" fmla="*/ 4932692 h 6858000"/>
              <a:gd name="connsiteX57-38727" fmla="*/ 641033 w 1508539"/>
              <a:gd name="connsiteY57-38728" fmla="*/ 4858827 h 6858000"/>
              <a:gd name="connsiteX58-38729" fmla="*/ 646936 w 1508539"/>
              <a:gd name="connsiteY58-38730" fmla="*/ 4821170 h 6858000"/>
              <a:gd name="connsiteX59-38731" fmla="*/ 651669 w 1508539"/>
              <a:gd name="connsiteY59-38732" fmla="*/ 4780965 h 6858000"/>
              <a:gd name="connsiteX60-38733" fmla="*/ 652962 w 1508539"/>
              <a:gd name="connsiteY60-38734" fmla="*/ 4750867 h 6858000"/>
              <a:gd name="connsiteX61-38735" fmla="*/ 650769 w 1508539"/>
              <a:gd name="connsiteY61-38736" fmla="*/ 4690749 h 6858000"/>
              <a:gd name="connsiteX62-38737" fmla="*/ 646249 w 1508539"/>
              <a:gd name="connsiteY62-38738" fmla="*/ 4584173 h 6858000"/>
              <a:gd name="connsiteX63-38739" fmla="*/ 641332 w 1508539"/>
              <a:gd name="connsiteY63-38740" fmla="*/ 4444346 h 6858000"/>
              <a:gd name="connsiteX64-38741" fmla="*/ 637897 w 1508539"/>
              <a:gd name="connsiteY64-38742" fmla="*/ 4375228 h 6858000"/>
              <a:gd name="connsiteX65-38743" fmla="*/ 618550 w 1508539"/>
              <a:gd name="connsiteY65-38744" fmla="*/ 4214165 h 6858000"/>
              <a:gd name="connsiteX66-38745" fmla="*/ 622623 w 1508539"/>
              <a:gd name="connsiteY66-38746" fmla="*/ 4090296 h 6858000"/>
              <a:gd name="connsiteX67-38747" fmla="*/ 607879 w 1508539"/>
              <a:gd name="connsiteY67-38748" fmla="*/ 4033999 h 6858000"/>
              <a:gd name="connsiteX68-38749" fmla="*/ 609028 w 1508539"/>
              <a:gd name="connsiteY68-38750" fmla="*/ 4031933 h 6858000"/>
              <a:gd name="connsiteX69-38751" fmla="*/ 607604 w 1508539"/>
              <a:gd name="connsiteY69-38752" fmla="*/ 4013953 h 6858000"/>
              <a:gd name="connsiteX70-38753" fmla="*/ 593899 w 1508539"/>
              <a:gd name="connsiteY70-38754" fmla="*/ 3974753 h 6858000"/>
              <a:gd name="connsiteX71-38755" fmla="*/ 595497 w 1508539"/>
              <a:gd name="connsiteY71-38756" fmla="*/ 3969950 h 6858000"/>
              <a:gd name="connsiteX72-38757" fmla="*/ 588919 w 1508539"/>
              <a:gd name="connsiteY72-38758" fmla="*/ 3933779 h 6858000"/>
              <a:gd name="connsiteX73-38759" fmla="*/ 590250 w 1508539"/>
              <a:gd name="connsiteY73-38760" fmla="*/ 3933093 h 6858000"/>
              <a:gd name="connsiteX74-38761" fmla="*/ 594604 w 1508539"/>
              <a:gd name="connsiteY74-38762" fmla="*/ 3922082 h 6858000"/>
              <a:gd name="connsiteX75-38763" fmla="*/ 599682 w 1508539"/>
              <a:gd name="connsiteY75-38764" fmla="*/ 3901461 h 6858000"/>
              <a:gd name="connsiteX76-38765" fmla="*/ 622276 w 1508539"/>
              <a:gd name="connsiteY76-38766" fmla="*/ 3813873 h 6858000"/>
              <a:gd name="connsiteX77-38767" fmla="*/ 621701 w 1508539"/>
              <a:gd name="connsiteY77-38768" fmla="*/ 3806161 h 6858000"/>
              <a:gd name="connsiteX78-38769" fmla="*/ 622008 w 1508539"/>
              <a:gd name="connsiteY78-38770" fmla="*/ 3805957 h 6858000"/>
              <a:gd name="connsiteX79-38771" fmla="*/ 622035 w 1508539"/>
              <a:gd name="connsiteY79-38772" fmla="*/ 3797724 h 6858000"/>
              <a:gd name="connsiteX80-38773" fmla="*/ 620650 w 1508539"/>
              <a:gd name="connsiteY80-38774" fmla="*/ 3792098 h 6858000"/>
              <a:gd name="connsiteX81-38775" fmla="*/ 619534 w 1508539"/>
              <a:gd name="connsiteY81-38776" fmla="*/ 3777135 h 6858000"/>
              <a:gd name="connsiteX82-38777" fmla="*/ 621267 w 1508539"/>
              <a:gd name="connsiteY82-38778" fmla="*/ 3771656 h 6858000"/>
              <a:gd name="connsiteX83-38779" fmla="*/ 625010 w 1508539"/>
              <a:gd name="connsiteY83-38780" fmla="*/ 3769007 h 6858000"/>
              <a:gd name="connsiteX84-38781" fmla="*/ 624476 w 1508539"/>
              <a:gd name="connsiteY84-38782" fmla="*/ 3767709 h 6858000"/>
              <a:gd name="connsiteX85-38783" fmla="*/ 633172 w 1508539"/>
              <a:gd name="connsiteY85-38784" fmla="*/ 3738082 h 6858000"/>
              <a:gd name="connsiteX86-38785" fmla="*/ 640518 w 1508539"/>
              <a:gd name="connsiteY86-38786" fmla="*/ 3673397 h 6858000"/>
              <a:gd name="connsiteX87-38787" fmla="*/ 639814 w 1508539"/>
              <a:gd name="connsiteY87-38788" fmla="*/ 3637109 h 6858000"/>
              <a:gd name="connsiteX88-38789" fmla="*/ 643257 w 1508539"/>
              <a:gd name="connsiteY88-38790" fmla="*/ 3536883 h 6858000"/>
              <a:gd name="connsiteX89-38791" fmla="*/ 650795 w 1508539"/>
              <a:gd name="connsiteY89-38792" fmla="*/ 3435652 h 6858000"/>
              <a:gd name="connsiteX90-38793" fmla="*/ 652466 w 1508539"/>
              <a:gd name="connsiteY90-38794" fmla="*/ 3307769 h 6858000"/>
              <a:gd name="connsiteX91-38795" fmla="*/ 670029 w 1508539"/>
              <a:gd name="connsiteY91-38796" fmla="*/ 3250522 h 6858000"/>
              <a:gd name="connsiteX92-38797" fmla="*/ 670454 w 1508539"/>
              <a:gd name="connsiteY92-38798" fmla="*/ 3229163 h 6858000"/>
              <a:gd name="connsiteX93-38799" fmla="*/ 672277 w 1508539"/>
              <a:gd name="connsiteY93-38800" fmla="*/ 3217217 h 6858000"/>
              <a:gd name="connsiteX94-38801" fmla="*/ 659112 w 1508539"/>
              <a:gd name="connsiteY94-38802" fmla="*/ 3183755 h 6858000"/>
              <a:gd name="connsiteX95-38803" fmla="*/ 659613 w 1508539"/>
              <a:gd name="connsiteY95-38804" fmla="*/ 3178642 h 6858000"/>
              <a:gd name="connsiteX96-38805" fmla="*/ 647213 w 1508539"/>
              <a:gd name="connsiteY96-38806" fmla="*/ 3158586 h 6858000"/>
              <a:gd name="connsiteX97-38807" fmla="*/ 632398 w 1508539"/>
              <a:gd name="connsiteY97-38808" fmla="*/ 3129034 h 6858000"/>
              <a:gd name="connsiteX98-38809" fmla="*/ 633063 w 1508539"/>
              <a:gd name="connsiteY98-38810" fmla="*/ 3126682 h 6858000"/>
              <a:gd name="connsiteX99-38811" fmla="*/ 623931 w 1508539"/>
              <a:gd name="connsiteY99-38812" fmla="*/ 3114519 h 6858000"/>
              <a:gd name="connsiteX100-38813" fmla="*/ 610540 w 1508539"/>
              <a:gd name="connsiteY100-38814" fmla="*/ 3106272 h 6858000"/>
              <a:gd name="connsiteX101-38815" fmla="*/ 583270 w 1508539"/>
              <a:gd name="connsiteY101-38816" fmla="*/ 2958185 h 6858000"/>
              <a:gd name="connsiteX102-38817" fmla="*/ 525884 w 1508539"/>
              <a:gd name="connsiteY102-38818" fmla="*/ 2762989 h 6858000"/>
              <a:gd name="connsiteX103-38819" fmla="*/ 474802 w 1508539"/>
              <a:gd name="connsiteY103-38820" fmla="*/ 2554718 h 6858000"/>
              <a:gd name="connsiteX104-38821" fmla="*/ 454896 w 1508539"/>
              <a:gd name="connsiteY104-38822" fmla="*/ 2485734 h 6858000"/>
              <a:gd name="connsiteX105-38823" fmla="*/ 445619 w 1508539"/>
              <a:gd name="connsiteY105-38824" fmla="*/ 2447068 h 6858000"/>
              <a:gd name="connsiteX106-38825" fmla="*/ 432580 w 1508539"/>
              <a:gd name="connsiteY106-38826" fmla="*/ 2425819 h 6858000"/>
              <a:gd name="connsiteX107-38827" fmla="*/ 438579 w 1508539"/>
              <a:gd name="connsiteY107-38828" fmla="*/ 2402874 h 6858000"/>
              <a:gd name="connsiteX108-38829" fmla="*/ 441191 w 1508539"/>
              <a:gd name="connsiteY108-38830" fmla="*/ 2381443 h 6858000"/>
              <a:gd name="connsiteX109-38831" fmla="*/ 417520 w 1508539"/>
              <a:gd name="connsiteY109-38832" fmla="*/ 2261920 h 6858000"/>
              <a:gd name="connsiteX110-38833" fmla="*/ 407407 w 1508539"/>
              <a:gd name="connsiteY110-38834" fmla="*/ 2195378 h 6858000"/>
              <a:gd name="connsiteX111-38835" fmla="*/ 391624 w 1508539"/>
              <a:gd name="connsiteY111-38836" fmla="*/ 2155135 h 6858000"/>
              <a:gd name="connsiteX112-38837" fmla="*/ 389082 w 1508539"/>
              <a:gd name="connsiteY112-38838" fmla="*/ 2118008 h 6858000"/>
              <a:gd name="connsiteX113-38839" fmla="*/ 390075 w 1508539"/>
              <a:gd name="connsiteY113-38840" fmla="*/ 2050531 h 6858000"/>
              <a:gd name="connsiteX114-38841" fmla="*/ 381881 w 1508539"/>
              <a:gd name="connsiteY114-38842" fmla="*/ 1963269 h 6858000"/>
              <a:gd name="connsiteX115-38843" fmla="*/ 363059 w 1508539"/>
              <a:gd name="connsiteY115-38844" fmla="*/ 1906352 h 6858000"/>
              <a:gd name="connsiteX116-38845" fmla="*/ 339616 w 1508539"/>
              <a:gd name="connsiteY116-38846" fmla="*/ 1861531 h 6858000"/>
              <a:gd name="connsiteX117-38847" fmla="*/ 293415 w 1508539"/>
              <a:gd name="connsiteY117-38848" fmla="*/ 1732919 h 6858000"/>
              <a:gd name="connsiteX118-38849" fmla="*/ 265726 w 1508539"/>
              <a:gd name="connsiteY118-38850" fmla="*/ 1663540 h 6858000"/>
              <a:gd name="connsiteX119-38851" fmla="*/ 264852 w 1508539"/>
              <a:gd name="connsiteY119-38852" fmla="*/ 1615777 h 6858000"/>
              <a:gd name="connsiteX120-38853" fmla="*/ 245647 w 1508539"/>
              <a:gd name="connsiteY120-38854" fmla="*/ 1563678 h 6858000"/>
              <a:gd name="connsiteX121-38855" fmla="*/ 258727 w 1508539"/>
              <a:gd name="connsiteY121-38856" fmla="*/ 1519474 h 6858000"/>
              <a:gd name="connsiteX122-38857" fmla="*/ 251469 w 1508539"/>
              <a:gd name="connsiteY122-38858" fmla="*/ 1477995 h 6858000"/>
              <a:gd name="connsiteX123-38859" fmla="*/ 237554 w 1508539"/>
              <a:gd name="connsiteY123-38860" fmla="*/ 1373769 h 6858000"/>
              <a:gd name="connsiteX124-38861" fmla="*/ 245861 w 1508539"/>
              <a:gd name="connsiteY124-38862" fmla="*/ 1307086 h 6858000"/>
              <a:gd name="connsiteX125-38863" fmla="*/ 247049 w 1508539"/>
              <a:gd name="connsiteY125-38864" fmla="*/ 1189033 h 6858000"/>
              <a:gd name="connsiteX126-38865" fmla="*/ 251734 w 1508539"/>
              <a:gd name="connsiteY126-38866" fmla="*/ 1168288 h 6858000"/>
              <a:gd name="connsiteX127-38867" fmla="*/ 244016 w 1508539"/>
              <a:gd name="connsiteY127-38868" fmla="*/ 1142577 h 6858000"/>
              <a:gd name="connsiteX128-38869" fmla="*/ 233322 w 1508539"/>
              <a:gd name="connsiteY128-38870" fmla="*/ 1088484 h 6858000"/>
              <a:gd name="connsiteX129-38871" fmla="*/ 222058 w 1508539"/>
              <a:gd name="connsiteY129-38872" fmla="*/ 1016103 h 6858000"/>
              <a:gd name="connsiteX130-38873" fmla="*/ 223514 w 1508539"/>
              <a:gd name="connsiteY130-38874" fmla="*/ 932283 h 6858000"/>
              <a:gd name="connsiteX131-38875" fmla="*/ 225750 w 1508539"/>
              <a:gd name="connsiteY131-38876" fmla="*/ 915925 h 6858000"/>
              <a:gd name="connsiteX132-38877" fmla="*/ 218379 w 1508539"/>
              <a:gd name="connsiteY132-38878" fmla="*/ 896999 h 6858000"/>
              <a:gd name="connsiteX133-38879" fmla="*/ 187787 w 1508539"/>
              <a:gd name="connsiteY133-38880" fmla="*/ 821517 h 6858000"/>
              <a:gd name="connsiteX134-38881" fmla="*/ 166737 w 1508539"/>
              <a:gd name="connsiteY134-38882" fmla="*/ 751353 h 6858000"/>
              <a:gd name="connsiteX135-38883" fmla="*/ 166295 w 1508539"/>
              <a:gd name="connsiteY135-38884" fmla="*/ 721230 h 6858000"/>
              <a:gd name="connsiteX136-38885" fmla="*/ 151966 w 1508539"/>
              <a:gd name="connsiteY136-38886" fmla="*/ 681659 h 6858000"/>
              <a:gd name="connsiteX137-38887" fmla="*/ 137385 w 1508539"/>
              <a:gd name="connsiteY137-38888" fmla="*/ 635218 h 6858000"/>
              <a:gd name="connsiteX138-38889" fmla="*/ 142396 w 1508539"/>
              <a:gd name="connsiteY138-38890" fmla="*/ 613763 h 6858000"/>
              <a:gd name="connsiteX139-38891" fmla="*/ 128338 w 1508539"/>
              <a:gd name="connsiteY139-38892" fmla="*/ 598582 h 6858000"/>
              <a:gd name="connsiteX140-38893" fmla="*/ 128019 w 1508539"/>
              <a:gd name="connsiteY140-38894" fmla="*/ 576846 h 6858000"/>
              <a:gd name="connsiteX141-38895" fmla="*/ 107645 w 1508539"/>
              <a:gd name="connsiteY141-38896" fmla="*/ 530055 h 6858000"/>
              <a:gd name="connsiteX142-38897" fmla="*/ 106893 w 1508539"/>
              <a:gd name="connsiteY142-38898" fmla="*/ 465389 h 6858000"/>
              <a:gd name="connsiteX143-38899" fmla="*/ 89816 w 1508539"/>
              <a:gd name="connsiteY143-38900" fmla="*/ 424699 h 6858000"/>
              <a:gd name="connsiteX144-38901" fmla="*/ 90191 w 1508539"/>
              <a:gd name="connsiteY144-38902" fmla="*/ 404917 h 6858000"/>
              <a:gd name="connsiteX145-38903" fmla="*/ 70148 w 1508539"/>
              <a:gd name="connsiteY145-38904" fmla="*/ 367211 h 6858000"/>
              <a:gd name="connsiteX146-38905" fmla="*/ 36452 w 1508539"/>
              <a:gd name="connsiteY146-38906" fmla="*/ 268519 h 6858000"/>
              <a:gd name="connsiteX147-38907" fmla="*/ 23935 w 1508539"/>
              <a:gd name="connsiteY147-38908" fmla="*/ 160886 h 6858000"/>
              <a:gd name="connsiteX148-38909" fmla="*/ 19312 w 1508539"/>
              <a:gd name="connsiteY148-38910" fmla="*/ 47336 h 6858000"/>
              <a:gd name="connsiteX149-38911" fmla="*/ 0 w 1508539"/>
              <a:gd name="connsiteY149-38912" fmla="*/ 0 h 6858000"/>
              <a:gd name="connsiteX0-38913" fmla="*/ 0 w 1508539"/>
              <a:gd name="connsiteY0-38914" fmla="*/ 0 h 6858000"/>
              <a:gd name="connsiteX1-38915" fmla="*/ 1508539 w 1508539"/>
              <a:gd name="connsiteY1-38916" fmla="*/ 0 h 6858000"/>
              <a:gd name="connsiteX2-38917" fmla="*/ 1508539 w 1508539"/>
              <a:gd name="connsiteY2-38918" fmla="*/ 6858000 h 6858000"/>
              <a:gd name="connsiteX3-38919" fmla="*/ 139560 w 1508539"/>
              <a:gd name="connsiteY3-38920" fmla="*/ 6857735 h 6858000"/>
              <a:gd name="connsiteX4-38921" fmla="*/ 69364 w 1508539"/>
              <a:gd name="connsiteY4-38922" fmla="*/ 6809549 h 6858000"/>
              <a:gd name="connsiteX5-38923" fmla="*/ 101575 w 1508539"/>
              <a:gd name="connsiteY5-38924" fmla="*/ 6715115 h 6858000"/>
              <a:gd name="connsiteX6-38925" fmla="*/ 111426 w 1508539"/>
              <a:gd name="connsiteY6-38926" fmla="*/ 6680170 h 6858000"/>
              <a:gd name="connsiteX7-38927" fmla="*/ 136976 w 1508539"/>
              <a:gd name="connsiteY7-38928" fmla="*/ 6621207 h 6858000"/>
              <a:gd name="connsiteX8-38929" fmla="*/ 153633 w 1508539"/>
              <a:gd name="connsiteY8-38930" fmla="*/ 6596265 h 6858000"/>
              <a:gd name="connsiteX9-38931" fmla="*/ 153512 w 1508539"/>
              <a:gd name="connsiteY9-38932" fmla="*/ 6594818 h 6858000"/>
              <a:gd name="connsiteX10-38933" fmla="*/ 157757 w 1508539"/>
              <a:gd name="connsiteY10-38934" fmla="*/ 6593735 h 6858000"/>
              <a:gd name="connsiteX11-38935" fmla="*/ 160954 w 1508539"/>
              <a:gd name="connsiteY11-38936" fmla="*/ 6589172 h 6858000"/>
              <a:gd name="connsiteX12-38937" fmla="*/ 164248 w 1508539"/>
              <a:gd name="connsiteY12-38938" fmla="*/ 6574442 h 6858000"/>
              <a:gd name="connsiteX13-38939" fmla="*/ 164588 w 1508539"/>
              <a:gd name="connsiteY13-38940" fmla="*/ 6568530 h 6858000"/>
              <a:gd name="connsiteX14-38941" fmla="*/ 166997 w 1508539"/>
              <a:gd name="connsiteY14-38942" fmla="*/ 6560674 h 6858000"/>
              <a:gd name="connsiteX15-38943" fmla="*/ 167342 w 1508539"/>
              <a:gd name="connsiteY15-38944" fmla="*/ 6560598 h 6858000"/>
              <a:gd name="connsiteX16-38945" fmla="*/ 169039 w 1508539"/>
              <a:gd name="connsiteY16-38946" fmla="*/ 6553006 h 6858000"/>
              <a:gd name="connsiteX17-38947" fmla="*/ 173735 w 1508539"/>
              <a:gd name="connsiteY17-38948" fmla="*/ 6514360 h 6858000"/>
              <a:gd name="connsiteX18-38949" fmla="*/ 215389 w 1508539"/>
              <a:gd name="connsiteY18-38950" fmla="*/ 6478062 h 6858000"/>
              <a:gd name="connsiteX19-38951" fmla="*/ 226078 w 1508539"/>
              <a:gd name="connsiteY19-38952" fmla="*/ 6460325 h 6858000"/>
              <a:gd name="connsiteX20-38953" fmla="*/ 233311 w 1508539"/>
              <a:gd name="connsiteY20-38954" fmla="*/ 6451488 h 6858000"/>
              <a:gd name="connsiteX21-38955" fmla="*/ 234746 w 1508539"/>
              <a:gd name="connsiteY21-38956" fmla="*/ 6451348 h 6858000"/>
              <a:gd name="connsiteX22-38957" fmla="*/ 239104 w 1508539"/>
              <a:gd name="connsiteY22-38958" fmla="*/ 6414240 h 6858000"/>
              <a:gd name="connsiteX23-38959" fmla="*/ 241880 w 1508539"/>
              <a:gd name="connsiteY23-38960" fmla="*/ 6384857 h 6858000"/>
              <a:gd name="connsiteX24-38961" fmla="*/ 240591 w 1508539"/>
              <a:gd name="connsiteY24-38962" fmla="*/ 6367510 h 6858000"/>
              <a:gd name="connsiteX25-38963" fmla="*/ 244471 w 1508539"/>
              <a:gd name="connsiteY25-38964" fmla="*/ 6349778 h 6858000"/>
              <a:gd name="connsiteX26-38965" fmla="*/ 246136 w 1508539"/>
              <a:gd name="connsiteY26-38966" fmla="*/ 6348250 h 6858000"/>
              <a:gd name="connsiteX27-38967" fmla="*/ 262170 w 1508539"/>
              <a:gd name="connsiteY27-38968" fmla="*/ 6281972 h 6858000"/>
              <a:gd name="connsiteX28-38969" fmla="*/ 272933 w 1508539"/>
              <a:gd name="connsiteY28-38970" fmla="*/ 6211940 h 6858000"/>
              <a:gd name="connsiteX29-38971" fmla="*/ 314428 w 1508539"/>
              <a:gd name="connsiteY29-38972" fmla="*/ 6113913 h 6858000"/>
              <a:gd name="connsiteX30-38973" fmla="*/ 318721 w 1508539"/>
              <a:gd name="connsiteY30-38974" fmla="*/ 6028119 h 6858000"/>
              <a:gd name="connsiteX31-38975" fmla="*/ 345501 w 1508539"/>
              <a:gd name="connsiteY31-38976" fmla="*/ 5934687 h 6858000"/>
              <a:gd name="connsiteX32-38977" fmla="*/ 379513 w 1508539"/>
              <a:gd name="connsiteY32-38978" fmla="*/ 5765594 h 6858000"/>
              <a:gd name="connsiteX33-38979" fmla="*/ 411349 w 1508539"/>
              <a:gd name="connsiteY33-38980" fmla="*/ 5693685 h 6858000"/>
              <a:gd name="connsiteX34-38981" fmla="*/ 431404 w 1508539"/>
              <a:gd name="connsiteY34-38982" fmla="*/ 5665173 h 6858000"/>
              <a:gd name="connsiteX35-38983" fmla="*/ 465121 w 1508539"/>
              <a:gd name="connsiteY35-38984" fmla="*/ 5563435 h 6858000"/>
              <a:gd name="connsiteX36-38985" fmla="*/ 494626 w 1508539"/>
              <a:gd name="connsiteY36-38986" fmla="*/ 5476393 h 6858000"/>
              <a:gd name="connsiteX37-38987" fmla="*/ 525819 w 1508539"/>
              <a:gd name="connsiteY37-38988" fmla="*/ 5396260 h 6858000"/>
              <a:gd name="connsiteX38-38989" fmla="*/ 541800 w 1508539"/>
              <a:gd name="connsiteY38-38990" fmla="*/ 5330009 h 6858000"/>
              <a:gd name="connsiteX39-38991" fmla="*/ 575293 w 1508539"/>
              <a:gd name="connsiteY39-38992" fmla="*/ 5273739 h 6858000"/>
              <a:gd name="connsiteX40-38993" fmla="*/ 584892 w 1508539"/>
              <a:gd name="connsiteY40-38994" fmla="*/ 5241779 h 6858000"/>
              <a:gd name="connsiteX41-38995" fmla="*/ 596118 w 1508539"/>
              <a:gd name="connsiteY41-38996" fmla="*/ 5225268 h 6858000"/>
              <a:gd name="connsiteX42-38997" fmla="*/ 597138 w 1508539"/>
              <a:gd name="connsiteY42-38998" fmla="*/ 5217684 h 6858000"/>
              <a:gd name="connsiteX43-38999" fmla="*/ 604479 w 1508539"/>
              <a:gd name="connsiteY43-39000" fmla="*/ 5193377 h 6858000"/>
              <a:gd name="connsiteX44-39001" fmla="*/ 607782 w 1508539"/>
              <a:gd name="connsiteY44-39002" fmla="*/ 5179288 h 6858000"/>
              <a:gd name="connsiteX45-39003" fmla="*/ 608766 w 1508539"/>
              <a:gd name="connsiteY45-39004" fmla="*/ 5173621 h 6858000"/>
              <a:gd name="connsiteX46-39005" fmla="*/ 604400 w 1508539"/>
              <a:gd name="connsiteY46-39006" fmla="*/ 5159961 h 6858000"/>
              <a:gd name="connsiteX47-39007" fmla="*/ 611077 w 1508539"/>
              <a:gd name="connsiteY47-39008" fmla="*/ 5144295 h 6858000"/>
              <a:gd name="connsiteX48-39009" fmla="*/ 608010 w 1508539"/>
              <a:gd name="connsiteY48-39010" fmla="*/ 5125185 h 6858000"/>
              <a:gd name="connsiteX49-39011" fmla="*/ 614840 w 1508539"/>
              <a:gd name="connsiteY49-39012" fmla="*/ 5121884 h 6858000"/>
              <a:gd name="connsiteX50-39013" fmla="*/ 621876 w 1508539"/>
              <a:gd name="connsiteY50-39014" fmla="*/ 5067850 h 6858000"/>
              <a:gd name="connsiteX51-39015" fmla="*/ 624607 w 1508539"/>
              <a:gd name="connsiteY51-39016" fmla="*/ 5060861 h 6858000"/>
              <a:gd name="connsiteX52-39017" fmla="*/ 621311 w 1508539"/>
              <a:gd name="connsiteY52-39018" fmla="*/ 5034192 h 6858000"/>
              <a:gd name="connsiteX53-39019" fmla="*/ 622865 w 1508539"/>
              <a:gd name="connsiteY53-39020" fmla="*/ 4993030 h 6858000"/>
              <a:gd name="connsiteX54-39021" fmla="*/ 629774 w 1508539"/>
              <a:gd name="connsiteY54-39022" fmla="*/ 4946844 h 6858000"/>
              <a:gd name="connsiteX55-39023" fmla="*/ 625630 w 1508539"/>
              <a:gd name="connsiteY55-39024" fmla="*/ 4932692 h 6858000"/>
              <a:gd name="connsiteX56-39025" fmla="*/ 641033 w 1508539"/>
              <a:gd name="connsiteY56-39026" fmla="*/ 4858827 h 6858000"/>
              <a:gd name="connsiteX57-39027" fmla="*/ 646936 w 1508539"/>
              <a:gd name="connsiteY57-39028" fmla="*/ 4821170 h 6858000"/>
              <a:gd name="connsiteX58-39029" fmla="*/ 651669 w 1508539"/>
              <a:gd name="connsiteY58-39030" fmla="*/ 4780965 h 6858000"/>
              <a:gd name="connsiteX59-39031" fmla="*/ 652962 w 1508539"/>
              <a:gd name="connsiteY59-39032" fmla="*/ 4750867 h 6858000"/>
              <a:gd name="connsiteX60-39033" fmla="*/ 650769 w 1508539"/>
              <a:gd name="connsiteY60-39034" fmla="*/ 4690749 h 6858000"/>
              <a:gd name="connsiteX61-39035" fmla="*/ 646249 w 1508539"/>
              <a:gd name="connsiteY61-39036" fmla="*/ 4584173 h 6858000"/>
              <a:gd name="connsiteX62-39037" fmla="*/ 641332 w 1508539"/>
              <a:gd name="connsiteY62-39038" fmla="*/ 4444346 h 6858000"/>
              <a:gd name="connsiteX63-39039" fmla="*/ 637897 w 1508539"/>
              <a:gd name="connsiteY63-39040" fmla="*/ 4375228 h 6858000"/>
              <a:gd name="connsiteX64-39041" fmla="*/ 618550 w 1508539"/>
              <a:gd name="connsiteY64-39042" fmla="*/ 4214165 h 6858000"/>
              <a:gd name="connsiteX65-39043" fmla="*/ 622623 w 1508539"/>
              <a:gd name="connsiteY65-39044" fmla="*/ 4090296 h 6858000"/>
              <a:gd name="connsiteX66-39045" fmla="*/ 607879 w 1508539"/>
              <a:gd name="connsiteY66-39046" fmla="*/ 4033999 h 6858000"/>
              <a:gd name="connsiteX67-39047" fmla="*/ 609028 w 1508539"/>
              <a:gd name="connsiteY67-39048" fmla="*/ 4031933 h 6858000"/>
              <a:gd name="connsiteX68-39049" fmla="*/ 607604 w 1508539"/>
              <a:gd name="connsiteY68-39050" fmla="*/ 4013953 h 6858000"/>
              <a:gd name="connsiteX69-39051" fmla="*/ 593899 w 1508539"/>
              <a:gd name="connsiteY69-39052" fmla="*/ 3974753 h 6858000"/>
              <a:gd name="connsiteX70-39053" fmla="*/ 595497 w 1508539"/>
              <a:gd name="connsiteY70-39054" fmla="*/ 3969950 h 6858000"/>
              <a:gd name="connsiteX71-39055" fmla="*/ 588919 w 1508539"/>
              <a:gd name="connsiteY71-39056" fmla="*/ 3933779 h 6858000"/>
              <a:gd name="connsiteX72-39057" fmla="*/ 590250 w 1508539"/>
              <a:gd name="connsiteY72-39058" fmla="*/ 3933093 h 6858000"/>
              <a:gd name="connsiteX73-39059" fmla="*/ 594604 w 1508539"/>
              <a:gd name="connsiteY73-39060" fmla="*/ 3922082 h 6858000"/>
              <a:gd name="connsiteX74-39061" fmla="*/ 599682 w 1508539"/>
              <a:gd name="connsiteY74-39062" fmla="*/ 3901461 h 6858000"/>
              <a:gd name="connsiteX75-39063" fmla="*/ 622276 w 1508539"/>
              <a:gd name="connsiteY75-39064" fmla="*/ 3813873 h 6858000"/>
              <a:gd name="connsiteX76-39065" fmla="*/ 621701 w 1508539"/>
              <a:gd name="connsiteY76-39066" fmla="*/ 3806161 h 6858000"/>
              <a:gd name="connsiteX77-39067" fmla="*/ 622008 w 1508539"/>
              <a:gd name="connsiteY77-39068" fmla="*/ 3805957 h 6858000"/>
              <a:gd name="connsiteX78-39069" fmla="*/ 622035 w 1508539"/>
              <a:gd name="connsiteY78-39070" fmla="*/ 3797724 h 6858000"/>
              <a:gd name="connsiteX79-39071" fmla="*/ 620650 w 1508539"/>
              <a:gd name="connsiteY79-39072" fmla="*/ 3792098 h 6858000"/>
              <a:gd name="connsiteX80-39073" fmla="*/ 619534 w 1508539"/>
              <a:gd name="connsiteY80-39074" fmla="*/ 3777135 h 6858000"/>
              <a:gd name="connsiteX81-39075" fmla="*/ 621267 w 1508539"/>
              <a:gd name="connsiteY81-39076" fmla="*/ 3771656 h 6858000"/>
              <a:gd name="connsiteX82-39077" fmla="*/ 625010 w 1508539"/>
              <a:gd name="connsiteY82-39078" fmla="*/ 3769007 h 6858000"/>
              <a:gd name="connsiteX83-39079" fmla="*/ 624476 w 1508539"/>
              <a:gd name="connsiteY83-39080" fmla="*/ 3767709 h 6858000"/>
              <a:gd name="connsiteX84-39081" fmla="*/ 633172 w 1508539"/>
              <a:gd name="connsiteY84-39082" fmla="*/ 3738082 h 6858000"/>
              <a:gd name="connsiteX85-39083" fmla="*/ 640518 w 1508539"/>
              <a:gd name="connsiteY85-39084" fmla="*/ 3673397 h 6858000"/>
              <a:gd name="connsiteX86-39085" fmla="*/ 639814 w 1508539"/>
              <a:gd name="connsiteY86-39086" fmla="*/ 3637109 h 6858000"/>
              <a:gd name="connsiteX87-39087" fmla="*/ 643257 w 1508539"/>
              <a:gd name="connsiteY87-39088" fmla="*/ 3536883 h 6858000"/>
              <a:gd name="connsiteX88-39089" fmla="*/ 650795 w 1508539"/>
              <a:gd name="connsiteY88-39090" fmla="*/ 3435652 h 6858000"/>
              <a:gd name="connsiteX89-39091" fmla="*/ 652466 w 1508539"/>
              <a:gd name="connsiteY89-39092" fmla="*/ 3307769 h 6858000"/>
              <a:gd name="connsiteX90-39093" fmla="*/ 670029 w 1508539"/>
              <a:gd name="connsiteY90-39094" fmla="*/ 3250522 h 6858000"/>
              <a:gd name="connsiteX91-39095" fmla="*/ 670454 w 1508539"/>
              <a:gd name="connsiteY91-39096" fmla="*/ 3229163 h 6858000"/>
              <a:gd name="connsiteX92-39097" fmla="*/ 672277 w 1508539"/>
              <a:gd name="connsiteY92-39098" fmla="*/ 3217217 h 6858000"/>
              <a:gd name="connsiteX93-39099" fmla="*/ 659112 w 1508539"/>
              <a:gd name="connsiteY93-39100" fmla="*/ 3183755 h 6858000"/>
              <a:gd name="connsiteX94-39101" fmla="*/ 659613 w 1508539"/>
              <a:gd name="connsiteY94-39102" fmla="*/ 3178642 h 6858000"/>
              <a:gd name="connsiteX95-39103" fmla="*/ 647213 w 1508539"/>
              <a:gd name="connsiteY95-39104" fmla="*/ 3158586 h 6858000"/>
              <a:gd name="connsiteX96-39105" fmla="*/ 632398 w 1508539"/>
              <a:gd name="connsiteY96-39106" fmla="*/ 3129034 h 6858000"/>
              <a:gd name="connsiteX97-39107" fmla="*/ 633063 w 1508539"/>
              <a:gd name="connsiteY97-39108" fmla="*/ 3126682 h 6858000"/>
              <a:gd name="connsiteX98-39109" fmla="*/ 623931 w 1508539"/>
              <a:gd name="connsiteY98-39110" fmla="*/ 3114519 h 6858000"/>
              <a:gd name="connsiteX99-39111" fmla="*/ 610540 w 1508539"/>
              <a:gd name="connsiteY99-39112" fmla="*/ 3106272 h 6858000"/>
              <a:gd name="connsiteX100-39113" fmla="*/ 583270 w 1508539"/>
              <a:gd name="connsiteY100-39114" fmla="*/ 2958185 h 6858000"/>
              <a:gd name="connsiteX101-39115" fmla="*/ 525884 w 1508539"/>
              <a:gd name="connsiteY101-39116" fmla="*/ 2762989 h 6858000"/>
              <a:gd name="connsiteX102-39117" fmla="*/ 474802 w 1508539"/>
              <a:gd name="connsiteY102-39118" fmla="*/ 2554718 h 6858000"/>
              <a:gd name="connsiteX103-39119" fmla="*/ 454896 w 1508539"/>
              <a:gd name="connsiteY103-39120" fmla="*/ 2485734 h 6858000"/>
              <a:gd name="connsiteX104-39121" fmla="*/ 445619 w 1508539"/>
              <a:gd name="connsiteY104-39122" fmla="*/ 2447068 h 6858000"/>
              <a:gd name="connsiteX105-39123" fmla="*/ 432580 w 1508539"/>
              <a:gd name="connsiteY105-39124" fmla="*/ 2425819 h 6858000"/>
              <a:gd name="connsiteX106-39125" fmla="*/ 438579 w 1508539"/>
              <a:gd name="connsiteY106-39126" fmla="*/ 2402874 h 6858000"/>
              <a:gd name="connsiteX107-39127" fmla="*/ 441191 w 1508539"/>
              <a:gd name="connsiteY107-39128" fmla="*/ 2381443 h 6858000"/>
              <a:gd name="connsiteX108-39129" fmla="*/ 417520 w 1508539"/>
              <a:gd name="connsiteY108-39130" fmla="*/ 2261920 h 6858000"/>
              <a:gd name="connsiteX109-39131" fmla="*/ 407407 w 1508539"/>
              <a:gd name="connsiteY109-39132" fmla="*/ 2195378 h 6858000"/>
              <a:gd name="connsiteX110-39133" fmla="*/ 391624 w 1508539"/>
              <a:gd name="connsiteY110-39134" fmla="*/ 2155135 h 6858000"/>
              <a:gd name="connsiteX111-39135" fmla="*/ 389082 w 1508539"/>
              <a:gd name="connsiteY111-39136" fmla="*/ 2118008 h 6858000"/>
              <a:gd name="connsiteX112-39137" fmla="*/ 390075 w 1508539"/>
              <a:gd name="connsiteY112-39138" fmla="*/ 2050531 h 6858000"/>
              <a:gd name="connsiteX113-39139" fmla="*/ 381881 w 1508539"/>
              <a:gd name="connsiteY113-39140" fmla="*/ 1963269 h 6858000"/>
              <a:gd name="connsiteX114-39141" fmla="*/ 363059 w 1508539"/>
              <a:gd name="connsiteY114-39142" fmla="*/ 1906352 h 6858000"/>
              <a:gd name="connsiteX115-39143" fmla="*/ 339616 w 1508539"/>
              <a:gd name="connsiteY115-39144" fmla="*/ 1861531 h 6858000"/>
              <a:gd name="connsiteX116-39145" fmla="*/ 293415 w 1508539"/>
              <a:gd name="connsiteY116-39146" fmla="*/ 1732919 h 6858000"/>
              <a:gd name="connsiteX117-39147" fmla="*/ 265726 w 1508539"/>
              <a:gd name="connsiteY117-39148" fmla="*/ 1663540 h 6858000"/>
              <a:gd name="connsiteX118-39149" fmla="*/ 264852 w 1508539"/>
              <a:gd name="connsiteY118-39150" fmla="*/ 1615777 h 6858000"/>
              <a:gd name="connsiteX119-39151" fmla="*/ 245647 w 1508539"/>
              <a:gd name="connsiteY119-39152" fmla="*/ 1563678 h 6858000"/>
              <a:gd name="connsiteX120-39153" fmla="*/ 258727 w 1508539"/>
              <a:gd name="connsiteY120-39154" fmla="*/ 1519474 h 6858000"/>
              <a:gd name="connsiteX121-39155" fmla="*/ 251469 w 1508539"/>
              <a:gd name="connsiteY121-39156" fmla="*/ 1477995 h 6858000"/>
              <a:gd name="connsiteX122-39157" fmla="*/ 237554 w 1508539"/>
              <a:gd name="connsiteY122-39158" fmla="*/ 1373769 h 6858000"/>
              <a:gd name="connsiteX123-39159" fmla="*/ 245861 w 1508539"/>
              <a:gd name="connsiteY123-39160" fmla="*/ 1307086 h 6858000"/>
              <a:gd name="connsiteX124-39161" fmla="*/ 247049 w 1508539"/>
              <a:gd name="connsiteY124-39162" fmla="*/ 1189033 h 6858000"/>
              <a:gd name="connsiteX125-39163" fmla="*/ 251734 w 1508539"/>
              <a:gd name="connsiteY125-39164" fmla="*/ 1168288 h 6858000"/>
              <a:gd name="connsiteX126-39165" fmla="*/ 244016 w 1508539"/>
              <a:gd name="connsiteY126-39166" fmla="*/ 1142577 h 6858000"/>
              <a:gd name="connsiteX127-39167" fmla="*/ 233322 w 1508539"/>
              <a:gd name="connsiteY127-39168" fmla="*/ 1088484 h 6858000"/>
              <a:gd name="connsiteX128-39169" fmla="*/ 222058 w 1508539"/>
              <a:gd name="connsiteY128-39170" fmla="*/ 1016103 h 6858000"/>
              <a:gd name="connsiteX129-39171" fmla="*/ 223514 w 1508539"/>
              <a:gd name="connsiteY129-39172" fmla="*/ 932283 h 6858000"/>
              <a:gd name="connsiteX130-39173" fmla="*/ 225750 w 1508539"/>
              <a:gd name="connsiteY130-39174" fmla="*/ 915925 h 6858000"/>
              <a:gd name="connsiteX131-39175" fmla="*/ 218379 w 1508539"/>
              <a:gd name="connsiteY131-39176" fmla="*/ 896999 h 6858000"/>
              <a:gd name="connsiteX132-39177" fmla="*/ 187787 w 1508539"/>
              <a:gd name="connsiteY132-39178" fmla="*/ 821517 h 6858000"/>
              <a:gd name="connsiteX133-39179" fmla="*/ 166737 w 1508539"/>
              <a:gd name="connsiteY133-39180" fmla="*/ 751353 h 6858000"/>
              <a:gd name="connsiteX134-39181" fmla="*/ 166295 w 1508539"/>
              <a:gd name="connsiteY134-39182" fmla="*/ 721230 h 6858000"/>
              <a:gd name="connsiteX135-39183" fmla="*/ 151966 w 1508539"/>
              <a:gd name="connsiteY135-39184" fmla="*/ 681659 h 6858000"/>
              <a:gd name="connsiteX136-39185" fmla="*/ 137385 w 1508539"/>
              <a:gd name="connsiteY136-39186" fmla="*/ 635218 h 6858000"/>
              <a:gd name="connsiteX137-39187" fmla="*/ 142396 w 1508539"/>
              <a:gd name="connsiteY137-39188" fmla="*/ 613763 h 6858000"/>
              <a:gd name="connsiteX138-39189" fmla="*/ 128338 w 1508539"/>
              <a:gd name="connsiteY138-39190" fmla="*/ 598582 h 6858000"/>
              <a:gd name="connsiteX139-39191" fmla="*/ 128019 w 1508539"/>
              <a:gd name="connsiteY139-39192" fmla="*/ 576846 h 6858000"/>
              <a:gd name="connsiteX140-39193" fmla="*/ 107645 w 1508539"/>
              <a:gd name="connsiteY140-39194" fmla="*/ 530055 h 6858000"/>
              <a:gd name="connsiteX141-39195" fmla="*/ 106893 w 1508539"/>
              <a:gd name="connsiteY141-39196" fmla="*/ 465389 h 6858000"/>
              <a:gd name="connsiteX142-39197" fmla="*/ 89816 w 1508539"/>
              <a:gd name="connsiteY142-39198" fmla="*/ 424699 h 6858000"/>
              <a:gd name="connsiteX143-39199" fmla="*/ 90191 w 1508539"/>
              <a:gd name="connsiteY143-39200" fmla="*/ 404917 h 6858000"/>
              <a:gd name="connsiteX144-39201" fmla="*/ 70148 w 1508539"/>
              <a:gd name="connsiteY144-39202" fmla="*/ 367211 h 6858000"/>
              <a:gd name="connsiteX145-39203" fmla="*/ 36452 w 1508539"/>
              <a:gd name="connsiteY145-39204" fmla="*/ 268519 h 6858000"/>
              <a:gd name="connsiteX146-39205" fmla="*/ 23935 w 1508539"/>
              <a:gd name="connsiteY146-39206" fmla="*/ 160886 h 6858000"/>
              <a:gd name="connsiteX147-39207" fmla="*/ 19312 w 1508539"/>
              <a:gd name="connsiteY147-39208" fmla="*/ 47336 h 6858000"/>
              <a:gd name="connsiteX148-39209" fmla="*/ 0 w 1508539"/>
              <a:gd name="connsiteY148-39210" fmla="*/ 0 h 6858000"/>
              <a:gd name="connsiteX0-39211" fmla="*/ 0 w 1508539"/>
              <a:gd name="connsiteY0-39212" fmla="*/ 0 h 6858000"/>
              <a:gd name="connsiteX1-39213" fmla="*/ 1508539 w 1508539"/>
              <a:gd name="connsiteY1-39214" fmla="*/ 0 h 6858000"/>
              <a:gd name="connsiteX2-39215" fmla="*/ 1508539 w 1508539"/>
              <a:gd name="connsiteY2-39216" fmla="*/ 6858000 h 6858000"/>
              <a:gd name="connsiteX3-39217" fmla="*/ 139560 w 1508539"/>
              <a:gd name="connsiteY3-39218" fmla="*/ 6857735 h 6858000"/>
              <a:gd name="connsiteX4-39219" fmla="*/ 101575 w 1508539"/>
              <a:gd name="connsiteY4-39220" fmla="*/ 6715115 h 6858000"/>
              <a:gd name="connsiteX5-39221" fmla="*/ 111426 w 1508539"/>
              <a:gd name="connsiteY5-39222" fmla="*/ 6680170 h 6858000"/>
              <a:gd name="connsiteX6-39223" fmla="*/ 136976 w 1508539"/>
              <a:gd name="connsiteY6-39224" fmla="*/ 6621207 h 6858000"/>
              <a:gd name="connsiteX7-39225" fmla="*/ 153633 w 1508539"/>
              <a:gd name="connsiteY7-39226" fmla="*/ 6596265 h 6858000"/>
              <a:gd name="connsiteX8-39227" fmla="*/ 153512 w 1508539"/>
              <a:gd name="connsiteY8-39228" fmla="*/ 6594818 h 6858000"/>
              <a:gd name="connsiteX9-39229" fmla="*/ 157757 w 1508539"/>
              <a:gd name="connsiteY9-39230" fmla="*/ 6593735 h 6858000"/>
              <a:gd name="connsiteX10-39231" fmla="*/ 160954 w 1508539"/>
              <a:gd name="connsiteY10-39232" fmla="*/ 6589172 h 6858000"/>
              <a:gd name="connsiteX11-39233" fmla="*/ 164248 w 1508539"/>
              <a:gd name="connsiteY11-39234" fmla="*/ 6574442 h 6858000"/>
              <a:gd name="connsiteX12-39235" fmla="*/ 164588 w 1508539"/>
              <a:gd name="connsiteY12-39236" fmla="*/ 6568530 h 6858000"/>
              <a:gd name="connsiteX13-39237" fmla="*/ 166997 w 1508539"/>
              <a:gd name="connsiteY13-39238" fmla="*/ 6560674 h 6858000"/>
              <a:gd name="connsiteX14-39239" fmla="*/ 167342 w 1508539"/>
              <a:gd name="connsiteY14-39240" fmla="*/ 6560598 h 6858000"/>
              <a:gd name="connsiteX15-39241" fmla="*/ 169039 w 1508539"/>
              <a:gd name="connsiteY15-39242" fmla="*/ 6553006 h 6858000"/>
              <a:gd name="connsiteX16-39243" fmla="*/ 173735 w 1508539"/>
              <a:gd name="connsiteY16-39244" fmla="*/ 6514360 h 6858000"/>
              <a:gd name="connsiteX17-39245" fmla="*/ 215389 w 1508539"/>
              <a:gd name="connsiteY17-39246" fmla="*/ 6478062 h 6858000"/>
              <a:gd name="connsiteX18-39247" fmla="*/ 226078 w 1508539"/>
              <a:gd name="connsiteY18-39248" fmla="*/ 6460325 h 6858000"/>
              <a:gd name="connsiteX19-39249" fmla="*/ 233311 w 1508539"/>
              <a:gd name="connsiteY19-39250" fmla="*/ 6451488 h 6858000"/>
              <a:gd name="connsiteX20-39251" fmla="*/ 234746 w 1508539"/>
              <a:gd name="connsiteY20-39252" fmla="*/ 6451348 h 6858000"/>
              <a:gd name="connsiteX21-39253" fmla="*/ 239104 w 1508539"/>
              <a:gd name="connsiteY21-39254" fmla="*/ 6414240 h 6858000"/>
              <a:gd name="connsiteX22-39255" fmla="*/ 241880 w 1508539"/>
              <a:gd name="connsiteY22-39256" fmla="*/ 6384857 h 6858000"/>
              <a:gd name="connsiteX23-39257" fmla="*/ 240591 w 1508539"/>
              <a:gd name="connsiteY23-39258" fmla="*/ 6367510 h 6858000"/>
              <a:gd name="connsiteX24-39259" fmla="*/ 244471 w 1508539"/>
              <a:gd name="connsiteY24-39260" fmla="*/ 6349778 h 6858000"/>
              <a:gd name="connsiteX25-39261" fmla="*/ 246136 w 1508539"/>
              <a:gd name="connsiteY25-39262" fmla="*/ 6348250 h 6858000"/>
              <a:gd name="connsiteX26-39263" fmla="*/ 262170 w 1508539"/>
              <a:gd name="connsiteY26-39264" fmla="*/ 6281972 h 6858000"/>
              <a:gd name="connsiteX27-39265" fmla="*/ 272933 w 1508539"/>
              <a:gd name="connsiteY27-39266" fmla="*/ 6211940 h 6858000"/>
              <a:gd name="connsiteX28-39267" fmla="*/ 314428 w 1508539"/>
              <a:gd name="connsiteY28-39268" fmla="*/ 6113913 h 6858000"/>
              <a:gd name="connsiteX29-39269" fmla="*/ 318721 w 1508539"/>
              <a:gd name="connsiteY29-39270" fmla="*/ 6028119 h 6858000"/>
              <a:gd name="connsiteX30-39271" fmla="*/ 345501 w 1508539"/>
              <a:gd name="connsiteY30-39272" fmla="*/ 5934687 h 6858000"/>
              <a:gd name="connsiteX31-39273" fmla="*/ 379513 w 1508539"/>
              <a:gd name="connsiteY31-39274" fmla="*/ 5765594 h 6858000"/>
              <a:gd name="connsiteX32-39275" fmla="*/ 411349 w 1508539"/>
              <a:gd name="connsiteY32-39276" fmla="*/ 5693685 h 6858000"/>
              <a:gd name="connsiteX33-39277" fmla="*/ 431404 w 1508539"/>
              <a:gd name="connsiteY33-39278" fmla="*/ 5665173 h 6858000"/>
              <a:gd name="connsiteX34-39279" fmla="*/ 465121 w 1508539"/>
              <a:gd name="connsiteY34-39280" fmla="*/ 5563435 h 6858000"/>
              <a:gd name="connsiteX35-39281" fmla="*/ 494626 w 1508539"/>
              <a:gd name="connsiteY35-39282" fmla="*/ 5476393 h 6858000"/>
              <a:gd name="connsiteX36-39283" fmla="*/ 525819 w 1508539"/>
              <a:gd name="connsiteY36-39284" fmla="*/ 5396260 h 6858000"/>
              <a:gd name="connsiteX37-39285" fmla="*/ 541800 w 1508539"/>
              <a:gd name="connsiteY37-39286" fmla="*/ 5330009 h 6858000"/>
              <a:gd name="connsiteX38-39287" fmla="*/ 575293 w 1508539"/>
              <a:gd name="connsiteY38-39288" fmla="*/ 5273739 h 6858000"/>
              <a:gd name="connsiteX39-39289" fmla="*/ 584892 w 1508539"/>
              <a:gd name="connsiteY39-39290" fmla="*/ 5241779 h 6858000"/>
              <a:gd name="connsiteX40-39291" fmla="*/ 596118 w 1508539"/>
              <a:gd name="connsiteY40-39292" fmla="*/ 5225268 h 6858000"/>
              <a:gd name="connsiteX41-39293" fmla="*/ 597138 w 1508539"/>
              <a:gd name="connsiteY41-39294" fmla="*/ 5217684 h 6858000"/>
              <a:gd name="connsiteX42-39295" fmla="*/ 604479 w 1508539"/>
              <a:gd name="connsiteY42-39296" fmla="*/ 5193377 h 6858000"/>
              <a:gd name="connsiteX43-39297" fmla="*/ 607782 w 1508539"/>
              <a:gd name="connsiteY43-39298" fmla="*/ 5179288 h 6858000"/>
              <a:gd name="connsiteX44-39299" fmla="*/ 608766 w 1508539"/>
              <a:gd name="connsiteY44-39300" fmla="*/ 5173621 h 6858000"/>
              <a:gd name="connsiteX45-39301" fmla="*/ 604400 w 1508539"/>
              <a:gd name="connsiteY45-39302" fmla="*/ 5159961 h 6858000"/>
              <a:gd name="connsiteX46-39303" fmla="*/ 611077 w 1508539"/>
              <a:gd name="connsiteY46-39304" fmla="*/ 5144295 h 6858000"/>
              <a:gd name="connsiteX47-39305" fmla="*/ 608010 w 1508539"/>
              <a:gd name="connsiteY47-39306" fmla="*/ 5125185 h 6858000"/>
              <a:gd name="connsiteX48-39307" fmla="*/ 614840 w 1508539"/>
              <a:gd name="connsiteY48-39308" fmla="*/ 5121884 h 6858000"/>
              <a:gd name="connsiteX49-39309" fmla="*/ 621876 w 1508539"/>
              <a:gd name="connsiteY49-39310" fmla="*/ 5067850 h 6858000"/>
              <a:gd name="connsiteX50-39311" fmla="*/ 624607 w 1508539"/>
              <a:gd name="connsiteY50-39312" fmla="*/ 5060861 h 6858000"/>
              <a:gd name="connsiteX51-39313" fmla="*/ 621311 w 1508539"/>
              <a:gd name="connsiteY51-39314" fmla="*/ 5034192 h 6858000"/>
              <a:gd name="connsiteX52-39315" fmla="*/ 622865 w 1508539"/>
              <a:gd name="connsiteY52-39316" fmla="*/ 4993030 h 6858000"/>
              <a:gd name="connsiteX53-39317" fmla="*/ 629774 w 1508539"/>
              <a:gd name="connsiteY53-39318" fmla="*/ 4946844 h 6858000"/>
              <a:gd name="connsiteX54-39319" fmla="*/ 625630 w 1508539"/>
              <a:gd name="connsiteY54-39320" fmla="*/ 4932692 h 6858000"/>
              <a:gd name="connsiteX55-39321" fmla="*/ 641033 w 1508539"/>
              <a:gd name="connsiteY55-39322" fmla="*/ 4858827 h 6858000"/>
              <a:gd name="connsiteX56-39323" fmla="*/ 646936 w 1508539"/>
              <a:gd name="connsiteY56-39324" fmla="*/ 4821170 h 6858000"/>
              <a:gd name="connsiteX57-39325" fmla="*/ 651669 w 1508539"/>
              <a:gd name="connsiteY57-39326" fmla="*/ 4780965 h 6858000"/>
              <a:gd name="connsiteX58-39327" fmla="*/ 652962 w 1508539"/>
              <a:gd name="connsiteY58-39328" fmla="*/ 4750867 h 6858000"/>
              <a:gd name="connsiteX59-39329" fmla="*/ 650769 w 1508539"/>
              <a:gd name="connsiteY59-39330" fmla="*/ 4690749 h 6858000"/>
              <a:gd name="connsiteX60-39331" fmla="*/ 646249 w 1508539"/>
              <a:gd name="connsiteY60-39332" fmla="*/ 4584173 h 6858000"/>
              <a:gd name="connsiteX61-39333" fmla="*/ 641332 w 1508539"/>
              <a:gd name="connsiteY61-39334" fmla="*/ 4444346 h 6858000"/>
              <a:gd name="connsiteX62-39335" fmla="*/ 637897 w 1508539"/>
              <a:gd name="connsiteY62-39336" fmla="*/ 4375228 h 6858000"/>
              <a:gd name="connsiteX63-39337" fmla="*/ 618550 w 1508539"/>
              <a:gd name="connsiteY63-39338" fmla="*/ 4214165 h 6858000"/>
              <a:gd name="connsiteX64-39339" fmla="*/ 622623 w 1508539"/>
              <a:gd name="connsiteY64-39340" fmla="*/ 4090296 h 6858000"/>
              <a:gd name="connsiteX65-39341" fmla="*/ 607879 w 1508539"/>
              <a:gd name="connsiteY65-39342" fmla="*/ 4033999 h 6858000"/>
              <a:gd name="connsiteX66-39343" fmla="*/ 609028 w 1508539"/>
              <a:gd name="connsiteY66-39344" fmla="*/ 4031933 h 6858000"/>
              <a:gd name="connsiteX67-39345" fmla="*/ 607604 w 1508539"/>
              <a:gd name="connsiteY67-39346" fmla="*/ 4013953 h 6858000"/>
              <a:gd name="connsiteX68-39347" fmla="*/ 593899 w 1508539"/>
              <a:gd name="connsiteY68-39348" fmla="*/ 3974753 h 6858000"/>
              <a:gd name="connsiteX69-39349" fmla="*/ 595497 w 1508539"/>
              <a:gd name="connsiteY69-39350" fmla="*/ 3969950 h 6858000"/>
              <a:gd name="connsiteX70-39351" fmla="*/ 588919 w 1508539"/>
              <a:gd name="connsiteY70-39352" fmla="*/ 3933779 h 6858000"/>
              <a:gd name="connsiteX71-39353" fmla="*/ 590250 w 1508539"/>
              <a:gd name="connsiteY71-39354" fmla="*/ 3933093 h 6858000"/>
              <a:gd name="connsiteX72-39355" fmla="*/ 594604 w 1508539"/>
              <a:gd name="connsiteY72-39356" fmla="*/ 3922082 h 6858000"/>
              <a:gd name="connsiteX73-39357" fmla="*/ 599682 w 1508539"/>
              <a:gd name="connsiteY73-39358" fmla="*/ 3901461 h 6858000"/>
              <a:gd name="connsiteX74-39359" fmla="*/ 622276 w 1508539"/>
              <a:gd name="connsiteY74-39360" fmla="*/ 3813873 h 6858000"/>
              <a:gd name="connsiteX75-39361" fmla="*/ 621701 w 1508539"/>
              <a:gd name="connsiteY75-39362" fmla="*/ 3806161 h 6858000"/>
              <a:gd name="connsiteX76-39363" fmla="*/ 622008 w 1508539"/>
              <a:gd name="connsiteY76-39364" fmla="*/ 3805957 h 6858000"/>
              <a:gd name="connsiteX77-39365" fmla="*/ 622035 w 1508539"/>
              <a:gd name="connsiteY77-39366" fmla="*/ 3797724 h 6858000"/>
              <a:gd name="connsiteX78-39367" fmla="*/ 620650 w 1508539"/>
              <a:gd name="connsiteY78-39368" fmla="*/ 3792098 h 6858000"/>
              <a:gd name="connsiteX79-39369" fmla="*/ 619534 w 1508539"/>
              <a:gd name="connsiteY79-39370" fmla="*/ 3777135 h 6858000"/>
              <a:gd name="connsiteX80-39371" fmla="*/ 621267 w 1508539"/>
              <a:gd name="connsiteY80-39372" fmla="*/ 3771656 h 6858000"/>
              <a:gd name="connsiteX81-39373" fmla="*/ 625010 w 1508539"/>
              <a:gd name="connsiteY81-39374" fmla="*/ 3769007 h 6858000"/>
              <a:gd name="connsiteX82-39375" fmla="*/ 624476 w 1508539"/>
              <a:gd name="connsiteY82-39376" fmla="*/ 3767709 h 6858000"/>
              <a:gd name="connsiteX83-39377" fmla="*/ 633172 w 1508539"/>
              <a:gd name="connsiteY83-39378" fmla="*/ 3738082 h 6858000"/>
              <a:gd name="connsiteX84-39379" fmla="*/ 640518 w 1508539"/>
              <a:gd name="connsiteY84-39380" fmla="*/ 3673397 h 6858000"/>
              <a:gd name="connsiteX85-39381" fmla="*/ 639814 w 1508539"/>
              <a:gd name="connsiteY85-39382" fmla="*/ 3637109 h 6858000"/>
              <a:gd name="connsiteX86-39383" fmla="*/ 643257 w 1508539"/>
              <a:gd name="connsiteY86-39384" fmla="*/ 3536883 h 6858000"/>
              <a:gd name="connsiteX87-39385" fmla="*/ 650795 w 1508539"/>
              <a:gd name="connsiteY87-39386" fmla="*/ 3435652 h 6858000"/>
              <a:gd name="connsiteX88-39387" fmla="*/ 652466 w 1508539"/>
              <a:gd name="connsiteY88-39388" fmla="*/ 3307769 h 6858000"/>
              <a:gd name="connsiteX89-39389" fmla="*/ 670029 w 1508539"/>
              <a:gd name="connsiteY89-39390" fmla="*/ 3250522 h 6858000"/>
              <a:gd name="connsiteX90-39391" fmla="*/ 670454 w 1508539"/>
              <a:gd name="connsiteY90-39392" fmla="*/ 3229163 h 6858000"/>
              <a:gd name="connsiteX91-39393" fmla="*/ 672277 w 1508539"/>
              <a:gd name="connsiteY91-39394" fmla="*/ 3217217 h 6858000"/>
              <a:gd name="connsiteX92-39395" fmla="*/ 659112 w 1508539"/>
              <a:gd name="connsiteY92-39396" fmla="*/ 3183755 h 6858000"/>
              <a:gd name="connsiteX93-39397" fmla="*/ 659613 w 1508539"/>
              <a:gd name="connsiteY93-39398" fmla="*/ 3178642 h 6858000"/>
              <a:gd name="connsiteX94-39399" fmla="*/ 647213 w 1508539"/>
              <a:gd name="connsiteY94-39400" fmla="*/ 3158586 h 6858000"/>
              <a:gd name="connsiteX95-39401" fmla="*/ 632398 w 1508539"/>
              <a:gd name="connsiteY95-39402" fmla="*/ 3129034 h 6858000"/>
              <a:gd name="connsiteX96-39403" fmla="*/ 633063 w 1508539"/>
              <a:gd name="connsiteY96-39404" fmla="*/ 3126682 h 6858000"/>
              <a:gd name="connsiteX97-39405" fmla="*/ 623931 w 1508539"/>
              <a:gd name="connsiteY97-39406" fmla="*/ 3114519 h 6858000"/>
              <a:gd name="connsiteX98-39407" fmla="*/ 610540 w 1508539"/>
              <a:gd name="connsiteY98-39408" fmla="*/ 3106272 h 6858000"/>
              <a:gd name="connsiteX99-39409" fmla="*/ 583270 w 1508539"/>
              <a:gd name="connsiteY99-39410" fmla="*/ 2958185 h 6858000"/>
              <a:gd name="connsiteX100-39411" fmla="*/ 525884 w 1508539"/>
              <a:gd name="connsiteY100-39412" fmla="*/ 2762989 h 6858000"/>
              <a:gd name="connsiteX101-39413" fmla="*/ 474802 w 1508539"/>
              <a:gd name="connsiteY101-39414" fmla="*/ 2554718 h 6858000"/>
              <a:gd name="connsiteX102-39415" fmla="*/ 454896 w 1508539"/>
              <a:gd name="connsiteY102-39416" fmla="*/ 2485734 h 6858000"/>
              <a:gd name="connsiteX103-39417" fmla="*/ 445619 w 1508539"/>
              <a:gd name="connsiteY103-39418" fmla="*/ 2447068 h 6858000"/>
              <a:gd name="connsiteX104-39419" fmla="*/ 432580 w 1508539"/>
              <a:gd name="connsiteY104-39420" fmla="*/ 2425819 h 6858000"/>
              <a:gd name="connsiteX105-39421" fmla="*/ 438579 w 1508539"/>
              <a:gd name="connsiteY105-39422" fmla="*/ 2402874 h 6858000"/>
              <a:gd name="connsiteX106-39423" fmla="*/ 441191 w 1508539"/>
              <a:gd name="connsiteY106-39424" fmla="*/ 2381443 h 6858000"/>
              <a:gd name="connsiteX107-39425" fmla="*/ 417520 w 1508539"/>
              <a:gd name="connsiteY107-39426" fmla="*/ 2261920 h 6858000"/>
              <a:gd name="connsiteX108-39427" fmla="*/ 407407 w 1508539"/>
              <a:gd name="connsiteY108-39428" fmla="*/ 2195378 h 6858000"/>
              <a:gd name="connsiteX109-39429" fmla="*/ 391624 w 1508539"/>
              <a:gd name="connsiteY109-39430" fmla="*/ 2155135 h 6858000"/>
              <a:gd name="connsiteX110-39431" fmla="*/ 389082 w 1508539"/>
              <a:gd name="connsiteY110-39432" fmla="*/ 2118008 h 6858000"/>
              <a:gd name="connsiteX111-39433" fmla="*/ 390075 w 1508539"/>
              <a:gd name="connsiteY111-39434" fmla="*/ 2050531 h 6858000"/>
              <a:gd name="connsiteX112-39435" fmla="*/ 381881 w 1508539"/>
              <a:gd name="connsiteY112-39436" fmla="*/ 1963269 h 6858000"/>
              <a:gd name="connsiteX113-39437" fmla="*/ 363059 w 1508539"/>
              <a:gd name="connsiteY113-39438" fmla="*/ 1906352 h 6858000"/>
              <a:gd name="connsiteX114-39439" fmla="*/ 339616 w 1508539"/>
              <a:gd name="connsiteY114-39440" fmla="*/ 1861531 h 6858000"/>
              <a:gd name="connsiteX115-39441" fmla="*/ 293415 w 1508539"/>
              <a:gd name="connsiteY115-39442" fmla="*/ 1732919 h 6858000"/>
              <a:gd name="connsiteX116-39443" fmla="*/ 265726 w 1508539"/>
              <a:gd name="connsiteY116-39444" fmla="*/ 1663540 h 6858000"/>
              <a:gd name="connsiteX117-39445" fmla="*/ 264852 w 1508539"/>
              <a:gd name="connsiteY117-39446" fmla="*/ 1615777 h 6858000"/>
              <a:gd name="connsiteX118-39447" fmla="*/ 245647 w 1508539"/>
              <a:gd name="connsiteY118-39448" fmla="*/ 1563678 h 6858000"/>
              <a:gd name="connsiteX119-39449" fmla="*/ 258727 w 1508539"/>
              <a:gd name="connsiteY119-39450" fmla="*/ 1519474 h 6858000"/>
              <a:gd name="connsiteX120-39451" fmla="*/ 251469 w 1508539"/>
              <a:gd name="connsiteY120-39452" fmla="*/ 1477995 h 6858000"/>
              <a:gd name="connsiteX121-39453" fmla="*/ 237554 w 1508539"/>
              <a:gd name="connsiteY121-39454" fmla="*/ 1373769 h 6858000"/>
              <a:gd name="connsiteX122-39455" fmla="*/ 245861 w 1508539"/>
              <a:gd name="connsiteY122-39456" fmla="*/ 1307086 h 6858000"/>
              <a:gd name="connsiteX123-39457" fmla="*/ 247049 w 1508539"/>
              <a:gd name="connsiteY123-39458" fmla="*/ 1189033 h 6858000"/>
              <a:gd name="connsiteX124-39459" fmla="*/ 251734 w 1508539"/>
              <a:gd name="connsiteY124-39460" fmla="*/ 1168288 h 6858000"/>
              <a:gd name="connsiteX125-39461" fmla="*/ 244016 w 1508539"/>
              <a:gd name="connsiteY125-39462" fmla="*/ 1142577 h 6858000"/>
              <a:gd name="connsiteX126-39463" fmla="*/ 233322 w 1508539"/>
              <a:gd name="connsiteY126-39464" fmla="*/ 1088484 h 6858000"/>
              <a:gd name="connsiteX127-39465" fmla="*/ 222058 w 1508539"/>
              <a:gd name="connsiteY127-39466" fmla="*/ 1016103 h 6858000"/>
              <a:gd name="connsiteX128-39467" fmla="*/ 223514 w 1508539"/>
              <a:gd name="connsiteY128-39468" fmla="*/ 932283 h 6858000"/>
              <a:gd name="connsiteX129-39469" fmla="*/ 225750 w 1508539"/>
              <a:gd name="connsiteY129-39470" fmla="*/ 915925 h 6858000"/>
              <a:gd name="connsiteX130-39471" fmla="*/ 218379 w 1508539"/>
              <a:gd name="connsiteY130-39472" fmla="*/ 896999 h 6858000"/>
              <a:gd name="connsiteX131-39473" fmla="*/ 187787 w 1508539"/>
              <a:gd name="connsiteY131-39474" fmla="*/ 821517 h 6858000"/>
              <a:gd name="connsiteX132-39475" fmla="*/ 166737 w 1508539"/>
              <a:gd name="connsiteY132-39476" fmla="*/ 751353 h 6858000"/>
              <a:gd name="connsiteX133-39477" fmla="*/ 166295 w 1508539"/>
              <a:gd name="connsiteY133-39478" fmla="*/ 721230 h 6858000"/>
              <a:gd name="connsiteX134-39479" fmla="*/ 151966 w 1508539"/>
              <a:gd name="connsiteY134-39480" fmla="*/ 681659 h 6858000"/>
              <a:gd name="connsiteX135-39481" fmla="*/ 137385 w 1508539"/>
              <a:gd name="connsiteY135-39482" fmla="*/ 635218 h 6858000"/>
              <a:gd name="connsiteX136-39483" fmla="*/ 142396 w 1508539"/>
              <a:gd name="connsiteY136-39484" fmla="*/ 613763 h 6858000"/>
              <a:gd name="connsiteX137-39485" fmla="*/ 128338 w 1508539"/>
              <a:gd name="connsiteY137-39486" fmla="*/ 598582 h 6858000"/>
              <a:gd name="connsiteX138-39487" fmla="*/ 128019 w 1508539"/>
              <a:gd name="connsiteY138-39488" fmla="*/ 576846 h 6858000"/>
              <a:gd name="connsiteX139-39489" fmla="*/ 107645 w 1508539"/>
              <a:gd name="connsiteY139-39490" fmla="*/ 530055 h 6858000"/>
              <a:gd name="connsiteX140-39491" fmla="*/ 106893 w 1508539"/>
              <a:gd name="connsiteY140-39492" fmla="*/ 465389 h 6858000"/>
              <a:gd name="connsiteX141-39493" fmla="*/ 89816 w 1508539"/>
              <a:gd name="connsiteY141-39494" fmla="*/ 424699 h 6858000"/>
              <a:gd name="connsiteX142-39495" fmla="*/ 90191 w 1508539"/>
              <a:gd name="connsiteY142-39496" fmla="*/ 404917 h 6858000"/>
              <a:gd name="connsiteX143-39497" fmla="*/ 70148 w 1508539"/>
              <a:gd name="connsiteY143-39498" fmla="*/ 367211 h 6858000"/>
              <a:gd name="connsiteX144-39499" fmla="*/ 36452 w 1508539"/>
              <a:gd name="connsiteY144-39500" fmla="*/ 268519 h 6858000"/>
              <a:gd name="connsiteX145-39501" fmla="*/ 23935 w 1508539"/>
              <a:gd name="connsiteY145-39502" fmla="*/ 160886 h 6858000"/>
              <a:gd name="connsiteX146-39503" fmla="*/ 19312 w 1508539"/>
              <a:gd name="connsiteY146-39504" fmla="*/ 47336 h 6858000"/>
              <a:gd name="connsiteX147-39505" fmla="*/ 0 w 1508539"/>
              <a:gd name="connsiteY147-39506" fmla="*/ 0 h 6858000"/>
              <a:gd name="connsiteX0-39507" fmla="*/ 0 w 1508539"/>
              <a:gd name="connsiteY0-39508" fmla="*/ 0 h 6858000"/>
              <a:gd name="connsiteX1-39509" fmla="*/ 1508539 w 1508539"/>
              <a:gd name="connsiteY1-39510" fmla="*/ 0 h 6858000"/>
              <a:gd name="connsiteX2-39511" fmla="*/ 1508539 w 1508539"/>
              <a:gd name="connsiteY2-39512" fmla="*/ 6858000 h 6858000"/>
              <a:gd name="connsiteX3-39513" fmla="*/ 139560 w 1508539"/>
              <a:gd name="connsiteY3-39514" fmla="*/ 6857735 h 6858000"/>
              <a:gd name="connsiteX4-39515" fmla="*/ 101575 w 1508539"/>
              <a:gd name="connsiteY4-39516" fmla="*/ 6715115 h 6858000"/>
              <a:gd name="connsiteX5-39517" fmla="*/ 111426 w 1508539"/>
              <a:gd name="connsiteY5-39518" fmla="*/ 6680170 h 6858000"/>
              <a:gd name="connsiteX6-39519" fmla="*/ 136976 w 1508539"/>
              <a:gd name="connsiteY6-39520" fmla="*/ 6621207 h 6858000"/>
              <a:gd name="connsiteX7-39521" fmla="*/ 153633 w 1508539"/>
              <a:gd name="connsiteY7-39522" fmla="*/ 6596265 h 6858000"/>
              <a:gd name="connsiteX8-39523" fmla="*/ 153512 w 1508539"/>
              <a:gd name="connsiteY8-39524" fmla="*/ 6594818 h 6858000"/>
              <a:gd name="connsiteX9-39525" fmla="*/ 157757 w 1508539"/>
              <a:gd name="connsiteY9-39526" fmla="*/ 6593735 h 6858000"/>
              <a:gd name="connsiteX10-39527" fmla="*/ 160954 w 1508539"/>
              <a:gd name="connsiteY10-39528" fmla="*/ 6589172 h 6858000"/>
              <a:gd name="connsiteX11-39529" fmla="*/ 164248 w 1508539"/>
              <a:gd name="connsiteY11-39530" fmla="*/ 6574442 h 6858000"/>
              <a:gd name="connsiteX12-39531" fmla="*/ 164588 w 1508539"/>
              <a:gd name="connsiteY12-39532" fmla="*/ 6568530 h 6858000"/>
              <a:gd name="connsiteX13-39533" fmla="*/ 166997 w 1508539"/>
              <a:gd name="connsiteY13-39534" fmla="*/ 6560674 h 6858000"/>
              <a:gd name="connsiteX14-39535" fmla="*/ 167342 w 1508539"/>
              <a:gd name="connsiteY14-39536" fmla="*/ 6560598 h 6858000"/>
              <a:gd name="connsiteX15-39537" fmla="*/ 169039 w 1508539"/>
              <a:gd name="connsiteY15-39538" fmla="*/ 6553006 h 6858000"/>
              <a:gd name="connsiteX16-39539" fmla="*/ 173735 w 1508539"/>
              <a:gd name="connsiteY16-39540" fmla="*/ 6514360 h 6858000"/>
              <a:gd name="connsiteX17-39541" fmla="*/ 215389 w 1508539"/>
              <a:gd name="connsiteY17-39542" fmla="*/ 6478062 h 6858000"/>
              <a:gd name="connsiteX18-39543" fmla="*/ 226078 w 1508539"/>
              <a:gd name="connsiteY18-39544" fmla="*/ 6460325 h 6858000"/>
              <a:gd name="connsiteX19-39545" fmla="*/ 233311 w 1508539"/>
              <a:gd name="connsiteY19-39546" fmla="*/ 6451488 h 6858000"/>
              <a:gd name="connsiteX20-39547" fmla="*/ 234746 w 1508539"/>
              <a:gd name="connsiteY20-39548" fmla="*/ 6451348 h 6858000"/>
              <a:gd name="connsiteX21-39549" fmla="*/ 239104 w 1508539"/>
              <a:gd name="connsiteY21-39550" fmla="*/ 6414240 h 6858000"/>
              <a:gd name="connsiteX22-39551" fmla="*/ 241880 w 1508539"/>
              <a:gd name="connsiteY22-39552" fmla="*/ 6384857 h 6858000"/>
              <a:gd name="connsiteX23-39553" fmla="*/ 240591 w 1508539"/>
              <a:gd name="connsiteY23-39554" fmla="*/ 6367510 h 6858000"/>
              <a:gd name="connsiteX24-39555" fmla="*/ 244471 w 1508539"/>
              <a:gd name="connsiteY24-39556" fmla="*/ 6349778 h 6858000"/>
              <a:gd name="connsiteX25-39557" fmla="*/ 246136 w 1508539"/>
              <a:gd name="connsiteY25-39558" fmla="*/ 6348250 h 6858000"/>
              <a:gd name="connsiteX26-39559" fmla="*/ 262170 w 1508539"/>
              <a:gd name="connsiteY26-39560" fmla="*/ 6281972 h 6858000"/>
              <a:gd name="connsiteX27-39561" fmla="*/ 272933 w 1508539"/>
              <a:gd name="connsiteY27-39562" fmla="*/ 6211940 h 6858000"/>
              <a:gd name="connsiteX28-39563" fmla="*/ 314428 w 1508539"/>
              <a:gd name="connsiteY28-39564" fmla="*/ 6113913 h 6858000"/>
              <a:gd name="connsiteX29-39565" fmla="*/ 318721 w 1508539"/>
              <a:gd name="connsiteY29-39566" fmla="*/ 6028119 h 6858000"/>
              <a:gd name="connsiteX30-39567" fmla="*/ 345501 w 1508539"/>
              <a:gd name="connsiteY30-39568" fmla="*/ 5934687 h 6858000"/>
              <a:gd name="connsiteX31-39569" fmla="*/ 379513 w 1508539"/>
              <a:gd name="connsiteY31-39570" fmla="*/ 5765594 h 6858000"/>
              <a:gd name="connsiteX32-39571" fmla="*/ 411349 w 1508539"/>
              <a:gd name="connsiteY32-39572" fmla="*/ 5693685 h 6858000"/>
              <a:gd name="connsiteX33-39573" fmla="*/ 431404 w 1508539"/>
              <a:gd name="connsiteY33-39574" fmla="*/ 5665173 h 6858000"/>
              <a:gd name="connsiteX34-39575" fmla="*/ 465121 w 1508539"/>
              <a:gd name="connsiteY34-39576" fmla="*/ 5563435 h 6858000"/>
              <a:gd name="connsiteX35-39577" fmla="*/ 494626 w 1508539"/>
              <a:gd name="connsiteY35-39578" fmla="*/ 5476393 h 6858000"/>
              <a:gd name="connsiteX36-39579" fmla="*/ 525819 w 1508539"/>
              <a:gd name="connsiteY36-39580" fmla="*/ 5396260 h 6858000"/>
              <a:gd name="connsiteX37-39581" fmla="*/ 541800 w 1508539"/>
              <a:gd name="connsiteY37-39582" fmla="*/ 5330009 h 6858000"/>
              <a:gd name="connsiteX38-39583" fmla="*/ 575293 w 1508539"/>
              <a:gd name="connsiteY38-39584" fmla="*/ 5273739 h 6858000"/>
              <a:gd name="connsiteX39-39585" fmla="*/ 584892 w 1508539"/>
              <a:gd name="connsiteY39-39586" fmla="*/ 5241779 h 6858000"/>
              <a:gd name="connsiteX40-39587" fmla="*/ 596118 w 1508539"/>
              <a:gd name="connsiteY40-39588" fmla="*/ 5225268 h 6858000"/>
              <a:gd name="connsiteX41-39589" fmla="*/ 597138 w 1508539"/>
              <a:gd name="connsiteY41-39590" fmla="*/ 5217684 h 6858000"/>
              <a:gd name="connsiteX42-39591" fmla="*/ 604479 w 1508539"/>
              <a:gd name="connsiteY42-39592" fmla="*/ 5193377 h 6858000"/>
              <a:gd name="connsiteX43-39593" fmla="*/ 607782 w 1508539"/>
              <a:gd name="connsiteY43-39594" fmla="*/ 5179288 h 6858000"/>
              <a:gd name="connsiteX44-39595" fmla="*/ 608766 w 1508539"/>
              <a:gd name="connsiteY44-39596" fmla="*/ 5173621 h 6858000"/>
              <a:gd name="connsiteX45-39597" fmla="*/ 604400 w 1508539"/>
              <a:gd name="connsiteY45-39598" fmla="*/ 5159961 h 6858000"/>
              <a:gd name="connsiteX46-39599" fmla="*/ 611077 w 1508539"/>
              <a:gd name="connsiteY46-39600" fmla="*/ 5144295 h 6858000"/>
              <a:gd name="connsiteX47-39601" fmla="*/ 608010 w 1508539"/>
              <a:gd name="connsiteY47-39602" fmla="*/ 5125185 h 6858000"/>
              <a:gd name="connsiteX48-39603" fmla="*/ 614840 w 1508539"/>
              <a:gd name="connsiteY48-39604" fmla="*/ 5121884 h 6858000"/>
              <a:gd name="connsiteX49-39605" fmla="*/ 621876 w 1508539"/>
              <a:gd name="connsiteY49-39606" fmla="*/ 5067850 h 6858000"/>
              <a:gd name="connsiteX50-39607" fmla="*/ 624607 w 1508539"/>
              <a:gd name="connsiteY50-39608" fmla="*/ 5060861 h 6858000"/>
              <a:gd name="connsiteX51-39609" fmla="*/ 621311 w 1508539"/>
              <a:gd name="connsiteY51-39610" fmla="*/ 5034192 h 6858000"/>
              <a:gd name="connsiteX52-39611" fmla="*/ 622865 w 1508539"/>
              <a:gd name="connsiteY52-39612" fmla="*/ 4993030 h 6858000"/>
              <a:gd name="connsiteX53-39613" fmla="*/ 629774 w 1508539"/>
              <a:gd name="connsiteY53-39614" fmla="*/ 4946844 h 6858000"/>
              <a:gd name="connsiteX54-39615" fmla="*/ 625630 w 1508539"/>
              <a:gd name="connsiteY54-39616" fmla="*/ 4932692 h 6858000"/>
              <a:gd name="connsiteX55-39617" fmla="*/ 641033 w 1508539"/>
              <a:gd name="connsiteY55-39618" fmla="*/ 4858827 h 6858000"/>
              <a:gd name="connsiteX56-39619" fmla="*/ 646936 w 1508539"/>
              <a:gd name="connsiteY56-39620" fmla="*/ 4821170 h 6858000"/>
              <a:gd name="connsiteX57-39621" fmla="*/ 651669 w 1508539"/>
              <a:gd name="connsiteY57-39622" fmla="*/ 4780965 h 6858000"/>
              <a:gd name="connsiteX58-39623" fmla="*/ 652962 w 1508539"/>
              <a:gd name="connsiteY58-39624" fmla="*/ 4750867 h 6858000"/>
              <a:gd name="connsiteX59-39625" fmla="*/ 650769 w 1508539"/>
              <a:gd name="connsiteY59-39626" fmla="*/ 4690749 h 6858000"/>
              <a:gd name="connsiteX60-39627" fmla="*/ 646249 w 1508539"/>
              <a:gd name="connsiteY60-39628" fmla="*/ 4584173 h 6858000"/>
              <a:gd name="connsiteX61-39629" fmla="*/ 641332 w 1508539"/>
              <a:gd name="connsiteY61-39630" fmla="*/ 4444346 h 6858000"/>
              <a:gd name="connsiteX62-39631" fmla="*/ 637897 w 1508539"/>
              <a:gd name="connsiteY62-39632" fmla="*/ 4375228 h 6858000"/>
              <a:gd name="connsiteX63-39633" fmla="*/ 618550 w 1508539"/>
              <a:gd name="connsiteY63-39634" fmla="*/ 4214165 h 6858000"/>
              <a:gd name="connsiteX64-39635" fmla="*/ 622623 w 1508539"/>
              <a:gd name="connsiteY64-39636" fmla="*/ 4090296 h 6858000"/>
              <a:gd name="connsiteX65-39637" fmla="*/ 607879 w 1508539"/>
              <a:gd name="connsiteY65-39638" fmla="*/ 4033999 h 6858000"/>
              <a:gd name="connsiteX66-39639" fmla="*/ 609028 w 1508539"/>
              <a:gd name="connsiteY66-39640" fmla="*/ 4031933 h 6858000"/>
              <a:gd name="connsiteX67-39641" fmla="*/ 607604 w 1508539"/>
              <a:gd name="connsiteY67-39642" fmla="*/ 4013953 h 6858000"/>
              <a:gd name="connsiteX68-39643" fmla="*/ 593899 w 1508539"/>
              <a:gd name="connsiteY68-39644" fmla="*/ 3974753 h 6858000"/>
              <a:gd name="connsiteX69-39645" fmla="*/ 595497 w 1508539"/>
              <a:gd name="connsiteY69-39646" fmla="*/ 3969950 h 6858000"/>
              <a:gd name="connsiteX70-39647" fmla="*/ 588919 w 1508539"/>
              <a:gd name="connsiteY70-39648" fmla="*/ 3933779 h 6858000"/>
              <a:gd name="connsiteX71-39649" fmla="*/ 590250 w 1508539"/>
              <a:gd name="connsiteY71-39650" fmla="*/ 3933093 h 6858000"/>
              <a:gd name="connsiteX72-39651" fmla="*/ 594604 w 1508539"/>
              <a:gd name="connsiteY72-39652" fmla="*/ 3922082 h 6858000"/>
              <a:gd name="connsiteX73-39653" fmla="*/ 599682 w 1508539"/>
              <a:gd name="connsiteY73-39654" fmla="*/ 3901461 h 6858000"/>
              <a:gd name="connsiteX74-39655" fmla="*/ 622276 w 1508539"/>
              <a:gd name="connsiteY74-39656" fmla="*/ 3813873 h 6858000"/>
              <a:gd name="connsiteX75-39657" fmla="*/ 621701 w 1508539"/>
              <a:gd name="connsiteY75-39658" fmla="*/ 3806161 h 6858000"/>
              <a:gd name="connsiteX76-39659" fmla="*/ 622008 w 1508539"/>
              <a:gd name="connsiteY76-39660" fmla="*/ 3805957 h 6858000"/>
              <a:gd name="connsiteX77-39661" fmla="*/ 622035 w 1508539"/>
              <a:gd name="connsiteY77-39662" fmla="*/ 3797724 h 6858000"/>
              <a:gd name="connsiteX78-39663" fmla="*/ 620650 w 1508539"/>
              <a:gd name="connsiteY78-39664" fmla="*/ 3792098 h 6858000"/>
              <a:gd name="connsiteX79-39665" fmla="*/ 619534 w 1508539"/>
              <a:gd name="connsiteY79-39666" fmla="*/ 3777135 h 6858000"/>
              <a:gd name="connsiteX80-39667" fmla="*/ 621267 w 1508539"/>
              <a:gd name="connsiteY80-39668" fmla="*/ 3771656 h 6858000"/>
              <a:gd name="connsiteX81-39669" fmla="*/ 625010 w 1508539"/>
              <a:gd name="connsiteY81-39670" fmla="*/ 3769007 h 6858000"/>
              <a:gd name="connsiteX82-39671" fmla="*/ 624476 w 1508539"/>
              <a:gd name="connsiteY82-39672" fmla="*/ 3767709 h 6858000"/>
              <a:gd name="connsiteX83-39673" fmla="*/ 633172 w 1508539"/>
              <a:gd name="connsiteY83-39674" fmla="*/ 3738082 h 6858000"/>
              <a:gd name="connsiteX84-39675" fmla="*/ 640518 w 1508539"/>
              <a:gd name="connsiteY84-39676" fmla="*/ 3673397 h 6858000"/>
              <a:gd name="connsiteX85-39677" fmla="*/ 639814 w 1508539"/>
              <a:gd name="connsiteY85-39678" fmla="*/ 3637109 h 6858000"/>
              <a:gd name="connsiteX86-39679" fmla="*/ 643257 w 1508539"/>
              <a:gd name="connsiteY86-39680" fmla="*/ 3536883 h 6858000"/>
              <a:gd name="connsiteX87-39681" fmla="*/ 650795 w 1508539"/>
              <a:gd name="connsiteY87-39682" fmla="*/ 3435652 h 6858000"/>
              <a:gd name="connsiteX88-39683" fmla="*/ 652466 w 1508539"/>
              <a:gd name="connsiteY88-39684" fmla="*/ 3307769 h 6858000"/>
              <a:gd name="connsiteX89-39685" fmla="*/ 670029 w 1508539"/>
              <a:gd name="connsiteY89-39686" fmla="*/ 3250522 h 6858000"/>
              <a:gd name="connsiteX90-39687" fmla="*/ 670454 w 1508539"/>
              <a:gd name="connsiteY90-39688" fmla="*/ 3229163 h 6858000"/>
              <a:gd name="connsiteX91-39689" fmla="*/ 672277 w 1508539"/>
              <a:gd name="connsiteY91-39690" fmla="*/ 3217217 h 6858000"/>
              <a:gd name="connsiteX92-39691" fmla="*/ 659112 w 1508539"/>
              <a:gd name="connsiteY92-39692" fmla="*/ 3183755 h 6858000"/>
              <a:gd name="connsiteX93-39693" fmla="*/ 659613 w 1508539"/>
              <a:gd name="connsiteY93-39694" fmla="*/ 3178642 h 6858000"/>
              <a:gd name="connsiteX94-39695" fmla="*/ 647213 w 1508539"/>
              <a:gd name="connsiteY94-39696" fmla="*/ 3158586 h 6858000"/>
              <a:gd name="connsiteX95-39697" fmla="*/ 632398 w 1508539"/>
              <a:gd name="connsiteY95-39698" fmla="*/ 3129034 h 6858000"/>
              <a:gd name="connsiteX96-39699" fmla="*/ 633063 w 1508539"/>
              <a:gd name="connsiteY96-39700" fmla="*/ 3126682 h 6858000"/>
              <a:gd name="connsiteX97-39701" fmla="*/ 623931 w 1508539"/>
              <a:gd name="connsiteY97-39702" fmla="*/ 3114519 h 6858000"/>
              <a:gd name="connsiteX98-39703" fmla="*/ 610540 w 1508539"/>
              <a:gd name="connsiteY98-39704" fmla="*/ 3106272 h 6858000"/>
              <a:gd name="connsiteX99-39705" fmla="*/ 583270 w 1508539"/>
              <a:gd name="connsiteY99-39706" fmla="*/ 2958185 h 6858000"/>
              <a:gd name="connsiteX100-39707" fmla="*/ 525884 w 1508539"/>
              <a:gd name="connsiteY100-39708" fmla="*/ 2762989 h 6858000"/>
              <a:gd name="connsiteX101-39709" fmla="*/ 474802 w 1508539"/>
              <a:gd name="connsiteY101-39710" fmla="*/ 2554718 h 6858000"/>
              <a:gd name="connsiteX102-39711" fmla="*/ 454896 w 1508539"/>
              <a:gd name="connsiteY102-39712" fmla="*/ 2485734 h 6858000"/>
              <a:gd name="connsiteX103-39713" fmla="*/ 445619 w 1508539"/>
              <a:gd name="connsiteY103-39714" fmla="*/ 2447068 h 6858000"/>
              <a:gd name="connsiteX104-39715" fmla="*/ 432580 w 1508539"/>
              <a:gd name="connsiteY104-39716" fmla="*/ 2425819 h 6858000"/>
              <a:gd name="connsiteX105-39717" fmla="*/ 438579 w 1508539"/>
              <a:gd name="connsiteY105-39718" fmla="*/ 2402874 h 6858000"/>
              <a:gd name="connsiteX106-39719" fmla="*/ 441191 w 1508539"/>
              <a:gd name="connsiteY106-39720" fmla="*/ 2381443 h 6858000"/>
              <a:gd name="connsiteX107-39721" fmla="*/ 417520 w 1508539"/>
              <a:gd name="connsiteY107-39722" fmla="*/ 2261920 h 6858000"/>
              <a:gd name="connsiteX108-39723" fmla="*/ 407407 w 1508539"/>
              <a:gd name="connsiteY108-39724" fmla="*/ 2195378 h 6858000"/>
              <a:gd name="connsiteX109-39725" fmla="*/ 391624 w 1508539"/>
              <a:gd name="connsiteY109-39726" fmla="*/ 2155135 h 6858000"/>
              <a:gd name="connsiteX110-39727" fmla="*/ 389082 w 1508539"/>
              <a:gd name="connsiteY110-39728" fmla="*/ 2118008 h 6858000"/>
              <a:gd name="connsiteX111-39729" fmla="*/ 390075 w 1508539"/>
              <a:gd name="connsiteY111-39730" fmla="*/ 2050531 h 6858000"/>
              <a:gd name="connsiteX112-39731" fmla="*/ 381881 w 1508539"/>
              <a:gd name="connsiteY112-39732" fmla="*/ 1963269 h 6858000"/>
              <a:gd name="connsiteX113-39733" fmla="*/ 363059 w 1508539"/>
              <a:gd name="connsiteY113-39734" fmla="*/ 1906352 h 6858000"/>
              <a:gd name="connsiteX114-39735" fmla="*/ 339616 w 1508539"/>
              <a:gd name="connsiteY114-39736" fmla="*/ 1861531 h 6858000"/>
              <a:gd name="connsiteX115-39737" fmla="*/ 293415 w 1508539"/>
              <a:gd name="connsiteY115-39738" fmla="*/ 1732919 h 6858000"/>
              <a:gd name="connsiteX116-39739" fmla="*/ 265726 w 1508539"/>
              <a:gd name="connsiteY116-39740" fmla="*/ 1663540 h 6858000"/>
              <a:gd name="connsiteX117-39741" fmla="*/ 264852 w 1508539"/>
              <a:gd name="connsiteY117-39742" fmla="*/ 1615777 h 6858000"/>
              <a:gd name="connsiteX118-39743" fmla="*/ 245647 w 1508539"/>
              <a:gd name="connsiteY118-39744" fmla="*/ 1563678 h 6858000"/>
              <a:gd name="connsiteX119-39745" fmla="*/ 258727 w 1508539"/>
              <a:gd name="connsiteY119-39746" fmla="*/ 1519474 h 6858000"/>
              <a:gd name="connsiteX120-39747" fmla="*/ 251469 w 1508539"/>
              <a:gd name="connsiteY120-39748" fmla="*/ 1477995 h 6858000"/>
              <a:gd name="connsiteX121-39749" fmla="*/ 237554 w 1508539"/>
              <a:gd name="connsiteY121-39750" fmla="*/ 1373769 h 6858000"/>
              <a:gd name="connsiteX122-39751" fmla="*/ 245861 w 1508539"/>
              <a:gd name="connsiteY122-39752" fmla="*/ 1307086 h 6858000"/>
              <a:gd name="connsiteX123-39753" fmla="*/ 247049 w 1508539"/>
              <a:gd name="connsiteY123-39754" fmla="*/ 1189033 h 6858000"/>
              <a:gd name="connsiteX124-39755" fmla="*/ 251734 w 1508539"/>
              <a:gd name="connsiteY124-39756" fmla="*/ 1168288 h 6858000"/>
              <a:gd name="connsiteX125-39757" fmla="*/ 244016 w 1508539"/>
              <a:gd name="connsiteY125-39758" fmla="*/ 1142577 h 6858000"/>
              <a:gd name="connsiteX126-39759" fmla="*/ 233322 w 1508539"/>
              <a:gd name="connsiteY126-39760" fmla="*/ 1088484 h 6858000"/>
              <a:gd name="connsiteX127-39761" fmla="*/ 222058 w 1508539"/>
              <a:gd name="connsiteY127-39762" fmla="*/ 1016103 h 6858000"/>
              <a:gd name="connsiteX128-39763" fmla="*/ 223514 w 1508539"/>
              <a:gd name="connsiteY128-39764" fmla="*/ 932283 h 6858000"/>
              <a:gd name="connsiteX129-39765" fmla="*/ 225750 w 1508539"/>
              <a:gd name="connsiteY129-39766" fmla="*/ 915925 h 6858000"/>
              <a:gd name="connsiteX130-39767" fmla="*/ 218379 w 1508539"/>
              <a:gd name="connsiteY130-39768" fmla="*/ 896999 h 6858000"/>
              <a:gd name="connsiteX131-39769" fmla="*/ 187787 w 1508539"/>
              <a:gd name="connsiteY131-39770" fmla="*/ 821517 h 6858000"/>
              <a:gd name="connsiteX132-39771" fmla="*/ 166737 w 1508539"/>
              <a:gd name="connsiteY132-39772" fmla="*/ 751353 h 6858000"/>
              <a:gd name="connsiteX133-39773" fmla="*/ 166295 w 1508539"/>
              <a:gd name="connsiteY133-39774" fmla="*/ 721230 h 6858000"/>
              <a:gd name="connsiteX134-39775" fmla="*/ 151966 w 1508539"/>
              <a:gd name="connsiteY134-39776" fmla="*/ 681659 h 6858000"/>
              <a:gd name="connsiteX135-39777" fmla="*/ 137385 w 1508539"/>
              <a:gd name="connsiteY135-39778" fmla="*/ 635218 h 6858000"/>
              <a:gd name="connsiteX136-39779" fmla="*/ 142396 w 1508539"/>
              <a:gd name="connsiteY136-39780" fmla="*/ 613763 h 6858000"/>
              <a:gd name="connsiteX137-39781" fmla="*/ 128338 w 1508539"/>
              <a:gd name="connsiteY137-39782" fmla="*/ 598582 h 6858000"/>
              <a:gd name="connsiteX138-39783" fmla="*/ 128019 w 1508539"/>
              <a:gd name="connsiteY138-39784" fmla="*/ 576846 h 6858000"/>
              <a:gd name="connsiteX139-39785" fmla="*/ 107645 w 1508539"/>
              <a:gd name="connsiteY139-39786" fmla="*/ 530055 h 6858000"/>
              <a:gd name="connsiteX140-39787" fmla="*/ 106893 w 1508539"/>
              <a:gd name="connsiteY140-39788" fmla="*/ 465389 h 6858000"/>
              <a:gd name="connsiteX141-39789" fmla="*/ 89816 w 1508539"/>
              <a:gd name="connsiteY141-39790" fmla="*/ 424699 h 6858000"/>
              <a:gd name="connsiteX142-39791" fmla="*/ 90191 w 1508539"/>
              <a:gd name="connsiteY142-39792" fmla="*/ 404917 h 6858000"/>
              <a:gd name="connsiteX143-39793" fmla="*/ 70148 w 1508539"/>
              <a:gd name="connsiteY143-39794" fmla="*/ 367211 h 6858000"/>
              <a:gd name="connsiteX144-39795" fmla="*/ 36452 w 1508539"/>
              <a:gd name="connsiteY144-39796" fmla="*/ 268519 h 6858000"/>
              <a:gd name="connsiteX145-39797" fmla="*/ 23935 w 1508539"/>
              <a:gd name="connsiteY145-39798" fmla="*/ 160886 h 6858000"/>
              <a:gd name="connsiteX146-39799" fmla="*/ 19312 w 1508539"/>
              <a:gd name="connsiteY146-39800" fmla="*/ 47336 h 6858000"/>
              <a:gd name="connsiteX147-39801" fmla="*/ 0 w 1508539"/>
              <a:gd name="connsiteY147-39802" fmla="*/ 0 h 6858000"/>
              <a:gd name="connsiteX0-39803" fmla="*/ 0 w 1508539"/>
              <a:gd name="connsiteY0-39804" fmla="*/ 0 h 6858000"/>
              <a:gd name="connsiteX1-39805" fmla="*/ 1508539 w 1508539"/>
              <a:gd name="connsiteY1-39806" fmla="*/ 0 h 6858000"/>
              <a:gd name="connsiteX2-39807" fmla="*/ 1508539 w 1508539"/>
              <a:gd name="connsiteY2-39808" fmla="*/ 6858000 h 6858000"/>
              <a:gd name="connsiteX3-39809" fmla="*/ 139560 w 1508539"/>
              <a:gd name="connsiteY3-39810" fmla="*/ 6857735 h 6858000"/>
              <a:gd name="connsiteX4-39811" fmla="*/ 128010 w 1508539"/>
              <a:gd name="connsiteY4-39812" fmla="*/ 6751578 h 6858000"/>
              <a:gd name="connsiteX5-39813" fmla="*/ 111426 w 1508539"/>
              <a:gd name="connsiteY5-39814" fmla="*/ 6680170 h 6858000"/>
              <a:gd name="connsiteX6-39815" fmla="*/ 136976 w 1508539"/>
              <a:gd name="connsiteY6-39816" fmla="*/ 6621207 h 6858000"/>
              <a:gd name="connsiteX7-39817" fmla="*/ 153633 w 1508539"/>
              <a:gd name="connsiteY7-39818" fmla="*/ 6596265 h 6858000"/>
              <a:gd name="connsiteX8-39819" fmla="*/ 153512 w 1508539"/>
              <a:gd name="connsiteY8-39820" fmla="*/ 6594818 h 6858000"/>
              <a:gd name="connsiteX9-39821" fmla="*/ 157757 w 1508539"/>
              <a:gd name="connsiteY9-39822" fmla="*/ 6593735 h 6858000"/>
              <a:gd name="connsiteX10-39823" fmla="*/ 160954 w 1508539"/>
              <a:gd name="connsiteY10-39824" fmla="*/ 6589172 h 6858000"/>
              <a:gd name="connsiteX11-39825" fmla="*/ 164248 w 1508539"/>
              <a:gd name="connsiteY11-39826" fmla="*/ 6574442 h 6858000"/>
              <a:gd name="connsiteX12-39827" fmla="*/ 164588 w 1508539"/>
              <a:gd name="connsiteY12-39828" fmla="*/ 6568530 h 6858000"/>
              <a:gd name="connsiteX13-39829" fmla="*/ 166997 w 1508539"/>
              <a:gd name="connsiteY13-39830" fmla="*/ 6560674 h 6858000"/>
              <a:gd name="connsiteX14-39831" fmla="*/ 167342 w 1508539"/>
              <a:gd name="connsiteY14-39832" fmla="*/ 6560598 h 6858000"/>
              <a:gd name="connsiteX15-39833" fmla="*/ 169039 w 1508539"/>
              <a:gd name="connsiteY15-39834" fmla="*/ 6553006 h 6858000"/>
              <a:gd name="connsiteX16-39835" fmla="*/ 173735 w 1508539"/>
              <a:gd name="connsiteY16-39836" fmla="*/ 6514360 h 6858000"/>
              <a:gd name="connsiteX17-39837" fmla="*/ 215389 w 1508539"/>
              <a:gd name="connsiteY17-39838" fmla="*/ 6478062 h 6858000"/>
              <a:gd name="connsiteX18-39839" fmla="*/ 226078 w 1508539"/>
              <a:gd name="connsiteY18-39840" fmla="*/ 6460325 h 6858000"/>
              <a:gd name="connsiteX19-39841" fmla="*/ 233311 w 1508539"/>
              <a:gd name="connsiteY19-39842" fmla="*/ 6451488 h 6858000"/>
              <a:gd name="connsiteX20-39843" fmla="*/ 234746 w 1508539"/>
              <a:gd name="connsiteY20-39844" fmla="*/ 6451348 h 6858000"/>
              <a:gd name="connsiteX21-39845" fmla="*/ 239104 w 1508539"/>
              <a:gd name="connsiteY21-39846" fmla="*/ 6414240 h 6858000"/>
              <a:gd name="connsiteX22-39847" fmla="*/ 241880 w 1508539"/>
              <a:gd name="connsiteY22-39848" fmla="*/ 6384857 h 6858000"/>
              <a:gd name="connsiteX23-39849" fmla="*/ 240591 w 1508539"/>
              <a:gd name="connsiteY23-39850" fmla="*/ 6367510 h 6858000"/>
              <a:gd name="connsiteX24-39851" fmla="*/ 244471 w 1508539"/>
              <a:gd name="connsiteY24-39852" fmla="*/ 6349778 h 6858000"/>
              <a:gd name="connsiteX25-39853" fmla="*/ 246136 w 1508539"/>
              <a:gd name="connsiteY25-39854" fmla="*/ 6348250 h 6858000"/>
              <a:gd name="connsiteX26-39855" fmla="*/ 262170 w 1508539"/>
              <a:gd name="connsiteY26-39856" fmla="*/ 6281972 h 6858000"/>
              <a:gd name="connsiteX27-39857" fmla="*/ 272933 w 1508539"/>
              <a:gd name="connsiteY27-39858" fmla="*/ 6211940 h 6858000"/>
              <a:gd name="connsiteX28-39859" fmla="*/ 314428 w 1508539"/>
              <a:gd name="connsiteY28-39860" fmla="*/ 6113913 h 6858000"/>
              <a:gd name="connsiteX29-39861" fmla="*/ 318721 w 1508539"/>
              <a:gd name="connsiteY29-39862" fmla="*/ 6028119 h 6858000"/>
              <a:gd name="connsiteX30-39863" fmla="*/ 345501 w 1508539"/>
              <a:gd name="connsiteY30-39864" fmla="*/ 5934687 h 6858000"/>
              <a:gd name="connsiteX31-39865" fmla="*/ 379513 w 1508539"/>
              <a:gd name="connsiteY31-39866" fmla="*/ 5765594 h 6858000"/>
              <a:gd name="connsiteX32-39867" fmla="*/ 411349 w 1508539"/>
              <a:gd name="connsiteY32-39868" fmla="*/ 5693685 h 6858000"/>
              <a:gd name="connsiteX33-39869" fmla="*/ 431404 w 1508539"/>
              <a:gd name="connsiteY33-39870" fmla="*/ 5665173 h 6858000"/>
              <a:gd name="connsiteX34-39871" fmla="*/ 465121 w 1508539"/>
              <a:gd name="connsiteY34-39872" fmla="*/ 5563435 h 6858000"/>
              <a:gd name="connsiteX35-39873" fmla="*/ 494626 w 1508539"/>
              <a:gd name="connsiteY35-39874" fmla="*/ 5476393 h 6858000"/>
              <a:gd name="connsiteX36-39875" fmla="*/ 525819 w 1508539"/>
              <a:gd name="connsiteY36-39876" fmla="*/ 5396260 h 6858000"/>
              <a:gd name="connsiteX37-39877" fmla="*/ 541800 w 1508539"/>
              <a:gd name="connsiteY37-39878" fmla="*/ 5330009 h 6858000"/>
              <a:gd name="connsiteX38-39879" fmla="*/ 575293 w 1508539"/>
              <a:gd name="connsiteY38-39880" fmla="*/ 5273739 h 6858000"/>
              <a:gd name="connsiteX39-39881" fmla="*/ 584892 w 1508539"/>
              <a:gd name="connsiteY39-39882" fmla="*/ 5241779 h 6858000"/>
              <a:gd name="connsiteX40-39883" fmla="*/ 596118 w 1508539"/>
              <a:gd name="connsiteY40-39884" fmla="*/ 5225268 h 6858000"/>
              <a:gd name="connsiteX41-39885" fmla="*/ 597138 w 1508539"/>
              <a:gd name="connsiteY41-39886" fmla="*/ 5217684 h 6858000"/>
              <a:gd name="connsiteX42-39887" fmla="*/ 604479 w 1508539"/>
              <a:gd name="connsiteY42-39888" fmla="*/ 5193377 h 6858000"/>
              <a:gd name="connsiteX43-39889" fmla="*/ 607782 w 1508539"/>
              <a:gd name="connsiteY43-39890" fmla="*/ 5179288 h 6858000"/>
              <a:gd name="connsiteX44-39891" fmla="*/ 608766 w 1508539"/>
              <a:gd name="connsiteY44-39892" fmla="*/ 5173621 h 6858000"/>
              <a:gd name="connsiteX45-39893" fmla="*/ 604400 w 1508539"/>
              <a:gd name="connsiteY45-39894" fmla="*/ 5159961 h 6858000"/>
              <a:gd name="connsiteX46-39895" fmla="*/ 611077 w 1508539"/>
              <a:gd name="connsiteY46-39896" fmla="*/ 5144295 h 6858000"/>
              <a:gd name="connsiteX47-39897" fmla="*/ 608010 w 1508539"/>
              <a:gd name="connsiteY47-39898" fmla="*/ 5125185 h 6858000"/>
              <a:gd name="connsiteX48-39899" fmla="*/ 614840 w 1508539"/>
              <a:gd name="connsiteY48-39900" fmla="*/ 5121884 h 6858000"/>
              <a:gd name="connsiteX49-39901" fmla="*/ 621876 w 1508539"/>
              <a:gd name="connsiteY49-39902" fmla="*/ 5067850 h 6858000"/>
              <a:gd name="connsiteX50-39903" fmla="*/ 624607 w 1508539"/>
              <a:gd name="connsiteY50-39904" fmla="*/ 5060861 h 6858000"/>
              <a:gd name="connsiteX51-39905" fmla="*/ 621311 w 1508539"/>
              <a:gd name="connsiteY51-39906" fmla="*/ 5034192 h 6858000"/>
              <a:gd name="connsiteX52-39907" fmla="*/ 622865 w 1508539"/>
              <a:gd name="connsiteY52-39908" fmla="*/ 4993030 h 6858000"/>
              <a:gd name="connsiteX53-39909" fmla="*/ 629774 w 1508539"/>
              <a:gd name="connsiteY53-39910" fmla="*/ 4946844 h 6858000"/>
              <a:gd name="connsiteX54-39911" fmla="*/ 625630 w 1508539"/>
              <a:gd name="connsiteY54-39912" fmla="*/ 4932692 h 6858000"/>
              <a:gd name="connsiteX55-39913" fmla="*/ 641033 w 1508539"/>
              <a:gd name="connsiteY55-39914" fmla="*/ 4858827 h 6858000"/>
              <a:gd name="connsiteX56-39915" fmla="*/ 646936 w 1508539"/>
              <a:gd name="connsiteY56-39916" fmla="*/ 4821170 h 6858000"/>
              <a:gd name="connsiteX57-39917" fmla="*/ 651669 w 1508539"/>
              <a:gd name="connsiteY57-39918" fmla="*/ 4780965 h 6858000"/>
              <a:gd name="connsiteX58-39919" fmla="*/ 652962 w 1508539"/>
              <a:gd name="connsiteY58-39920" fmla="*/ 4750867 h 6858000"/>
              <a:gd name="connsiteX59-39921" fmla="*/ 650769 w 1508539"/>
              <a:gd name="connsiteY59-39922" fmla="*/ 4690749 h 6858000"/>
              <a:gd name="connsiteX60-39923" fmla="*/ 646249 w 1508539"/>
              <a:gd name="connsiteY60-39924" fmla="*/ 4584173 h 6858000"/>
              <a:gd name="connsiteX61-39925" fmla="*/ 641332 w 1508539"/>
              <a:gd name="connsiteY61-39926" fmla="*/ 4444346 h 6858000"/>
              <a:gd name="connsiteX62-39927" fmla="*/ 637897 w 1508539"/>
              <a:gd name="connsiteY62-39928" fmla="*/ 4375228 h 6858000"/>
              <a:gd name="connsiteX63-39929" fmla="*/ 618550 w 1508539"/>
              <a:gd name="connsiteY63-39930" fmla="*/ 4214165 h 6858000"/>
              <a:gd name="connsiteX64-39931" fmla="*/ 622623 w 1508539"/>
              <a:gd name="connsiteY64-39932" fmla="*/ 4090296 h 6858000"/>
              <a:gd name="connsiteX65-39933" fmla="*/ 607879 w 1508539"/>
              <a:gd name="connsiteY65-39934" fmla="*/ 4033999 h 6858000"/>
              <a:gd name="connsiteX66-39935" fmla="*/ 609028 w 1508539"/>
              <a:gd name="connsiteY66-39936" fmla="*/ 4031933 h 6858000"/>
              <a:gd name="connsiteX67-39937" fmla="*/ 607604 w 1508539"/>
              <a:gd name="connsiteY67-39938" fmla="*/ 4013953 h 6858000"/>
              <a:gd name="connsiteX68-39939" fmla="*/ 593899 w 1508539"/>
              <a:gd name="connsiteY68-39940" fmla="*/ 3974753 h 6858000"/>
              <a:gd name="connsiteX69-39941" fmla="*/ 595497 w 1508539"/>
              <a:gd name="connsiteY69-39942" fmla="*/ 3969950 h 6858000"/>
              <a:gd name="connsiteX70-39943" fmla="*/ 588919 w 1508539"/>
              <a:gd name="connsiteY70-39944" fmla="*/ 3933779 h 6858000"/>
              <a:gd name="connsiteX71-39945" fmla="*/ 590250 w 1508539"/>
              <a:gd name="connsiteY71-39946" fmla="*/ 3933093 h 6858000"/>
              <a:gd name="connsiteX72-39947" fmla="*/ 594604 w 1508539"/>
              <a:gd name="connsiteY72-39948" fmla="*/ 3922082 h 6858000"/>
              <a:gd name="connsiteX73-39949" fmla="*/ 599682 w 1508539"/>
              <a:gd name="connsiteY73-39950" fmla="*/ 3901461 h 6858000"/>
              <a:gd name="connsiteX74-39951" fmla="*/ 622276 w 1508539"/>
              <a:gd name="connsiteY74-39952" fmla="*/ 3813873 h 6858000"/>
              <a:gd name="connsiteX75-39953" fmla="*/ 621701 w 1508539"/>
              <a:gd name="connsiteY75-39954" fmla="*/ 3806161 h 6858000"/>
              <a:gd name="connsiteX76-39955" fmla="*/ 622008 w 1508539"/>
              <a:gd name="connsiteY76-39956" fmla="*/ 3805957 h 6858000"/>
              <a:gd name="connsiteX77-39957" fmla="*/ 622035 w 1508539"/>
              <a:gd name="connsiteY77-39958" fmla="*/ 3797724 h 6858000"/>
              <a:gd name="connsiteX78-39959" fmla="*/ 620650 w 1508539"/>
              <a:gd name="connsiteY78-39960" fmla="*/ 3792098 h 6858000"/>
              <a:gd name="connsiteX79-39961" fmla="*/ 619534 w 1508539"/>
              <a:gd name="connsiteY79-39962" fmla="*/ 3777135 h 6858000"/>
              <a:gd name="connsiteX80-39963" fmla="*/ 621267 w 1508539"/>
              <a:gd name="connsiteY80-39964" fmla="*/ 3771656 h 6858000"/>
              <a:gd name="connsiteX81-39965" fmla="*/ 625010 w 1508539"/>
              <a:gd name="connsiteY81-39966" fmla="*/ 3769007 h 6858000"/>
              <a:gd name="connsiteX82-39967" fmla="*/ 624476 w 1508539"/>
              <a:gd name="connsiteY82-39968" fmla="*/ 3767709 h 6858000"/>
              <a:gd name="connsiteX83-39969" fmla="*/ 633172 w 1508539"/>
              <a:gd name="connsiteY83-39970" fmla="*/ 3738082 h 6858000"/>
              <a:gd name="connsiteX84-39971" fmla="*/ 640518 w 1508539"/>
              <a:gd name="connsiteY84-39972" fmla="*/ 3673397 h 6858000"/>
              <a:gd name="connsiteX85-39973" fmla="*/ 639814 w 1508539"/>
              <a:gd name="connsiteY85-39974" fmla="*/ 3637109 h 6858000"/>
              <a:gd name="connsiteX86-39975" fmla="*/ 643257 w 1508539"/>
              <a:gd name="connsiteY86-39976" fmla="*/ 3536883 h 6858000"/>
              <a:gd name="connsiteX87-39977" fmla="*/ 650795 w 1508539"/>
              <a:gd name="connsiteY87-39978" fmla="*/ 3435652 h 6858000"/>
              <a:gd name="connsiteX88-39979" fmla="*/ 652466 w 1508539"/>
              <a:gd name="connsiteY88-39980" fmla="*/ 3307769 h 6858000"/>
              <a:gd name="connsiteX89-39981" fmla="*/ 670029 w 1508539"/>
              <a:gd name="connsiteY89-39982" fmla="*/ 3250522 h 6858000"/>
              <a:gd name="connsiteX90-39983" fmla="*/ 670454 w 1508539"/>
              <a:gd name="connsiteY90-39984" fmla="*/ 3229163 h 6858000"/>
              <a:gd name="connsiteX91-39985" fmla="*/ 672277 w 1508539"/>
              <a:gd name="connsiteY91-39986" fmla="*/ 3217217 h 6858000"/>
              <a:gd name="connsiteX92-39987" fmla="*/ 659112 w 1508539"/>
              <a:gd name="connsiteY92-39988" fmla="*/ 3183755 h 6858000"/>
              <a:gd name="connsiteX93-39989" fmla="*/ 659613 w 1508539"/>
              <a:gd name="connsiteY93-39990" fmla="*/ 3178642 h 6858000"/>
              <a:gd name="connsiteX94-39991" fmla="*/ 647213 w 1508539"/>
              <a:gd name="connsiteY94-39992" fmla="*/ 3158586 h 6858000"/>
              <a:gd name="connsiteX95-39993" fmla="*/ 632398 w 1508539"/>
              <a:gd name="connsiteY95-39994" fmla="*/ 3129034 h 6858000"/>
              <a:gd name="connsiteX96-39995" fmla="*/ 633063 w 1508539"/>
              <a:gd name="connsiteY96-39996" fmla="*/ 3126682 h 6858000"/>
              <a:gd name="connsiteX97-39997" fmla="*/ 623931 w 1508539"/>
              <a:gd name="connsiteY97-39998" fmla="*/ 3114519 h 6858000"/>
              <a:gd name="connsiteX98-39999" fmla="*/ 610540 w 1508539"/>
              <a:gd name="connsiteY98-40000" fmla="*/ 3106272 h 6858000"/>
              <a:gd name="connsiteX99-40001" fmla="*/ 583270 w 1508539"/>
              <a:gd name="connsiteY99-40002" fmla="*/ 2958185 h 6858000"/>
              <a:gd name="connsiteX100-40003" fmla="*/ 525884 w 1508539"/>
              <a:gd name="connsiteY100-40004" fmla="*/ 2762989 h 6858000"/>
              <a:gd name="connsiteX101-40005" fmla="*/ 474802 w 1508539"/>
              <a:gd name="connsiteY101-40006" fmla="*/ 2554718 h 6858000"/>
              <a:gd name="connsiteX102-40007" fmla="*/ 454896 w 1508539"/>
              <a:gd name="connsiteY102-40008" fmla="*/ 2485734 h 6858000"/>
              <a:gd name="connsiteX103-40009" fmla="*/ 445619 w 1508539"/>
              <a:gd name="connsiteY103-40010" fmla="*/ 2447068 h 6858000"/>
              <a:gd name="connsiteX104-40011" fmla="*/ 432580 w 1508539"/>
              <a:gd name="connsiteY104-40012" fmla="*/ 2425819 h 6858000"/>
              <a:gd name="connsiteX105-40013" fmla="*/ 438579 w 1508539"/>
              <a:gd name="connsiteY105-40014" fmla="*/ 2402874 h 6858000"/>
              <a:gd name="connsiteX106-40015" fmla="*/ 441191 w 1508539"/>
              <a:gd name="connsiteY106-40016" fmla="*/ 2381443 h 6858000"/>
              <a:gd name="connsiteX107-40017" fmla="*/ 417520 w 1508539"/>
              <a:gd name="connsiteY107-40018" fmla="*/ 2261920 h 6858000"/>
              <a:gd name="connsiteX108-40019" fmla="*/ 407407 w 1508539"/>
              <a:gd name="connsiteY108-40020" fmla="*/ 2195378 h 6858000"/>
              <a:gd name="connsiteX109-40021" fmla="*/ 391624 w 1508539"/>
              <a:gd name="connsiteY109-40022" fmla="*/ 2155135 h 6858000"/>
              <a:gd name="connsiteX110-40023" fmla="*/ 389082 w 1508539"/>
              <a:gd name="connsiteY110-40024" fmla="*/ 2118008 h 6858000"/>
              <a:gd name="connsiteX111-40025" fmla="*/ 390075 w 1508539"/>
              <a:gd name="connsiteY111-40026" fmla="*/ 2050531 h 6858000"/>
              <a:gd name="connsiteX112-40027" fmla="*/ 381881 w 1508539"/>
              <a:gd name="connsiteY112-40028" fmla="*/ 1963269 h 6858000"/>
              <a:gd name="connsiteX113-40029" fmla="*/ 363059 w 1508539"/>
              <a:gd name="connsiteY113-40030" fmla="*/ 1906352 h 6858000"/>
              <a:gd name="connsiteX114-40031" fmla="*/ 339616 w 1508539"/>
              <a:gd name="connsiteY114-40032" fmla="*/ 1861531 h 6858000"/>
              <a:gd name="connsiteX115-40033" fmla="*/ 293415 w 1508539"/>
              <a:gd name="connsiteY115-40034" fmla="*/ 1732919 h 6858000"/>
              <a:gd name="connsiteX116-40035" fmla="*/ 265726 w 1508539"/>
              <a:gd name="connsiteY116-40036" fmla="*/ 1663540 h 6858000"/>
              <a:gd name="connsiteX117-40037" fmla="*/ 264852 w 1508539"/>
              <a:gd name="connsiteY117-40038" fmla="*/ 1615777 h 6858000"/>
              <a:gd name="connsiteX118-40039" fmla="*/ 245647 w 1508539"/>
              <a:gd name="connsiteY118-40040" fmla="*/ 1563678 h 6858000"/>
              <a:gd name="connsiteX119-40041" fmla="*/ 258727 w 1508539"/>
              <a:gd name="connsiteY119-40042" fmla="*/ 1519474 h 6858000"/>
              <a:gd name="connsiteX120-40043" fmla="*/ 251469 w 1508539"/>
              <a:gd name="connsiteY120-40044" fmla="*/ 1477995 h 6858000"/>
              <a:gd name="connsiteX121-40045" fmla="*/ 237554 w 1508539"/>
              <a:gd name="connsiteY121-40046" fmla="*/ 1373769 h 6858000"/>
              <a:gd name="connsiteX122-40047" fmla="*/ 245861 w 1508539"/>
              <a:gd name="connsiteY122-40048" fmla="*/ 1307086 h 6858000"/>
              <a:gd name="connsiteX123-40049" fmla="*/ 247049 w 1508539"/>
              <a:gd name="connsiteY123-40050" fmla="*/ 1189033 h 6858000"/>
              <a:gd name="connsiteX124-40051" fmla="*/ 251734 w 1508539"/>
              <a:gd name="connsiteY124-40052" fmla="*/ 1168288 h 6858000"/>
              <a:gd name="connsiteX125-40053" fmla="*/ 244016 w 1508539"/>
              <a:gd name="connsiteY125-40054" fmla="*/ 1142577 h 6858000"/>
              <a:gd name="connsiteX126-40055" fmla="*/ 233322 w 1508539"/>
              <a:gd name="connsiteY126-40056" fmla="*/ 1088484 h 6858000"/>
              <a:gd name="connsiteX127-40057" fmla="*/ 222058 w 1508539"/>
              <a:gd name="connsiteY127-40058" fmla="*/ 1016103 h 6858000"/>
              <a:gd name="connsiteX128-40059" fmla="*/ 223514 w 1508539"/>
              <a:gd name="connsiteY128-40060" fmla="*/ 932283 h 6858000"/>
              <a:gd name="connsiteX129-40061" fmla="*/ 225750 w 1508539"/>
              <a:gd name="connsiteY129-40062" fmla="*/ 915925 h 6858000"/>
              <a:gd name="connsiteX130-40063" fmla="*/ 218379 w 1508539"/>
              <a:gd name="connsiteY130-40064" fmla="*/ 896999 h 6858000"/>
              <a:gd name="connsiteX131-40065" fmla="*/ 187787 w 1508539"/>
              <a:gd name="connsiteY131-40066" fmla="*/ 821517 h 6858000"/>
              <a:gd name="connsiteX132-40067" fmla="*/ 166737 w 1508539"/>
              <a:gd name="connsiteY132-40068" fmla="*/ 751353 h 6858000"/>
              <a:gd name="connsiteX133-40069" fmla="*/ 166295 w 1508539"/>
              <a:gd name="connsiteY133-40070" fmla="*/ 721230 h 6858000"/>
              <a:gd name="connsiteX134-40071" fmla="*/ 151966 w 1508539"/>
              <a:gd name="connsiteY134-40072" fmla="*/ 681659 h 6858000"/>
              <a:gd name="connsiteX135-40073" fmla="*/ 137385 w 1508539"/>
              <a:gd name="connsiteY135-40074" fmla="*/ 635218 h 6858000"/>
              <a:gd name="connsiteX136-40075" fmla="*/ 142396 w 1508539"/>
              <a:gd name="connsiteY136-40076" fmla="*/ 613763 h 6858000"/>
              <a:gd name="connsiteX137-40077" fmla="*/ 128338 w 1508539"/>
              <a:gd name="connsiteY137-40078" fmla="*/ 598582 h 6858000"/>
              <a:gd name="connsiteX138-40079" fmla="*/ 128019 w 1508539"/>
              <a:gd name="connsiteY138-40080" fmla="*/ 576846 h 6858000"/>
              <a:gd name="connsiteX139-40081" fmla="*/ 107645 w 1508539"/>
              <a:gd name="connsiteY139-40082" fmla="*/ 530055 h 6858000"/>
              <a:gd name="connsiteX140-40083" fmla="*/ 106893 w 1508539"/>
              <a:gd name="connsiteY140-40084" fmla="*/ 465389 h 6858000"/>
              <a:gd name="connsiteX141-40085" fmla="*/ 89816 w 1508539"/>
              <a:gd name="connsiteY141-40086" fmla="*/ 424699 h 6858000"/>
              <a:gd name="connsiteX142-40087" fmla="*/ 90191 w 1508539"/>
              <a:gd name="connsiteY142-40088" fmla="*/ 404917 h 6858000"/>
              <a:gd name="connsiteX143-40089" fmla="*/ 70148 w 1508539"/>
              <a:gd name="connsiteY143-40090" fmla="*/ 367211 h 6858000"/>
              <a:gd name="connsiteX144-40091" fmla="*/ 36452 w 1508539"/>
              <a:gd name="connsiteY144-40092" fmla="*/ 268519 h 6858000"/>
              <a:gd name="connsiteX145-40093" fmla="*/ 23935 w 1508539"/>
              <a:gd name="connsiteY145-40094" fmla="*/ 160886 h 6858000"/>
              <a:gd name="connsiteX146-40095" fmla="*/ 19312 w 1508539"/>
              <a:gd name="connsiteY146-40096" fmla="*/ 47336 h 6858000"/>
              <a:gd name="connsiteX147-40097" fmla="*/ 0 w 1508539"/>
              <a:gd name="connsiteY147-40098" fmla="*/ 0 h 6858000"/>
              <a:gd name="connsiteX0-40099" fmla="*/ 0 w 1508539"/>
              <a:gd name="connsiteY0-40100" fmla="*/ 0 h 6858000"/>
              <a:gd name="connsiteX1-40101" fmla="*/ 1508539 w 1508539"/>
              <a:gd name="connsiteY1-40102" fmla="*/ 0 h 6858000"/>
              <a:gd name="connsiteX2-40103" fmla="*/ 1508539 w 1508539"/>
              <a:gd name="connsiteY2-40104" fmla="*/ 6858000 h 6858000"/>
              <a:gd name="connsiteX3-40105" fmla="*/ 139560 w 1508539"/>
              <a:gd name="connsiteY3-40106" fmla="*/ 6857735 h 6858000"/>
              <a:gd name="connsiteX4-40107" fmla="*/ 128010 w 1508539"/>
              <a:gd name="connsiteY4-40108" fmla="*/ 6751578 h 6858000"/>
              <a:gd name="connsiteX5-40109" fmla="*/ 146674 w 1508539"/>
              <a:gd name="connsiteY5-40110" fmla="*/ 6696999 h 6858000"/>
              <a:gd name="connsiteX6-40111" fmla="*/ 136976 w 1508539"/>
              <a:gd name="connsiteY6-40112" fmla="*/ 6621207 h 6858000"/>
              <a:gd name="connsiteX7-40113" fmla="*/ 153633 w 1508539"/>
              <a:gd name="connsiteY7-40114" fmla="*/ 6596265 h 6858000"/>
              <a:gd name="connsiteX8-40115" fmla="*/ 153512 w 1508539"/>
              <a:gd name="connsiteY8-40116" fmla="*/ 6594818 h 6858000"/>
              <a:gd name="connsiteX9-40117" fmla="*/ 157757 w 1508539"/>
              <a:gd name="connsiteY9-40118" fmla="*/ 6593735 h 6858000"/>
              <a:gd name="connsiteX10-40119" fmla="*/ 160954 w 1508539"/>
              <a:gd name="connsiteY10-40120" fmla="*/ 6589172 h 6858000"/>
              <a:gd name="connsiteX11-40121" fmla="*/ 164248 w 1508539"/>
              <a:gd name="connsiteY11-40122" fmla="*/ 6574442 h 6858000"/>
              <a:gd name="connsiteX12-40123" fmla="*/ 164588 w 1508539"/>
              <a:gd name="connsiteY12-40124" fmla="*/ 6568530 h 6858000"/>
              <a:gd name="connsiteX13-40125" fmla="*/ 166997 w 1508539"/>
              <a:gd name="connsiteY13-40126" fmla="*/ 6560674 h 6858000"/>
              <a:gd name="connsiteX14-40127" fmla="*/ 167342 w 1508539"/>
              <a:gd name="connsiteY14-40128" fmla="*/ 6560598 h 6858000"/>
              <a:gd name="connsiteX15-40129" fmla="*/ 169039 w 1508539"/>
              <a:gd name="connsiteY15-40130" fmla="*/ 6553006 h 6858000"/>
              <a:gd name="connsiteX16-40131" fmla="*/ 173735 w 1508539"/>
              <a:gd name="connsiteY16-40132" fmla="*/ 6514360 h 6858000"/>
              <a:gd name="connsiteX17-40133" fmla="*/ 215389 w 1508539"/>
              <a:gd name="connsiteY17-40134" fmla="*/ 6478062 h 6858000"/>
              <a:gd name="connsiteX18-40135" fmla="*/ 226078 w 1508539"/>
              <a:gd name="connsiteY18-40136" fmla="*/ 6460325 h 6858000"/>
              <a:gd name="connsiteX19-40137" fmla="*/ 233311 w 1508539"/>
              <a:gd name="connsiteY19-40138" fmla="*/ 6451488 h 6858000"/>
              <a:gd name="connsiteX20-40139" fmla="*/ 234746 w 1508539"/>
              <a:gd name="connsiteY20-40140" fmla="*/ 6451348 h 6858000"/>
              <a:gd name="connsiteX21-40141" fmla="*/ 239104 w 1508539"/>
              <a:gd name="connsiteY21-40142" fmla="*/ 6414240 h 6858000"/>
              <a:gd name="connsiteX22-40143" fmla="*/ 241880 w 1508539"/>
              <a:gd name="connsiteY22-40144" fmla="*/ 6384857 h 6858000"/>
              <a:gd name="connsiteX23-40145" fmla="*/ 240591 w 1508539"/>
              <a:gd name="connsiteY23-40146" fmla="*/ 6367510 h 6858000"/>
              <a:gd name="connsiteX24-40147" fmla="*/ 244471 w 1508539"/>
              <a:gd name="connsiteY24-40148" fmla="*/ 6349778 h 6858000"/>
              <a:gd name="connsiteX25-40149" fmla="*/ 246136 w 1508539"/>
              <a:gd name="connsiteY25-40150" fmla="*/ 6348250 h 6858000"/>
              <a:gd name="connsiteX26-40151" fmla="*/ 262170 w 1508539"/>
              <a:gd name="connsiteY26-40152" fmla="*/ 6281972 h 6858000"/>
              <a:gd name="connsiteX27-40153" fmla="*/ 272933 w 1508539"/>
              <a:gd name="connsiteY27-40154" fmla="*/ 6211940 h 6858000"/>
              <a:gd name="connsiteX28-40155" fmla="*/ 314428 w 1508539"/>
              <a:gd name="connsiteY28-40156" fmla="*/ 6113913 h 6858000"/>
              <a:gd name="connsiteX29-40157" fmla="*/ 318721 w 1508539"/>
              <a:gd name="connsiteY29-40158" fmla="*/ 6028119 h 6858000"/>
              <a:gd name="connsiteX30-40159" fmla="*/ 345501 w 1508539"/>
              <a:gd name="connsiteY30-40160" fmla="*/ 5934687 h 6858000"/>
              <a:gd name="connsiteX31-40161" fmla="*/ 379513 w 1508539"/>
              <a:gd name="connsiteY31-40162" fmla="*/ 5765594 h 6858000"/>
              <a:gd name="connsiteX32-40163" fmla="*/ 411349 w 1508539"/>
              <a:gd name="connsiteY32-40164" fmla="*/ 5693685 h 6858000"/>
              <a:gd name="connsiteX33-40165" fmla="*/ 431404 w 1508539"/>
              <a:gd name="connsiteY33-40166" fmla="*/ 5665173 h 6858000"/>
              <a:gd name="connsiteX34-40167" fmla="*/ 465121 w 1508539"/>
              <a:gd name="connsiteY34-40168" fmla="*/ 5563435 h 6858000"/>
              <a:gd name="connsiteX35-40169" fmla="*/ 494626 w 1508539"/>
              <a:gd name="connsiteY35-40170" fmla="*/ 5476393 h 6858000"/>
              <a:gd name="connsiteX36-40171" fmla="*/ 525819 w 1508539"/>
              <a:gd name="connsiteY36-40172" fmla="*/ 5396260 h 6858000"/>
              <a:gd name="connsiteX37-40173" fmla="*/ 541800 w 1508539"/>
              <a:gd name="connsiteY37-40174" fmla="*/ 5330009 h 6858000"/>
              <a:gd name="connsiteX38-40175" fmla="*/ 575293 w 1508539"/>
              <a:gd name="connsiteY38-40176" fmla="*/ 5273739 h 6858000"/>
              <a:gd name="connsiteX39-40177" fmla="*/ 584892 w 1508539"/>
              <a:gd name="connsiteY39-40178" fmla="*/ 5241779 h 6858000"/>
              <a:gd name="connsiteX40-40179" fmla="*/ 596118 w 1508539"/>
              <a:gd name="connsiteY40-40180" fmla="*/ 5225268 h 6858000"/>
              <a:gd name="connsiteX41-40181" fmla="*/ 597138 w 1508539"/>
              <a:gd name="connsiteY41-40182" fmla="*/ 5217684 h 6858000"/>
              <a:gd name="connsiteX42-40183" fmla="*/ 604479 w 1508539"/>
              <a:gd name="connsiteY42-40184" fmla="*/ 5193377 h 6858000"/>
              <a:gd name="connsiteX43-40185" fmla="*/ 607782 w 1508539"/>
              <a:gd name="connsiteY43-40186" fmla="*/ 5179288 h 6858000"/>
              <a:gd name="connsiteX44-40187" fmla="*/ 608766 w 1508539"/>
              <a:gd name="connsiteY44-40188" fmla="*/ 5173621 h 6858000"/>
              <a:gd name="connsiteX45-40189" fmla="*/ 604400 w 1508539"/>
              <a:gd name="connsiteY45-40190" fmla="*/ 5159961 h 6858000"/>
              <a:gd name="connsiteX46-40191" fmla="*/ 611077 w 1508539"/>
              <a:gd name="connsiteY46-40192" fmla="*/ 5144295 h 6858000"/>
              <a:gd name="connsiteX47-40193" fmla="*/ 608010 w 1508539"/>
              <a:gd name="connsiteY47-40194" fmla="*/ 5125185 h 6858000"/>
              <a:gd name="connsiteX48-40195" fmla="*/ 614840 w 1508539"/>
              <a:gd name="connsiteY48-40196" fmla="*/ 5121884 h 6858000"/>
              <a:gd name="connsiteX49-40197" fmla="*/ 621876 w 1508539"/>
              <a:gd name="connsiteY49-40198" fmla="*/ 5067850 h 6858000"/>
              <a:gd name="connsiteX50-40199" fmla="*/ 624607 w 1508539"/>
              <a:gd name="connsiteY50-40200" fmla="*/ 5060861 h 6858000"/>
              <a:gd name="connsiteX51-40201" fmla="*/ 621311 w 1508539"/>
              <a:gd name="connsiteY51-40202" fmla="*/ 5034192 h 6858000"/>
              <a:gd name="connsiteX52-40203" fmla="*/ 622865 w 1508539"/>
              <a:gd name="connsiteY52-40204" fmla="*/ 4993030 h 6858000"/>
              <a:gd name="connsiteX53-40205" fmla="*/ 629774 w 1508539"/>
              <a:gd name="connsiteY53-40206" fmla="*/ 4946844 h 6858000"/>
              <a:gd name="connsiteX54-40207" fmla="*/ 625630 w 1508539"/>
              <a:gd name="connsiteY54-40208" fmla="*/ 4932692 h 6858000"/>
              <a:gd name="connsiteX55-40209" fmla="*/ 641033 w 1508539"/>
              <a:gd name="connsiteY55-40210" fmla="*/ 4858827 h 6858000"/>
              <a:gd name="connsiteX56-40211" fmla="*/ 646936 w 1508539"/>
              <a:gd name="connsiteY56-40212" fmla="*/ 4821170 h 6858000"/>
              <a:gd name="connsiteX57-40213" fmla="*/ 651669 w 1508539"/>
              <a:gd name="connsiteY57-40214" fmla="*/ 4780965 h 6858000"/>
              <a:gd name="connsiteX58-40215" fmla="*/ 652962 w 1508539"/>
              <a:gd name="connsiteY58-40216" fmla="*/ 4750867 h 6858000"/>
              <a:gd name="connsiteX59-40217" fmla="*/ 650769 w 1508539"/>
              <a:gd name="connsiteY59-40218" fmla="*/ 4690749 h 6858000"/>
              <a:gd name="connsiteX60-40219" fmla="*/ 646249 w 1508539"/>
              <a:gd name="connsiteY60-40220" fmla="*/ 4584173 h 6858000"/>
              <a:gd name="connsiteX61-40221" fmla="*/ 641332 w 1508539"/>
              <a:gd name="connsiteY61-40222" fmla="*/ 4444346 h 6858000"/>
              <a:gd name="connsiteX62-40223" fmla="*/ 637897 w 1508539"/>
              <a:gd name="connsiteY62-40224" fmla="*/ 4375228 h 6858000"/>
              <a:gd name="connsiteX63-40225" fmla="*/ 618550 w 1508539"/>
              <a:gd name="connsiteY63-40226" fmla="*/ 4214165 h 6858000"/>
              <a:gd name="connsiteX64-40227" fmla="*/ 622623 w 1508539"/>
              <a:gd name="connsiteY64-40228" fmla="*/ 4090296 h 6858000"/>
              <a:gd name="connsiteX65-40229" fmla="*/ 607879 w 1508539"/>
              <a:gd name="connsiteY65-40230" fmla="*/ 4033999 h 6858000"/>
              <a:gd name="connsiteX66-40231" fmla="*/ 609028 w 1508539"/>
              <a:gd name="connsiteY66-40232" fmla="*/ 4031933 h 6858000"/>
              <a:gd name="connsiteX67-40233" fmla="*/ 607604 w 1508539"/>
              <a:gd name="connsiteY67-40234" fmla="*/ 4013953 h 6858000"/>
              <a:gd name="connsiteX68-40235" fmla="*/ 593899 w 1508539"/>
              <a:gd name="connsiteY68-40236" fmla="*/ 3974753 h 6858000"/>
              <a:gd name="connsiteX69-40237" fmla="*/ 595497 w 1508539"/>
              <a:gd name="connsiteY69-40238" fmla="*/ 3969950 h 6858000"/>
              <a:gd name="connsiteX70-40239" fmla="*/ 588919 w 1508539"/>
              <a:gd name="connsiteY70-40240" fmla="*/ 3933779 h 6858000"/>
              <a:gd name="connsiteX71-40241" fmla="*/ 590250 w 1508539"/>
              <a:gd name="connsiteY71-40242" fmla="*/ 3933093 h 6858000"/>
              <a:gd name="connsiteX72-40243" fmla="*/ 594604 w 1508539"/>
              <a:gd name="connsiteY72-40244" fmla="*/ 3922082 h 6858000"/>
              <a:gd name="connsiteX73-40245" fmla="*/ 599682 w 1508539"/>
              <a:gd name="connsiteY73-40246" fmla="*/ 3901461 h 6858000"/>
              <a:gd name="connsiteX74-40247" fmla="*/ 622276 w 1508539"/>
              <a:gd name="connsiteY74-40248" fmla="*/ 3813873 h 6858000"/>
              <a:gd name="connsiteX75-40249" fmla="*/ 621701 w 1508539"/>
              <a:gd name="connsiteY75-40250" fmla="*/ 3806161 h 6858000"/>
              <a:gd name="connsiteX76-40251" fmla="*/ 622008 w 1508539"/>
              <a:gd name="connsiteY76-40252" fmla="*/ 3805957 h 6858000"/>
              <a:gd name="connsiteX77-40253" fmla="*/ 622035 w 1508539"/>
              <a:gd name="connsiteY77-40254" fmla="*/ 3797724 h 6858000"/>
              <a:gd name="connsiteX78-40255" fmla="*/ 620650 w 1508539"/>
              <a:gd name="connsiteY78-40256" fmla="*/ 3792098 h 6858000"/>
              <a:gd name="connsiteX79-40257" fmla="*/ 619534 w 1508539"/>
              <a:gd name="connsiteY79-40258" fmla="*/ 3777135 h 6858000"/>
              <a:gd name="connsiteX80-40259" fmla="*/ 621267 w 1508539"/>
              <a:gd name="connsiteY80-40260" fmla="*/ 3771656 h 6858000"/>
              <a:gd name="connsiteX81-40261" fmla="*/ 625010 w 1508539"/>
              <a:gd name="connsiteY81-40262" fmla="*/ 3769007 h 6858000"/>
              <a:gd name="connsiteX82-40263" fmla="*/ 624476 w 1508539"/>
              <a:gd name="connsiteY82-40264" fmla="*/ 3767709 h 6858000"/>
              <a:gd name="connsiteX83-40265" fmla="*/ 633172 w 1508539"/>
              <a:gd name="connsiteY83-40266" fmla="*/ 3738082 h 6858000"/>
              <a:gd name="connsiteX84-40267" fmla="*/ 640518 w 1508539"/>
              <a:gd name="connsiteY84-40268" fmla="*/ 3673397 h 6858000"/>
              <a:gd name="connsiteX85-40269" fmla="*/ 639814 w 1508539"/>
              <a:gd name="connsiteY85-40270" fmla="*/ 3637109 h 6858000"/>
              <a:gd name="connsiteX86-40271" fmla="*/ 643257 w 1508539"/>
              <a:gd name="connsiteY86-40272" fmla="*/ 3536883 h 6858000"/>
              <a:gd name="connsiteX87-40273" fmla="*/ 650795 w 1508539"/>
              <a:gd name="connsiteY87-40274" fmla="*/ 3435652 h 6858000"/>
              <a:gd name="connsiteX88-40275" fmla="*/ 652466 w 1508539"/>
              <a:gd name="connsiteY88-40276" fmla="*/ 3307769 h 6858000"/>
              <a:gd name="connsiteX89-40277" fmla="*/ 670029 w 1508539"/>
              <a:gd name="connsiteY89-40278" fmla="*/ 3250522 h 6858000"/>
              <a:gd name="connsiteX90-40279" fmla="*/ 670454 w 1508539"/>
              <a:gd name="connsiteY90-40280" fmla="*/ 3229163 h 6858000"/>
              <a:gd name="connsiteX91-40281" fmla="*/ 672277 w 1508539"/>
              <a:gd name="connsiteY91-40282" fmla="*/ 3217217 h 6858000"/>
              <a:gd name="connsiteX92-40283" fmla="*/ 659112 w 1508539"/>
              <a:gd name="connsiteY92-40284" fmla="*/ 3183755 h 6858000"/>
              <a:gd name="connsiteX93-40285" fmla="*/ 659613 w 1508539"/>
              <a:gd name="connsiteY93-40286" fmla="*/ 3178642 h 6858000"/>
              <a:gd name="connsiteX94-40287" fmla="*/ 647213 w 1508539"/>
              <a:gd name="connsiteY94-40288" fmla="*/ 3158586 h 6858000"/>
              <a:gd name="connsiteX95-40289" fmla="*/ 632398 w 1508539"/>
              <a:gd name="connsiteY95-40290" fmla="*/ 3129034 h 6858000"/>
              <a:gd name="connsiteX96-40291" fmla="*/ 633063 w 1508539"/>
              <a:gd name="connsiteY96-40292" fmla="*/ 3126682 h 6858000"/>
              <a:gd name="connsiteX97-40293" fmla="*/ 623931 w 1508539"/>
              <a:gd name="connsiteY97-40294" fmla="*/ 3114519 h 6858000"/>
              <a:gd name="connsiteX98-40295" fmla="*/ 610540 w 1508539"/>
              <a:gd name="connsiteY98-40296" fmla="*/ 3106272 h 6858000"/>
              <a:gd name="connsiteX99-40297" fmla="*/ 583270 w 1508539"/>
              <a:gd name="connsiteY99-40298" fmla="*/ 2958185 h 6858000"/>
              <a:gd name="connsiteX100-40299" fmla="*/ 525884 w 1508539"/>
              <a:gd name="connsiteY100-40300" fmla="*/ 2762989 h 6858000"/>
              <a:gd name="connsiteX101-40301" fmla="*/ 474802 w 1508539"/>
              <a:gd name="connsiteY101-40302" fmla="*/ 2554718 h 6858000"/>
              <a:gd name="connsiteX102-40303" fmla="*/ 454896 w 1508539"/>
              <a:gd name="connsiteY102-40304" fmla="*/ 2485734 h 6858000"/>
              <a:gd name="connsiteX103-40305" fmla="*/ 445619 w 1508539"/>
              <a:gd name="connsiteY103-40306" fmla="*/ 2447068 h 6858000"/>
              <a:gd name="connsiteX104-40307" fmla="*/ 432580 w 1508539"/>
              <a:gd name="connsiteY104-40308" fmla="*/ 2425819 h 6858000"/>
              <a:gd name="connsiteX105-40309" fmla="*/ 438579 w 1508539"/>
              <a:gd name="connsiteY105-40310" fmla="*/ 2402874 h 6858000"/>
              <a:gd name="connsiteX106-40311" fmla="*/ 441191 w 1508539"/>
              <a:gd name="connsiteY106-40312" fmla="*/ 2381443 h 6858000"/>
              <a:gd name="connsiteX107-40313" fmla="*/ 417520 w 1508539"/>
              <a:gd name="connsiteY107-40314" fmla="*/ 2261920 h 6858000"/>
              <a:gd name="connsiteX108-40315" fmla="*/ 407407 w 1508539"/>
              <a:gd name="connsiteY108-40316" fmla="*/ 2195378 h 6858000"/>
              <a:gd name="connsiteX109-40317" fmla="*/ 391624 w 1508539"/>
              <a:gd name="connsiteY109-40318" fmla="*/ 2155135 h 6858000"/>
              <a:gd name="connsiteX110-40319" fmla="*/ 389082 w 1508539"/>
              <a:gd name="connsiteY110-40320" fmla="*/ 2118008 h 6858000"/>
              <a:gd name="connsiteX111-40321" fmla="*/ 390075 w 1508539"/>
              <a:gd name="connsiteY111-40322" fmla="*/ 2050531 h 6858000"/>
              <a:gd name="connsiteX112-40323" fmla="*/ 381881 w 1508539"/>
              <a:gd name="connsiteY112-40324" fmla="*/ 1963269 h 6858000"/>
              <a:gd name="connsiteX113-40325" fmla="*/ 363059 w 1508539"/>
              <a:gd name="connsiteY113-40326" fmla="*/ 1906352 h 6858000"/>
              <a:gd name="connsiteX114-40327" fmla="*/ 339616 w 1508539"/>
              <a:gd name="connsiteY114-40328" fmla="*/ 1861531 h 6858000"/>
              <a:gd name="connsiteX115-40329" fmla="*/ 293415 w 1508539"/>
              <a:gd name="connsiteY115-40330" fmla="*/ 1732919 h 6858000"/>
              <a:gd name="connsiteX116-40331" fmla="*/ 265726 w 1508539"/>
              <a:gd name="connsiteY116-40332" fmla="*/ 1663540 h 6858000"/>
              <a:gd name="connsiteX117-40333" fmla="*/ 264852 w 1508539"/>
              <a:gd name="connsiteY117-40334" fmla="*/ 1615777 h 6858000"/>
              <a:gd name="connsiteX118-40335" fmla="*/ 245647 w 1508539"/>
              <a:gd name="connsiteY118-40336" fmla="*/ 1563678 h 6858000"/>
              <a:gd name="connsiteX119-40337" fmla="*/ 258727 w 1508539"/>
              <a:gd name="connsiteY119-40338" fmla="*/ 1519474 h 6858000"/>
              <a:gd name="connsiteX120-40339" fmla="*/ 251469 w 1508539"/>
              <a:gd name="connsiteY120-40340" fmla="*/ 1477995 h 6858000"/>
              <a:gd name="connsiteX121-40341" fmla="*/ 237554 w 1508539"/>
              <a:gd name="connsiteY121-40342" fmla="*/ 1373769 h 6858000"/>
              <a:gd name="connsiteX122-40343" fmla="*/ 245861 w 1508539"/>
              <a:gd name="connsiteY122-40344" fmla="*/ 1307086 h 6858000"/>
              <a:gd name="connsiteX123-40345" fmla="*/ 247049 w 1508539"/>
              <a:gd name="connsiteY123-40346" fmla="*/ 1189033 h 6858000"/>
              <a:gd name="connsiteX124-40347" fmla="*/ 251734 w 1508539"/>
              <a:gd name="connsiteY124-40348" fmla="*/ 1168288 h 6858000"/>
              <a:gd name="connsiteX125-40349" fmla="*/ 244016 w 1508539"/>
              <a:gd name="connsiteY125-40350" fmla="*/ 1142577 h 6858000"/>
              <a:gd name="connsiteX126-40351" fmla="*/ 233322 w 1508539"/>
              <a:gd name="connsiteY126-40352" fmla="*/ 1088484 h 6858000"/>
              <a:gd name="connsiteX127-40353" fmla="*/ 222058 w 1508539"/>
              <a:gd name="connsiteY127-40354" fmla="*/ 1016103 h 6858000"/>
              <a:gd name="connsiteX128-40355" fmla="*/ 223514 w 1508539"/>
              <a:gd name="connsiteY128-40356" fmla="*/ 932283 h 6858000"/>
              <a:gd name="connsiteX129-40357" fmla="*/ 225750 w 1508539"/>
              <a:gd name="connsiteY129-40358" fmla="*/ 915925 h 6858000"/>
              <a:gd name="connsiteX130-40359" fmla="*/ 218379 w 1508539"/>
              <a:gd name="connsiteY130-40360" fmla="*/ 896999 h 6858000"/>
              <a:gd name="connsiteX131-40361" fmla="*/ 187787 w 1508539"/>
              <a:gd name="connsiteY131-40362" fmla="*/ 821517 h 6858000"/>
              <a:gd name="connsiteX132-40363" fmla="*/ 166737 w 1508539"/>
              <a:gd name="connsiteY132-40364" fmla="*/ 751353 h 6858000"/>
              <a:gd name="connsiteX133-40365" fmla="*/ 166295 w 1508539"/>
              <a:gd name="connsiteY133-40366" fmla="*/ 721230 h 6858000"/>
              <a:gd name="connsiteX134-40367" fmla="*/ 151966 w 1508539"/>
              <a:gd name="connsiteY134-40368" fmla="*/ 681659 h 6858000"/>
              <a:gd name="connsiteX135-40369" fmla="*/ 137385 w 1508539"/>
              <a:gd name="connsiteY135-40370" fmla="*/ 635218 h 6858000"/>
              <a:gd name="connsiteX136-40371" fmla="*/ 142396 w 1508539"/>
              <a:gd name="connsiteY136-40372" fmla="*/ 613763 h 6858000"/>
              <a:gd name="connsiteX137-40373" fmla="*/ 128338 w 1508539"/>
              <a:gd name="connsiteY137-40374" fmla="*/ 598582 h 6858000"/>
              <a:gd name="connsiteX138-40375" fmla="*/ 128019 w 1508539"/>
              <a:gd name="connsiteY138-40376" fmla="*/ 576846 h 6858000"/>
              <a:gd name="connsiteX139-40377" fmla="*/ 107645 w 1508539"/>
              <a:gd name="connsiteY139-40378" fmla="*/ 530055 h 6858000"/>
              <a:gd name="connsiteX140-40379" fmla="*/ 106893 w 1508539"/>
              <a:gd name="connsiteY140-40380" fmla="*/ 465389 h 6858000"/>
              <a:gd name="connsiteX141-40381" fmla="*/ 89816 w 1508539"/>
              <a:gd name="connsiteY141-40382" fmla="*/ 424699 h 6858000"/>
              <a:gd name="connsiteX142-40383" fmla="*/ 90191 w 1508539"/>
              <a:gd name="connsiteY142-40384" fmla="*/ 404917 h 6858000"/>
              <a:gd name="connsiteX143-40385" fmla="*/ 70148 w 1508539"/>
              <a:gd name="connsiteY143-40386" fmla="*/ 367211 h 6858000"/>
              <a:gd name="connsiteX144-40387" fmla="*/ 36452 w 1508539"/>
              <a:gd name="connsiteY144-40388" fmla="*/ 268519 h 6858000"/>
              <a:gd name="connsiteX145-40389" fmla="*/ 23935 w 1508539"/>
              <a:gd name="connsiteY145-40390" fmla="*/ 160886 h 6858000"/>
              <a:gd name="connsiteX146-40391" fmla="*/ 19312 w 1508539"/>
              <a:gd name="connsiteY146-40392" fmla="*/ 47336 h 6858000"/>
              <a:gd name="connsiteX147-40393" fmla="*/ 0 w 1508539"/>
              <a:gd name="connsiteY147-40394" fmla="*/ 0 h 6858000"/>
              <a:gd name="connsiteX0-40395" fmla="*/ 0 w 1508539"/>
              <a:gd name="connsiteY0-40396" fmla="*/ 0 h 6858000"/>
              <a:gd name="connsiteX1-40397" fmla="*/ 1508539 w 1508539"/>
              <a:gd name="connsiteY1-40398" fmla="*/ 0 h 6858000"/>
              <a:gd name="connsiteX2-40399" fmla="*/ 1508539 w 1508539"/>
              <a:gd name="connsiteY2-40400" fmla="*/ 6858000 h 6858000"/>
              <a:gd name="connsiteX3-40401" fmla="*/ 139560 w 1508539"/>
              <a:gd name="connsiteY3-40402" fmla="*/ 6857735 h 6858000"/>
              <a:gd name="connsiteX4-40403" fmla="*/ 128010 w 1508539"/>
              <a:gd name="connsiteY4-40404" fmla="*/ 6751578 h 6858000"/>
              <a:gd name="connsiteX5-40405" fmla="*/ 146674 w 1508539"/>
              <a:gd name="connsiteY5-40406" fmla="*/ 6696999 h 6858000"/>
              <a:gd name="connsiteX6-40407" fmla="*/ 163411 w 1508539"/>
              <a:gd name="connsiteY6-40408" fmla="*/ 6638036 h 6858000"/>
              <a:gd name="connsiteX7-40409" fmla="*/ 153633 w 1508539"/>
              <a:gd name="connsiteY7-40410" fmla="*/ 6596265 h 6858000"/>
              <a:gd name="connsiteX8-40411" fmla="*/ 153512 w 1508539"/>
              <a:gd name="connsiteY8-40412" fmla="*/ 6594818 h 6858000"/>
              <a:gd name="connsiteX9-40413" fmla="*/ 157757 w 1508539"/>
              <a:gd name="connsiteY9-40414" fmla="*/ 6593735 h 6858000"/>
              <a:gd name="connsiteX10-40415" fmla="*/ 160954 w 1508539"/>
              <a:gd name="connsiteY10-40416" fmla="*/ 6589172 h 6858000"/>
              <a:gd name="connsiteX11-40417" fmla="*/ 164248 w 1508539"/>
              <a:gd name="connsiteY11-40418" fmla="*/ 6574442 h 6858000"/>
              <a:gd name="connsiteX12-40419" fmla="*/ 164588 w 1508539"/>
              <a:gd name="connsiteY12-40420" fmla="*/ 6568530 h 6858000"/>
              <a:gd name="connsiteX13-40421" fmla="*/ 166997 w 1508539"/>
              <a:gd name="connsiteY13-40422" fmla="*/ 6560674 h 6858000"/>
              <a:gd name="connsiteX14-40423" fmla="*/ 167342 w 1508539"/>
              <a:gd name="connsiteY14-40424" fmla="*/ 6560598 h 6858000"/>
              <a:gd name="connsiteX15-40425" fmla="*/ 169039 w 1508539"/>
              <a:gd name="connsiteY15-40426" fmla="*/ 6553006 h 6858000"/>
              <a:gd name="connsiteX16-40427" fmla="*/ 173735 w 1508539"/>
              <a:gd name="connsiteY16-40428" fmla="*/ 6514360 h 6858000"/>
              <a:gd name="connsiteX17-40429" fmla="*/ 215389 w 1508539"/>
              <a:gd name="connsiteY17-40430" fmla="*/ 6478062 h 6858000"/>
              <a:gd name="connsiteX18-40431" fmla="*/ 226078 w 1508539"/>
              <a:gd name="connsiteY18-40432" fmla="*/ 6460325 h 6858000"/>
              <a:gd name="connsiteX19-40433" fmla="*/ 233311 w 1508539"/>
              <a:gd name="connsiteY19-40434" fmla="*/ 6451488 h 6858000"/>
              <a:gd name="connsiteX20-40435" fmla="*/ 234746 w 1508539"/>
              <a:gd name="connsiteY20-40436" fmla="*/ 6451348 h 6858000"/>
              <a:gd name="connsiteX21-40437" fmla="*/ 239104 w 1508539"/>
              <a:gd name="connsiteY21-40438" fmla="*/ 6414240 h 6858000"/>
              <a:gd name="connsiteX22-40439" fmla="*/ 241880 w 1508539"/>
              <a:gd name="connsiteY22-40440" fmla="*/ 6384857 h 6858000"/>
              <a:gd name="connsiteX23-40441" fmla="*/ 240591 w 1508539"/>
              <a:gd name="connsiteY23-40442" fmla="*/ 6367510 h 6858000"/>
              <a:gd name="connsiteX24-40443" fmla="*/ 244471 w 1508539"/>
              <a:gd name="connsiteY24-40444" fmla="*/ 6349778 h 6858000"/>
              <a:gd name="connsiteX25-40445" fmla="*/ 246136 w 1508539"/>
              <a:gd name="connsiteY25-40446" fmla="*/ 6348250 h 6858000"/>
              <a:gd name="connsiteX26-40447" fmla="*/ 262170 w 1508539"/>
              <a:gd name="connsiteY26-40448" fmla="*/ 6281972 h 6858000"/>
              <a:gd name="connsiteX27-40449" fmla="*/ 272933 w 1508539"/>
              <a:gd name="connsiteY27-40450" fmla="*/ 6211940 h 6858000"/>
              <a:gd name="connsiteX28-40451" fmla="*/ 314428 w 1508539"/>
              <a:gd name="connsiteY28-40452" fmla="*/ 6113913 h 6858000"/>
              <a:gd name="connsiteX29-40453" fmla="*/ 318721 w 1508539"/>
              <a:gd name="connsiteY29-40454" fmla="*/ 6028119 h 6858000"/>
              <a:gd name="connsiteX30-40455" fmla="*/ 345501 w 1508539"/>
              <a:gd name="connsiteY30-40456" fmla="*/ 5934687 h 6858000"/>
              <a:gd name="connsiteX31-40457" fmla="*/ 379513 w 1508539"/>
              <a:gd name="connsiteY31-40458" fmla="*/ 5765594 h 6858000"/>
              <a:gd name="connsiteX32-40459" fmla="*/ 411349 w 1508539"/>
              <a:gd name="connsiteY32-40460" fmla="*/ 5693685 h 6858000"/>
              <a:gd name="connsiteX33-40461" fmla="*/ 431404 w 1508539"/>
              <a:gd name="connsiteY33-40462" fmla="*/ 5665173 h 6858000"/>
              <a:gd name="connsiteX34-40463" fmla="*/ 465121 w 1508539"/>
              <a:gd name="connsiteY34-40464" fmla="*/ 5563435 h 6858000"/>
              <a:gd name="connsiteX35-40465" fmla="*/ 494626 w 1508539"/>
              <a:gd name="connsiteY35-40466" fmla="*/ 5476393 h 6858000"/>
              <a:gd name="connsiteX36-40467" fmla="*/ 525819 w 1508539"/>
              <a:gd name="connsiteY36-40468" fmla="*/ 5396260 h 6858000"/>
              <a:gd name="connsiteX37-40469" fmla="*/ 541800 w 1508539"/>
              <a:gd name="connsiteY37-40470" fmla="*/ 5330009 h 6858000"/>
              <a:gd name="connsiteX38-40471" fmla="*/ 575293 w 1508539"/>
              <a:gd name="connsiteY38-40472" fmla="*/ 5273739 h 6858000"/>
              <a:gd name="connsiteX39-40473" fmla="*/ 584892 w 1508539"/>
              <a:gd name="connsiteY39-40474" fmla="*/ 5241779 h 6858000"/>
              <a:gd name="connsiteX40-40475" fmla="*/ 596118 w 1508539"/>
              <a:gd name="connsiteY40-40476" fmla="*/ 5225268 h 6858000"/>
              <a:gd name="connsiteX41-40477" fmla="*/ 597138 w 1508539"/>
              <a:gd name="connsiteY41-40478" fmla="*/ 5217684 h 6858000"/>
              <a:gd name="connsiteX42-40479" fmla="*/ 604479 w 1508539"/>
              <a:gd name="connsiteY42-40480" fmla="*/ 5193377 h 6858000"/>
              <a:gd name="connsiteX43-40481" fmla="*/ 607782 w 1508539"/>
              <a:gd name="connsiteY43-40482" fmla="*/ 5179288 h 6858000"/>
              <a:gd name="connsiteX44-40483" fmla="*/ 608766 w 1508539"/>
              <a:gd name="connsiteY44-40484" fmla="*/ 5173621 h 6858000"/>
              <a:gd name="connsiteX45-40485" fmla="*/ 604400 w 1508539"/>
              <a:gd name="connsiteY45-40486" fmla="*/ 5159961 h 6858000"/>
              <a:gd name="connsiteX46-40487" fmla="*/ 611077 w 1508539"/>
              <a:gd name="connsiteY46-40488" fmla="*/ 5144295 h 6858000"/>
              <a:gd name="connsiteX47-40489" fmla="*/ 608010 w 1508539"/>
              <a:gd name="connsiteY47-40490" fmla="*/ 5125185 h 6858000"/>
              <a:gd name="connsiteX48-40491" fmla="*/ 614840 w 1508539"/>
              <a:gd name="connsiteY48-40492" fmla="*/ 5121884 h 6858000"/>
              <a:gd name="connsiteX49-40493" fmla="*/ 621876 w 1508539"/>
              <a:gd name="connsiteY49-40494" fmla="*/ 5067850 h 6858000"/>
              <a:gd name="connsiteX50-40495" fmla="*/ 624607 w 1508539"/>
              <a:gd name="connsiteY50-40496" fmla="*/ 5060861 h 6858000"/>
              <a:gd name="connsiteX51-40497" fmla="*/ 621311 w 1508539"/>
              <a:gd name="connsiteY51-40498" fmla="*/ 5034192 h 6858000"/>
              <a:gd name="connsiteX52-40499" fmla="*/ 622865 w 1508539"/>
              <a:gd name="connsiteY52-40500" fmla="*/ 4993030 h 6858000"/>
              <a:gd name="connsiteX53-40501" fmla="*/ 629774 w 1508539"/>
              <a:gd name="connsiteY53-40502" fmla="*/ 4946844 h 6858000"/>
              <a:gd name="connsiteX54-40503" fmla="*/ 625630 w 1508539"/>
              <a:gd name="connsiteY54-40504" fmla="*/ 4932692 h 6858000"/>
              <a:gd name="connsiteX55-40505" fmla="*/ 641033 w 1508539"/>
              <a:gd name="connsiteY55-40506" fmla="*/ 4858827 h 6858000"/>
              <a:gd name="connsiteX56-40507" fmla="*/ 646936 w 1508539"/>
              <a:gd name="connsiteY56-40508" fmla="*/ 4821170 h 6858000"/>
              <a:gd name="connsiteX57-40509" fmla="*/ 651669 w 1508539"/>
              <a:gd name="connsiteY57-40510" fmla="*/ 4780965 h 6858000"/>
              <a:gd name="connsiteX58-40511" fmla="*/ 652962 w 1508539"/>
              <a:gd name="connsiteY58-40512" fmla="*/ 4750867 h 6858000"/>
              <a:gd name="connsiteX59-40513" fmla="*/ 650769 w 1508539"/>
              <a:gd name="connsiteY59-40514" fmla="*/ 4690749 h 6858000"/>
              <a:gd name="connsiteX60-40515" fmla="*/ 646249 w 1508539"/>
              <a:gd name="connsiteY60-40516" fmla="*/ 4584173 h 6858000"/>
              <a:gd name="connsiteX61-40517" fmla="*/ 641332 w 1508539"/>
              <a:gd name="connsiteY61-40518" fmla="*/ 4444346 h 6858000"/>
              <a:gd name="connsiteX62-40519" fmla="*/ 637897 w 1508539"/>
              <a:gd name="connsiteY62-40520" fmla="*/ 4375228 h 6858000"/>
              <a:gd name="connsiteX63-40521" fmla="*/ 618550 w 1508539"/>
              <a:gd name="connsiteY63-40522" fmla="*/ 4214165 h 6858000"/>
              <a:gd name="connsiteX64-40523" fmla="*/ 622623 w 1508539"/>
              <a:gd name="connsiteY64-40524" fmla="*/ 4090296 h 6858000"/>
              <a:gd name="connsiteX65-40525" fmla="*/ 607879 w 1508539"/>
              <a:gd name="connsiteY65-40526" fmla="*/ 4033999 h 6858000"/>
              <a:gd name="connsiteX66-40527" fmla="*/ 609028 w 1508539"/>
              <a:gd name="connsiteY66-40528" fmla="*/ 4031933 h 6858000"/>
              <a:gd name="connsiteX67-40529" fmla="*/ 607604 w 1508539"/>
              <a:gd name="connsiteY67-40530" fmla="*/ 4013953 h 6858000"/>
              <a:gd name="connsiteX68-40531" fmla="*/ 593899 w 1508539"/>
              <a:gd name="connsiteY68-40532" fmla="*/ 3974753 h 6858000"/>
              <a:gd name="connsiteX69-40533" fmla="*/ 595497 w 1508539"/>
              <a:gd name="connsiteY69-40534" fmla="*/ 3969950 h 6858000"/>
              <a:gd name="connsiteX70-40535" fmla="*/ 588919 w 1508539"/>
              <a:gd name="connsiteY70-40536" fmla="*/ 3933779 h 6858000"/>
              <a:gd name="connsiteX71-40537" fmla="*/ 590250 w 1508539"/>
              <a:gd name="connsiteY71-40538" fmla="*/ 3933093 h 6858000"/>
              <a:gd name="connsiteX72-40539" fmla="*/ 594604 w 1508539"/>
              <a:gd name="connsiteY72-40540" fmla="*/ 3922082 h 6858000"/>
              <a:gd name="connsiteX73-40541" fmla="*/ 599682 w 1508539"/>
              <a:gd name="connsiteY73-40542" fmla="*/ 3901461 h 6858000"/>
              <a:gd name="connsiteX74-40543" fmla="*/ 622276 w 1508539"/>
              <a:gd name="connsiteY74-40544" fmla="*/ 3813873 h 6858000"/>
              <a:gd name="connsiteX75-40545" fmla="*/ 621701 w 1508539"/>
              <a:gd name="connsiteY75-40546" fmla="*/ 3806161 h 6858000"/>
              <a:gd name="connsiteX76-40547" fmla="*/ 622008 w 1508539"/>
              <a:gd name="connsiteY76-40548" fmla="*/ 3805957 h 6858000"/>
              <a:gd name="connsiteX77-40549" fmla="*/ 622035 w 1508539"/>
              <a:gd name="connsiteY77-40550" fmla="*/ 3797724 h 6858000"/>
              <a:gd name="connsiteX78-40551" fmla="*/ 620650 w 1508539"/>
              <a:gd name="connsiteY78-40552" fmla="*/ 3792098 h 6858000"/>
              <a:gd name="connsiteX79-40553" fmla="*/ 619534 w 1508539"/>
              <a:gd name="connsiteY79-40554" fmla="*/ 3777135 h 6858000"/>
              <a:gd name="connsiteX80-40555" fmla="*/ 621267 w 1508539"/>
              <a:gd name="connsiteY80-40556" fmla="*/ 3771656 h 6858000"/>
              <a:gd name="connsiteX81-40557" fmla="*/ 625010 w 1508539"/>
              <a:gd name="connsiteY81-40558" fmla="*/ 3769007 h 6858000"/>
              <a:gd name="connsiteX82-40559" fmla="*/ 624476 w 1508539"/>
              <a:gd name="connsiteY82-40560" fmla="*/ 3767709 h 6858000"/>
              <a:gd name="connsiteX83-40561" fmla="*/ 633172 w 1508539"/>
              <a:gd name="connsiteY83-40562" fmla="*/ 3738082 h 6858000"/>
              <a:gd name="connsiteX84-40563" fmla="*/ 640518 w 1508539"/>
              <a:gd name="connsiteY84-40564" fmla="*/ 3673397 h 6858000"/>
              <a:gd name="connsiteX85-40565" fmla="*/ 639814 w 1508539"/>
              <a:gd name="connsiteY85-40566" fmla="*/ 3637109 h 6858000"/>
              <a:gd name="connsiteX86-40567" fmla="*/ 643257 w 1508539"/>
              <a:gd name="connsiteY86-40568" fmla="*/ 3536883 h 6858000"/>
              <a:gd name="connsiteX87-40569" fmla="*/ 650795 w 1508539"/>
              <a:gd name="connsiteY87-40570" fmla="*/ 3435652 h 6858000"/>
              <a:gd name="connsiteX88-40571" fmla="*/ 652466 w 1508539"/>
              <a:gd name="connsiteY88-40572" fmla="*/ 3307769 h 6858000"/>
              <a:gd name="connsiteX89-40573" fmla="*/ 670029 w 1508539"/>
              <a:gd name="connsiteY89-40574" fmla="*/ 3250522 h 6858000"/>
              <a:gd name="connsiteX90-40575" fmla="*/ 670454 w 1508539"/>
              <a:gd name="connsiteY90-40576" fmla="*/ 3229163 h 6858000"/>
              <a:gd name="connsiteX91-40577" fmla="*/ 672277 w 1508539"/>
              <a:gd name="connsiteY91-40578" fmla="*/ 3217217 h 6858000"/>
              <a:gd name="connsiteX92-40579" fmla="*/ 659112 w 1508539"/>
              <a:gd name="connsiteY92-40580" fmla="*/ 3183755 h 6858000"/>
              <a:gd name="connsiteX93-40581" fmla="*/ 659613 w 1508539"/>
              <a:gd name="connsiteY93-40582" fmla="*/ 3178642 h 6858000"/>
              <a:gd name="connsiteX94-40583" fmla="*/ 647213 w 1508539"/>
              <a:gd name="connsiteY94-40584" fmla="*/ 3158586 h 6858000"/>
              <a:gd name="connsiteX95-40585" fmla="*/ 632398 w 1508539"/>
              <a:gd name="connsiteY95-40586" fmla="*/ 3129034 h 6858000"/>
              <a:gd name="connsiteX96-40587" fmla="*/ 633063 w 1508539"/>
              <a:gd name="connsiteY96-40588" fmla="*/ 3126682 h 6858000"/>
              <a:gd name="connsiteX97-40589" fmla="*/ 623931 w 1508539"/>
              <a:gd name="connsiteY97-40590" fmla="*/ 3114519 h 6858000"/>
              <a:gd name="connsiteX98-40591" fmla="*/ 610540 w 1508539"/>
              <a:gd name="connsiteY98-40592" fmla="*/ 3106272 h 6858000"/>
              <a:gd name="connsiteX99-40593" fmla="*/ 583270 w 1508539"/>
              <a:gd name="connsiteY99-40594" fmla="*/ 2958185 h 6858000"/>
              <a:gd name="connsiteX100-40595" fmla="*/ 525884 w 1508539"/>
              <a:gd name="connsiteY100-40596" fmla="*/ 2762989 h 6858000"/>
              <a:gd name="connsiteX101-40597" fmla="*/ 474802 w 1508539"/>
              <a:gd name="connsiteY101-40598" fmla="*/ 2554718 h 6858000"/>
              <a:gd name="connsiteX102-40599" fmla="*/ 454896 w 1508539"/>
              <a:gd name="connsiteY102-40600" fmla="*/ 2485734 h 6858000"/>
              <a:gd name="connsiteX103-40601" fmla="*/ 445619 w 1508539"/>
              <a:gd name="connsiteY103-40602" fmla="*/ 2447068 h 6858000"/>
              <a:gd name="connsiteX104-40603" fmla="*/ 432580 w 1508539"/>
              <a:gd name="connsiteY104-40604" fmla="*/ 2425819 h 6858000"/>
              <a:gd name="connsiteX105-40605" fmla="*/ 438579 w 1508539"/>
              <a:gd name="connsiteY105-40606" fmla="*/ 2402874 h 6858000"/>
              <a:gd name="connsiteX106-40607" fmla="*/ 441191 w 1508539"/>
              <a:gd name="connsiteY106-40608" fmla="*/ 2381443 h 6858000"/>
              <a:gd name="connsiteX107-40609" fmla="*/ 417520 w 1508539"/>
              <a:gd name="connsiteY107-40610" fmla="*/ 2261920 h 6858000"/>
              <a:gd name="connsiteX108-40611" fmla="*/ 407407 w 1508539"/>
              <a:gd name="connsiteY108-40612" fmla="*/ 2195378 h 6858000"/>
              <a:gd name="connsiteX109-40613" fmla="*/ 391624 w 1508539"/>
              <a:gd name="connsiteY109-40614" fmla="*/ 2155135 h 6858000"/>
              <a:gd name="connsiteX110-40615" fmla="*/ 389082 w 1508539"/>
              <a:gd name="connsiteY110-40616" fmla="*/ 2118008 h 6858000"/>
              <a:gd name="connsiteX111-40617" fmla="*/ 390075 w 1508539"/>
              <a:gd name="connsiteY111-40618" fmla="*/ 2050531 h 6858000"/>
              <a:gd name="connsiteX112-40619" fmla="*/ 381881 w 1508539"/>
              <a:gd name="connsiteY112-40620" fmla="*/ 1963269 h 6858000"/>
              <a:gd name="connsiteX113-40621" fmla="*/ 363059 w 1508539"/>
              <a:gd name="connsiteY113-40622" fmla="*/ 1906352 h 6858000"/>
              <a:gd name="connsiteX114-40623" fmla="*/ 339616 w 1508539"/>
              <a:gd name="connsiteY114-40624" fmla="*/ 1861531 h 6858000"/>
              <a:gd name="connsiteX115-40625" fmla="*/ 293415 w 1508539"/>
              <a:gd name="connsiteY115-40626" fmla="*/ 1732919 h 6858000"/>
              <a:gd name="connsiteX116-40627" fmla="*/ 265726 w 1508539"/>
              <a:gd name="connsiteY116-40628" fmla="*/ 1663540 h 6858000"/>
              <a:gd name="connsiteX117-40629" fmla="*/ 264852 w 1508539"/>
              <a:gd name="connsiteY117-40630" fmla="*/ 1615777 h 6858000"/>
              <a:gd name="connsiteX118-40631" fmla="*/ 245647 w 1508539"/>
              <a:gd name="connsiteY118-40632" fmla="*/ 1563678 h 6858000"/>
              <a:gd name="connsiteX119-40633" fmla="*/ 258727 w 1508539"/>
              <a:gd name="connsiteY119-40634" fmla="*/ 1519474 h 6858000"/>
              <a:gd name="connsiteX120-40635" fmla="*/ 251469 w 1508539"/>
              <a:gd name="connsiteY120-40636" fmla="*/ 1477995 h 6858000"/>
              <a:gd name="connsiteX121-40637" fmla="*/ 237554 w 1508539"/>
              <a:gd name="connsiteY121-40638" fmla="*/ 1373769 h 6858000"/>
              <a:gd name="connsiteX122-40639" fmla="*/ 245861 w 1508539"/>
              <a:gd name="connsiteY122-40640" fmla="*/ 1307086 h 6858000"/>
              <a:gd name="connsiteX123-40641" fmla="*/ 247049 w 1508539"/>
              <a:gd name="connsiteY123-40642" fmla="*/ 1189033 h 6858000"/>
              <a:gd name="connsiteX124-40643" fmla="*/ 251734 w 1508539"/>
              <a:gd name="connsiteY124-40644" fmla="*/ 1168288 h 6858000"/>
              <a:gd name="connsiteX125-40645" fmla="*/ 244016 w 1508539"/>
              <a:gd name="connsiteY125-40646" fmla="*/ 1142577 h 6858000"/>
              <a:gd name="connsiteX126-40647" fmla="*/ 233322 w 1508539"/>
              <a:gd name="connsiteY126-40648" fmla="*/ 1088484 h 6858000"/>
              <a:gd name="connsiteX127-40649" fmla="*/ 222058 w 1508539"/>
              <a:gd name="connsiteY127-40650" fmla="*/ 1016103 h 6858000"/>
              <a:gd name="connsiteX128-40651" fmla="*/ 223514 w 1508539"/>
              <a:gd name="connsiteY128-40652" fmla="*/ 932283 h 6858000"/>
              <a:gd name="connsiteX129-40653" fmla="*/ 225750 w 1508539"/>
              <a:gd name="connsiteY129-40654" fmla="*/ 915925 h 6858000"/>
              <a:gd name="connsiteX130-40655" fmla="*/ 218379 w 1508539"/>
              <a:gd name="connsiteY130-40656" fmla="*/ 896999 h 6858000"/>
              <a:gd name="connsiteX131-40657" fmla="*/ 187787 w 1508539"/>
              <a:gd name="connsiteY131-40658" fmla="*/ 821517 h 6858000"/>
              <a:gd name="connsiteX132-40659" fmla="*/ 166737 w 1508539"/>
              <a:gd name="connsiteY132-40660" fmla="*/ 751353 h 6858000"/>
              <a:gd name="connsiteX133-40661" fmla="*/ 166295 w 1508539"/>
              <a:gd name="connsiteY133-40662" fmla="*/ 721230 h 6858000"/>
              <a:gd name="connsiteX134-40663" fmla="*/ 151966 w 1508539"/>
              <a:gd name="connsiteY134-40664" fmla="*/ 681659 h 6858000"/>
              <a:gd name="connsiteX135-40665" fmla="*/ 137385 w 1508539"/>
              <a:gd name="connsiteY135-40666" fmla="*/ 635218 h 6858000"/>
              <a:gd name="connsiteX136-40667" fmla="*/ 142396 w 1508539"/>
              <a:gd name="connsiteY136-40668" fmla="*/ 613763 h 6858000"/>
              <a:gd name="connsiteX137-40669" fmla="*/ 128338 w 1508539"/>
              <a:gd name="connsiteY137-40670" fmla="*/ 598582 h 6858000"/>
              <a:gd name="connsiteX138-40671" fmla="*/ 128019 w 1508539"/>
              <a:gd name="connsiteY138-40672" fmla="*/ 576846 h 6858000"/>
              <a:gd name="connsiteX139-40673" fmla="*/ 107645 w 1508539"/>
              <a:gd name="connsiteY139-40674" fmla="*/ 530055 h 6858000"/>
              <a:gd name="connsiteX140-40675" fmla="*/ 106893 w 1508539"/>
              <a:gd name="connsiteY140-40676" fmla="*/ 465389 h 6858000"/>
              <a:gd name="connsiteX141-40677" fmla="*/ 89816 w 1508539"/>
              <a:gd name="connsiteY141-40678" fmla="*/ 424699 h 6858000"/>
              <a:gd name="connsiteX142-40679" fmla="*/ 90191 w 1508539"/>
              <a:gd name="connsiteY142-40680" fmla="*/ 404917 h 6858000"/>
              <a:gd name="connsiteX143-40681" fmla="*/ 70148 w 1508539"/>
              <a:gd name="connsiteY143-40682" fmla="*/ 367211 h 6858000"/>
              <a:gd name="connsiteX144-40683" fmla="*/ 36452 w 1508539"/>
              <a:gd name="connsiteY144-40684" fmla="*/ 268519 h 6858000"/>
              <a:gd name="connsiteX145-40685" fmla="*/ 23935 w 1508539"/>
              <a:gd name="connsiteY145-40686" fmla="*/ 160886 h 6858000"/>
              <a:gd name="connsiteX146-40687" fmla="*/ 19312 w 1508539"/>
              <a:gd name="connsiteY146-40688" fmla="*/ 47336 h 6858000"/>
              <a:gd name="connsiteX147-40689" fmla="*/ 0 w 1508539"/>
              <a:gd name="connsiteY147-40690" fmla="*/ 0 h 6858000"/>
              <a:gd name="connsiteX0-40691" fmla="*/ 0 w 1508539"/>
              <a:gd name="connsiteY0-40692" fmla="*/ 0 h 6858000"/>
              <a:gd name="connsiteX1-40693" fmla="*/ 1508539 w 1508539"/>
              <a:gd name="connsiteY1-40694" fmla="*/ 0 h 6858000"/>
              <a:gd name="connsiteX2-40695" fmla="*/ 1508539 w 1508539"/>
              <a:gd name="connsiteY2-40696" fmla="*/ 6858000 h 6858000"/>
              <a:gd name="connsiteX3-40697" fmla="*/ 139560 w 1508539"/>
              <a:gd name="connsiteY3-40698" fmla="*/ 6857735 h 6858000"/>
              <a:gd name="connsiteX4-40699" fmla="*/ 128010 w 1508539"/>
              <a:gd name="connsiteY4-40700" fmla="*/ 6751578 h 6858000"/>
              <a:gd name="connsiteX5-40701" fmla="*/ 146674 w 1508539"/>
              <a:gd name="connsiteY5-40702" fmla="*/ 6696999 h 6858000"/>
              <a:gd name="connsiteX6-40703" fmla="*/ 163411 w 1508539"/>
              <a:gd name="connsiteY6-40704" fmla="*/ 6638036 h 6858000"/>
              <a:gd name="connsiteX7-40705" fmla="*/ 153633 w 1508539"/>
              <a:gd name="connsiteY7-40706" fmla="*/ 6596265 h 6858000"/>
              <a:gd name="connsiteX8-40707" fmla="*/ 153512 w 1508539"/>
              <a:gd name="connsiteY8-40708" fmla="*/ 6594818 h 6858000"/>
              <a:gd name="connsiteX9-40709" fmla="*/ 157757 w 1508539"/>
              <a:gd name="connsiteY9-40710" fmla="*/ 6593735 h 6858000"/>
              <a:gd name="connsiteX10-40711" fmla="*/ 164248 w 1508539"/>
              <a:gd name="connsiteY10-40712" fmla="*/ 6574442 h 6858000"/>
              <a:gd name="connsiteX11-40713" fmla="*/ 164588 w 1508539"/>
              <a:gd name="connsiteY11-40714" fmla="*/ 6568530 h 6858000"/>
              <a:gd name="connsiteX12-40715" fmla="*/ 166997 w 1508539"/>
              <a:gd name="connsiteY12-40716" fmla="*/ 6560674 h 6858000"/>
              <a:gd name="connsiteX13-40717" fmla="*/ 167342 w 1508539"/>
              <a:gd name="connsiteY13-40718" fmla="*/ 6560598 h 6858000"/>
              <a:gd name="connsiteX14-40719" fmla="*/ 169039 w 1508539"/>
              <a:gd name="connsiteY14-40720" fmla="*/ 6553006 h 6858000"/>
              <a:gd name="connsiteX15-40721" fmla="*/ 173735 w 1508539"/>
              <a:gd name="connsiteY15-40722" fmla="*/ 6514360 h 6858000"/>
              <a:gd name="connsiteX16-40723" fmla="*/ 215389 w 1508539"/>
              <a:gd name="connsiteY16-40724" fmla="*/ 6478062 h 6858000"/>
              <a:gd name="connsiteX17-40725" fmla="*/ 226078 w 1508539"/>
              <a:gd name="connsiteY17-40726" fmla="*/ 6460325 h 6858000"/>
              <a:gd name="connsiteX18-40727" fmla="*/ 233311 w 1508539"/>
              <a:gd name="connsiteY18-40728" fmla="*/ 6451488 h 6858000"/>
              <a:gd name="connsiteX19-40729" fmla="*/ 234746 w 1508539"/>
              <a:gd name="connsiteY19-40730" fmla="*/ 6451348 h 6858000"/>
              <a:gd name="connsiteX20-40731" fmla="*/ 239104 w 1508539"/>
              <a:gd name="connsiteY20-40732" fmla="*/ 6414240 h 6858000"/>
              <a:gd name="connsiteX21-40733" fmla="*/ 241880 w 1508539"/>
              <a:gd name="connsiteY21-40734" fmla="*/ 6384857 h 6858000"/>
              <a:gd name="connsiteX22-40735" fmla="*/ 240591 w 1508539"/>
              <a:gd name="connsiteY22-40736" fmla="*/ 6367510 h 6858000"/>
              <a:gd name="connsiteX23-40737" fmla="*/ 244471 w 1508539"/>
              <a:gd name="connsiteY23-40738" fmla="*/ 6349778 h 6858000"/>
              <a:gd name="connsiteX24-40739" fmla="*/ 246136 w 1508539"/>
              <a:gd name="connsiteY24-40740" fmla="*/ 6348250 h 6858000"/>
              <a:gd name="connsiteX25-40741" fmla="*/ 262170 w 1508539"/>
              <a:gd name="connsiteY25-40742" fmla="*/ 6281972 h 6858000"/>
              <a:gd name="connsiteX26-40743" fmla="*/ 272933 w 1508539"/>
              <a:gd name="connsiteY26-40744" fmla="*/ 6211940 h 6858000"/>
              <a:gd name="connsiteX27-40745" fmla="*/ 314428 w 1508539"/>
              <a:gd name="connsiteY27-40746" fmla="*/ 6113913 h 6858000"/>
              <a:gd name="connsiteX28-40747" fmla="*/ 318721 w 1508539"/>
              <a:gd name="connsiteY28-40748" fmla="*/ 6028119 h 6858000"/>
              <a:gd name="connsiteX29-40749" fmla="*/ 345501 w 1508539"/>
              <a:gd name="connsiteY29-40750" fmla="*/ 5934687 h 6858000"/>
              <a:gd name="connsiteX30-40751" fmla="*/ 379513 w 1508539"/>
              <a:gd name="connsiteY30-40752" fmla="*/ 5765594 h 6858000"/>
              <a:gd name="connsiteX31-40753" fmla="*/ 411349 w 1508539"/>
              <a:gd name="connsiteY31-40754" fmla="*/ 5693685 h 6858000"/>
              <a:gd name="connsiteX32-40755" fmla="*/ 431404 w 1508539"/>
              <a:gd name="connsiteY32-40756" fmla="*/ 5665173 h 6858000"/>
              <a:gd name="connsiteX33-40757" fmla="*/ 465121 w 1508539"/>
              <a:gd name="connsiteY33-40758" fmla="*/ 5563435 h 6858000"/>
              <a:gd name="connsiteX34-40759" fmla="*/ 494626 w 1508539"/>
              <a:gd name="connsiteY34-40760" fmla="*/ 5476393 h 6858000"/>
              <a:gd name="connsiteX35-40761" fmla="*/ 525819 w 1508539"/>
              <a:gd name="connsiteY35-40762" fmla="*/ 5396260 h 6858000"/>
              <a:gd name="connsiteX36-40763" fmla="*/ 541800 w 1508539"/>
              <a:gd name="connsiteY36-40764" fmla="*/ 5330009 h 6858000"/>
              <a:gd name="connsiteX37-40765" fmla="*/ 575293 w 1508539"/>
              <a:gd name="connsiteY37-40766" fmla="*/ 5273739 h 6858000"/>
              <a:gd name="connsiteX38-40767" fmla="*/ 584892 w 1508539"/>
              <a:gd name="connsiteY38-40768" fmla="*/ 5241779 h 6858000"/>
              <a:gd name="connsiteX39-40769" fmla="*/ 596118 w 1508539"/>
              <a:gd name="connsiteY39-40770" fmla="*/ 5225268 h 6858000"/>
              <a:gd name="connsiteX40-40771" fmla="*/ 597138 w 1508539"/>
              <a:gd name="connsiteY40-40772" fmla="*/ 5217684 h 6858000"/>
              <a:gd name="connsiteX41-40773" fmla="*/ 604479 w 1508539"/>
              <a:gd name="connsiteY41-40774" fmla="*/ 5193377 h 6858000"/>
              <a:gd name="connsiteX42-40775" fmla="*/ 607782 w 1508539"/>
              <a:gd name="connsiteY42-40776" fmla="*/ 5179288 h 6858000"/>
              <a:gd name="connsiteX43-40777" fmla="*/ 608766 w 1508539"/>
              <a:gd name="connsiteY43-40778" fmla="*/ 5173621 h 6858000"/>
              <a:gd name="connsiteX44-40779" fmla="*/ 604400 w 1508539"/>
              <a:gd name="connsiteY44-40780" fmla="*/ 5159961 h 6858000"/>
              <a:gd name="connsiteX45-40781" fmla="*/ 611077 w 1508539"/>
              <a:gd name="connsiteY45-40782" fmla="*/ 5144295 h 6858000"/>
              <a:gd name="connsiteX46-40783" fmla="*/ 608010 w 1508539"/>
              <a:gd name="connsiteY46-40784" fmla="*/ 5125185 h 6858000"/>
              <a:gd name="connsiteX47-40785" fmla="*/ 614840 w 1508539"/>
              <a:gd name="connsiteY47-40786" fmla="*/ 5121884 h 6858000"/>
              <a:gd name="connsiteX48-40787" fmla="*/ 621876 w 1508539"/>
              <a:gd name="connsiteY48-40788" fmla="*/ 5067850 h 6858000"/>
              <a:gd name="connsiteX49-40789" fmla="*/ 624607 w 1508539"/>
              <a:gd name="connsiteY49-40790" fmla="*/ 5060861 h 6858000"/>
              <a:gd name="connsiteX50-40791" fmla="*/ 621311 w 1508539"/>
              <a:gd name="connsiteY50-40792" fmla="*/ 5034192 h 6858000"/>
              <a:gd name="connsiteX51-40793" fmla="*/ 622865 w 1508539"/>
              <a:gd name="connsiteY51-40794" fmla="*/ 4993030 h 6858000"/>
              <a:gd name="connsiteX52-40795" fmla="*/ 629774 w 1508539"/>
              <a:gd name="connsiteY52-40796" fmla="*/ 4946844 h 6858000"/>
              <a:gd name="connsiteX53-40797" fmla="*/ 625630 w 1508539"/>
              <a:gd name="connsiteY53-40798" fmla="*/ 4932692 h 6858000"/>
              <a:gd name="connsiteX54-40799" fmla="*/ 641033 w 1508539"/>
              <a:gd name="connsiteY54-40800" fmla="*/ 4858827 h 6858000"/>
              <a:gd name="connsiteX55-40801" fmla="*/ 646936 w 1508539"/>
              <a:gd name="connsiteY55-40802" fmla="*/ 4821170 h 6858000"/>
              <a:gd name="connsiteX56-40803" fmla="*/ 651669 w 1508539"/>
              <a:gd name="connsiteY56-40804" fmla="*/ 4780965 h 6858000"/>
              <a:gd name="connsiteX57-40805" fmla="*/ 652962 w 1508539"/>
              <a:gd name="connsiteY57-40806" fmla="*/ 4750867 h 6858000"/>
              <a:gd name="connsiteX58-40807" fmla="*/ 650769 w 1508539"/>
              <a:gd name="connsiteY58-40808" fmla="*/ 4690749 h 6858000"/>
              <a:gd name="connsiteX59-40809" fmla="*/ 646249 w 1508539"/>
              <a:gd name="connsiteY59-40810" fmla="*/ 4584173 h 6858000"/>
              <a:gd name="connsiteX60-40811" fmla="*/ 641332 w 1508539"/>
              <a:gd name="connsiteY60-40812" fmla="*/ 4444346 h 6858000"/>
              <a:gd name="connsiteX61-40813" fmla="*/ 637897 w 1508539"/>
              <a:gd name="connsiteY61-40814" fmla="*/ 4375228 h 6858000"/>
              <a:gd name="connsiteX62-40815" fmla="*/ 618550 w 1508539"/>
              <a:gd name="connsiteY62-40816" fmla="*/ 4214165 h 6858000"/>
              <a:gd name="connsiteX63-40817" fmla="*/ 622623 w 1508539"/>
              <a:gd name="connsiteY63-40818" fmla="*/ 4090296 h 6858000"/>
              <a:gd name="connsiteX64-40819" fmla="*/ 607879 w 1508539"/>
              <a:gd name="connsiteY64-40820" fmla="*/ 4033999 h 6858000"/>
              <a:gd name="connsiteX65-40821" fmla="*/ 609028 w 1508539"/>
              <a:gd name="connsiteY65-40822" fmla="*/ 4031933 h 6858000"/>
              <a:gd name="connsiteX66-40823" fmla="*/ 607604 w 1508539"/>
              <a:gd name="connsiteY66-40824" fmla="*/ 4013953 h 6858000"/>
              <a:gd name="connsiteX67-40825" fmla="*/ 593899 w 1508539"/>
              <a:gd name="connsiteY67-40826" fmla="*/ 3974753 h 6858000"/>
              <a:gd name="connsiteX68-40827" fmla="*/ 595497 w 1508539"/>
              <a:gd name="connsiteY68-40828" fmla="*/ 3969950 h 6858000"/>
              <a:gd name="connsiteX69-40829" fmla="*/ 588919 w 1508539"/>
              <a:gd name="connsiteY69-40830" fmla="*/ 3933779 h 6858000"/>
              <a:gd name="connsiteX70-40831" fmla="*/ 590250 w 1508539"/>
              <a:gd name="connsiteY70-40832" fmla="*/ 3933093 h 6858000"/>
              <a:gd name="connsiteX71-40833" fmla="*/ 594604 w 1508539"/>
              <a:gd name="connsiteY71-40834" fmla="*/ 3922082 h 6858000"/>
              <a:gd name="connsiteX72-40835" fmla="*/ 599682 w 1508539"/>
              <a:gd name="connsiteY72-40836" fmla="*/ 3901461 h 6858000"/>
              <a:gd name="connsiteX73-40837" fmla="*/ 622276 w 1508539"/>
              <a:gd name="connsiteY73-40838" fmla="*/ 3813873 h 6858000"/>
              <a:gd name="connsiteX74-40839" fmla="*/ 621701 w 1508539"/>
              <a:gd name="connsiteY74-40840" fmla="*/ 3806161 h 6858000"/>
              <a:gd name="connsiteX75-40841" fmla="*/ 622008 w 1508539"/>
              <a:gd name="connsiteY75-40842" fmla="*/ 3805957 h 6858000"/>
              <a:gd name="connsiteX76-40843" fmla="*/ 622035 w 1508539"/>
              <a:gd name="connsiteY76-40844" fmla="*/ 3797724 h 6858000"/>
              <a:gd name="connsiteX77-40845" fmla="*/ 620650 w 1508539"/>
              <a:gd name="connsiteY77-40846" fmla="*/ 3792098 h 6858000"/>
              <a:gd name="connsiteX78-40847" fmla="*/ 619534 w 1508539"/>
              <a:gd name="connsiteY78-40848" fmla="*/ 3777135 h 6858000"/>
              <a:gd name="connsiteX79-40849" fmla="*/ 621267 w 1508539"/>
              <a:gd name="connsiteY79-40850" fmla="*/ 3771656 h 6858000"/>
              <a:gd name="connsiteX80-40851" fmla="*/ 625010 w 1508539"/>
              <a:gd name="connsiteY80-40852" fmla="*/ 3769007 h 6858000"/>
              <a:gd name="connsiteX81-40853" fmla="*/ 624476 w 1508539"/>
              <a:gd name="connsiteY81-40854" fmla="*/ 3767709 h 6858000"/>
              <a:gd name="connsiteX82-40855" fmla="*/ 633172 w 1508539"/>
              <a:gd name="connsiteY82-40856" fmla="*/ 3738082 h 6858000"/>
              <a:gd name="connsiteX83-40857" fmla="*/ 640518 w 1508539"/>
              <a:gd name="connsiteY83-40858" fmla="*/ 3673397 h 6858000"/>
              <a:gd name="connsiteX84-40859" fmla="*/ 639814 w 1508539"/>
              <a:gd name="connsiteY84-40860" fmla="*/ 3637109 h 6858000"/>
              <a:gd name="connsiteX85-40861" fmla="*/ 643257 w 1508539"/>
              <a:gd name="connsiteY85-40862" fmla="*/ 3536883 h 6858000"/>
              <a:gd name="connsiteX86-40863" fmla="*/ 650795 w 1508539"/>
              <a:gd name="connsiteY86-40864" fmla="*/ 3435652 h 6858000"/>
              <a:gd name="connsiteX87-40865" fmla="*/ 652466 w 1508539"/>
              <a:gd name="connsiteY87-40866" fmla="*/ 3307769 h 6858000"/>
              <a:gd name="connsiteX88-40867" fmla="*/ 670029 w 1508539"/>
              <a:gd name="connsiteY88-40868" fmla="*/ 3250522 h 6858000"/>
              <a:gd name="connsiteX89-40869" fmla="*/ 670454 w 1508539"/>
              <a:gd name="connsiteY89-40870" fmla="*/ 3229163 h 6858000"/>
              <a:gd name="connsiteX90-40871" fmla="*/ 672277 w 1508539"/>
              <a:gd name="connsiteY90-40872" fmla="*/ 3217217 h 6858000"/>
              <a:gd name="connsiteX91-40873" fmla="*/ 659112 w 1508539"/>
              <a:gd name="connsiteY91-40874" fmla="*/ 3183755 h 6858000"/>
              <a:gd name="connsiteX92-40875" fmla="*/ 659613 w 1508539"/>
              <a:gd name="connsiteY92-40876" fmla="*/ 3178642 h 6858000"/>
              <a:gd name="connsiteX93-40877" fmla="*/ 647213 w 1508539"/>
              <a:gd name="connsiteY93-40878" fmla="*/ 3158586 h 6858000"/>
              <a:gd name="connsiteX94-40879" fmla="*/ 632398 w 1508539"/>
              <a:gd name="connsiteY94-40880" fmla="*/ 3129034 h 6858000"/>
              <a:gd name="connsiteX95-40881" fmla="*/ 633063 w 1508539"/>
              <a:gd name="connsiteY95-40882" fmla="*/ 3126682 h 6858000"/>
              <a:gd name="connsiteX96-40883" fmla="*/ 623931 w 1508539"/>
              <a:gd name="connsiteY96-40884" fmla="*/ 3114519 h 6858000"/>
              <a:gd name="connsiteX97-40885" fmla="*/ 610540 w 1508539"/>
              <a:gd name="connsiteY97-40886" fmla="*/ 3106272 h 6858000"/>
              <a:gd name="connsiteX98-40887" fmla="*/ 583270 w 1508539"/>
              <a:gd name="connsiteY98-40888" fmla="*/ 2958185 h 6858000"/>
              <a:gd name="connsiteX99-40889" fmla="*/ 525884 w 1508539"/>
              <a:gd name="connsiteY99-40890" fmla="*/ 2762989 h 6858000"/>
              <a:gd name="connsiteX100-40891" fmla="*/ 474802 w 1508539"/>
              <a:gd name="connsiteY100-40892" fmla="*/ 2554718 h 6858000"/>
              <a:gd name="connsiteX101-40893" fmla="*/ 454896 w 1508539"/>
              <a:gd name="connsiteY101-40894" fmla="*/ 2485734 h 6858000"/>
              <a:gd name="connsiteX102-40895" fmla="*/ 445619 w 1508539"/>
              <a:gd name="connsiteY102-40896" fmla="*/ 2447068 h 6858000"/>
              <a:gd name="connsiteX103-40897" fmla="*/ 432580 w 1508539"/>
              <a:gd name="connsiteY103-40898" fmla="*/ 2425819 h 6858000"/>
              <a:gd name="connsiteX104-40899" fmla="*/ 438579 w 1508539"/>
              <a:gd name="connsiteY104-40900" fmla="*/ 2402874 h 6858000"/>
              <a:gd name="connsiteX105-40901" fmla="*/ 441191 w 1508539"/>
              <a:gd name="connsiteY105-40902" fmla="*/ 2381443 h 6858000"/>
              <a:gd name="connsiteX106-40903" fmla="*/ 417520 w 1508539"/>
              <a:gd name="connsiteY106-40904" fmla="*/ 2261920 h 6858000"/>
              <a:gd name="connsiteX107-40905" fmla="*/ 407407 w 1508539"/>
              <a:gd name="connsiteY107-40906" fmla="*/ 2195378 h 6858000"/>
              <a:gd name="connsiteX108-40907" fmla="*/ 391624 w 1508539"/>
              <a:gd name="connsiteY108-40908" fmla="*/ 2155135 h 6858000"/>
              <a:gd name="connsiteX109-40909" fmla="*/ 389082 w 1508539"/>
              <a:gd name="connsiteY109-40910" fmla="*/ 2118008 h 6858000"/>
              <a:gd name="connsiteX110-40911" fmla="*/ 390075 w 1508539"/>
              <a:gd name="connsiteY110-40912" fmla="*/ 2050531 h 6858000"/>
              <a:gd name="connsiteX111-40913" fmla="*/ 381881 w 1508539"/>
              <a:gd name="connsiteY111-40914" fmla="*/ 1963269 h 6858000"/>
              <a:gd name="connsiteX112-40915" fmla="*/ 363059 w 1508539"/>
              <a:gd name="connsiteY112-40916" fmla="*/ 1906352 h 6858000"/>
              <a:gd name="connsiteX113-40917" fmla="*/ 339616 w 1508539"/>
              <a:gd name="connsiteY113-40918" fmla="*/ 1861531 h 6858000"/>
              <a:gd name="connsiteX114-40919" fmla="*/ 293415 w 1508539"/>
              <a:gd name="connsiteY114-40920" fmla="*/ 1732919 h 6858000"/>
              <a:gd name="connsiteX115-40921" fmla="*/ 265726 w 1508539"/>
              <a:gd name="connsiteY115-40922" fmla="*/ 1663540 h 6858000"/>
              <a:gd name="connsiteX116-40923" fmla="*/ 264852 w 1508539"/>
              <a:gd name="connsiteY116-40924" fmla="*/ 1615777 h 6858000"/>
              <a:gd name="connsiteX117-40925" fmla="*/ 245647 w 1508539"/>
              <a:gd name="connsiteY117-40926" fmla="*/ 1563678 h 6858000"/>
              <a:gd name="connsiteX118-40927" fmla="*/ 258727 w 1508539"/>
              <a:gd name="connsiteY118-40928" fmla="*/ 1519474 h 6858000"/>
              <a:gd name="connsiteX119-40929" fmla="*/ 251469 w 1508539"/>
              <a:gd name="connsiteY119-40930" fmla="*/ 1477995 h 6858000"/>
              <a:gd name="connsiteX120-40931" fmla="*/ 237554 w 1508539"/>
              <a:gd name="connsiteY120-40932" fmla="*/ 1373769 h 6858000"/>
              <a:gd name="connsiteX121-40933" fmla="*/ 245861 w 1508539"/>
              <a:gd name="connsiteY121-40934" fmla="*/ 1307086 h 6858000"/>
              <a:gd name="connsiteX122-40935" fmla="*/ 247049 w 1508539"/>
              <a:gd name="connsiteY122-40936" fmla="*/ 1189033 h 6858000"/>
              <a:gd name="connsiteX123-40937" fmla="*/ 251734 w 1508539"/>
              <a:gd name="connsiteY123-40938" fmla="*/ 1168288 h 6858000"/>
              <a:gd name="connsiteX124-40939" fmla="*/ 244016 w 1508539"/>
              <a:gd name="connsiteY124-40940" fmla="*/ 1142577 h 6858000"/>
              <a:gd name="connsiteX125-40941" fmla="*/ 233322 w 1508539"/>
              <a:gd name="connsiteY125-40942" fmla="*/ 1088484 h 6858000"/>
              <a:gd name="connsiteX126-40943" fmla="*/ 222058 w 1508539"/>
              <a:gd name="connsiteY126-40944" fmla="*/ 1016103 h 6858000"/>
              <a:gd name="connsiteX127-40945" fmla="*/ 223514 w 1508539"/>
              <a:gd name="connsiteY127-40946" fmla="*/ 932283 h 6858000"/>
              <a:gd name="connsiteX128-40947" fmla="*/ 225750 w 1508539"/>
              <a:gd name="connsiteY128-40948" fmla="*/ 915925 h 6858000"/>
              <a:gd name="connsiteX129-40949" fmla="*/ 218379 w 1508539"/>
              <a:gd name="connsiteY129-40950" fmla="*/ 896999 h 6858000"/>
              <a:gd name="connsiteX130-40951" fmla="*/ 187787 w 1508539"/>
              <a:gd name="connsiteY130-40952" fmla="*/ 821517 h 6858000"/>
              <a:gd name="connsiteX131-40953" fmla="*/ 166737 w 1508539"/>
              <a:gd name="connsiteY131-40954" fmla="*/ 751353 h 6858000"/>
              <a:gd name="connsiteX132-40955" fmla="*/ 166295 w 1508539"/>
              <a:gd name="connsiteY132-40956" fmla="*/ 721230 h 6858000"/>
              <a:gd name="connsiteX133-40957" fmla="*/ 151966 w 1508539"/>
              <a:gd name="connsiteY133-40958" fmla="*/ 681659 h 6858000"/>
              <a:gd name="connsiteX134-40959" fmla="*/ 137385 w 1508539"/>
              <a:gd name="connsiteY134-40960" fmla="*/ 635218 h 6858000"/>
              <a:gd name="connsiteX135-40961" fmla="*/ 142396 w 1508539"/>
              <a:gd name="connsiteY135-40962" fmla="*/ 613763 h 6858000"/>
              <a:gd name="connsiteX136-40963" fmla="*/ 128338 w 1508539"/>
              <a:gd name="connsiteY136-40964" fmla="*/ 598582 h 6858000"/>
              <a:gd name="connsiteX137-40965" fmla="*/ 128019 w 1508539"/>
              <a:gd name="connsiteY137-40966" fmla="*/ 576846 h 6858000"/>
              <a:gd name="connsiteX138-40967" fmla="*/ 107645 w 1508539"/>
              <a:gd name="connsiteY138-40968" fmla="*/ 530055 h 6858000"/>
              <a:gd name="connsiteX139-40969" fmla="*/ 106893 w 1508539"/>
              <a:gd name="connsiteY139-40970" fmla="*/ 465389 h 6858000"/>
              <a:gd name="connsiteX140-40971" fmla="*/ 89816 w 1508539"/>
              <a:gd name="connsiteY140-40972" fmla="*/ 424699 h 6858000"/>
              <a:gd name="connsiteX141-40973" fmla="*/ 90191 w 1508539"/>
              <a:gd name="connsiteY141-40974" fmla="*/ 404917 h 6858000"/>
              <a:gd name="connsiteX142-40975" fmla="*/ 70148 w 1508539"/>
              <a:gd name="connsiteY142-40976" fmla="*/ 367211 h 6858000"/>
              <a:gd name="connsiteX143-40977" fmla="*/ 36452 w 1508539"/>
              <a:gd name="connsiteY143-40978" fmla="*/ 268519 h 6858000"/>
              <a:gd name="connsiteX144-40979" fmla="*/ 23935 w 1508539"/>
              <a:gd name="connsiteY144-40980" fmla="*/ 160886 h 6858000"/>
              <a:gd name="connsiteX145-40981" fmla="*/ 19312 w 1508539"/>
              <a:gd name="connsiteY145-40982" fmla="*/ 47336 h 6858000"/>
              <a:gd name="connsiteX146-40983" fmla="*/ 0 w 1508539"/>
              <a:gd name="connsiteY146-40984" fmla="*/ 0 h 6858000"/>
              <a:gd name="connsiteX0-40985" fmla="*/ 0 w 1508539"/>
              <a:gd name="connsiteY0-40986" fmla="*/ 0 h 6858000"/>
              <a:gd name="connsiteX1-40987" fmla="*/ 1508539 w 1508539"/>
              <a:gd name="connsiteY1-40988" fmla="*/ 0 h 6858000"/>
              <a:gd name="connsiteX2-40989" fmla="*/ 1508539 w 1508539"/>
              <a:gd name="connsiteY2-40990" fmla="*/ 6858000 h 6858000"/>
              <a:gd name="connsiteX3-40991" fmla="*/ 139560 w 1508539"/>
              <a:gd name="connsiteY3-40992" fmla="*/ 6857735 h 6858000"/>
              <a:gd name="connsiteX4-40993" fmla="*/ 128010 w 1508539"/>
              <a:gd name="connsiteY4-40994" fmla="*/ 6751578 h 6858000"/>
              <a:gd name="connsiteX5-40995" fmla="*/ 146674 w 1508539"/>
              <a:gd name="connsiteY5-40996" fmla="*/ 6696999 h 6858000"/>
              <a:gd name="connsiteX6-40997" fmla="*/ 163411 w 1508539"/>
              <a:gd name="connsiteY6-40998" fmla="*/ 6638036 h 6858000"/>
              <a:gd name="connsiteX7-40999" fmla="*/ 153633 w 1508539"/>
              <a:gd name="connsiteY7-41000" fmla="*/ 6596265 h 6858000"/>
              <a:gd name="connsiteX8-41001" fmla="*/ 153512 w 1508539"/>
              <a:gd name="connsiteY8-41002" fmla="*/ 6594818 h 6858000"/>
              <a:gd name="connsiteX9-41003" fmla="*/ 157757 w 1508539"/>
              <a:gd name="connsiteY9-41004" fmla="*/ 6593735 h 6858000"/>
              <a:gd name="connsiteX10-41005" fmla="*/ 164248 w 1508539"/>
              <a:gd name="connsiteY10-41006" fmla="*/ 6574442 h 6858000"/>
              <a:gd name="connsiteX11-41007" fmla="*/ 164588 w 1508539"/>
              <a:gd name="connsiteY11-41008" fmla="*/ 6568530 h 6858000"/>
              <a:gd name="connsiteX12-41009" fmla="*/ 166997 w 1508539"/>
              <a:gd name="connsiteY12-41010" fmla="*/ 6560674 h 6858000"/>
              <a:gd name="connsiteX13-41011" fmla="*/ 167342 w 1508539"/>
              <a:gd name="connsiteY13-41012" fmla="*/ 6560598 h 6858000"/>
              <a:gd name="connsiteX14-41013" fmla="*/ 169039 w 1508539"/>
              <a:gd name="connsiteY14-41014" fmla="*/ 6553006 h 6858000"/>
              <a:gd name="connsiteX15-41015" fmla="*/ 215389 w 1508539"/>
              <a:gd name="connsiteY15-41016" fmla="*/ 6478062 h 6858000"/>
              <a:gd name="connsiteX16-41017" fmla="*/ 226078 w 1508539"/>
              <a:gd name="connsiteY16-41018" fmla="*/ 6460325 h 6858000"/>
              <a:gd name="connsiteX17-41019" fmla="*/ 233311 w 1508539"/>
              <a:gd name="connsiteY17-41020" fmla="*/ 6451488 h 6858000"/>
              <a:gd name="connsiteX18-41021" fmla="*/ 234746 w 1508539"/>
              <a:gd name="connsiteY18-41022" fmla="*/ 6451348 h 6858000"/>
              <a:gd name="connsiteX19-41023" fmla="*/ 239104 w 1508539"/>
              <a:gd name="connsiteY19-41024" fmla="*/ 6414240 h 6858000"/>
              <a:gd name="connsiteX20-41025" fmla="*/ 241880 w 1508539"/>
              <a:gd name="connsiteY20-41026" fmla="*/ 6384857 h 6858000"/>
              <a:gd name="connsiteX21-41027" fmla="*/ 240591 w 1508539"/>
              <a:gd name="connsiteY21-41028" fmla="*/ 6367510 h 6858000"/>
              <a:gd name="connsiteX22-41029" fmla="*/ 244471 w 1508539"/>
              <a:gd name="connsiteY22-41030" fmla="*/ 6349778 h 6858000"/>
              <a:gd name="connsiteX23-41031" fmla="*/ 246136 w 1508539"/>
              <a:gd name="connsiteY23-41032" fmla="*/ 6348250 h 6858000"/>
              <a:gd name="connsiteX24-41033" fmla="*/ 262170 w 1508539"/>
              <a:gd name="connsiteY24-41034" fmla="*/ 6281972 h 6858000"/>
              <a:gd name="connsiteX25-41035" fmla="*/ 272933 w 1508539"/>
              <a:gd name="connsiteY25-41036" fmla="*/ 6211940 h 6858000"/>
              <a:gd name="connsiteX26-41037" fmla="*/ 314428 w 1508539"/>
              <a:gd name="connsiteY26-41038" fmla="*/ 6113913 h 6858000"/>
              <a:gd name="connsiteX27-41039" fmla="*/ 318721 w 1508539"/>
              <a:gd name="connsiteY27-41040" fmla="*/ 6028119 h 6858000"/>
              <a:gd name="connsiteX28-41041" fmla="*/ 345501 w 1508539"/>
              <a:gd name="connsiteY28-41042" fmla="*/ 5934687 h 6858000"/>
              <a:gd name="connsiteX29-41043" fmla="*/ 379513 w 1508539"/>
              <a:gd name="connsiteY29-41044" fmla="*/ 5765594 h 6858000"/>
              <a:gd name="connsiteX30-41045" fmla="*/ 411349 w 1508539"/>
              <a:gd name="connsiteY30-41046" fmla="*/ 5693685 h 6858000"/>
              <a:gd name="connsiteX31-41047" fmla="*/ 431404 w 1508539"/>
              <a:gd name="connsiteY31-41048" fmla="*/ 5665173 h 6858000"/>
              <a:gd name="connsiteX32-41049" fmla="*/ 465121 w 1508539"/>
              <a:gd name="connsiteY32-41050" fmla="*/ 5563435 h 6858000"/>
              <a:gd name="connsiteX33-41051" fmla="*/ 494626 w 1508539"/>
              <a:gd name="connsiteY33-41052" fmla="*/ 5476393 h 6858000"/>
              <a:gd name="connsiteX34-41053" fmla="*/ 525819 w 1508539"/>
              <a:gd name="connsiteY34-41054" fmla="*/ 5396260 h 6858000"/>
              <a:gd name="connsiteX35-41055" fmla="*/ 541800 w 1508539"/>
              <a:gd name="connsiteY35-41056" fmla="*/ 5330009 h 6858000"/>
              <a:gd name="connsiteX36-41057" fmla="*/ 575293 w 1508539"/>
              <a:gd name="connsiteY36-41058" fmla="*/ 5273739 h 6858000"/>
              <a:gd name="connsiteX37-41059" fmla="*/ 584892 w 1508539"/>
              <a:gd name="connsiteY37-41060" fmla="*/ 5241779 h 6858000"/>
              <a:gd name="connsiteX38-41061" fmla="*/ 596118 w 1508539"/>
              <a:gd name="connsiteY38-41062" fmla="*/ 5225268 h 6858000"/>
              <a:gd name="connsiteX39-41063" fmla="*/ 597138 w 1508539"/>
              <a:gd name="connsiteY39-41064" fmla="*/ 5217684 h 6858000"/>
              <a:gd name="connsiteX40-41065" fmla="*/ 604479 w 1508539"/>
              <a:gd name="connsiteY40-41066" fmla="*/ 5193377 h 6858000"/>
              <a:gd name="connsiteX41-41067" fmla="*/ 607782 w 1508539"/>
              <a:gd name="connsiteY41-41068" fmla="*/ 5179288 h 6858000"/>
              <a:gd name="connsiteX42-41069" fmla="*/ 608766 w 1508539"/>
              <a:gd name="connsiteY42-41070" fmla="*/ 5173621 h 6858000"/>
              <a:gd name="connsiteX43-41071" fmla="*/ 604400 w 1508539"/>
              <a:gd name="connsiteY43-41072" fmla="*/ 5159961 h 6858000"/>
              <a:gd name="connsiteX44-41073" fmla="*/ 611077 w 1508539"/>
              <a:gd name="connsiteY44-41074" fmla="*/ 5144295 h 6858000"/>
              <a:gd name="connsiteX45-41075" fmla="*/ 608010 w 1508539"/>
              <a:gd name="connsiteY45-41076" fmla="*/ 5125185 h 6858000"/>
              <a:gd name="connsiteX46-41077" fmla="*/ 614840 w 1508539"/>
              <a:gd name="connsiteY46-41078" fmla="*/ 5121884 h 6858000"/>
              <a:gd name="connsiteX47-41079" fmla="*/ 621876 w 1508539"/>
              <a:gd name="connsiteY47-41080" fmla="*/ 5067850 h 6858000"/>
              <a:gd name="connsiteX48-41081" fmla="*/ 624607 w 1508539"/>
              <a:gd name="connsiteY48-41082" fmla="*/ 5060861 h 6858000"/>
              <a:gd name="connsiteX49-41083" fmla="*/ 621311 w 1508539"/>
              <a:gd name="connsiteY49-41084" fmla="*/ 5034192 h 6858000"/>
              <a:gd name="connsiteX50-41085" fmla="*/ 622865 w 1508539"/>
              <a:gd name="connsiteY50-41086" fmla="*/ 4993030 h 6858000"/>
              <a:gd name="connsiteX51-41087" fmla="*/ 629774 w 1508539"/>
              <a:gd name="connsiteY51-41088" fmla="*/ 4946844 h 6858000"/>
              <a:gd name="connsiteX52-41089" fmla="*/ 625630 w 1508539"/>
              <a:gd name="connsiteY52-41090" fmla="*/ 4932692 h 6858000"/>
              <a:gd name="connsiteX53-41091" fmla="*/ 641033 w 1508539"/>
              <a:gd name="connsiteY53-41092" fmla="*/ 4858827 h 6858000"/>
              <a:gd name="connsiteX54-41093" fmla="*/ 646936 w 1508539"/>
              <a:gd name="connsiteY54-41094" fmla="*/ 4821170 h 6858000"/>
              <a:gd name="connsiteX55-41095" fmla="*/ 651669 w 1508539"/>
              <a:gd name="connsiteY55-41096" fmla="*/ 4780965 h 6858000"/>
              <a:gd name="connsiteX56-41097" fmla="*/ 652962 w 1508539"/>
              <a:gd name="connsiteY56-41098" fmla="*/ 4750867 h 6858000"/>
              <a:gd name="connsiteX57-41099" fmla="*/ 650769 w 1508539"/>
              <a:gd name="connsiteY57-41100" fmla="*/ 4690749 h 6858000"/>
              <a:gd name="connsiteX58-41101" fmla="*/ 646249 w 1508539"/>
              <a:gd name="connsiteY58-41102" fmla="*/ 4584173 h 6858000"/>
              <a:gd name="connsiteX59-41103" fmla="*/ 641332 w 1508539"/>
              <a:gd name="connsiteY59-41104" fmla="*/ 4444346 h 6858000"/>
              <a:gd name="connsiteX60-41105" fmla="*/ 637897 w 1508539"/>
              <a:gd name="connsiteY60-41106" fmla="*/ 4375228 h 6858000"/>
              <a:gd name="connsiteX61-41107" fmla="*/ 618550 w 1508539"/>
              <a:gd name="connsiteY61-41108" fmla="*/ 4214165 h 6858000"/>
              <a:gd name="connsiteX62-41109" fmla="*/ 622623 w 1508539"/>
              <a:gd name="connsiteY62-41110" fmla="*/ 4090296 h 6858000"/>
              <a:gd name="connsiteX63-41111" fmla="*/ 607879 w 1508539"/>
              <a:gd name="connsiteY63-41112" fmla="*/ 4033999 h 6858000"/>
              <a:gd name="connsiteX64-41113" fmla="*/ 609028 w 1508539"/>
              <a:gd name="connsiteY64-41114" fmla="*/ 4031933 h 6858000"/>
              <a:gd name="connsiteX65-41115" fmla="*/ 607604 w 1508539"/>
              <a:gd name="connsiteY65-41116" fmla="*/ 4013953 h 6858000"/>
              <a:gd name="connsiteX66-41117" fmla="*/ 593899 w 1508539"/>
              <a:gd name="connsiteY66-41118" fmla="*/ 3974753 h 6858000"/>
              <a:gd name="connsiteX67-41119" fmla="*/ 595497 w 1508539"/>
              <a:gd name="connsiteY67-41120" fmla="*/ 3969950 h 6858000"/>
              <a:gd name="connsiteX68-41121" fmla="*/ 588919 w 1508539"/>
              <a:gd name="connsiteY68-41122" fmla="*/ 3933779 h 6858000"/>
              <a:gd name="connsiteX69-41123" fmla="*/ 590250 w 1508539"/>
              <a:gd name="connsiteY69-41124" fmla="*/ 3933093 h 6858000"/>
              <a:gd name="connsiteX70-41125" fmla="*/ 594604 w 1508539"/>
              <a:gd name="connsiteY70-41126" fmla="*/ 3922082 h 6858000"/>
              <a:gd name="connsiteX71-41127" fmla="*/ 599682 w 1508539"/>
              <a:gd name="connsiteY71-41128" fmla="*/ 3901461 h 6858000"/>
              <a:gd name="connsiteX72-41129" fmla="*/ 622276 w 1508539"/>
              <a:gd name="connsiteY72-41130" fmla="*/ 3813873 h 6858000"/>
              <a:gd name="connsiteX73-41131" fmla="*/ 621701 w 1508539"/>
              <a:gd name="connsiteY73-41132" fmla="*/ 3806161 h 6858000"/>
              <a:gd name="connsiteX74-41133" fmla="*/ 622008 w 1508539"/>
              <a:gd name="connsiteY74-41134" fmla="*/ 3805957 h 6858000"/>
              <a:gd name="connsiteX75-41135" fmla="*/ 622035 w 1508539"/>
              <a:gd name="connsiteY75-41136" fmla="*/ 3797724 h 6858000"/>
              <a:gd name="connsiteX76-41137" fmla="*/ 620650 w 1508539"/>
              <a:gd name="connsiteY76-41138" fmla="*/ 3792098 h 6858000"/>
              <a:gd name="connsiteX77-41139" fmla="*/ 619534 w 1508539"/>
              <a:gd name="connsiteY77-41140" fmla="*/ 3777135 h 6858000"/>
              <a:gd name="connsiteX78-41141" fmla="*/ 621267 w 1508539"/>
              <a:gd name="connsiteY78-41142" fmla="*/ 3771656 h 6858000"/>
              <a:gd name="connsiteX79-41143" fmla="*/ 625010 w 1508539"/>
              <a:gd name="connsiteY79-41144" fmla="*/ 3769007 h 6858000"/>
              <a:gd name="connsiteX80-41145" fmla="*/ 624476 w 1508539"/>
              <a:gd name="connsiteY80-41146" fmla="*/ 3767709 h 6858000"/>
              <a:gd name="connsiteX81-41147" fmla="*/ 633172 w 1508539"/>
              <a:gd name="connsiteY81-41148" fmla="*/ 3738082 h 6858000"/>
              <a:gd name="connsiteX82-41149" fmla="*/ 640518 w 1508539"/>
              <a:gd name="connsiteY82-41150" fmla="*/ 3673397 h 6858000"/>
              <a:gd name="connsiteX83-41151" fmla="*/ 639814 w 1508539"/>
              <a:gd name="connsiteY83-41152" fmla="*/ 3637109 h 6858000"/>
              <a:gd name="connsiteX84-41153" fmla="*/ 643257 w 1508539"/>
              <a:gd name="connsiteY84-41154" fmla="*/ 3536883 h 6858000"/>
              <a:gd name="connsiteX85-41155" fmla="*/ 650795 w 1508539"/>
              <a:gd name="connsiteY85-41156" fmla="*/ 3435652 h 6858000"/>
              <a:gd name="connsiteX86-41157" fmla="*/ 652466 w 1508539"/>
              <a:gd name="connsiteY86-41158" fmla="*/ 3307769 h 6858000"/>
              <a:gd name="connsiteX87-41159" fmla="*/ 670029 w 1508539"/>
              <a:gd name="connsiteY87-41160" fmla="*/ 3250522 h 6858000"/>
              <a:gd name="connsiteX88-41161" fmla="*/ 670454 w 1508539"/>
              <a:gd name="connsiteY88-41162" fmla="*/ 3229163 h 6858000"/>
              <a:gd name="connsiteX89-41163" fmla="*/ 672277 w 1508539"/>
              <a:gd name="connsiteY89-41164" fmla="*/ 3217217 h 6858000"/>
              <a:gd name="connsiteX90-41165" fmla="*/ 659112 w 1508539"/>
              <a:gd name="connsiteY90-41166" fmla="*/ 3183755 h 6858000"/>
              <a:gd name="connsiteX91-41167" fmla="*/ 659613 w 1508539"/>
              <a:gd name="connsiteY91-41168" fmla="*/ 3178642 h 6858000"/>
              <a:gd name="connsiteX92-41169" fmla="*/ 647213 w 1508539"/>
              <a:gd name="connsiteY92-41170" fmla="*/ 3158586 h 6858000"/>
              <a:gd name="connsiteX93-41171" fmla="*/ 632398 w 1508539"/>
              <a:gd name="connsiteY93-41172" fmla="*/ 3129034 h 6858000"/>
              <a:gd name="connsiteX94-41173" fmla="*/ 633063 w 1508539"/>
              <a:gd name="connsiteY94-41174" fmla="*/ 3126682 h 6858000"/>
              <a:gd name="connsiteX95-41175" fmla="*/ 623931 w 1508539"/>
              <a:gd name="connsiteY95-41176" fmla="*/ 3114519 h 6858000"/>
              <a:gd name="connsiteX96-41177" fmla="*/ 610540 w 1508539"/>
              <a:gd name="connsiteY96-41178" fmla="*/ 3106272 h 6858000"/>
              <a:gd name="connsiteX97-41179" fmla="*/ 583270 w 1508539"/>
              <a:gd name="connsiteY97-41180" fmla="*/ 2958185 h 6858000"/>
              <a:gd name="connsiteX98-41181" fmla="*/ 525884 w 1508539"/>
              <a:gd name="connsiteY98-41182" fmla="*/ 2762989 h 6858000"/>
              <a:gd name="connsiteX99-41183" fmla="*/ 474802 w 1508539"/>
              <a:gd name="connsiteY99-41184" fmla="*/ 2554718 h 6858000"/>
              <a:gd name="connsiteX100-41185" fmla="*/ 454896 w 1508539"/>
              <a:gd name="connsiteY100-41186" fmla="*/ 2485734 h 6858000"/>
              <a:gd name="connsiteX101-41187" fmla="*/ 445619 w 1508539"/>
              <a:gd name="connsiteY101-41188" fmla="*/ 2447068 h 6858000"/>
              <a:gd name="connsiteX102-41189" fmla="*/ 432580 w 1508539"/>
              <a:gd name="connsiteY102-41190" fmla="*/ 2425819 h 6858000"/>
              <a:gd name="connsiteX103-41191" fmla="*/ 438579 w 1508539"/>
              <a:gd name="connsiteY103-41192" fmla="*/ 2402874 h 6858000"/>
              <a:gd name="connsiteX104-41193" fmla="*/ 441191 w 1508539"/>
              <a:gd name="connsiteY104-41194" fmla="*/ 2381443 h 6858000"/>
              <a:gd name="connsiteX105-41195" fmla="*/ 417520 w 1508539"/>
              <a:gd name="connsiteY105-41196" fmla="*/ 2261920 h 6858000"/>
              <a:gd name="connsiteX106-41197" fmla="*/ 407407 w 1508539"/>
              <a:gd name="connsiteY106-41198" fmla="*/ 2195378 h 6858000"/>
              <a:gd name="connsiteX107-41199" fmla="*/ 391624 w 1508539"/>
              <a:gd name="connsiteY107-41200" fmla="*/ 2155135 h 6858000"/>
              <a:gd name="connsiteX108-41201" fmla="*/ 389082 w 1508539"/>
              <a:gd name="connsiteY108-41202" fmla="*/ 2118008 h 6858000"/>
              <a:gd name="connsiteX109-41203" fmla="*/ 390075 w 1508539"/>
              <a:gd name="connsiteY109-41204" fmla="*/ 2050531 h 6858000"/>
              <a:gd name="connsiteX110-41205" fmla="*/ 381881 w 1508539"/>
              <a:gd name="connsiteY110-41206" fmla="*/ 1963269 h 6858000"/>
              <a:gd name="connsiteX111-41207" fmla="*/ 363059 w 1508539"/>
              <a:gd name="connsiteY111-41208" fmla="*/ 1906352 h 6858000"/>
              <a:gd name="connsiteX112-41209" fmla="*/ 339616 w 1508539"/>
              <a:gd name="connsiteY112-41210" fmla="*/ 1861531 h 6858000"/>
              <a:gd name="connsiteX113-41211" fmla="*/ 293415 w 1508539"/>
              <a:gd name="connsiteY113-41212" fmla="*/ 1732919 h 6858000"/>
              <a:gd name="connsiteX114-41213" fmla="*/ 265726 w 1508539"/>
              <a:gd name="connsiteY114-41214" fmla="*/ 1663540 h 6858000"/>
              <a:gd name="connsiteX115-41215" fmla="*/ 264852 w 1508539"/>
              <a:gd name="connsiteY115-41216" fmla="*/ 1615777 h 6858000"/>
              <a:gd name="connsiteX116-41217" fmla="*/ 245647 w 1508539"/>
              <a:gd name="connsiteY116-41218" fmla="*/ 1563678 h 6858000"/>
              <a:gd name="connsiteX117-41219" fmla="*/ 258727 w 1508539"/>
              <a:gd name="connsiteY117-41220" fmla="*/ 1519474 h 6858000"/>
              <a:gd name="connsiteX118-41221" fmla="*/ 251469 w 1508539"/>
              <a:gd name="connsiteY118-41222" fmla="*/ 1477995 h 6858000"/>
              <a:gd name="connsiteX119-41223" fmla="*/ 237554 w 1508539"/>
              <a:gd name="connsiteY119-41224" fmla="*/ 1373769 h 6858000"/>
              <a:gd name="connsiteX120-41225" fmla="*/ 245861 w 1508539"/>
              <a:gd name="connsiteY120-41226" fmla="*/ 1307086 h 6858000"/>
              <a:gd name="connsiteX121-41227" fmla="*/ 247049 w 1508539"/>
              <a:gd name="connsiteY121-41228" fmla="*/ 1189033 h 6858000"/>
              <a:gd name="connsiteX122-41229" fmla="*/ 251734 w 1508539"/>
              <a:gd name="connsiteY122-41230" fmla="*/ 1168288 h 6858000"/>
              <a:gd name="connsiteX123-41231" fmla="*/ 244016 w 1508539"/>
              <a:gd name="connsiteY123-41232" fmla="*/ 1142577 h 6858000"/>
              <a:gd name="connsiteX124-41233" fmla="*/ 233322 w 1508539"/>
              <a:gd name="connsiteY124-41234" fmla="*/ 1088484 h 6858000"/>
              <a:gd name="connsiteX125-41235" fmla="*/ 222058 w 1508539"/>
              <a:gd name="connsiteY125-41236" fmla="*/ 1016103 h 6858000"/>
              <a:gd name="connsiteX126-41237" fmla="*/ 223514 w 1508539"/>
              <a:gd name="connsiteY126-41238" fmla="*/ 932283 h 6858000"/>
              <a:gd name="connsiteX127-41239" fmla="*/ 225750 w 1508539"/>
              <a:gd name="connsiteY127-41240" fmla="*/ 915925 h 6858000"/>
              <a:gd name="connsiteX128-41241" fmla="*/ 218379 w 1508539"/>
              <a:gd name="connsiteY128-41242" fmla="*/ 896999 h 6858000"/>
              <a:gd name="connsiteX129-41243" fmla="*/ 187787 w 1508539"/>
              <a:gd name="connsiteY129-41244" fmla="*/ 821517 h 6858000"/>
              <a:gd name="connsiteX130-41245" fmla="*/ 166737 w 1508539"/>
              <a:gd name="connsiteY130-41246" fmla="*/ 751353 h 6858000"/>
              <a:gd name="connsiteX131-41247" fmla="*/ 166295 w 1508539"/>
              <a:gd name="connsiteY131-41248" fmla="*/ 721230 h 6858000"/>
              <a:gd name="connsiteX132-41249" fmla="*/ 151966 w 1508539"/>
              <a:gd name="connsiteY132-41250" fmla="*/ 681659 h 6858000"/>
              <a:gd name="connsiteX133-41251" fmla="*/ 137385 w 1508539"/>
              <a:gd name="connsiteY133-41252" fmla="*/ 635218 h 6858000"/>
              <a:gd name="connsiteX134-41253" fmla="*/ 142396 w 1508539"/>
              <a:gd name="connsiteY134-41254" fmla="*/ 613763 h 6858000"/>
              <a:gd name="connsiteX135-41255" fmla="*/ 128338 w 1508539"/>
              <a:gd name="connsiteY135-41256" fmla="*/ 598582 h 6858000"/>
              <a:gd name="connsiteX136-41257" fmla="*/ 128019 w 1508539"/>
              <a:gd name="connsiteY136-41258" fmla="*/ 576846 h 6858000"/>
              <a:gd name="connsiteX137-41259" fmla="*/ 107645 w 1508539"/>
              <a:gd name="connsiteY137-41260" fmla="*/ 530055 h 6858000"/>
              <a:gd name="connsiteX138-41261" fmla="*/ 106893 w 1508539"/>
              <a:gd name="connsiteY138-41262" fmla="*/ 465389 h 6858000"/>
              <a:gd name="connsiteX139-41263" fmla="*/ 89816 w 1508539"/>
              <a:gd name="connsiteY139-41264" fmla="*/ 424699 h 6858000"/>
              <a:gd name="connsiteX140-41265" fmla="*/ 90191 w 1508539"/>
              <a:gd name="connsiteY140-41266" fmla="*/ 404917 h 6858000"/>
              <a:gd name="connsiteX141-41267" fmla="*/ 70148 w 1508539"/>
              <a:gd name="connsiteY141-41268" fmla="*/ 367211 h 6858000"/>
              <a:gd name="connsiteX142-41269" fmla="*/ 36452 w 1508539"/>
              <a:gd name="connsiteY142-41270" fmla="*/ 268519 h 6858000"/>
              <a:gd name="connsiteX143-41271" fmla="*/ 23935 w 1508539"/>
              <a:gd name="connsiteY143-41272" fmla="*/ 160886 h 6858000"/>
              <a:gd name="connsiteX144-41273" fmla="*/ 19312 w 1508539"/>
              <a:gd name="connsiteY144-41274" fmla="*/ 47336 h 6858000"/>
              <a:gd name="connsiteX145-41275" fmla="*/ 0 w 1508539"/>
              <a:gd name="connsiteY145-41276" fmla="*/ 0 h 6858000"/>
              <a:gd name="connsiteX0-41277" fmla="*/ 0 w 1508539"/>
              <a:gd name="connsiteY0-41278" fmla="*/ 0 h 6858000"/>
              <a:gd name="connsiteX1-41279" fmla="*/ 1508539 w 1508539"/>
              <a:gd name="connsiteY1-41280" fmla="*/ 0 h 6858000"/>
              <a:gd name="connsiteX2-41281" fmla="*/ 1508539 w 1508539"/>
              <a:gd name="connsiteY2-41282" fmla="*/ 6858000 h 6858000"/>
              <a:gd name="connsiteX3-41283" fmla="*/ 139560 w 1508539"/>
              <a:gd name="connsiteY3-41284" fmla="*/ 6857735 h 6858000"/>
              <a:gd name="connsiteX4-41285" fmla="*/ 128010 w 1508539"/>
              <a:gd name="connsiteY4-41286" fmla="*/ 6751578 h 6858000"/>
              <a:gd name="connsiteX5-41287" fmla="*/ 146674 w 1508539"/>
              <a:gd name="connsiteY5-41288" fmla="*/ 6696999 h 6858000"/>
              <a:gd name="connsiteX6-41289" fmla="*/ 163411 w 1508539"/>
              <a:gd name="connsiteY6-41290" fmla="*/ 6638036 h 6858000"/>
              <a:gd name="connsiteX7-41291" fmla="*/ 153633 w 1508539"/>
              <a:gd name="connsiteY7-41292" fmla="*/ 6596265 h 6858000"/>
              <a:gd name="connsiteX8-41293" fmla="*/ 153512 w 1508539"/>
              <a:gd name="connsiteY8-41294" fmla="*/ 6594818 h 6858000"/>
              <a:gd name="connsiteX9-41295" fmla="*/ 157757 w 1508539"/>
              <a:gd name="connsiteY9-41296" fmla="*/ 6593735 h 6858000"/>
              <a:gd name="connsiteX10-41297" fmla="*/ 164248 w 1508539"/>
              <a:gd name="connsiteY10-41298" fmla="*/ 6574442 h 6858000"/>
              <a:gd name="connsiteX11-41299" fmla="*/ 164588 w 1508539"/>
              <a:gd name="connsiteY11-41300" fmla="*/ 6568530 h 6858000"/>
              <a:gd name="connsiteX12-41301" fmla="*/ 166997 w 1508539"/>
              <a:gd name="connsiteY12-41302" fmla="*/ 6560674 h 6858000"/>
              <a:gd name="connsiteX13-41303" fmla="*/ 167342 w 1508539"/>
              <a:gd name="connsiteY13-41304" fmla="*/ 6560598 h 6858000"/>
              <a:gd name="connsiteX14-41305" fmla="*/ 201349 w 1508539"/>
              <a:gd name="connsiteY14-41306" fmla="*/ 6530567 h 6858000"/>
              <a:gd name="connsiteX15-41307" fmla="*/ 215389 w 1508539"/>
              <a:gd name="connsiteY15-41308" fmla="*/ 6478062 h 6858000"/>
              <a:gd name="connsiteX16-41309" fmla="*/ 226078 w 1508539"/>
              <a:gd name="connsiteY16-41310" fmla="*/ 6460325 h 6858000"/>
              <a:gd name="connsiteX17-41311" fmla="*/ 233311 w 1508539"/>
              <a:gd name="connsiteY17-41312" fmla="*/ 6451488 h 6858000"/>
              <a:gd name="connsiteX18-41313" fmla="*/ 234746 w 1508539"/>
              <a:gd name="connsiteY18-41314" fmla="*/ 6451348 h 6858000"/>
              <a:gd name="connsiteX19-41315" fmla="*/ 239104 w 1508539"/>
              <a:gd name="connsiteY19-41316" fmla="*/ 6414240 h 6858000"/>
              <a:gd name="connsiteX20-41317" fmla="*/ 241880 w 1508539"/>
              <a:gd name="connsiteY20-41318" fmla="*/ 6384857 h 6858000"/>
              <a:gd name="connsiteX21-41319" fmla="*/ 240591 w 1508539"/>
              <a:gd name="connsiteY21-41320" fmla="*/ 6367510 h 6858000"/>
              <a:gd name="connsiteX22-41321" fmla="*/ 244471 w 1508539"/>
              <a:gd name="connsiteY22-41322" fmla="*/ 6349778 h 6858000"/>
              <a:gd name="connsiteX23-41323" fmla="*/ 246136 w 1508539"/>
              <a:gd name="connsiteY23-41324" fmla="*/ 6348250 h 6858000"/>
              <a:gd name="connsiteX24-41325" fmla="*/ 262170 w 1508539"/>
              <a:gd name="connsiteY24-41326" fmla="*/ 6281972 h 6858000"/>
              <a:gd name="connsiteX25-41327" fmla="*/ 272933 w 1508539"/>
              <a:gd name="connsiteY25-41328" fmla="*/ 6211940 h 6858000"/>
              <a:gd name="connsiteX26-41329" fmla="*/ 314428 w 1508539"/>
              <a:gd name="connsiteY26-41330" fmla="*/ 6113913 h 6858000"/>
              <a:gd name="connsiteX27-41331" fmla="*/ 318721 w 1508539"/>
              <a:gd name="connsiteY27-41332" fmla="*/ 6028119 h 6858000"/>
              <a:gd name="connsiteX28-41333" fmla="*/ 345501 w 1508539"/>
              <a:gd name="connsiteY28-41334" fmla="*/ 5934687 h 6858000"/>
              <a:gd name="connsiteX29-41335" fmla="*/ 379513 w 1508539"/>
              <a:gd name="connsiteY29-41336" fmla="*/ 5765594 h 6858000"/>
              <a:gd name="connsiteX30-41337" fmla="*/ 411349 w 1508539"/>
              <a:gd name="connsiteY30-41338" fmla="*/ 5693685 h 6858000"/>
              <a:gd name="connsiteX31-41339" fmla="*/ 431404 w 1508539"/>
              <a:gd name="connsiteY31-41340" fmla="*/ 5665173 h 6858000"/>
              <a:gd name="connsiteX32-41341" fmla="*/ 465121 w 1508539"/>
              <a:gd name="connsiteY32-41342" fmla="*/ 5563435 h 6858000"/>
              <a:gd name="connsiteX33-41343" fmla="*/ 494626 w 1508539"/>
              <a:gd name="connsiteY33-41344" fmla="*/ 5476393 h 6858000"/>
              <a:gd name="connsiteX34-41345" fmla="*/ 525819 w 1508539"/>
              <a:gd name="connsiteY34-41346" fmla="*/ 5396260 h 6858000"/>
              <a:gd name="connsiteX35-41347" fmla="*/ 541800 w 1508539"/>
              <a:gd name="connsiteY35-41348" fmla="*/ 5330009 h 6858000"/>
              <a:gd name="connsiteX36-41349" fmla="*/ 575293 w 1508539"/>
              <a:gd name="connsiteY36-41350" fmla="*/ 5273739 h 6858000"/>
              <a:gd name="connsiteX37-41351" fmla="*/ 584892 w 1508539"/>
              <a:gd name="connsiteY37-41352" fmla="*/ 5241779 h 6858000"/>
              <a:gd name="connsiteX38-41353" fmla="*/ 596118 w 1508539"/>
              <a:gd name="connsiteY38-41354" fmla="*/ 5225268 h 6858000"/>
              <a:gd name="connsiteX39-41355" fmla="*/ 597138 w 1508539"/>
              <a:gd name="connsiteY39-41356" fmla="*/ 5217684 h 6858000"/>
              <a:gd name="connsiteX40-41357" fmla="*/ 604479 w 1508539"/>
              <a:gd name="connsiteY40-41358" fmla="*/ 5193377 h 6858000"/>
              <a:gd name="connsiteX41-41359" fmla="*/ 607782 w 1508539"/>
              <a:gd name="connsiteY41-41360" fmla="*/ 5179288 h 6858000"/>
              <a:gd name="connsiteX42-41361" fmla="*/ 608766 w 1508539"/>
              <a:gd name="connsiteY42-41362" fmla="*/ 5173621 h 6858000"/>
              <a:gd name="connsiteX43-41363" fmla="*/ 604400 w 1508539"/>
              <a:gd name="connsiteY43-41364" fmla="*/ 5159961 h 6858000"/>
              <a:gd name="connsiteX44-41365" fmla="*/ 611077 w 1508539"/>
              <a:gd name="connsiteY44-41366" fmla="*/ 5144295 h 6858000"/>
              <a:gd name="connsiteX45-41367" fmla="*/ 608010 w 1508539"/>
              <a:gd name="connsiteY45-41368" fmla="*/ 5125185 h 6858000"/>
              <a:gd name="connsiteX46-41369" fmla="*/ 614840 w 1508539"/>
              <a:gd name="connsiteY46-41370" fmla="*/ 5121884 h 6858000"/>
              <a:gd name="connsiteX47-41371" fmla="*/ 621876 w 1508539"/>
              <a:gd name="connsiteY47-41372" fmla="*/ 5067850 h 6858000"/>
              <a:gd name="connsiteX48-41373" fmla="*/ 624607 w 1508539"/>
              <a:gd name="connsiteY48-41374" fmla="*/ 5060861 h 6858000"/>
              <a:gd name="connsiteX49-41375" fmla="*/ 621311 w 1508539"/>
              <a:gd name="connsiteY49-41376" fmla="*/ 5034192 h 6858000"/>
              <a:gd name="connsiteX50-41377" fmla="*/ 622865 w 1508539"/>
              <a:gd name="connsiteY50-41378" fmla="*/ 4993030 h 6858000"/>
              <a:gd name="connsiteX51-41379" fmla="*/ 629774 w 1508539"/>
              <a:gd name="connsiteY51-41380" fmla="*/ 4946844 h 6858000"/>
              <a:gd name="connsiteX52-41381" fmla="*/ 625630 w 1508539"/>
              <a:gd name="connsiteY52-41382" fmla="*/ 4932692 h 6858000"/>
              <a:gd name="connsiteX53-41383" fmla="*/ 641033 w 1508539"/>
              <a:gd name="connsiteY53-41384" fmla="*/ 4858827 h 6858000"/>
              <a:gd name="connsiteX54-41385" fmla="*/ 646936 w 1508539"/>
              <a:gd name="connsiteY54-41386" fmla="*/ 4821170 h 6858000"/>
              <a:gd name="connsiteX55-41387" fmla="*/ 651669 w 1508539"/>
              <a:gd name="connsiteY55-41388" fmla="*/ 4780965 h 6858000"/>
              <a:gd name="connsiteX56-41389" fmla="*/ 652962 w 1508539"/>
              <a:gd name="connsiteY56-41390" fmla="*/ 4750867 h 6858000"/>
              <a:gd name="connsiteX57-41391" fmla="*/ 650769 w 1508539"/>
              <a:gd name="connsiteY57-41392" fmla="*/ 4690749 h 6858000"/>
              <a:gd name="connsiteX58-41393" fmla="*/ 646249 w 1508539"/>
              <a:gd name="connsiteY58-41394" fmla="*/ 4584173 h 6858000"/>
              <a:gd name="connsiteX59-41395" fmla="*/ 641332 w 1508539"/>
              <a:gd name="connsiteY59-41396" fmla="*/ 4444346 h 6858000"/>
              <a:gd name="connsiteX60-41397" fmla="*/ 637897 w 1508539"/>
              <a:gd name="connsiteY60-41398" fmla="*/ 4375228 h 6858000"/>
              <a:gd name="connsiteX61-41399" fmla="*/ 618550 w 1508539"/>
              <a:gd name="connsiteY61-41400" fmla="*/ 4214165 h 6858000"/>
              <a:gd name="connsiteX62-41401" fmla="*/ 622623 w 1508539"/>
              <a:gd name="connsiteY62-41402" fmla="*/ 4090296 h 6858000"/>
              <a:gd name="connsiteX63-41403" fmla="*/ 607879 w 1508539"/>
              <a:gd name="connsiteY63-41404" fmla="*/ 4033999 h 6858000"/>
              <a:gd name="connsiteX64-41405" fmla="*/ 609028 w 1508539"/>
              <a:gd name="connsiteY64-41406" fmla="*/ 4031933 h 6858000"/>
              <a:gd name="connsiteX65-41407" fmla="*/ 607604 w 1508539"/>
              <a:gd name="connsiteY65-41408" fmla="*/ 4013953 h 6858000"/>
              <a:gd name="connsiteX66-41409" fmla="*/ 593899 w 1508539"/>
              <a:gd name="connsiteY66-41410" fmla="*/ 3974753 h 6858000"/>
              <a:gd name="connsiteX67-41411" fmla="*/ 595497 w 1508539"/>
              <a:gd name="connsiteY67-41412" fmla="*/ 3969950 h 6858000"/>
              <a:gd name="connsiteX68-41413" fmla="*/ 588919 w 1508539"/>
              <a:gd name="connsiteY68-41414" fmla="*/ 3933779 h 6858000"/>
              <a:gd name="connsiteX69-41415" fmla="*/ 590250 w 1508539"/>
              <a:gd name="connsiteY69-41416" fmla="*/ 3933093 h 6858000"/>
              <a:gd name="connsiteX70-41417" fmla="*/ 594604 w 1508539"/>
              <a:gd name="connsiteY70-41418" fmla="*/ 3922082 h 6858000"/>
              <a:gd name="connsiteX71-41419" fmla="*/ 599682 w 1508539"/>
              <a:gd name="connsiteY71-41420" fmla="*/ 3901461 h 6858000"/>
              <a:gd name="connsiteX72-41421" fmla="*/ 622276 w 1508539"/>
              <a:gd name="connsiteY72-41422" fmla="*/ 3813873 h 6858000"/>
              <a:gd name="connsiteX73-41423" fmla="*/ 621701 w 1508539"/>
              <a:gd name="connsiteY73-41424" fmla="*/ 3806161 h 6858000"/>
              <a:gd name="connsiteX74-41425" fmla="*/ 622008 w 1508539"/>
              <a:gd name="connsiteY74-41426" fmla="*/ 3805957 h 6858000"/>
              <a:gd name="connsiteX75-41427" fmla="*/ 622035 w 1508539"/>
              <a:gd name="connsiteY75-41428" fmla="*/ 3797724 h 6858000"/>
              <a:gd name="connsiteX76-41429" fmla="*/ 620650 w 1508539"/>
              <a:gd name="connsiteY76-41430" fmla="*/ 3792098 h 6858000"/>
              <a:gd name="connsiteX77-41431" fmla="*/ 619534 w 1508539"/>
              <a:gd name="connsiteY77-41432" fmla="*/ 3777135 h 6858000"/>
              <a:gd name="connsiteX78-41433" fmla="*/ 621267 w 1508539"/>
              <a:gd name="connsiteY78-41434" fmla="*/ 3771656 h 6858000"/>
              <a:gd name="connsiteX79-41435" fmla="*/ 625010 w 1508539"/>
              <a:gd name="connsiteY79-41436" fmla="*/ 3769007 h 6858000"/>
              <a:gd name="connsiteX80-41437" fmla="*/ 624476 w 1508539"/>
              <a:gd name="connsiteY80-41438" fmla="*/ 3767709 h 6858000"/>
              <a:gd name="connsiteX81-41439" fmla="*/ 633172 w 1508539"/>
              <a:gd name="connsiteY81-41440" fmla="*/ 3738082 h 6858000"/>
              <a:gd name="connsiteX82-41441" fmla="*/ 640518 w 1508539"/>
              <a:gd name="connsiteY82-41442" fmla="*/ 3673397 h 6858000"/>
              <a:gd name="connsiteX83-41443" fmla="*/ 639814 w 1508539"/>
              <a:gd name="connsiteY83-41444" fmla="*/ 3637109 h 6858000"/>
              <a:gd name="connsiteX84-41445" fmla="*/ 643257 w 1508539"/>
              <a:gd name="connsiteY84-41446" fmla="*/ 3536883 h 6858000"/>
              <a:gd name="connsiteX85-41447" fmla="*/ 650795 w 1508539"/>
              <a:gd name="connsiteY85-41448" fmla="*/ 3435652 h 6858000"/>
              <a:gd name="connsiteX86-41449" fmla="*/ 652466 w 1508539"/>
              <a:gd name="connsiteY86-41450" fmla="*/ 3307769 h 6858000"/>
              <a:gd name="connsiteX87-41451" fmla="*/ 670029 w 1508539"/>
              <a:gd name="connsiteY87-41452" fmla="*/ 3250522 h 6858000"/>
              <a:gd name="connsiteX88-41453" fmla="*/ 670454 w 1508539"/>
              <a:gd name="connsiteY88-41454" fmla="*/ 3229163 h 6858000"/>
              <a:gd name="connsiteX89-41455" fmla="*/ 672277 w 1508539"/>
              <a:gd name="connsiteY89-41456" fmla="*/ 3217217 h 6858000"/>
              <a:gd name="connsiteX90-41457" fmla="*/ 659112 w 1508539"/>
              <a:gd name="connsiteY90-41458" fmla="*/ 3183755 h 6858000"/>
              <a:gd name="connsiteX91-41459" fmla="*/ 659613 w 1508539"/>
              <a:gd name="connsiteY91-41460" fmla="*/ 3178642 h 6858000"/>
              <a:gd name="connsiteX92-41461" fmla="*/ 647213 w 1508539"/>
              <a:gd name="connsiteY92-41462" fmla="*/ 3158586 h 6858000"/>
              <a:gd name="connsiteX93-41463" fmla="*/ 632398 w 1508539"/>
              <a:gd name="connsiteY93-41464" fmla="*/ 3129034 h 6858000"/>
              <a:gd name="connsiteX94-41465" fmla="*/ 633063 w 1508539"/>
              <a:gd name="connsiteY94-41466" fmla="*/ 3126682 h 6858000"/>
              <a:gd name="connsiteX95-41467" fmla="*/ 623931 w 1508539"/>
              <a:gd name="connsiteY95-41468" fmla="*/ 3114519 h 6858000"/>
              <a:gd name="connsiteX96-41469" fmla="*/ 610540 w 1508539"/>
              <a:gd name="connsiteY96-41470" fmla="*/ 3106272 h 6858000"/>
              <a:gd name="connsiteX97-41471" fmla="*/ 583270 w 1508539"/>
              <a:gd name="connsiteY97-41472" fmla="*/ 2958185 h 6858000"/>
              <a:gd name="connsiteX98-41473" fmla="*/ 525884 w 1508539"/>
              <a:gd name="connsiteY98-41474" fmla="*/ 2762989 h 6858000"/>
              <a:gd name="connsiteX99-41475" fmla="*/ 474802 w 1508539"/>
              <a:gd name="connsiteY99-41476" fmla="*/ 2554718 h 6858000"/>
              <a:gd name="connsiteX100-41477" fmla="*/ 454896 w 1508539"/>
              <a:gd name="connsiteY100-41478" fmla="*/ 2485734 h 6858000"/>
              <a:gd name="connsiteX101-41479" fmla="*/ 445619 w 1508539"/>
              <a:gd name="connsiteY101-41480" fmla="*/ 2447068 h 6858000"/>
              <a:gd name="connsiteX102-41481" fmla="*/ 432580 w 1508539"/>
              <a:gd name="connsiteY102-41482" fmla="*/ 2425819 h 6858000"/>
              <a:gd name="connsiteX103-41483" fmla="*/ 438579 w 1508539"/>
              <a:gd name="connsiteY103-41484" fmla="*/ 2402874 h 6858000"/>
              <a:gd name="connsiteX104-41485" fmla="*/ 441191 w 1508539"/>
              <a:gd name="connsiteY104-41486" fmla="*/ 2381443 h 6858000"/>
              <a:gd name="connsiteX105-41487" fmla="*/ 417520 w 1508539"/>
              <a:gd name="connsiteY105-41488" fmla="*/ 2261920 h 6858000"/>
              <a:gd name="connsiteX106-41489" fmla="*/ 407407 w 1508539"/>
              <a:gd name="connsiteY106-41490" fmla="*/ 2195378 h 6858000"/>
              <a:gd name="connsiteX107-41491" fmla="*/ 391624 w 1508539"/>
              <a:gd name="connsiteY107-41492" fmla="*/ 2155135 h 6858000"/>
              <a:gd name="connsiteX108-41493" fmla="*/ 389082 w 1508539"/>
              <a:gd name="connsiteY108-41494" fmla="*/ 2118008 h 6858000"/>
              <a:gd name="connsiteX109-41495" fmla="*/ 390075 w 1508539"/>
              <a:gd name="connsiteY109-41496" fmla="*/ 2050531 h 6858000"/>
              <a:gd name="connsiteX110-41497" fmla="*/ 381881 w 1508539"/>
              <a:gd name="connsiteY110-41498" fmla="*/ 1963269 h 6858000"/>
              <a:gd name="connsiteX111-41499" fmla="*/ 363059 w 1508539"/>
              <a:gd name="connsiteY111-41500" fmla="*/ 1906352 h 6858000"/>
              <a:gd name="connsiteX112-41501" fmla="*/ 339616 w 1508539"/>
              <a:gd name="connsiteY112-41502" fmla="*/ 1861531 h 6858000"/>
              <a:gd name="connsiteX113-41503" fmla="*/ 293415 w 1508539"/>
              <a:gd name="connsiteY113-41504" fmla="*/ 1732919 h 6858000"/>
              <a:gd name="connsiteX114-41505" fmla="*/ 265726 w 1508539"/>
              <a:gd name="connsiteY114-41506" fmla="*/ 1663540 h 6858000"/>
              <a:gd name="connsiteX115-41507" fmla="*/ 264852 w 1508539"/>
              <a:gd name="connsiteY115-41508" fmla="*/ 1615777 h 6858000"/>
              <a:gd name="connsiteX116-41509" fmla="*/ 245647 w 1508539"/>
              <a:gd name="connsiteY116-41510" fmla="*/ 1563678 h 6858000"/>
              <a:gd name="connsiteX117-41511" fmla="*/ 258727 w 1508539"/>
              <a:gd name="connsiteY117-41512" fmla="*/ 1519474 h 6858000"/>
              <a:gd name="connsiteX118-41513" fmla="*/ 251469 w 1508539"/>
              <a:gd name="connsiteY118-41514" fmla="*/ 1477995 h 6858000"/>
              <a:gd name="connsiteX119-41515" fmla="*/ 237554 w 1508539"/>
              <a:gd name="connsiteY119-41516" fmla="*/ 1373769 h 6858000"/>
              <a:gd name="connsiteX120-41517" fmla="*/ 245861 w 1508539"/>
              <a:gd name="connsiteY120-41518" fmla="*/ 1307086 h 6858000"/>
              <a:gd name="connsiteX121-41519" fmla="*/ 247049 w 1508539"/>
              <a:gd name="connsiteY121-41520" fmla="*/ 1189033 h 6858000"/>
              <a:gd name="connsiteX122-41521" fmla="*/ 251734 w 1508539"/>
              <a:gd name="connsiteY122-41522" fmla="*/ 1168288 h 6858000"/>
              <a:gd name="connsiteX123-41523" fmla="*/ 244016 w 1508539"/>
              <a:gd name="connsiteY123-41524" fmla="*/ 1142577 h 6858000"/>
              <a:gd name="connsiteX124-41525" fmla="*/ 233322 w 1508539"/>
              <a:gd name="connsiteY124-41526" fmla="*/ 1088484 h 6858000"/>
              <a:gd name="connsiteX125-41527" fmla="*/ 222058 w 1508539"/>
              <a:gd name="connsiteY125-41528" fmla="*/ 1016103 h 6858000"/>
              <a:gd name="connsiteX126-41529" fmla="*/ 223514 w 1508539"/>
              <a:gd name="connsiteY126-41530" fmla="*/ 932283 h 6858000"/>
              <a:gd name="connsiteX127-41531" fmla="*/ 225750 w 1508539"/>
              <a:gd name="connsiteY127-41532" fmla="*/ 915925 h 6858000"/>
              <a:gd name="connsiteX128-41533" fmla="*/ 218379 w 1508539"/>
              <a:gd name="connsiteY128-41534" fmla="*/ 896999 h 6858000"/>
              <a:gd name="connsiteX129-41535" fmla="*/ 187787 w 1508539"/>
              <a:gd name="connsiteY129-41536" fmla="*/ 821517 h 6858000"/>
              <a:gd name="connsiteX130-41537" fmla="*/ 166737 w 1508539"/>
              <a:gd name="connsiteY130-41538" fmla="*/ 751353 h 6858000"/>
              <a:gd name="connsiteX131-41539" fmla="*/ 166295 w 1508539"/>
              <a:gd name="connsiteY131-41540" fmla="*/ 721230 h 6858000"/>
              <a:gd name="connsiteX132-41541" fmla="*/ 151966 w 1508539"/>
              <a:gd name="connsiteY132-41542" fmla="*/ 681659 h 6858000"/>
              <a:gd name="connsiteX133-41543" fmla="*/ 137385 w 1508539"/>
              <a:gd name="connsiteY133-41544" fmla="*/ 635218 h 6858000"/>
              <a:gd name="connsiteX134-41545" fmla="*/ 142396 w 1508539"/>
              <a:gd name="connsiteY134-41546" fmla="*/ 613763 h 6858000"/>
              <a:gd name="connsiteX135-41547" fmla="*/ 128338 w 1508539"/>
              <a:gd name="connsiteY135-41548" fmla="*/ 598582 h 6858000"/>
              <a:gd name="connsiteX136-41549" fmla="*/ 128019 w 1508539"/>
              <a:gd name="connsiteY136-41550" fmla="*/ 576846 h 6858000"/>
              <a:gd name="connsiteX137-41551" fmla="*/ 107645 w 1508539"/>
              <a:gd name="connsiteY137-41552" fmla="*/ 530055 h 6858000"/>
              <a:gd name="connsiteX138-41553" fmla="*/ 106893 w 1508539"/>
              <a:gd name="connsiteY138-41554" fmla="*/ 465389 h 6858000"/>
              <a:gd name="connsiteX139-41555" fmla="*/ 89816 w 1508539"/>
              <a:gd name="connsiteY139-41556" fmla="*/ 424699 h 6858000"/>
              <a:gd name="connsiteX140-41557" fmla="*/ 90191 w 1508539"/>
              <a:gd name="connsiteY140-41558" fmla="*/ 404917 h 6858000"/>
              <a:gd name="connsiteX141-41559" fmla="*/ 70148 w 1508539"/>
              <a:gd name="connsiteY141-41560" fmla="*/ 367211 h 6858000"/>
              <a:gd name="connsiteX142-41561" fmla="*/ 36452 w 1508539"/>
              <a:gd name="connsiteY142-41562" fmla="*/ 268519 h 6858000"/>
              <a:gd name="connsiteX143-41563" fmla="*/ 23935 w 1508539"/>
              <a:gd name="connsiteY143-41564" fmla="*/ 160886 h 6858000"/>
              <a:gd name="connsiteX144-41565" fmla="*/ 19312 w 1508539"/>
              <a:gd name="connsiteY144-41566" fmla="*/ 47336 h 6858000"/>
              <a:gd name="connsiteX145-41567" fmla="*/ 0 w 1508539"/>
              <a:gd name="connsiteY145-41568" fmla="*/ 0 h 6858000"/>
              <a:gd name="connsiteX0-41569" fmla="*/ 0 w 1508539"/>
              <a:gd name="connsiteY0-41570" fmla="*/ 0 h 6858000"/>
              <a:gd name="connsiteX1-41571" fmla="*/ 1508539 w 1508539"/>
              <a:gd name="connsiteY1-41572" fmla="*/ 0 h 6858000"/>
              <a:gd name="connsiteX2-41573" fmla="*/ 1508539 w 1508539"/>
              <a:gd name="connsiteY2-41574" fmla="*/ 6858000 h 6858000"/>
              <a:gd name="connsiteX3-41575" fmla="*/ 139560 w 1508539"/>
              <a:gd name="connsiteY3-41576" fmla="*/ 6857735 h 6858000"/>
              <a:gd name="connsiteX4-41577" fmla="*/ 128010 w 1508539"/>
              <a:gd name="connsiteY4-41578" fmla="*/ 6751578 h 6858000"/>
              <a:gd name="connsiteX5-41579" fmla="*/ 146674 w 1508539"/>
              <a:gd name="connsiteY5-41580" fmla="*/ 6696999 h 6858000"/>
              <a:gd name="connsiteX6-41581" fmla="*/ 163411 w 1508539"/>
              <a:gd name="connsiteY6-41582" fmla="*/ 6638036 h 6858000"/>
              <a:gd name="connsiteX7-41583" fmla="*/ 153633 w 1508539"/>
              <a:gd name="connsiteY7-41584" fmla="*/ 6596265 h 6858000"/>
              <a:gd name="connsiteX8-41585" fmla="*/ 153512 w 1508539"/>
              <a:gd name="connsiteY8-41586" fmla="*/ 6594818 h 6858000"/>
              <a:gd name="connsiteX9-41587" fmla="*/ 164248 w 1508539"/>
              <a:gd name="connsiteY9-41588" fmla="*/ 6574442 h 6858000"/>
              <a:gd name="connsiteX10-41589" fmla="*/ 164588 w 1508539"/>
              <a:gd name="connsiteY10-41590" fmla="*/ 6568530 h 6858000"/>
              <a:gd name="connsiteX11-41591" fmla="*/ 166997 w 1508539"/>
              <a:gd name="connsiteY11-41592" fmla="*/ 6560674 h 6858000"/>
              <a:gd name="connsiteX12-41593" fmla="*/ 167342 w 1508539"/>
              <a:gd name="connsiteY12-41594" fmla="*/ 6560598 h 6858000"/>
              <a:gd name="connsiteX13-41595" fmla="*/ 201349 w 1508539"/>
              <a:gd name="connsiteY13-41596" fmla="*/ 6530567 h 6858000"/>
              <a:gd name="connsiteX14-41597" fmla="*/ 215389 w 1508539"/>
              <a:gd name="connsiteY14-41598" fmla="*/ 6478062 h 6858000"/>
              <a:gd name="connsiteX15-41599" fmla="*/ 226078 w 1508539"/>
              <a:gd name="connsiteY15-41600" fmla="*/ 6460325 h 6858000"/>
              <a:gd name="connsiteX16-41601" fmla="*/ 233311 w 1508539"/>
              <a:gd name="connsiteY16-41602" fmla="*/ 6451488 h 6858000"/>
              <a:gd name="connsiteX17-41603" fmla="*/ 234746 w 1508539"/>
              <a:gd name="connsiteY17-41604" fmla="*/ 6451348 h 6858000"/>
              <a:gd name="connsiteX18-41605" fmla="*/ 239104 w 1508539"/>
              <a:gd name="connsiteY18-41606" fmla="*/ 6414240 h 6858000"/>
              <a:gd name="connsiteX19-41607" fmla="*/ 241880 w 1508539"/>
              <a:gd name="connsiteY19-41608" fmla="*/ 6384857 h 6858000"/>
              <a:gd name="connsiteX20-41609" fmla="*/ 240591 w 1508539"/>
              <a:gd name="connsiteY20-41610" fmla="*/ 6367510 h 6858000"/>
              <a:gd name="connsiteX21-41611" fmla="*/ 244471 w 1508539"/>
              <a:gd name="connsiteY21-41612" fmla="*/ 6349778 h 6858000"/>
              <a:gd name="connsiteX22-41613" fmla="*/ 246136 w 1508539"/>
              <a:gd name="connsiteY22-41614" fmla="*/ 6348250 h 6858000"/>
              <a:gd name="connsiteX23-41615" fmla="*/ 262170 w 1508539"/>
              <a:gd name="connsiteY23-41616" fmla="*/ 6281972 h 6858000"/>
              <a:gd name="connsiteX24-41617" fmla="*/ 272933 w 1508539"/>
              <a:gd name="connsiteY24-41618" fmla="*/ 6211940 h 6858000"/>
              <a:gd name="connsiteX25-41619" fmla="*/ 314428 w 1508539"/>
              <a:gd name="connsiteY25-41620" fmla="*/ 6113913 h 6858000"/>
              <a:gd name="connsiteX26-41621" fmla="*/ 318721 w 1508539"/>
              <a:gd name="connsiteY26-41622" fmla="*/ 6028119 h 6858000"/>
              <a:gd name="connsiteX27-41623" fmla="*/ 345501 w 1508539"/>
              <a:gd name="connsiteY27-41624" fmla="*/ 5934687 h 6858000"/>
              <a:gd name="connsiteX28-41625" fmla="*/ 379513 w 1508539"/>
              <a:gd name="connsiteY28-41626" fmla="*/ 5765594 h 6858000"/>
              <a:gd name="connsiteX29-41627" fmla="*/ 411349 w 1508539"/>
              <a:gd name="connsiteY29-41628" fmla="*/ 5693685 h 6858000"/>
              <a:gd name="connsiteX30-41629" fmla="*/ 431404 w 1508539"/>
              <a:gd name="connsiteY30-41630" fmla="*/ 5665173 h 6858000"/>
              <a:gd name="connsiteX31-41631" fmla="*/ 465121 w 1508539"/>
              <a:gd name="connsiteY31-41632" fmla="*/ 5563435 h 6858000"/>
              <a:gd name="connsiteX32-41633" fmla="*/ 494626 w 1508539"/>
              <a:gd name="connsiteY32-41634" fmla="*/ 5476393 h 6858000"/>
              <a:gd name="connsiteX33-41635" fmla="*/ 525819 w 1508539"/>
              <a:gd name="connsiteY33-41636" fmla="*/ 5396260 h 6858000"/>
              <a:gd name="connsiteX34-41637" fmla="*/ 541800 w 1508539"/>
              <a:gd name="connsiteY34-41638" fmla="*/ 5330009 h 6858000"/>
              <a:gd name="connsiteX35-41639" fmla="*/ 575293 w 1508539"/>
              <a:gd name="connsiteY35-41640" fmla="*/ 5273739 h 6858000"/>
              <a:gd name="connsiteX36-41641" fmla="*/ 584892 w 1508539"/>
              <a:gd name="connsiteY36-41642" fmla="*/ 5241779 h 6858000"/>
              <a:gd name="connsiteX37-41643" fmla="*/ 596118 w 1508539"/>
              <a:gd name="connsiteY37-41644" fmla="*/ 5225268 h 6858000"/>
              <a:gd name="connsiteX38-41645" fmla="*/ 597138 w 1508539"/>
              <a:gd name="connsiteY38-41646" fmla="*/ 5217684 h 6858000"/>
              <a:gd name="connsiteX39-41647" fmla="*/ 604479 w 1508539"/>
              <a:gd name="connsiteY39-41648" fmla="*/ 5193377 h 6858000"/>
              <a:gd name="connsiteX40-41649" fmla="*/ 607782 w 1508539"/>
              <a:gd name="connsiteY40-41650" fmla="*/ 5179288 h 6858000"/>
              <a:gd name="connsiteX41-41651" fmla="*/ 608766 w 1508539"/>
              <a:gd name="connsiteY41-41652" fmla="*/ 5173621 h 6858000"/>
              <a:gd name="connsiteX42-41653" fmla="*/ 604400 w 1508539"/>
              <a:gd name="connsiteY42-41654" fmla="*/ 5159961 h 6858000"/>
              <a:gd name="connsiteX43-41655" fmla="*/ 611077 w 1508539"/>
              <a:gd name="connsiteY43-41656" fmla="*/ 5144295 h 6858000"/>
              <a:gd name="connsiteX44-41657" fmla="*/ 608010 w 1508539"/>
              <a:gd name="connsiteY44-41658" fmla="*/ 5125185 h 6858000"/>
              <a:gd name="connsiteX45-41659" fmla="*/ 614840 w 1508539"/>
              <a:gd name="connsiteY45-41660" fmla="*/ 5121884 h 6858000"/>
              <a:gd name="connsiteX46-41661" fmla="*/ 621876 w 1508539"/>
              <a:gd name="connsiteY46-41662" fmla="*/ 5067850 h 6858000"/>
              <a:gd name="connsiteX47-41663" fmla="*/ 624607 w 1508539"/>
              <a:gd name="connsiteY47-41664" fmla="*/ 5060861 h 6858000"/>
              <a:gd name="connsiteX48-41665" fmla="*/ 621311 w 1508539"/>
              <a:gd name="connsiteY48-41666" fmla="*/ 5034192 h 6858000"/>
              <a:gd name="connsiteX49-41667" fmla="*/ 622865 w 1508539"/>
              <a:gd name="connsiteY49-41668" fmla="*/ 4993030 h 6858000"/>
              <a:gd name="connsiteX50-41669" fmla="*/ 629774 w 1508539"/>
              <a:gd name="connsiteY50-41670" fmla="*/ 4946844 h 6858000"/>
              <a:gd name="connsiteX51-41671" fmla="*/ 625630 w 1508539"/>
              <a:gd name="connsiteY51-41672" fmla="*/ 4932692 h 6858000"/>
              <a:gd name="connsiteX52-41673" fmla="*/ 641033 w 1508539"/>
              <a:gd name="connsiteY52-41674" fmla="*/ 4858827 h 6858000"/>
              <a:gd name="connsiteX53-41675" fmla="*/ 646936 w 1508539"/>
              <a:gd name="connsiteY53-41676" fmla="*/ 4821170 h 6858000"/>
              <a:gd name="connsiteX54-41677" fmla="*/ 651669 w 1508539"/>
              <a:gd name="connsiteY54-41678" fmla="*/ 4780965 h 6858000"/>
              <a:gd name="connsiteX55-41679" fmla="*/ 652962 w 1508539"/>
              <a:gd name="connsiteY55-41680" fmla="*/ 4750867 h 6858000"/>
              <a:gd name="connsiteX56-41681" fmla="*/ 650769 w 1508539"/>
              <a:gd name="connsiteY56-41682" fmla="*/ 4690749 h 6858000"/>
              <a:gd name="connsiteX57-41683" fmla="*/ 646249 w 1508539"/>
              <a:gd name="connsiteY57-41684" fmla="*/ 4584173 h 6858000"/>
              <a:gd name="connsiteX58-41685" fmla="*/ 641332 w 1508539"/>
              <a:gd name="connsiteY58-41686" fmla="*/ 4444346 h 6858000"/>
              <a:gd name="connsiteX59-41687" fmla="*/ 637897 w 1508539"/>
              <a:gd name="connsiteY59-41688" fmla="*/ 4375228 h 6858000"/>
              <a:gd name="connsiteX60-41689" fmla="*/ 618550 w 1508539"/>
              <a:gd name="connsiteY60-41690" fmla="*/ 4214165 h 6858000"/>
              <a:gd name="connsiteX61-41691" fmla="*/ 622623 w 1508539"/>
              <a:gd name="connsiteY61-41692" fmla="*/ 4090296 h 6858000"/>
              <a:gd name="connsiteX62-41693" fmla="*/ 607879 w 1508539"/>
              <a:gd name="connsiteY62-41694" fmla="*/ 4033999 h 6858000"/>
              <a:gd name="connsiteX63-41695" fmla="*/ 609028 w 1508539"/>
              <a:gd name="connsiteY63-41696" fmla="*/ 4031933 h 6858000"/>
              <a:gd name="connsiteX64-41697" fmla="*/ 607604 w 1508539"/>
              <a:gd name="connsiteY64-41698" fmla="*/ 4013953 h 6858000"/>
              <a:gd name="connsiteX65-41699" fmla="*/ 593899 w 1508539"/>
              <a:gd name="connsiteY65-41700" fmla="*/ 3974753 h 6858000"/>
              <a:gd name="connsiteX66-41701" fmla="*/ 595497 w 1508539"/>
              <a:gd name="connsiteY66-41702" fmla="*/ 3969950 h 6858000"/>
              <a:gd name="connsiteX67-41703" fmla="*/ 588919 w 1508539"/>
              <a:gd name="connsiteY67-41704" fmla="*/ 3933779 h 6858000"/>
              <a:gd name="connsiteX68-41705" fmla="*/ 590250 w 1508539"/>
              <a:gd name="connsiteY68-41706" fmla="*/ 3933093 h 6858000"/>
              <a:gd name="connsiteX69-41707" fmla="*/ 594604 w 1508539"/>
              <a:gd name="connsiteY69-41708" fmla="*/ 3922082 h 6858000"/>
              <a:gd name="connsiteX70-41709" fmla="*/ 599682 w 1508539"/>
              <a:gd name="connsiteY70-41710" fmla="*/ 3901461 h 6858000"/>
              <a:gd name="connsiteX71-41711" fmla="*/ 622276 w 1508539"/>
              <a:gd name="connsiteY71-41712" fmla="*/ 3813873 h 6858000"/>
              <a:gd name="connsiteX72-41713" fmla="*/ 621701 w 1508539"/>
              <a:gd name="connsiteY72-41714" fmla="*/ 3806161 h 6858000"/>
              <a:gd name="connsiteX73-41715" fmla="*/ 622008 w 1508539"/>
              <a:gd name="connsiteY73-41716" fmla="*/ 3805957 h 6858000"/>
              <a:gd name="connsiteX74-41717" fmla="*/ 622035 w 1508539"/>
              <a:gd name="connsiteY74-41718" fmla="*/ 3797724 h 6858000"/>
              <a:gd name="connsiteX75-41719" fmla="*/ 620650 w 1508539"/>
              <a:gd name="connsiteY75-41720" fmla="*/ 3792098 h 6858000"/>
              <a:gd name="connsiteX76-41721" fmla="*/ 619534 w 1508539"/>
              <a:gd name="connsiteY76-41722" fmla="*/ 3777135 h 6858000"/>
              <a:gd name="connsiteX77-41723" fmla="*/ 621267 w 1508539"/>
              <a:gd name="connsiteY77-41724" fmla="*/ 3771656 h 6858000"/>
              <a:gd name="connsiteX78-41725" fmla="*/ 625010 w 1508539"/>
              <a:gd name="connsiteY78-41726" fmla="*/ 3769007 h 6858000"/>
              <a:gd name="connsiteX79-41727" fmla="*/ 624476 w 1508539"/>
              <a:gd name="connsiteY79-41728" fmla="*/ 3767709 h 6858000"/>
              <a:gd name="connsiteX80-41729" fmla="*/ 633172 w 1508539"/>
              <a:gd name="connsiteY80-41730" fmla="*/ 3738082 h 6858000"/>
              <a:gd name="connsiteX81-41731" fmla="*/ 640518 w 1508539"/>
              <a:gd name="connsiteY81-41732" fmla="*/ 3673397 h 6858000"/>
              <a:gd name="connsiteX82-41733" fmla="*/ 639814 w 1508539"/>
              <a:gd name="connsiteY82-41734" fmla="*/ 3637109 h 6858000"/>
              <a:gd name="connsiteX83-41735" fmla="*/ 643257 w 1508539"/>
              <a:gd name="connsiteY83-41736" fmla="*/ 3536883 h 6858000"/>
              <a:gd name="connsiteX84-41737" fmla="*/ 650795 w 1508539"/>
              <a:gd name="connsiteY84-41738" fmla="*/ 3435652 h 6858000"/>
              <a:gd name="connsiteX85-41739" fmla="*/ 652466 w 1508539"/>
              <a:gd name="connsiteY85-41740" fmla="*/ 3307769 h 6858000"/>
              <a:gd name="connsiteX86-41741" fmla="*/ 670029 w 1508539"/>
              <a:gd name="connsiteY86-41742" fmla="*/ 3250522 h 6858000"/>
              <a:gd name="connsiteX87-41743" fmla="*/ 670454 w 1508539"/>
              <a:gd name="connsiteY87-41744" fmla="*/ 3229163 h 6858000"/>
              <a:gd name="connsiteX88-41745" fmla="*/ 672277 w 1508539"/>
              <a:gd name="connsiteY88-41746" fmla="*/ 3217217 h 6858000"/>
              <a:gd name="connsiteX89-41747" fmla="*/ 659112 w 1508539"/>
              <a:gd name="connsiteY89-41748" fmla="*/ 3183755 h 6858000"/>
              <a:gd name="connsiteX90-41749" fmla="*/ 659613 w 1508539"/>
              <a:gd name="connsiteY90-41750" fmla="*/ 3178642 h 6858000"/>
              <a:gd name="connsiteX91-41751" fmla="*/ 647213 w 1508539"/>
              <a:gd name="connsiteY91-41752" fmla="*/ 3158586 h 6858000"/>
              <a:gd name="connsiteX92-41753" fmla="*/ 632398 w 1508539"/>
              <a:gd name="connsiteY92-41754" fmla="*/ 3129034 h 6858000"/>
              <a:gd name="connsiteX93-41755" fmla="*/ 633063 w 1508539"/>
              <a:gd name="connsiteY93-41756" fmla="*/ 3126682 h 6858000"/>
              <a:gd name="connsiteX94-41757" fmla="*/ 623931 w 1508539"/>
              <a:gd name="connsiteY94-41758" fmla="*/ 3114519 h 6858000"/>
              <a:gd name="connsiteX95-41759" fmla="*/ 610540 w 1508539"/>
              <a:gd name="connsiteY95-41760" fmla="*/ 3106272 h 6858000"/>
              <a:gd name="connsiteX96-41761" fmla="*/ 583270 w 1508539"/>
              <a:gd name="connsiteY96-41762" fmla="*/ 2958185 h 6858000"/>
              <a:gd name="connsiteX97-41763" fmla="*/ 525884 w 1508539"/>
              <a:gd name="connsiteY97-41764" fmla="*/ 2762989 h 6858000"/>
              <a:gd name="connsiteX98-41765" fmla="*/ 474802 w 1508539"/>
              <a:gd name="connsiteY98-41766" fmla="*/ 2554718 h 6858000"/>
              <a:gd name="connsiteX99-41767" fmla="*/ 454896 w 1508539"/>
              <a:gd name="connsiteY99-41768" fmla="*/ 2485734 h 6858000"/>
              <a:gd name="connsiteX100-41769" fmla="*/ 445619 w 1508539"/>
              <a:gd name="connsiteY100-41770" fmla="*/ 2447068 h 6858000"/>
              <a:gd name="connsiteX101-41771" fmla="*/ 432580 w 1508539"/>
              <a:gd name="connsiteY101-41772" fmla="*/ 2425819 h 6858000"/>
              <a:gd name="connsiteX102-41773" fmla="*/ 438579 w 1508539"/>
              <a:gd name="connsiteY102-41774" fmla="*/ 2402874 h 6858000"/>
              <a:gd name="connsiteX103-41775" fmla="*/ 441191 w 1508539"/>
              <a:gd name="connsiteY103-41776" fmla="*/ 2381443 h 6858000"/>
              <a:gd name="connsiteX104-41777" fmla="*/ 417520 w 1508539"/>
              <a:gd name="connsiteY104-41778" fmla="*/ 2261920 h 6858000"/>
              <a:gd name="connsiteX105-41779" fmla="*/ 407407 w 1508539"/>
              <a:gd name="connsiteY105-41780" fmla="*/ 2195378 h 6858000"/>
              <a:gd name="connsiteX106-41781" fmla="*/ 391624 w 1508539"/>
              <a:gd name="connsiteY106-41782" fmla="*/ 2155135 h 6858000"/>
              <a:gd name="connsiteX107-41783" fmla="*/ 389082 w 1508539"/>
              <a:gd name="connsiteY107-41784" fmla="*/ 2118008 h 6858000"/>
              <a:gd name="connsiteX108-41785" fmla="*/ 390075 w 1508539"/>
              <a:gd name="connsiteY108-41786" fmla="*/ 2050531 h 6858000"/>
              <a:gd name="connsiteX109-41787" fmla="*/ 381881 w 1508539"/>
              <a:gd name="connsiteY109-41788" fmla="*/ 1963269 h 6858000"/>
              <a:gd name="connsiteX110-41789" fmla="*/ 363059 w 1508539"/>
              <a:gd name="connsiteY110-41790" fmla="*/ 1906352 h 6858000"/>
              <a:gd name="connsiteX111-41791" fmla="*/ 339616 w 1508539"/>
              <a:gd name="connsiteY111-41792" fmla="*/ 1861531 h 6858000"/>
              <a:gd name="connsiteX112-41793" fmla="*/ 293415 w 1508539"/>
              <a:gd name="connsiteY112-41794" fmla="*/ 1732919 h 6858000"/>
              <a:gd name="connsiteX113-41795" fmla="*/ 265726 w 1508539"/>
              <a:gd name="connsiteY113-41796" fmla="*/ 1663540 h 6858000"/>
              <a:gd name="connsiteX114-41797" fmla="*/ 264852 w 1508539"/>
              <a:gd name="connsiteY114-41798" fmla="*/ 1615777 h 6858000"/>
              <a:gd name="connsiteX115-41799" fmla="*/ 245647 w 1508539"/>
              <a:gd name="connsiteY115-41800" fmla="*/ 1563678 h 6858000"/>
              <a:gd name="connsiteX116-41801" fmla="*/ 258727 w 1508539"/>
              <a:gd name="connsiteY116-41802" fmla="*/ 1519474 h 6858000"/>
              <a:gd name="connsiteX117-41803" fmla="*/ 251469 w 1508539"/>
              <a:gd name="connsiteY117-41804" fmla="*/ 1477995 h 6858000"/>
              <a:gd name="connsiteX118-41805" fmla="*/ 237554 w 1508539"/>
              <a:gd name="connsiteY118-41806" fmla="*/ 1373769 h 6858000"/>
              <a:gd name="connsiteX119-41807" fmla="*/ 245861 w 1508539"/>
              <a:gd name="connsiteY119-41808" fmla="*/ 1307086 h 6858000"/>
              <a:gd name="connsiteX120-41809" fmla="*/ 247049 w 1508539"/>
              <a:gd name="connsiteY120-41810" fmla="*/ 1189033 h 6858000"/>
              <a:gd name="connsiteX121-41811" fmla="*/ 251734 w 1508539"/>
              <a:gd name="connsiteY121-41812" fmla="*/ 1168288 h 6858000"/>
              <a:gd name="connsiteX122-41813" fmla="*/ 244016 w 1508539"/>
              <a:gd name="connsiteY122-41814" fmla="*/ 1142577 h 6858000"/>
              <a:gd name="connsiteX123-41815" fmla="*/ 233322 w 1508539"/>
              <a:gd name="connsiteY123-41816" fmla="*/ 1088484 h 6858000"/>
              <a:gd name="connsiteX124-41817" fmla="*/ 222058 w 1508539"/>
              <a:gd name="connsiteY124-41818" fmla="*/ 1016103 h 6858000"/>
              <a:gd name="connsiteX125-41819" fmla="*/ 223514 w 1508539"/>
              <a:gd name="connsiteY125-41820" fmla="*/ 932283 h 6858000"/>
              <a:gd name="connsiteX126-41821" fmla="*/ 225750 w 1508539"/>
              <a:gd name="connsiteY126-41822" fmla="*/ 915925 h 6858000"/>
              <a:gd name="connsiteX127-41823" fmla="*/ 218379 w 1508539"/>
              <a:gd name="connsiteY127-41824" fmla="*/ 896999 h 6858000"/>
              <a:gd name="connsiteX128-41825" fmla="*/ 187787 w 1508539"/>
              <a:gd name="connsiteY128-41826" fmla="*/ 821517 h 6858000"/>
              <a:gd name="connsiteX129-41827" fmla="*/ 166737 w 1508539"/>
              <a:gd name="connsiteY129-41828" fmla="*/ 751353 h 6858000"/>
              <a:gd name="connsiteX130-41829" fmla="*/ 166295 w 1508539"/>
              <a:gd name="connsiteY130-41830" fmla="*/ 721230 h 6858000"/>
              <a:gd name="connsiteX131-41831" fmla="*/ 151966 w 1508539"/>
              <a:gd name="connsiteY131-41832" fmla="*/ 681659 h 6858000"/>
              <a:gd name="connsiteX132-41833" fmla="*/ 137385 w 1508539"/>
              <a:gd name="connsiteY132-41834" fmla="*/ 635218 h 6858000"/>
              <a:gd name="connsiteX133-41835" fmla="*/ 142396 w 1508539"/>
              <a:gd name="connsiteY133-41836" fmla="*/ 613763 h 6858000"/>
              <a:gd name="connsiteX134-41837" fmla="*/ 128338 w 1508539"/>
              <a:gd name="connsiteY134-41838" fmla="*/ 598582 h 6858000"/>
              <a:gd name="connsiteX135-41839" fmla="*/ 128019 w 1508539"/>
              <a:gd name="connsiteY135-41840" fmla="*/ 576846 h 6858000"/>
              <a:gd name="connsiteX136-41841" fmla="*/ 107645 w 1508539"/>
              <a:gd name="connsiteY136-41842" fmla="*/ 530055 h 6858000"/>
              <a:gd name="connsiteX137-41843" fmla="*/ 106893 w 1508539"/>
              <a:gd name="connsiteY137-41844" fmla="*/ 465389 h 6858000"/>
              <a:gd name="connsiteX138-41845" fmla="*/ 89816 w 1508539"/>
              <a:gd name="connsiteY138-41846" fmla="*/ 424699 h 6858000"/>
              <a:gd name="connsiteX139-41847" fmla="*/ 90191 w 1508539"/>
              <a:gd name="connsiteY139-41848" fmla="*/ 404917 h 6858000"/>
              <a:gd name="connsiteX140-41849" fmla="*/ 70148 w 1508539"/>
              <a:gd name="connsiteY140-41850" fmla="*/ 367211 h 6858000"/>
              <a:gd name="connsiteX141-41851" fmla="*/ 36452 w 1508539"/>
              <a:gd name="connsiteY141-41852" fmla="*/ 268519 h 6858000"/>
              <a:gd name="connsiteX142-41853" fmla="*/ 23935 w 1508539"/>
              <a:gd name="connsiteY142-41854" fmla="*/ 160886 h 6858000"/>
              <a:gd name="connsiteX143-41855" fmla="*/ 19312 w 1508539"/>
              <a:gd name="connsiteY143-41856" fmla="*/ 47336 h 6858000"/>
              <a:gd name="connsiteX144-41857" fmla="*/ 0 w 1508539"/>
              <a:gd name="connsiteY144-41858" fmla="*/ 0 h 6858000"/>
              <a:gd name="connsiteX0-41859" fmla="*/ 0 w 1508539"/>
              <a:gd name="connsiteY0-41860" fmla="*/ 0 h 6858000"/>
              <a:gd name="connsiteX1-41861" fmla="*/ 1508539 w 1508539"/>
              <a:gd name="connsiteY1-41862" fmla="*/ 0 h 6858000"/>
              <a:gd name="connsiteX2-41863" fmla="*/ 1508539 w 1508539"/>
              <a:gd name="connsiteY2-41864" fmla="*/ 6858000 h 6858000"/>
              <a:gd name="connsiteX3-41865" fmla="*/ 139560 w 1508539"/>
              <a:gd name="connsiteY3-41866" fmla="*/ 6857735 h 6858000"/>
              <a:gd name="connsiteX4-41867" fmla="*/ 128010 w 1508539"/>
              <a:gd name="connsiteY4-41868" fmla="*/ 6751578 h 6858000"/>
              <a:gd name="connsiteX5-41869" fmla="*/ 146674 w 1508539"/>
              <a:gd name="connsiteY5-41870" fmla="*/ 6696999 h 6858000"/>
              <a:gd name="connsiteX6-41871" fmla="*/ 163411 w 1508539"/>
              <a:gd name="connsiteY6-41872" fmla="*/ 6638036 h 6858000"/>
              <a:gd name="connsiteX7-41873" fmla="*/ 153633 w 1508539"/>
              <a:gd name="connsiteY7-41874" fmla="*/ 6596265 h 6858000"/>
              <a:gd name="connsiteX8-41875" fmla="*/ 164248 w 1508539"/>
              <a:gd name="connsiteY8-41876" fmla="*/ 6574442 h 6858000"/>
              <a:gd name="connsiteX9-41877" fmla="*/ 164588 w 1508539"/>
              <a:gd name="connsiteY9-41878" fmla="*/ 6568530 h 6858000"/>
              <a:gd name="connsiteX10-41879" fmla="*/ 166997 w 1508539"/>
              <a:gd name="connsiteY10-41880" fmla="*/ 6560674 h 6858000"/>
              <a:gd name="connsiteX11-41881" fmla="*/ 167342 w 1508539"/>
              <a:gd name="connsiteY11-41882" fmla="*/ 6560598 h 6858000"/>
              <a:gd name="connsiteX12-41883" fmla="*/ 201349 w 1508539"/>
              <a:gd name="connsiteY12-41884" fmla="*/ 6530567 h 6858000"/>
              <a:gd name="connsiteX13-41885" fmla="*/ 215389 w 1508539"/>
              <a:gd name="connsiteY13-41886" fmla="*/ 6478062 h 6858000"/>
              <a:gd name="connsiteX14-41887" fmla="*/ 226078 w 1508539"/>
              <a:gd name="connsiteY14-41888" fmla="*/ 6460325 h 6858000"/>
              <a:gd name="connsiteX15-41889" fmla="*/ 233311 w 1508539"/>
              <a:gd name="connsiteY15-41890" fmla="*/ 6451488 h 6858000"/>
              <a:gd name="connsiteX16-41891" fmla="*/ 234746 w 1508539"/>
              <a:gd name="connsiteY16-41892" fmla="*/ 6451348 h 6858000"/>
              <a:gd name="connsiteX17-41893" fmla="*/ 239104 w 1508539"/>
              <a:gd name="connsiteY17-41894" fmla="*/ 6414240 h 6858000"/>
              <a:gd name="connsiteX18-41895" fmla="*/ 241880 w 1508539"/>
              <a:gd name="connsiteY18-41896" fmla="*/ 6384857 h 6858000"/>
              <a:gd name="connsiteX19-41897" fmla="*/ 240591 w 1508539"/>
              <a:gd name="connsiteY19-41898" fmla="*/ 6367510 h 6858000"/>
              <a:gd name="connsiteX20-41899" fmla="*/ 244471 w 1508539"/>
              <a:gd name="connsiteY20-41900" fmla="*/ 6349778 h 6858000"/>
              <a:gd name="connsiteX21-41901" fmla="*/ 246136 w 1508539"/>
              <a:gd name="connsiteY21-41902" fmla="*/ 6348250 h 6858000"/>
              <a:gd name="connsiteX22-41903" fmla="*/ 262170 w 1508539"/>
              <a:gd name="connsiteY22-41904" fmla="*/ 6281972 h 6858000"/>
              <a:gd name="connsiteX23-41905" fmla="*/ 272933 w 1508539"/>
              <a:gd name="connsiteY23-41906" fmla="*/ 6211940 h 6858000"/>
              <a:gd name="connsiteX24-41907" fmla="*/ 314428 w 1508539"/>
              <a:gd name="connsiteY24-41908" fmla="*/ 6113913 h 6858000"/>
              <a:gd name="connsiteX25-41909" fmla="*/ 318721 w 1508539"/>
              <a:gd name="connsiteY25-41910" fmla="*/ 6028119 h 6858000"/>
              <a:gd name="connsiteX26-41911" fmla="*/ 345501 w 1508539"/>
              <a:gd name="connsiteY26-41912" fmla="*/ 5934687 h 6858000"/>
              <a:gd name="connsiteX27-41913" fmla="*/ 379513 w 1508539"/>
              <a:gd name="connsiteY27-41914" fmla="*/ 5765594 h 6858000"/>
              <a:gd name="connsiteX28-41915" fmla="*/ 411349 w 1508539"/>
              <a:gd name="connsiteY28-41916" fmla="*/ 5693685 h 6858000"/>
              <a:gd name="connsiteX29-41917" fmla="*/ 431404 w 1508539"/>
              <a:gd name="connsiteY29-41918" fmla="*/ 5665173 h 6858000"/>
              <a:gd name="connsiteX30-41919" fmla="*/ 465121 w 1508539"/>
              <a:gd name="connsiteY30-41920" fmla="*/ 5563435 h 6858000"/>
              <a:gd name="connsiteX31-41921" fmla="*/ 494626 w 1508539"/>
              <a:gd name="connsiteY31-41922" fmla="*/ 5476393 h 6858000"/>
              <a:gd name="connsiteX32-41923" fmla="*/ 525819 w 1508539"/>
              <a:gd name="connsiteY32-41924" fmla="*/ 5396260 h 6858000"/>
              <a:gd name="connsiteX33-41925" fmla="*/ 541800 w 1508539"/>
              <a:gd name="connsiteY33-41926" fmla="*/ 5330009 h 6858000"/>
              <a:gd name="connsiteX34-41927" fmla="*/ 575293 w 1508539"/>
              <a:gd name="connsiteY34-41928" fmla="*/ 5273739 h 6858000"/>
              <a:gd name="connsiteX35-41929" fmla="*/ 584892 w 1508539"/>
              <a:gd name="connsiteY35-41930" fmla="*/ 5241779 h 6858000"/>
              <a:gd name="connsiteX36-41931" fmla="*/ 596118 w 1508539"/>
              <a:gd name="connsiteY36-41932" fmla="*/ 5225268 h 6858000"/>
              <a:gd name="connsiteX37-41933" fmla="*/ 597138 w 1508539"/>
              <a:gd name="connsiteY37-41934" fmla="*/ 5217684 h 6858000"/>
              <a:gd name="connsiteX38-41935" fmla="*/ 604479 w 1508539"/>
              <a:gd name="connsiteY38-41936" fmla="*/ 5193377 h 6858000"/>
              <a:gd name="connsiteX39-41937" fmla="*/ 607782 w 1508539"/>
              <a:gd name="connsiteY39-41938" fmla="*/ 5179288 h 6858000"/>
              <a:gd name="connsiteX40-41939" fmla="*/ 608766 w 1508539"/>
              <a:gd name="connsiteY40-41940" fmla="*/ 5173621 h 6858000"/>
              <a:gd name="connsiteX41-41941" fmla="*/ 604400 w 1508539"/>
              <a:gd name="connsiteY41-41942" fmla="*/ 5159961 h 6858000"/>
              <a:gd name="connsiteX42-41943" fmla="*/ 611077 w 1508539"/>
              <a:gd name="connsiteY42-41944" fmla="*/ 5144295 h 6858000"/>
              <a:gd name="connsiteX43-41945" fmla="*/ 608010 w 1508539"/>
              <a:gd name="connsiteY43-41946" fmla="*/ 5125185 h 6858000"/>
              <a:gd name="connsiteX44-41947" fmla="*/ 614840 w 1508539"/>
              <a:gd name="connsiteY44-41948" fmla="*/ 5121884 h 6858000"/>
              <a:gd name="connsiteX45-41949" fmla="*/ 621876 w 1508539"/>
              <a:gd name="connsiteY45-41950" fmla="*/ 5067850 h 6858000"/>
              <a:gd name="connsiteX46-41951" fmla="*/ 624607 w 1508539"/>
              <a:gd name="connsiteY46-41952" fmla="*/ 5060861 h 6858000"/>
              <a:gd name="connsiteX47-41953" fmla="*/ 621311 w 1508539"/>
              <a:gd name="connsiteY47-41954" fmla="*/ 5034192 h 6858000"/>
              <a:gd name="connsiteX48-41955" fmla="*/ 622865 w 1508539"/>
              <a:gd name="connsiteY48-41956" fmla="*/ 4993030 h 6858000"/>
              <a:gd name="connsiteX49-41957" fmla="*/ 629774 w 1508539"/>
              <a:gd name="connsiteY49-41958" fmla="*/ 4946844 h 6858000"/>
              <a:gd name="connsiteX50-41959" fmla="*/ 625630 w 1508539"/>
              <a:gd name="connsiteY50-41960" fmla="*/ 4932692 h 6858000"/>
              <a:gd name="connsiteX51-41961" fmla="*/ 641033 w 1508539"/>
              <a:gd name="connsiteY51-41962" fmla="*/ 4858827 h 6858000"/>
              <a:gd name="connsiteX52-41963" fmla="*/ 646936 w 1508539"/>
              <a:gd name="connsiteY52-41964" fmla="*/ 4821170 h 6858000"/>
              <a:gd name="connsiteX53-41965" fmla="*/ 651669 w 1508539"/>
              <a:gd name="connsiteY53-41966" fmla="*/ 4780965 h 6858000"/>
              <a:gd name="connsiteX54-41967" fmla="*/ 652962 w 1508539"/>
              <a:gd name="connsiteY54-41968" fmla="*/ 4750867 h 6858000"/>
              <a:gd name="connsiteX55-41969" fmla="*/ 650769 w 1508539"/>
              <a:gd name="connsiteY55-41970" fmla="*/ 4690749 h 6858000"/>
              <a:gd name="connsiteX56-41971" fmla="*/ 646249 w 1508539"/>
              <a:gd name="connsiteY56-41972" fmla="*/ 4584173 h 6858000"/>
              <a:gd name="connsiteX57-41973" fmla="*/ 641332 w 1508539"/>
              <a:gd name="connsiteY57-41974" fmla="*/ 4444346 h 6858000"/>
              <a:gd name="connsiteX58-41975" fmla="*/ 637897 w 1508539"/>
              <a:gd name="connsiteY58-41976" fmla="*/ 4375228 h 6858000"/>
              <a:gd name="connsiteX59-41977" fmla="*/ 618550 w 1508539"/>
              <a:gd name="connsiteY59-41978" fmla="*/ 4214165 h 6858000"/>
              <a:gd name="connsiteX60-41979" fmla="*/ 622623 w 1508539"/>
              <a:gd name="connsiteY60-41980" fmla="*/ 4090296 h 6858000"/>
              <a:gd name="connsiteX61-41981" fmla="*/ 607879 w 1508539"/>
              <a:gd name="connsiteY61-41982" fmla="*/ 4033999 h 6858000"/>
              <a:gd name="connsiteX62-41983" fmla="*/ 609028 w 1508539"/>
              <a:gd name="connsiteY62-41984" fmla="*/ 4031933 h 6858000"/>
              <a:gd name="connsiteX63-41985" fmla="*/ 607604 w 1508539"/>
              <a:gd name="connsiteY63-41986" fmla="*/ 4013953 h 6858000"/>
              <a:gd name="connsiteX64-41987" fmla="*/ 593899 w 1508539"/>
              <a:gd name="connsiteY64-41988" fmla="*/ 3974753 h 6858000"/>
              <a:gd name="connsiteX65-41989" fmla="*/ 595497 w 1508539"/>
              <a:gd name="connsiteY65-41990" fmla="*/ 3969950 h 6858000"/>
              <a:gd name="connsiteX66-41991" fmla="*/ 588919 w 1508539"/>
              <a:gd name="connsiteY66-41992" fmla="*/ 3933779 h 6858000"/>
              <a:gd name="connsiteX67-41993" fmla="*/ 590250 w 1508539"/>
              <a:gd name="connsiteY67-41994" fmla="*/ 3933093 h 6858000"/>
              <a:gd name="connsiteX68-41995" fmla="*/ 594604 w 1508539"/>
              <a:gd name="connsiteY68-41996" fmla="*/ 3922082 h 6858000"/>
              <a:gd name="connsiteX69-41997" fmla="*/ 599682 w 1508539"/>
              <a:gd name="connsiteY69-41998" fmla="*/ 3901461 h 6858000"/>
              <a:gd name="connsiteX70-41999" fmla="*/ 622276 w 1508539"/>
              <a:gd name="connsiteY70-42000" fmla="*/ 3813873 h 6858000"/>
              <a:gd name="connsiteX71-42001" fmla="*/ 621701 w 1508539"/>
              <a:gd name="connsiteY71-42002" fmla="*/ 3806161 h 6858000"/>
              <a:gd name="connsiteX72-42003" fmla="*/ 622008 w 1508539"/>
              <a:gd name="connsiteY72-42004" fmla="*/ 3805957 h 6858000"/>
              <a:gd name="connsiteX73-42005" fmla="*/ 622035 w 1508539"/>
              <a:gd name="connsiteY73-42006" fmla="*/ 3797724 h 6858000"/>
              <a:gd name="connsiteX74-42007" fmla="*/ 620650 w 1508539"/>
              <a:gd name="connsiteY74-42008" fmla="*/ 3792098 h 6858000"/>
              <a:gd name="connsiteX75-42009" fmla="*/ 619534 w 1508539"/>
              <a:gd name="connsiteY75-42010" fmla="*/ 3777135 h 6858000"/>
              <a:gd name="connsiteX76-42011" fmla="*/ 621267 w 1508539"/>
              <a:gd name="connsiteY76-42012" fmla="*/ 3771656 h 6858000"/>
              <a:gd name="connsiteX77-42013" fmla="*/ 625010 w 1508539"/>
              <a:gd name="connsiteY77-42014" fmla="*/ 3769007 h 6858000"/>
              <a:gd name="connsiteX78-42015" fmla="*/ 624476 w 1508539"/>
              <a:gd name="connsiteY78-42016" fmla="*/ 3767709 h 6858000"/>
              <a:gd name="connsiteX79-42017" fmla="*/ 633172 w 1508539"/>
              <a:gd name="connsiteY79-42018" fmla="*/ 3738082 h 6858000"/>
              <a:gd name="connsiteX80-42019" fmla="*/ 640518 w 1508539"/>
              <a:gd name="connsiteY80-42020" fmla="*/ 3673397 h 6858000"/>
              <a:gd name="connsiteX81-42021" fmla="*/ 639814 w 1508539"/>
              <a:gd name="connsiteY81-42022" fmla="*/ 3637109 h 6858000"/>
              <a:gd name="connsiteX82-42023" fmla="*/ 643257 w 1508539"/>
              <a:gd name="connsiteY82-42024" fmla="*/ 3536883 h 6858000"/>
              <a:gd name="connsiteX83-42025" fmla="*/ 650795 w 1508539"/>
              <a:gd name="connsiteY83-42026" fmla="*/ 3435652 h 6858000"/>
              <a:gd name="connsiteX84-42027" fmla="*/ 652466 w 1508539"/>
              <a:gd name="connsiteY84-42028" fmla="*/ 3307769 h 6858000"/>
              <a:gd name="connsiteX85-42029" fmla="*/ 670029 w 1508539"/>
              <a:gd name="connsiteY85-42030" fmla="*/ 3250522 h 6858000"/>
              <a:gd name="connsiteX86-42031" fmla="*/ 670454 w 1508539"/>
              <a:gd name="connsiteY86-42032" fmla="*/ 3229163 h 6858000"/>
              <a:gd name="connsiteX87-42033" fmla="*/ 672277 w 1508539"/>
              <a:gd name="connsiteY87-42034" fmla="*/ 3217217 h 6858000"/>
              <a:gd name="connsiteX88-42035" fmla="*/ 659112 w 1508539"/>
              <a:gd name="connsiteY88-42036" fmla="*/ 3183755 h 6858000"/>
              <a:gd name="connsiteX89-42037" fmla="*/ 659613 w 1508539"/>
              <a:gd name="connsiteY89-42038" fmla="*/ 3178642 h 6858000"/>
              <a:gd name="connsiteX90-42039" fmla="*/ 647213 w 1508539"/>
              <a:gd name="connsiteY90-42040" fmla="*/ 3158586 h 6858000"/>
              <a:gd name="connsiteX91-42041" fmla="*/ 632398 w 1508539"/>
              <a:gd name="connsiteY91-42042" fmla="*/ 3129034 h 6858000"/>
              <a:gd name="connsiteX92-42043" fmla="*/ 633063 w 1508539"/>
              <a:gd name="connsiteY92-42044" fmla="*/ 3126682 h 6858000"/>
              <a:gd name="connsiteX93-42045" fmla="*/ 623931 w 1508539"/>
              <a:gd name="connsiteY93-42046" fmla="*/ 3114519 h 6858000"/>
              <a:gd name="connsiteX94-42047" fmla="*/ 610540 w 1508539"/>
              <a:gd name="connsiteY94-42048" fmla="*/ 3106272 h 6858000"/>
              <a:gd name="connsiteX95-42049" fmla="*/ 583270 w 1508539"/>
              <a:gd name="connsiteY95-42050" fmla="*/ 2958185 h 6858000"/>
              <a:gd name="connsiteX96-42051" fmla="*/ 525884 w 1508539"/>
              <a:gd name="connsiteY96-42052" fmla="*/ 2762989 h 6858000"/>
              <a:gd name="connsiteX97-42053" fmla="*/ 474802 w 1508539"/>
              <a:gd name="connsiteY97-42054" fmla="*/ 2554718 h 6858000"/>
              <a:gd name="connsiteX98-42055" fmla="*/ 454896 w 1508539"/>
              <a:gd name="connsiteY98-42056" fmla="*/ 2485734 h 6858000"/>
              <a:gd name="connsiteX99-42057" fmla="*/ 445619 w 1508539"/>
              <a:gd name="connsiteY99-42058" fmla="*/ 2447068 h 6858000"/>
              <a:gd name="connsiteX100-42059" fmla="*/ 432580 w 1508539"/>
              <a:gd name="connsiteY100-42060" fmla="*/ 2425819 h 6858000"/>
              <a:gd name="connsiteX101-42061" fmla="*/ 438579 w 1508539"/>
              <a:gd name="connsiteY101-42062" fmla="*/ 2402874 h 6858000"/>
              <a:gd name="connsiteX102-42063" fmla="*/ 441191 w 1508539"/>
              <a:gd name="connsiteY102-42064" fmla="*/ 2381443 h 6858000"/>
              <a:gd name="connsiteX103-42065" fmla="*/ 417520 w 1508539"/>
              <a:gd name="connsiteY103-42066" fmla="*/ 2261920 h 6858000"/>
              <a:gd name="connsiteX104-42067" fmla="*/ 407407 w 1508539"/>
              <a:gd name="connsiteY104-42068" fmla="*/ 2195378 h 6858000"/>
              <a:gd name="connsiteX105-42069" fmla="*/ 391624 w 1508539"/>
              <a:gd name="connsiteY105-42070" fmla="*/ 2155135 h 6858000"/>
              <a:gd name="connsiteX106-42071" fmla="*/ 389082 w 1508539"/>
              <a:gd name="connsiteY106-42072" fmla="*/ 2118008 h 6858000"/>
              <a:gd name="connsiteX107-42073" fmla="*/ 390075 w 1508539"/>
              <a:gd name="connsiteY107-42074" fmla="*/ 2050531 h 6858000"/>
              <a:gd name="connsiteX108-42075" fmla="*/ 381881 w 1508539"/>
              <a:gd name="connsiteY108-42076" fmla="*/ 1963269 h 6858000"/>
              <a:gd name="connsiteX109-42077" fmla="*/ 363059 w 1508539"/>
              <a:gd name="connsiteY109-42078" fmla="*/ 1906352 h 6858000"/>
              <a:gd name="connsiteX110-42079" fmla="*/ 339616 w 1508539"/>
              <a:gd name="connsiteY110-42080" fmla="*/ 1861531 h 6858000"/>
              <a:gd name="connsiteX111-42081" fmla="*/ 293415 w 1508539"/>
              <a:gd name="connsiteY111-42082" fmla="*/ 1732919 h 6858000"/>
              <a:gd name="connsiteX112-42083" fmla="*/ 265726 w 1508539"/>
              <a:gd name="connsiteY112-42084" fmla="*/ 1663540 h 6858000"/>
              <a:gd name="connsiteX113-42085" fmla="*/ 264852 w 1508539"/>
              <a:gd name="connsiteY113-42086" fmla="*/ 1615777 h 6858000"/>
              <a:gd name="connsiteX114-42087" fmla="*/ 245647 w 1508539"/>
              <a:gd name="connsiteY114-42088" fmla="*/ 1563678 h 6858000"/>
              <a:gd name="connsiteX115-42089" fmla="*/ 258727 w 1508539"/>
              <a:gd name="connsiteY115-42090" fmla="*/ 1519474 h 6858000"/>
              <a:gd name="connsiteX116-42091" fmla="*/ 251469 w 1508539"/>
              <a:gd name="connsiteY116-42092" fmla="*/ 1477995 h 6858000"/>
              <a:gd name="connsiteX117-42093" fmla="*/ 237554 w 1508539"/>
              <a:gd name="connsiteY117-42094" fmla="*/ 1373769 h 6858000"/>
              <a:gd name="connsiteX118-42095" fmla="*/ 245861 w 1508539"/>
              <a:gd name="connsiteY118-42096" fmla="*/ 1307086 h 6858000"/>
              <a:gd name="connsiteX119-42097" fmla="*/ 247049 w 1508539"/>
              <a:gd name="connsiteY119-42098" fmla="*/ 1189033 h 6858000"/>
              <a:gd name="connsiteX120-42099" fmla="*/ 251734 w 1508539"/>
              <a:gd name="connsiteY120-42100" fmla="*/ 1168288 h 6858000"/>
              <a:gd name="connsiteX121-42101" fmla="*/ 244016 w 1508539"/>
              <a:gd name="connsiteY121-42102" fmla="*/ 1142577 h 6858000"/>
              <a:gd name="connsiteX122-42103" fmla="*/ 233322 w 1508539"/>
              <a:gd name="connsiteY122-42104" fmla="*/ 1088484 h 6858000"/>
              <a:gd name="connsiteX123-42105" fmla="*/ 222058 w 1508539"/>
              <a:gd name="connsiteY123-42106" fmla="*/ 1016103 h 6858000"/>
              <a:gd name="connsiteX124-42107" fmla="*/ 223514 w 1508539"/>
              <a:gd name="connsiteY124-42108" fmla="*/ 932283 h 6858000"/>
              <a:gd name="connsiteX125-42109" fmla="*/ 225750 w 1508539"/>
              <a:gd name="connsiteY125-42110" fmla="*/ 915925 h 6858000"/>
              <a:gd name="connsiteX126-42111" fmla="*/ 218379 w 1508539"/>
              <a:gd name="connsiteY126-42112" fmla="*/ 896999 h 6858000"/>
              <a:gd name="connsiteX127-42113" fmla="*/ 187787 w 1508539"/>
              <a:gd name="connsiteY127-42114" fmla="*/ 821517 h 6858000"/>
              <a:gd name="connsiteX128-42115" fmla="*/ 166737 w 1508539"/>
              <a:gd name="connsiteY128-42116" fmla="*/ 751353 h 6858000"/>
              <a:gd name="connsiteX129-42117" fmla="*/ 166295 w 1508539"/>
              <a:gd name="connsiteY129-42118" fmla="*/ 721230 h 6858000"/>
              <a:gd name="connsiteX130-42119" fmla="*/ 151966 w 1508539"/>
              <a:gd name="connsiteY130-42120" fmla="*/ 681659 h 6858000"/>
              <a:gd name="connsiteX131-42121" fmla="*/ 137385 w 1508539"/>
              <a:gd name="connsiteY131-42122" fmla="*/ 635218 h 6858000"/>
              <a:gd name="connsiteX132-42123" fmla="*/ 142396 w 1508539"/>
              <a:gd name="connsiteY132-42124" fmla="*/ 613763 h 6858000"/>
              <a:gd name="connsiteX133-42125" fmla="*/ 128338 w 1508539"/>
              <a:gd name="connsiteY133-42126" fmla="*/ 598582 h 6858000"/>
              <a:gd name="connsiteX134-42127" fmla="*/ 128019 w 1508539"/>
              <a:gd name="connsiteY134-42128" fmla="*/ 576846 h 6858000"/>
              <a:gd name="connsiteX135-42129" fmla="*/ 107645 w 1508539"/>
              <a:gd name="connsiteY135-42130" fmla="*/ 530055 h 6858000"/>
              <a:gd name="connsiteX136-42131" fmla="*/ 106893 w 1508539"/>
              <a:gd name="connsiteY136-42132" fmla="*/ 465389 h 6858000"/>
              <a:gd name="connsiteX137-42133" fmla="*/ 89816 w 1508539"/>
              <a:gd name="connsiteY137-42134" fmla="*/ 424699 h 6858000"/>
              <a:gd name="connsiteX138-42135" fmla="*/ 90191 w 1508539"/>
              <a:gd name="connsiteY138-42136" fmla="*/ 404917 h 6858000"/>
              <a:gd name="connsiteX139-42137" fmla="*/ 70148 w 1508539"/>
              <a:gd name="connsiteY139-42138" fmla="*/ 367211 h 6858000"/>
              <a:gd name="connsiteX140-42139" fmla="*/ 36452 w 1508539"/>
              <a:gd name="connsiteY140-42140" fmla="*/ 268519 h 6858000"/>
              <a:gd name="connsiteX141-42141" fmla="*/ 23935 w 1508539"/>
              <a:gd name="connsiteY141-42142" fmla="*/ 160886 h 6858000"/>
              <a:gd name="connsiteX142-42143" fmla="*/ 19312 w 1508539"/>
              <a:gd name="connsiteY142-42144" fmla="*/ 47336 h 6858000"/>
              <a:gd name="connsiteX143-42145" fmla="*/ 0 w 1508539"/>
              <a:gd name="connsiteY143-42146" fmla="*/ 0 h 6858000"/>
              <a:gd name="connsiteX0-42147" fmla="*/ 0 w 1508539"/>
              <a:gd name="connsiteY0-42148" fmla="*/ 0 h 6858000"/>
              <a:gd name="connsiteX1-42149" fmla="*/ 1508539 w 1508539"/>
              <a:gd name="connsiteY1-42150" fmla="*/ 0 h 6858000"/>
              <a:gd name="connsiteX2-42151" fmla="*/ 1508539 w 1508539"/>
              <a:gd name="connsiteY2-42152" fmla="*/ 6858000 h 6858000"/>
              <a:gd name="connsiteX3-42153" fmla="*/ 139560 w 1508539"/>
              <a:gd name="connsiteY3-42154" fmla="*/ 6857735 h 6858000"/>
              <a:gd name="connsiteX4-42155" fmla="*/ 128010 w 1508539"/>
              <a:gd name="connsiteY4-42156" fmla="*/ 6751578 h 6858000"/>
              <a:gd name="connsiteX5-42157" fmla="*/ 146674 w 1508539"/>
              <a:gd name="connsiteY5-42158" fmla="*/ 6696999 h 6858000"/>
              <a:gd name="connsiteX6-42159" fmla="*/ 163411 w 1508539"/>
              <a:gd name="connsiteY6-42160" fmla="*/ 6638036 h 6858000"/>
              <a:gd name="connsiteX7-42161" fmla="*/ 153633 w 1508539"/>
              <a:gd name="connsiteY7-42162" fmla="*/ 6596265 h 6858000"/>
              <a:gd name="connsiteX8-42163" fmla="*/ 164248 w 1508539"/>
              <a:gd name="connsiteY8-42164" fmla="*/ 6574442 h 6858000"/>
              <a:gd name="connsiteX9-42165" fmla="*/ 164588 w 1508539"/>
              <a:gd name="connsiteY9-42166" fmla="*/ 6568530 h 6858000"/>
              <a:gd name="connsiteX10-42167" fmla="*/ 166997 w 1508539"/>
              <a:gd name="connsiteY10-42168" fmla="*/ 6560674 h 6858000"/>
              <a:gd name="connsiteX11-42169" fmla="*/ 167342 w 1508539"/>
              <a:gd name="connsiteY11-42170" fmla="*/ 6560598 h 6858000"/>
              <a:gd name="connsiteX12-42171" fmla="*/ 201349 w 1508539"/>
              <a:gd name="connsiteY12-42172" fmla="*/ 6530567 h 6858000"/>
              <a:gd name="connsiteX13-42173" fmla="*/ 215389 w 1508539"/>
              <a:gd name="connsiteY13-42174" fmla="*/ 6478062 h 6858000"/>
              <a:gd name="connsiteX14-42175" fmla="*/ 226078 w 1508539"/>
              <a:gd name="connsiteY14-42176" fmla="*/ 6460325 h 6858000"/>
              <a:gd name="connsiteX15-42177" fmla="*/ 233311 w 1508539"/>
              <a:gd name="connsiteY15-42178" fmla="*/ 6451488 h 6858000"/>
              <a:gd name="connsiteX16-42179" fmla="*/ 234746 w 1508539"/>
              <a:gd name="connsiteY16-42180" fmla="*/ 6451348 h 6858000"/>
              <a:gd name="connsiteX17-42181" fmla="*/ 239104 w 1508539"/>
              <a:gd name="connsiteY17-42182" fmla="*/ 6414240 h 6858000"/>
              <a:gd name="connsiteX18-42183" fmla="*/ 241880 w 1508539"/>
              <a:gd name="connsiteY18-42184" fmla="*/ 6384857 h 6858000"/>
              <a:gd name="connsiteX19-42185" fmla="*/ 240591 w 1508539"/>
              <a:gd name="connsiteY19-42186" fmla="*/ 6367510 h 6858000"/>
              <a:gd name="connsiteX20-42187" fmla="*/ 244471 w 1508539"/>
              <a:gd name="connsiteY20-42188" fmla="*/ 6349778 h 6858000"/>
              <a:gd name="connsiteX21-42189" fmla="*/ 246136 w 1508539"/>
              <a:gd name="connsiteY21-42190" fmla="*/ 6348250 h 6858000"/>
              <a:gd name="connsiteX22-42191" fmla="*/ 262170 w 1508539"/>
              <a:gd name="connsiteY22-42192" fmla="*/ 6281972 h 6858000"/>
              <a:gd name="connsiteX23-42193" fmla="*/ 272933 w 1508539"/>
              <a:gd name="connsiteY23-42194" fmla="*/ 6211940 h 6858000"/>
              <a:gd name="connsiteX24-42195" fmla="*/ 314428 w 1508539"/>
              <a:gd name="connsiteY24-42196" fmla="*/ 6113913 h 6858000"/>
              <a:gd name="connsiteX25-42197" fmla="*/ 318721 w 1508539"/>
              <a:gd name="connsiteY25-42198" fmla="*/ 6028119 h 6858000"/>
              <a:gd name="connsiteX26-42199" fmla="*/ 345501 w 1508539"/>
              <a:gd name="connsiteY26-42200" fmla="*/ 5934687 h 6858000"/>
              <a:gd name="connsiteX27-42201" fmla="*/ 411349 w 1508539"/>
              <a:gd name="connsiteY27-42202" fmla="*/ 5693685 h 6858000"/>
              <a:gd name="connsiteX28-42203" fmla="*/ 431404 w 1508539"/>
              <a:gd name="connsiteY28-42204" fmla="*/ 5665173 h 6858000"/>
              <a:gd name="connsiteX29-42205" fmla="*/ 465121 w 1508539"/>
              <a:gd name="connsiteY29-42206" fmla="*/ 5563435 h 6858000"/>
              <a:gd name="connsiteX30-42207" fmla="*/ 494626 w 1508539"/>
              <a:gd name="connsiteY30-42208" fmla="*/ 5476393 h 6858000"/>
              <a:gd name="connsiteX31-42209" fmla="*/ 525819 w 1508539"/>
              <a:gd name="connsiteY31-42210" fmla="*/ 5396260 h 6858000"/>
              <a:gd name="connsiteX32-42211" fmla="*/ 541800 w 1508539"/>
              <a:gd name="connsiteY32-42212" fmla="*/ 5330009 h 6858000"/>
              <a:gd name="connsiteX33-42213" fmla="*/ 575293 w 1508539"/>
              <a:gd name="connsiteY33-42214" fmla="*/ 5273739 h 6858000"/>
              <a:gd name="connsiteX34-42215" fmla="*/ 584892 w 1508539"/>
              <a:gd name="connsiteY34-42216" fmla="*/ 5241779 h 6858000"/>
              <a:gd name="connsiteX35-42217" fmla="*/ 596118 w 1508539"/>
              <a:gd name="connsiteY35-42218" fmla="*/ 5225268 h 6858000"/>
              <a:gd name="connsiteX36-42219" fmla="*/ 597138 w 1508539"/>
              <a:gd name="connsiteY36-42220" fmla="*/ 5217684 h 6858000"/>
              <a:gd name="connsiteX37-42221" fmla="*/ 604479 w 1508539"/>
              <a:gd name="connsiteY37-42222" fmla="*/ 5193377 h 6858000"/>
              <a:gd name="connsiteX38-42223" fmla="*/ 607782 w 1508539"/>
              <a:gd name="connsiteY38-42224" fmla="*/ 5179288 h 6858000"/>
              <a:gd name="connsiteX39-42225" fmla="*/ 608766 w 1508539"/>
              <a:gd name="connsiteY39-42226" fmla="*/ 5173621 h 6858000"/>
              <a:gd name="connsiteX40-42227" fmla="*/ 604400 w 1508539"/>
              <a:gd name="connsiteY40-42228" fmla="*/ 5159961 h 6858000"/>
              <a:gd name="connsiteX41-42229" fmla="*/ 611077 w 1508539"/>
              <a:gd name="connsiteY41-42230" fmla="*/ 5144295 h 6858000"/>
              <a:gd name="connsiteX42-42231" fmla="*/ 608010 w 1508539"/>
              <a:gd name="connsiteY42-42232" fmla="*/ 5125185 h 6858000"/>
              <a:gd name="connsiteX43-42233" fmla="*/ 614840 w 1508539"/>
              <a:gd name="connsiteY43-42234" fmla="*/ 5121884 h 6858000"/>
              <a:gd name="connsiteX44-42235" fmla="*/ 621876 w 1508539"/>
              <a:gd name="connsiteY44-42236" fmla="*/ 5067850 h 6858000"/>
              <a:gd name="connsiteX45-42237" fmla="*/ 624607 w 1508539"/>
              <a:gd name="connsiteY45-42238" fmla="*/ 5060861 h 6858000"/>
              <a:gd name="connsiteX46-42239" fmla="*/ 621311 w 1508539"/>
              <a:gd name="connsiteY46-42240" fmla="*/ 5034192 h 6858000"/>
              <a:gd name="connsiteX47-42241" fmla="*/ 622865 w 1508539"/>
              <a:gd name="connsiteY47-42242" fmla="*/ 4993030 h 6858000"/>
              <a:gd name="connsiteX48-42243" fmla="*/ 629774 w 1508539"/>
              <a:gd name="connsiteY48-42244" fmla="*/ 4946844 h 6858000"/>
              <a:gd name="connsiteX49-42245" fmla="*/ 625630 w 1508539"/>
              <a:gd name="connsiteY49-42246" fmla="*/ 4932692 h 6858000"/>
              <a:gd name="connsiteX50-42247" fmla="*/ 641033 w 1508539"/>
              <a:gd name="connsiteY50-42248" fmla="*/ 4858827 h 6858000"/>
              <a:gd name="connsiteX51-42249" fmla="*/ 646936 w 1508539"/>
              <a:gd name="connsiteY51-42250" fmla="*/ 4821170 h 6858000"/>
              <a:gd name="connsiteX52-42251" fmla="*/ 651669 w 1508539"/>
              <a:gd name="connsiteY52-42252" fmla="*/ 4780965 h 6858000"/>
              <a:gd name="connsiteX53-42253" fmla="*/ 652962 w 1508539"/>
              <a:gd name="connsiteY53-42254" fmla="*/ 4750867 h 6858000"/>
              <a:gd name="connsiteX54-42255" fmla="*/ 650769 w 1508539"/>
              <a:gd name="connsiteY54-42256" fmla="*/ 4690749 h 6858000"/>
              <a:gd name="connsiteX55-42257" fmla="*/ 646249 w 1508539"/>
              <a:gd name="connsiteY55-42258" fmla="*/ 4584173 h 6858000"/>
              <a:gd name="connsiteX56-42259" fmla="*/ 641332 w 1508539"/>
              <a:gd name="connsiteY56-42260" fmla="*/ 4444346 h 6858000"/>
              <a:gd name="connsiteX57-42261" fmla="*/ 637897 w 1508539"/>
              <a:gd name="connsiteY57-42262" fmla="*/ 4375228 h 6858000"/>
              <a:gd name="connsiteX58-42263" fmla="*/ 618550 w 1508539"/>
              <a:gd name="connsiteY58-42264" fmla="*/ 4214165 h 6858000"/>
              <a:gd name="connsiteX59-42265" fmla="*/ 622623 w 1508539"/>
              <a:gd name="connsiteY59-42266" fmla="*/ 4090296 h 6858000"/>
              <a:gd name="connsiteX60-42267" fmla="*/ 607879 w 1508539"/>
              <a:gd name="connsiteY60-42268" fmla="*/ 4033999 h 6858000"/>
              <a:gd name="connsiteX61-42269" fmla="*/ 609028 w 1508539"/>
              <a:gd name="connsiteY61-42270" fmla="*/ 4031933 h 6858000"/>
              <a:gd name="connsiteX62-42271" fmla="*/ 607604 w 1508539"/>
              <a:gd name="connsiteY62-42272" fmla="*/ 4013953 h 6858000"/>
              <a:gd name="connsiteX63-42273" fmla="*/ 593899 w 1508539"/>
              <a:gd name="connsiteY63-42274" fmla="*/ 3974753 h 6858000"/>
              <a:gd name="connsiteX64-42275" fmla="*/ 595497 w 1508539"/>
              <a:gd name="connsiteY64-42276" fmla="*/ 3969950 h 6858000"/>
              <a:gd name="connsiteX65-42277" fmla="*/ 588919 w 1508539"/>
              <a:gd name="connsiteY65-42278" fmla="*/ 3933779 h 6858000"/>
              <a:gd name="connsiteX66-42279" fmla="*/ 590250 w 1508539"/>
              <a:gd name="connsiteY66-42280" fmla="*/ 3933093 h 6858000"/>
              <a:gd name="connsiteX67-42281" fmla="*/ 594604 w 1508539"/>
              <a:gd name="connsiteY67-42282" fmla="*/ 3922082 h 6858000"/>
              <a:gd name="connsiteX68-42283" fmla="*/ 599682 w 1508539"/>
              <a:gd name="connsiteY68-42284" fmla="*/ 3901461 h 6858000"/>
              <a:gd name="connsiteX69-42285" fmla="*/ 622276 w 1508539"/>
              <a:gd name="connsiteY69-42286" fmla="*/ 3813873 h 6858000"/>
              <a:gd name="connsiteX70-42287" fmla="*/ 621701 w 1508539"/>
              <a:gd name="connsiteY70-42288" fmla="*/ 3806161 h 6858000"/>
              <a:gd name="connsiteX71-42289" fmla="*/ 622008 w 1508539"/>
              <a:gd name="connsiteY71-42290" fmla="*/ 3805957 h 6858000"/>
              <a:gd name="connsiteX72-42291" fmla="*/ 622035 w 1508539"/>
              <a:gd name="connsiteY72-42292" fmla="*/ 3797724 h 6858000"/>
              <a:gd name="connsiteX73-42293" fmla="*/ 620650 w 1508539"/>
              <a:gd name="connsiteY73-42294" fmla="*/ 3792098 h 6858000"/>
              <a:gd name="connsiteX74-42295" fmla="*/ 619534 w 1508539"/>
              <a:gd name="connsiteY74-42296" fmla="*/ 3777135 h 6858000"/>
              <a:gd name="connsiteX75-42297" fmla="*/ 621267 w 1508539"/>
              <a:gd name="connsiteY75-42298" fmla="*/ 3771656 h 6858000"/>
              <a:gd name="connsiteX76-42299" fmla="*/ 625010 w 1508539"/>
              <a:gd name="connsiteY76-42300" fmla="*/ 3769007 h 6858000"/>
              <a:gd name="connsiteX77-42301" fmla="*/ 624476 w 1508539"/>
              <a:gd name="connsiteY77-42302" fmla="*/ 3767709 h 6858000"/>
              <a:gd name="connsiteX78-42303" fmla="*/ 633172 w 1508539"/>
              <a:gd name="connsiteY78-42304" fmla="*/ 3738082 h 6858000"/>
              <a:gd name="connsiteX79-42305" fmla="*/ 640518 w 1508539"/>
              <a:gd name="connsiteY79-42306" fmla="*/ 3673397 h 6858000"/>
              <a:gd name="connsiteX80-42307" fmla="*/ 639814 w 1508539"/>
              <a:gd name="connsiteY80-42308" fmla="*/ 3637109 h 6858000"/>
              <a:gd name="connsiteX81-42309" fmla="*/ 643257 w 1508539"/>
              <a:gd name="connsiteY81-42310" fmla="*/ 3536883 h 6858000"/>
              <a:gd name="connsiteX82-42311" fmla="*/ 650795 w 1508539"/>
              <a:gd name="connsiteY82-42312" fmla="*/ 3435652 h 6858000"/>
              <a:gd name="connsiteX83-42313" fmla="*/ 652466 w 1508539"/>
              <a:gd name="connsiteY83-42314" fmla="*/ 3307769 h 6858000"/>
              <a:gd name="connsiteX84-42315" fmla="*/ 670029 w 1508539"/>
              <a:gd name="connsiteY84-42316" fmla="*/ 3250522 h 6858000"/>
              <a:gd name="connsiteX85-42317" fmla="*/ 670454 w 1508539"/>
              <a:gd name="connsiteY85-42318" fmla="*/ 3229163 h 6858000"/>
              <a:gd name="connsiteX86-42319" fmla="*/ 672277 w 1508539"/>
              <a:gd name="connsiteY86-42320" fmla="*/ 3217217 h 6858000"/>
              <a:gd name="connsiteX87-42321" fmla="*/ 659112 w 1508539"/>
              <a:gd name="connsiteY87-42322" fmla="*/ 3183755 h 6858000"/>
              <a:gd name="connsiteX88-42323" fmla="*/ 659613 w 1508539"/>
              <a:gd name="connsiteY88-42324" fmla="*/ 3178642 h 6858000"/>
              <a:gd name="connsiteX89-42325" fmla="*/ 647213 w 1508539"/>
              <a:gd name="connsiteY89-42326" fmla="*/ 3158586 h 6858000"/>
              <a:gd name="connsiteX90-42327" fmla="*/ 632398 w 1508539"/>
              <a:gd name="connsiteY90-42328" fmla="*/ 3129034 h 6858000"/>
              <a:gd name="connsiteX91-42329" fmla="*/ 633063 w 1508539"/>
              <a:gd name="connsiteY91-42330" fmla="*/ 3126682 h 6858000"/>
              <a:gd name="connsiteX92-42331" fmla="*/ 623931 w 1508539"/>
              <a:gd name="connsiteY92-42332" fmla="*/ 3114519 h 6858000"/>
              <a:gd name="connsiteX93-42333" fmla="*/ 610540 w 1508539"/>
              <a:gd name="connsiteY93-42334" fmla="*/ 3106272 h 6858000"/>
              <a:gd name="connsiteX94-42335" fmla="*/ 583270 w 1508539"/>
              <a:gd name="connsiteY94-42336" fmla="*/ 2958185 h 6858000"/>
              <a:gd name="connsiteX95-42337" fmla="*/ 525884 w 1508539"/>
              <a:gd name="connsiteY95-42338" fmla="*/ 2762989 h 6858000"/>
              <a:gd name="connsiteX96-42339" fmla="*/ 474802 w 1508539"/>
              <a:gd name="connsiteY96-42340" fmla="*/ 2554718 h 6858000"/>
              <a:gd name="connsiteX97-42341" fmla="*/ 454896 w 1508539"/>
              <a:gd name="connsiteY97-42342" fmla="*/ 2485734 h 6858000"/>
              <a:gd name="connsiteX98-42343" fmla="*/ 445619 w 1508539"/>
              <a:gd name="connsiteY98-42344" fmla="*/ 2447068 h 6858000"/>
              <a:gd name="connsiteX99-42345" fmla="*/ 432580 w 1508539"/>
              <a:gd name="connsiteY99-42346" fmla="*/ 2425819 h 6858000"/>
              <a:gd name="connsiteX100-42347" fmla="*/ 438579 w 1508539"/>
              <a:gd name="connsiteY100-42348" fmla="*/ 2402874 h 6858000"/>
              <a:gd name="connsiteX101-42349" fmla="*/ 441191 w 1508539"/>
              <a:gd name="connsiteY101-42350" fmla="*/ 2381443 h 6858000"/>
              <a:gd name="connsiteX102-42351" fmla="*/ 417520 w 1508539"/>
              <a:gd name="connsiteY102-42352" fmla="*/ 2261920 h 6858000"/>
              <a:gd name="connsiteX103-42353" fmla="*/ 407407 w 1508539"/>
              <a:gd name="connsiteY103-42354" fmla="*/ 2195378 h 6858000"/>
              <a:gd name="connsiteX104-42355" fmla="*/ 391624 w 1508539"/>
              <a:gd name="connsiteY104-42356" fmla="*/ 2155135 h 6858000"/>
              <a:gd name="connsiteX105-42357" fmla="*/ 389082 w 1508539"/>
              <a:gd name="connsiteY105-42358" fmla="*/ 2118008 h 6858000"/>
              <a:gd name="connsiteX106-42359" fmla="*/ 390075 w 1508539"/>
              <a:gd name="connsiteY106-42360" fmla="*/ 2050531 h 6858000"/>
              <a:gd name="connsiteX107-42361" fmla="*/ 381881 w 1508539"/>
              <a:gd name="connsiteY107-42362" fmla="*/ 1963269 h 6858000"/>
              <a:gd name="connsiteX108-42363" fmla="*/ 363059 w 1508539"/>
              <a:gd name="connsiteY108-42364" fmla="*/ 1906352 h 6858000"/>
              <a:gd name="connsiteX109-42365" fmla="*/ 339616 w 1508539"/>
              <a:gd name="connsiteY109-42366" fmla="*/ 1861531 h 6858000"/>
              <a:gd name="connsiteX110-42367" fmla="*/ 293415 w 1508539"/>
              <a:gd name="connsiteY110-42368" fmla="*/ 1732919 h 6858000"/>
              <a:gd name="connsiteX111-42369" fmla="*/ 265726 w 1508539"/>
              <a:gd name="connsiteY111-42370" fmla="*/ 1663540 h 6858000"/>
              <a:gd name="connsiteX112-42371" fmla="*/ 264852 w 1508539"/>
              <a:gd name="connsiteY112-42372" fmla="*/ 1615777 h 6858000"/>
              <a:gd name="connsiteX113-42373" fmla="*/ 245647 w 1508539"/>
              <a:gd name="connsiteY113-42374" fmla="*/ 1563678 h 6858000"/>
              <a:gd name="connsiteX114-42375" fmla="*/ 258727 w 1508539"/>
              <a:gd name="connsiteY114-42376" fmla="*/ 1519474 h 6858000"/>
              <a:gd name="connsiteX115-42377" fmla="*/ 251469 w 1508539"/>
              <a:gd name="connsiteY115-42378" fmla="*/ 1477995 h 6858000"/>
              <a:gd name="connsiteX116-42379" fmla="*/ 237554 w 1508539"/>
              <a:gd name="connsiteY116-42380" fmla="*/ 1373769 h 6858000"/>
              <a:gd name="connsiteX117-42381" fmla="*/ 245861 w 1508539"/>
              <a:gd name="connsiteY117-42382" fmla="*/ 1307086 h 6858000"/>
              <a:gd name="connsiteX118-42383" fmla="*/ 247049 w 1508539"/>
              <a:gd name="connsiteY118-42384" fmla="*/ 1189033 h 6858000"/>
              <a:gd name="connsiteX119-42385" fmla="*/ 251734 w 1508539"/>
              <a:gd name="connsiteY119-42386" fmla="*/ 1168288 h 6858000"/>
              <a:gd name="connsiteX120-42387" fmla="*/ 244016 w 1508539"/>
              <a:gd name="connsiteY120-42388" fmla="*/ 1142577 h 6858000"/>
              <a:gd name="connsiteX121-42389" fmla="*/ 233322 w 1508539"/>
              <a:gd name="connsiteY121-42390" fmla="*/ 1088484 h 6858000"/>
              <a:gd name="connsiteX122-42391" fmla="*/ 222058 w 1508539"/>
              <a:gd name="connsiteY122-42392" fmla="*/ 1016103 h 6858000"/>
              <a:gd name="connsiteX123-42393" fmla="*/ 223514 w 1508539"/>
              <a:gd name="connsiteY123-42394" fmla="*/ 932283 h 6858000"/>
              <a:gd name="connsiteX124-42395" fmla="*/ 225750 w 1508539"/>
              <a:gd name="connsiteY124-42396" fmla="*/ 915925 h 6858000"/>
              <a:gd name="connsiteX125-42397" fmla="*/ 218379 w 1508539"/>
              <a:gd name="connsiteY125-42398" fmla="*/ 896999 h 6858000"/>
              <a:gd name="connsiteX126-42399" fmla="*/ 187787 w 1508539"/>
              <a:gd name="connsiteY126-42400" fmla="*/ 821517 h 6858000"/>
              <a:gd name="connsiteX127-42401" fmla="*/ 166737 w 1508539"/>
              <a:gd name="connsiteY127-42402" fmla="*/ 751353 h 6858000"/>
              <a:gd name="connsiteX128-42403" fmla="*/ 166295 w 1508539"/>
              <a:gd name="connsiteY128-42404" fmla="*/ 721230 h 6858000"/>
              <a:gd name="connsiteX129-42405" fmla="*/ 151966 w 1508539"/>
              <a:gd name="connsiteY129-42406" fmla="*/ 681659 h 6858000"/>
              <a:gd name="connsiteX130-42407" fmla="*/ 137385 w 1508539"/>
              <a:gd name="connsiteY130-42408" fmla="*/ 635218 h 6858000"/>
              <a:gd name="connsiteX131-42409" fmla="*/ 142396 w 1508539"/>
              <a:gd name="connsiteY131-42410" fmla="*/ 613763 h 6858000"/>
              <a:gd name="connsiteX132-42411" fmla="*/ 128338 w 1508539"/>
              <a:gd name="connsiteY132-42412" fmla="*/ 598582 h 6858000"/>
              <a:gd name="connsiteX133-42413" fmla="*/ 128019 w 1508539"/>
              <a:gd name="connsiteY133-42414" fmla="*/ 576846 h 6858000"/>
              <a:gd name="connsiteX134-42415" fmla="*/ 107645 w 1508539"/>
              <a:gd name="connsiteY134-42416" fmla="*/ 530055 h 6858000"/>
              <a:gd name="connsiteX135-42417" fmla="*/ 106893 w 1508539"/>
              <a:gd name="connsiteY135-42418" fmla="*/ 465389 h 6858000"/>
              <a:gd name="connsiteX136-42419" fmla="*/ 89816 w 1508539"/>
              <a:gd name="connsiteY136-42420" fmla="*/ 424699 h 6858000"/>
              <a:gd name="connsiteX137-42421" fmla="*/ 90191 w 1508539"/>
              <a:gd name="connsiteY137-42422" fmla="*/ 404917 h 6858000"/>
              <a:gd name="connsiteX138-42423" fmla="*/ 70148 w 1508539"/>
              <a:gd name="connsiteY138-42424" fmla="*/ 367211 h 6858000"/>
              <a:gd name="connsiteX139-42425" fmla="*/ 36452 w 1508539"/>
              <a:gd name="connsiteY139-42426" fmla="*/ 268519 h 6858000"/>
              <a:gd name="connsiteX140-42427" fmla="*/ 23935 w 1508539"/>
              <a:gd name="connsiteY140-42428" fmla="*/ 160886 h 6858000"/>
              <a:gd name="connsiteX141-42429" fmla="*/ 19312 w 1508539"/>
              <a:gd name="connsiteY141-42430" fmla="*/ 47336 h 6858000"/>
              <a:gd name="connsiteX142-42431" fmla="*/ 0 w 1508539"/>
              <a:gd name="connsiteY142-42432" fmla="*/ 0 h 6858000"/>
              <a:gd name="connsiteX0-42433" fmla="*/ 0 w 1508539"/>
              <a:gd name="connsiteY0-42434" fmla="*/ 0 h 6858000"/>
              <a:gd name="connsiteX1-42435" fmla="*/ 1508539 w 1508539"/>
              <a:gd name="connsiteY1-42436" fmla="*/ 0 h 6858000"/>
              <a:gd name="connsiteX2-42437" fmla="*/ 1508539 w 1508539"/>
              <a:gd name="connsiteY2-42438" fmla="*/ 6858000 h 6858000"/>
              <a:gd name="connsiteX3-42439" fmla="*/ 139560 w 1508539"/>
              <a:gd name="connsiteY3-42440" fmla="*/ 6857735 h 6858000"/>
              <a:gd name="connsiteX4-42441" fmla="*/ 128010 w 1508539"/>
              <a:gd name="connsiteY4-42442" fmla="*/ 6751578 h 6858000"/>
              <a:gd name="connsiteX5-42443" fmla="*/ 146674 w 1508539"/>
              <a:gd name="connsiteY5-42444" fmla="*/ 6696999 h 6858000"/>
              <a:gd name="connsiteX6-42445" fmla="*/ 163411 w 1508539"/>
              <a:gd name="connsiteY6-42446" fmla="*/ 6638036 h 6858000"/>
              <a:gd name="connsiteX7-42447" fmla="*/ 153633 w 1508539"/>
              <a:gd name="connsiteY7-42448" fmla="*/ 6596265 h 6858000"/>
              <a:gd name="connsiteX8-42449" fmla="*/ 164248 w 1508539"/>
              <a:gd name="connsiteY8-42450" fmla="*/ 6574442 h 6858000"/>
              <a:gd name="connsiteX9-42451" fmla="*/ 164588 w 1508539"/>
              <a:gd name="connsiteY9-42452" fmla="*/ 6568530 h 6858000"/>
              <a:gd name="connsiteX10-42453" fmla="*/ 166997 w 1508539"/>
              <a:gd name="connsiteY10-42454" fmla="*/ 6560674 h 6858000"/>
              <a:gd name="connsiteX11-42455" fmla="*/ 167342 w 1508539"/>
              <a:gd name="connsiteY11-42456" fmla="*/ 6560598 h 6858000"/>
              <a:gd name="connsiteX12-42457" fmla="*/ 201349 w 1508539"/>
              <a:gd name="connsiteY12-42458" fmla="*/ 6530567 h 6858000"/>
              <a:gd name="connsiteX13-42459" fmla="*/ 215389 w 1508539"/>
              <a:gd name="connsiteY13-42460" fmla="*/ 6478062 h 6858000"/>
              <a:gd name="connsiteX14-42461" fmla="*/ 226078 w 1508539"/>
              <a:gd name="connsiteY14-42462" fmla="*/ 6460325 h 6858000"/>
              <a:gd name="connsiteX15-42463" fmla="*/ 233311 w 1508539"/>
              <a:gd name="connsiteY15-42464" fmla="*/ 6451488 h 6858000"/>
              <a:gd name="connsiteX16-42465" fmla="*/ 234746 w 1508539"/>
              <a:gd name="connsiteY16-42466" fmla="*/ 6451348 h 6858000"/>
              <a:gd name="connsiteX17-42467" fmla="*/ 239104 w 1508539"/>
              <a:gd name="connsiteY17-42468" fmla="*/ 6414240 h 6858000"/>
              <a:gd name="connsiteX18-42469" fmla="*/ 241880 w 1508539"/>
              <a:gd name="connsiteY18-42470" fmla="*/ 6384857 h 6858000"/>
              <a:gd name="connsiteX19-42471" fmla="*/ 240591 w 1508539"/>
              <a:gd name="connsiteY19-42472" fmla="*/ 6367510 h 6858000"/>
              <a:gd name="connsiteX20-42473" fmla="*/ 244471 w 1508539"/>
              <a:gd name="connsiteY20-42474" fmla="*/ 6349778 h 6858000"/>
              <a:gd name="connsiteX21-42475" fmla="*/ 246136 w 1508539"/>
              <a:gd name="connsiteY21-42476" fmla="*/ 6348250 h 6858000"/>
              <a:gd name="connsiteX22-42477" fmla="*/ 262170 w 1508539"/>
              <a:gd name="connsiteY22-42478" fmla="*/ 6281972 h 6858000"/>
              <a:gd name="connsiteX23-42479" fmla="*/ 272933 w 1508539"/>
              <a:gd name="connsiteY23-42480" fmla="*/ 6211940 h 6858000"/>
              <a:gd name="connsiteX24-42481" fmla="*/ 314428 w 1508539"/>
              <a:gd name="connsiteY24-42482" fmla="*/ 6113913 h 6858000"/>
              <a:gd name="connsiteX25-42483" fmla="*/ 318721 w 1508539"/>
              <a:gd name="connsiteY25-42484" fmla="*/ 6028119 h 6858000"/>
              <a:gd name="connsiteX26-42485" fmla="*/ 363126 w 1508539"/>
              <a:gd name="connsiteY26-42486" fmla="*/ 5934687 h 6858000"/>
              <a:gd name="connsiteX27-42487" fmla="*/ 411349 w 1508539"/>
              <a:gd name="connsiteY27-42488" fmla="*/ 5693685 h 6858000"/>
              <a:gd name="connsiteX28-42489" fmla="*/ 431404 w 1508539"/>
              <a:gd name="connsiteY28-42490" fmla="*/ 5665173 h 6858000"/>
              <a:gd name="connsiteX29-42491" fmla="*/ 465121 w 1508539"/>
              <a:gd name="connsiteY29-42492" fmla="*/ 5563435 h 6858000"/>
              <a:gd name="connsiteX30-42493" fmla="*/ 494626 w 1508539"/>
              <a:gd name="connsiteY30-42494" fmla="*/ 5476393 h 6858000"/>
              <a:gd name="connsiteX31-42495" fmla="*/ 525819 w 1508539"/>
              <a:gd name="connsiteY31-42496" fmla="*/ 5396260 h 6858000"/>
              <a:gd name="connsiteX32-42497" fmla="*/ 541800 w 1508539"/>
              <a:gd name="connsiteY32-42498" fmla="*/ 5330009 h 6858000"/>
              <a:gd name="connsiteX33-42499" fmla="*/ 575293 w 1508539"/>
              <a:gd name="connsiteY33-42500" fmla="*/ 5273739 h 6858000"/>
              <a:gd name="connsiteX34-42501" fmla="*/ 584892 w 1508539"/>
              <a:gd name="connsiteY34-42502" fmla="*/ 5241779 h 6858000"/>
              <a:gd name="connsiteX35-42503" fmla="*/ 596118 w 1508539"/>
              <a:gd name="connsiteY35-42504" fmla="*/ 5225268 h 6858000"/>
              <a:gd name="connsiteX36-42505" fmla="*/ 597138 w 1508539"/>
              <a:gd name="connsiteY36-42506" fmla="*/ 5217684 h 6858000"/>
              <a:gd name="connsiteX37-42507" fmla="*/ 604479 w 1508539"/>
              <a:gd name="connsiteY37-42508" fmla="*/ 5193377 h 6858000"/>
              <a:gd name="connsiteX38-42509" fmla="*/ 607782 w 1508539"/>
              <a:gd name="connsiteY38-42510" fmla="*/ 5179288 h 6858000"/>
              <a:gd name="connsiteX39-42511" fmla="*/ 608766 w 1508539"/>
              <a:gd name="connsiteY39-42512" fmla="*/ 5173621 h 6858000"/>
              <a:gd name="connsiteX40-42513" fmla="*/ 604400 w 1508539"/>
              <a:gd name="connsiteY40-42514" fmla="*/ 5159961 h 6858000"/>
              <a:gd name="connsiteX41-42515" fmla="*/ 611077 w 1508539"/>
              <a:gd name="connsiteY41-42516" fmla="*/ 5144295 h 6858000"/>
              <a:gd name="connsiteX42-42517" fmla="*/ 608010 w 1508539"/>
              <a:gd name="connsiteY42-42518" fmla="*/ 5125185 h 6858000"/>
              <a:gd name="connsiteX43-42519" fmla="*/ 614840 w 1508539"/>
              <a:gd name="connsiteY43-42520" fmla="*/ 5121884 h 6858000"/>
              <a:gd name="connsiteX44-42521" fmla="*/ 621876 w 1508539"/>
              <a:gd name="connsiteY44-42522" fmla="*/ 5067850 h 6858000"/>
              <a:gd name="connsiteX45-42523" fmla="*/ 624607 w 1508539"/>
              <a:gd name="connsiteY45-42524" fmla="*/ 5060861 h 6858000"/>
              <a:gd name="connsiteX46-42525" fmla="*/ 621311 w 1508539"/>
              <a:gd name="connsiteY46-42526" fmla="*/ 5034192 h 6858000"/>
              <a:gd name="connsiteX47-42527" fmla="*/ 622865 w 1508539"/>
              <a:gd name="connsiteY47-42528" fmla="*/ 4993030 h 6858000"/>
              <a:gd name="connsiteX48-42529" fmla="*/ 629774 w 1508539"/>
              <a:gd name="connsiteY48-42530" fmla="*/ 4946844 h 6858000"/>
              <a:gd name="connsiteX49-42531" fmla="*/ 625630 w 1508539"/>
              <a:gd name="connsiteY49-42532" fmla="*/ 4932692 h 6858000"/>
              <a:gd name="connsiteX50-42533" fmla="*/ 641033 w 1508539"/>
              <a:gd name="connsiteY50-42534" fmla="*/ 4858827 h 6858000"/>
              <a:gd name="connsiteX51-42535" fmla="*/ 646936 w 1508539"/>
              <a:gd name="connsiteY51-42536" fmla="*/ 4821170 h 6858000"/>
              <a:gd name="connsiteX52-42537" fmla="*/ 651669 w 1508539"/>
              <a:gd name="connsiteY52-42538" fmla="*/ 4780965 h 6858000"/>
              <a:gd name="connsiteX53-42539" fmla="*/ 652962 w 1508539"/>
              <a:gd name="connsiteY53-42540" fmla="*/ 4750867 h 6858000"/>
              <a:gd name="connsiteX54-42541" fmla="*/ 650769 w 1508539"/>
              <a:gd name="connsiteY54-42542" fmla="*/ 4690749 h 6858000"/>
              <a:gd name="connsiteX55-42543" fmla="*/ 646249 w 1508539"/>
              <a:gd name="connsiteY55-42544" fmla="*/ 4584173 h 6858000"/>
              <a:gd name="connsiteX56-42545" fmla="*/ 641332 w 1508539"/>
              <a:gd name="connsiteY56-42546" fmla="*/ 4444346 h 6858000"/>
              <a:gd name="connsiteX57-42547" fmla="*/ 637897 w 1508539"/>
              <a:gd name="connsiteY57-42548" fmla="*/ 4375228 h 6858000"/>
              <a:gd name="connsiteX58-42549" fmla="*/ 618550 w 1508539"/>
              <a:gd name="connsiteY58-42550" fmla="*/ 4214165 h 6858000"/>
              <a:gd name="connsiteX59-42551" fmla="*/ 622623 w 1508539"/>
              <a:gd name="connsiteY59-42552" fmla="*/ 4090296 h 6858000"/>
              <a:gd name="connsiteX60-42553" fmla="*/ 607879 w 1508539"/>
              <a:gd name="connsiteY60-42554" fmla="*/ 4033999 h 6858000"/>
              <a:gd name="connsiteX61-42555" fmla="*/ 609028 w 1508539"/>
              <a:gd name="connsiteY61-42556" fmla="*/ 4031933 h 6858000"/>
              <a:gd name="connsiteX62-42557" fmla="*/ 607604 w 1508539"/>
              <a:gd name="connsiteY62-42558" fmla="*/ 4013953 h 6858000"/>
              <a:gd name="connsiteX63-42559" fmla="*/ 593899 w 1508539"/>
              <a:gd name="connsiteY63-42560" fmla="*/ 3974753 h 6858000"/>
              <a:gd name="connsiteX64-42561" fmla="*/ 595497 w 1508539"/>
              <a:gd name="connsiteY64-42562" fmla="*/ 3969950 h 6858000"/>
              <a:gd name="connsiteX65-42563" fmla="*/ 588919 w 1508539"/>
              <a:gd name="connsiteY65-42564" fmla="*/ 3933779 h 6858000"/>
              <a:gd name="connsiteX66-42565" fmla="*/ 590250 w 1508539"/>
              <a:gd name="connsiteY66-42566" fmla="*/ 3933093 h 6858000"/>
              <a:gd name="connsiteX67-42567" fmla="*/ 594604 w 1508539"/>
              <a:gd name="connsiteY67-42568" fmla="*/ 3922082 h 6858000"/>
              <a:gd name="connsiteX68-42569" fmla="*/ 599682 w 1508539"/>
              <a:gd name="connsiteY68-42570" fmla="*/ 3901461 h 6858000"/>
              <a:gd name="connsiteX69-42571" fmla="*/ 622276 w 1508539"/>
              <a:gd name="connsiteY69-42572" fmla="*/ 3813873 h 6858000"/>
              <a:gd name="connsiteX70-42573" fmla="*/ 621701 w 1508539"/>
              <a:gd name="connsiteY70-42574" fmla="*/ 3806161 h 6858000"/>
              <a:gd name="connsiteX71-42575" fmla="*/ 622008 w 1508539"/>
              <a:gd name="connsiteY71-42576" fmla="*/ 3805957 h 6858000"/>
              <a:gd name="connsiteX72-42577" fmla="*/ 622035 w 1508539"/>
              <a:gd name="connsiteY72-42578" fmla="*/ 3797724 h 6858000"/>
              <a:gd name="connsiteX73-42579" fmla="*/ 620650 w 1508539"/>
              <a:gd name="connsiteY73-42580" fmla="*/ 3792098 h 6858000"/>
              <a:gd name="connsiteX74-42581" fmla="*/ 619534 w 1508539"/>
              <a:gd name="connsiteY74-42582" fmla="*/ 3777135 h 6858000"/>
              <a:gd name="connsiteX75-42583" fmla="*/ 621267 w 1508539"/>
              <a:gd name="connsiteY75-42584" fmla="*/ 3771656 h 6858000"/>
              <a:gd name="connsiteX76-42585" fmla="*/ 625010 w 1508539"/>
              <a:gd name="connsiteY76-42586" fmla="*/ 3769007 h 6858000"/>
              <a:gd name="connsiteX77-42587" fmla="*/ 624476 w 1508539"/>
              <a:gd name="connsiteY77-42588" fmla="*/ 3767709 h 6858000"/>
              <a:gd name="connsiteX78-42589" fmla="*/ 633172 w 1508539"/>
              <a:gd name="connsiteY78-42590" fmla="*/ 3738082 h 6858000"/>
              <a:gd name="connsiteX79-42591" fmla="*/ 640518 w 1508539"/>
              <a:gd name="connsiteY79-42592" fmla="*/ 3673397 h 6858000"/>
              <a:gd name="connsiteX80-42593" fmla="*/ 639814 w 1508539"/>
              <a:gd name="connsiteY80-42594" fmla="*/ 3637109 h 6858000"/>
              <a:gd name="connsiteX81-42595" fmla="*/ 643257 w 1508539"/>
              <a:gd name="connsiteY81-42596" fmla="*/ 3536883 h 6858000"/>
              <a:gd name="connsiteX82-42597" fmla="*/ 650795 w 1508539"/>
              <a:gd name="connsiteY82-42598" fmla="*/ 3435652 h 6858000"/>
              <a:gd name="connsiteX83-42599" fmla="*/ 652466 w 1508539"/>
              <a:gd name="connsiteY83-42600" fmla="*/ 3307769 h 6858000"/>
              <a:gd name="connsiteX84-42601" fmla="*/ 670029 w 1508539"/>
              <a:gd name="connsiteY84-42602" fmla="*/ 3250522 h 6858000"/>
              <a:gd name="connsiteX85-42603" fmla="*/ 670454 w 1508539"/>
              <a:gd name="connsiteY85-42604" fmla="*/ 3229163 h 6858000"/>
              <a:gd name="connsiteX86-42605" fmla="*/ 672277 w 1508539"/>
              <a:gd name="connsiteY86-42606" fmla="*/ 3217217 h 6858000"/>
              <a:gd name="connsiteX87-42607" fmla="*/ 659112 w 1508539"/>
              <a:gd name="connsiteY87-42608" fmla="*/ 3183755 h 6858000"/>
              <a:gd name="connsiteX88-42609" fmla="*/ 659613 w 1508539"/>
              <a:gd name="connsiteY88-42610" fmla="*/ 3178642 h 6858000"/>
              <a:gd name="connsiteX89-42611" fmla="*/ 647213 w 1508539"/>
              <a:gd name="connsiteY89-42612" fmla="*/ 3158586 h 6858000"/>
              <a:gd name="connsiteX90-42613" fmla="*/ 632398 w 1508539"/>
              <a:gd name="connsiteY90-42614" fmla="*/ 3129034 h 6858000"/>
              <a:gd name="connsiteX91-42615" fmla="*/ 633063 w 1508539"/>
              <a:gd name="connsiteY91-42616" fmla="*/ 3126682 h 6858000"/>
              <a:gd name="connsiteX92-42617" fmla="*/ 623931 w 1508539"/>
              <a:gd name="connsiteY92-42618" fmla="*/ 3114519 h 6858000"/>
              <a:gd name="connsiteX93-42619" fmla="*/ 610540 w 1508539"/>
              <a:gd name="connsiteY93-42620" fmla="*/ 3106272 h 6858000"/>
              <a:gd name="connsiteX94-42621" fmla="*/ 583270 w 1508539"/>
              <a:gd name="connsiteY94-42622" fmla="*/ 2958185 h 6858000"/>
              <a:gd name="connsiteX95-42623" fmla="*/ 525884 w 1508539"/>
              <a:gd name="connsiteY95-42624" fmla="*/ 2762989 h 6858000"/>
              <a:gd name="connsiteX96-42625" fmla="*/ 474802 w 1508539"/>
              <a:gd name="connsiteY96-42626" fmla="*/ 2554718 h 6858000"/>
              <a:gd name="connsiteX97-42627" fmla="*/ 454896 w 1508539"/>
              <a:gd name="connsiteY97-42628" fmla="*/ 2485734 h 6858000"/>
              <a:gd name="connsiteX98-42629" fmla="*/ 445619 w 1508539"/>
              <a:gd name="connsiteY98-42630" fmla="*/ 2447068 h 6858000"/>
              <a:gd name="connsiteX99-42631" fmla="*/ 432580 w 1508539"/>
              <a:gd name="connsiteY99-42632" fmla="*/ 2425819 h 6858000"/>
              <a:gd name="connsiteX100-42633" fmla="*/ 438579 w 1508539"/>
              <a:gd name="connsiteY100-42634" fmla="*/ 2402874 h 6858000"/>
              <a:gd name="connsiteX101-42635" fmla="*/ 441191 w 1508539"/>
              <a:gd name="connsiteY101-42636" fmla="*/ 2381443 h 6858000"/>
              <a:gd name="connsiteX102-42637" fmla="*/ 417520 w 1508539"/>
              <a:gd name="connsiteY102-42638" fmla="*/ 2261920 h 6858000"/>
              <a:gd name="connsiteX103-42639" fmla="*/ 407407 w 1508539"/>
              <a:gd name="connsiteY103-42640" fmla="*/ 2195378 h 6858000"/>
              <a:gd name="connsiteX104-42641" fmla="*/ 391624 w 1508539"/>
              <a:gd name="connsiteY104-42642" fmla="*/ 2155135 h 6858000"/>
              <a:gd name="connsiteX105-42643" fmla="*/ 389082 w 1508539"/>
              <a:gd name="connsiteY105-42644" fmla="*/ 2118008 h 6858000"/>
              <a:gd name="connsiteX106-42645" fmla="*/ 390075 w 1508539"/>
              <a:gd name="connsiteY106-42646" fmla="*/ 2050531 h 6858000"/>
              <a:gd name="connsiteX107-42647" fmla="*/ 381881 w 1508539"/>
              <a:gd name="connsiteY107-42648" fmla="*/ 1963269 h 6858000"/>
              <a:gd name="connsiteX108-42649" fmla="*/ 363059 w 1508539"/>
              <a:gd name="connsiteY108-42650" fmla="*/ 1906352 h 6858000"/>
              <a:gd name="connsiteX109-42651" fmla="*/ 339616 w 1508539"/>
              <a:gd name="connsiteY109-42652" fmla="*/ 1861531 h 6858000"/>
              <a:gd name="connsiteX110-42653" fmla="*/ 293415 w 1508539"/>
              <a:gd name="connsiteY110-42654" fmla="*/ 1732919 h 6858000"/>
              <a:gd name="connsiteX111-42655" fmla="*/ 265726 w 1508539"/>
              <a:gd name="connsiteY111-42656" fmla="*/ 1663540 h 6858000"/>
              <a:gd name="connsiteX112-42657" fmla="*/ 264852 w 1508539"/>
              <a:gd name="connsiteY112-42658" fmla="*/ 1615777 h 6858000"/>
              <a:gd name="connsiteX113-42659" fmla="*/ 245647 w 1508539"/>
              <a:gd name="connsiteY113-42660" fmla="*/ 1563678 h 6858000"/>
              <a:gd name="connsiteX114-42661" fmla="*/ 258727 w 1508539"/>
              <a:gd name="connsiteY114-42662" fmla="*/ 1519474 h 6858000"/>
              <a:gd name="connsiteX115-42663" fmla="*/ 251469 w 1508539"/>
              <a:gd name="connsiteY115-42664" fmla="*/ 1477995 h 6858000"/>
              <a:gd name="connsiteX116-42665" fmla="*/ 237554 w 1508539"/>
              <a:gd name="connsiteY116-42666" fmla="*/ 1373769 h 6858000"/>
              <a:gd name="connsiteX117-42667" fmla="*/ 245861 w 1508539"/>
              <a:gd name="connsiteY117-42668" fmla="*/ 1307086 h 6858000"/>
              <a:gd name="connsiteX118-42669" fmla="*/ 247049 w 1508539"/>
              <a:gd name="connsiteY118-42670" fmla="*/ 1189033 h 6858000"/>
              <a:gd name="connsiteX119-42671" fmla="*/ 251734 w 1508539"/>
              <a:gd name="connsiteY119-42672" fmla="*/ 1168288 h 6858000"/>
              <a:gd name="connsiteX120-42673" fmla="*/ 244016 w 1508539"/>
              <a:gd name="connsiteY120-42674" fmla="*/ 1142577 h 6858000"/>
              <a:gd name="connsiteX121-42675" fmla="*/ 233322 w 1508539"/>
              <a:gd name="connsiteY121-42676" fmla="*/ 1088484 h 6858000"/>
              <a:gd name="connsiteX122-42677" fmla="*/ 222058 w 1508539"/>
              <a:gd name="connsiteY122-42678" fmla="*/ 1016103 h 6858000"/>
              <a:gd name="connsiteX123-42679" fmla="*/ 223514 w 1508539"/>
              <a:gd name="connsiteY123-42680" fmla="*/ 932283 h 6858000"/>
              <a:gd name="connsiteX124-42681" fmla="*/ 225750 w 1508539"/>
              <a:gd name="connsiteY124-42682" fmla="*/ 915925 h 6858000"/>
              <a:gd name="connsiteX125-42683" fmla="*/ 218379 w 1508539"/>
              <a:gd name="connsiteY125-42684" fmla="*/ 896999 h 6858000"/>
              <a:gd name="connsiteX126-42685" fmla="*/ 187787 w 1508539"/>
              <a:gd name="connsiteY126-42686" fmla="*/ 821517 h 6858000"/>
              <a:gd name="connsiteX127-42687" fmla="*/ 166737 w 1508539"/>
              <a:gd name="connsiteY127-42688" fmla="*/ 751353 h 6858000"/>
              <a:gd name="connsiteX128-42689" fmla="*/ 166295 w 1508539"/>
              <a:gd name="connsiteY128-42690" fmla="*/ 721230 h 6858000"/>
              <a:gd name="connsiteX129-42691" fmla="*/ 151966 w 1508539"/>
              <a:gd name="connsiteY129-42692" fmla="*/ 681659 h 6858000"/>
              <a:gd name="connsiteX130-42693" fmla="*/ 137385 w 1508539"/>
              <a:gd name="connsiteY130-42694" fmla="*/ 635218 h 6858000"/>
              <a:gd name="connsiteX131-42695" fmla="*/ 142396 w 1508539"/>
              <a:gd name="connsiteY131-42696" fmla="*/ 613763 h 6858000"/>
              <a:gd name="connsiteX132-42697" fmla="*/ 128338 w 1508539"/>
              <a:gd name="connsiteY132-42698" fmla="*/ 598582 h 6858000"/>
              <a:gd name="connsiteX133-42699" fmla="*/ 128019 w 1508539"/>
              <a:gd name="connsiteY133-42700" fmla="*/ 576846 h 6858000"/>
              <a:gd name="connsiteX134-42701" fmla="*/ 107645 w 1508539"/>
              <a:gd name="connsiteY134-42702" fmla="*/ 530055 h 6858000"/>
              <a:gd name="connsiteX135-42703" fmla="*/ 106893 w 1508539"/>
              <a:gd name="connsiteY135-42704" fmla="*/ 465389 h 6858000"/>
              <a:gd name="connsiteX136-42705" fmla="*/ 89816 w 1508539"/>
              <a:gd name="connsiteY136-42706" fmla="*/ 424699 h 6858000"/>
              <a:gd name="connsiteX137-42707" fmla="*/ 90191 w 1508539"/>
              <a:gd name="connsiteY137-42708" fmla="*/ 404917 h 6858000"/>
              <a:gd name="connsiteX138-42709" fmla="*/ 70148 w 1508539"/>
              <a:gd name="connsiteY138-42710" fmla="*/ 367211 h 6858000"/>
              <a:gd name="connsiteX139-42711" fmla="*/ 36452 w 1508539"/>
              <a:gd name="connsiteY139-42712" fmla="*/ 268519 h 6858000"/>
              <a:gd name="connsiteX140-42713" fmla="*/ 23935 w 1508539"/>
              <a:gd name="connsiteY140-42714" fmla="*/ 160886 h 6858000"/>
              <a:gd name="connsiteX141-42715" fmla="*/ 19312 w 1508539"/>
              <a:gd name="connsiteY141-42716" fmla="*/ 47336 h 6858000"/>
              <a:gd name="connsiteX142-42717" fmla="*/ 0 w 1508539"/>
              <a:gd name="connsiteY142-42718" fmla="*/ 0 h 6858000"/>
              <a:gd name="connsiteX0-42719" fmla="*/ 0 w 1508539"/>
              <a:gd name="connsiteY0-42720" fmla="*/ 0 h 6858000"/>
              <a:gd name="connsiteX1-42721" fmla="*/ 1508539 w 1508539"/>
              <a:gd name="connsiteY1-42722" fmla="*/ 0 h 6858000"/>
              <a:gd name="connsiteX2-42723" fmla="*/ 1508539 w 1508539"/>
              <a:gd name="connsiteY2-42724" fmla="*/ 6858000 h 6858000"/>
              <a:gd name="connsiteX3-42725" fmla="*/ 139560 w 1508539"/>
              <a:gd name="connsiteY3-42726" fmla="*/ 6857735 h 6858000"/>
              <a:gd name="connsiteX4-42727" fmla="*/ 128010 w 1508539"/>
              <a:gd name="connsiteY4-42728" fmla="*/ 6751578 h 6858000"/>
              <a:gd name="connsiteX5-42729" fmla="*/ 146674 w 1508539"/>
              <a:gd name="connsiteY5-42730" fmla="*/ 6696999 h 6858000"/>
              <a:gd name="connsiteX6-42731" fmla="*/ 163411 w 1508539"/>
              <a:gd name="connsiteY6-42732" fmla="*/ 6638036 h 6858000"/>
              <a:gd name="connsiteX7-42733" fmla="*/ 153633 w 1508539"/>
              <a:gd name="connsiteY7-42734" fmla="*/ 6596265 h 6858000"/>
              <a:gd name="connsiteX8-42735" fmla="*/ 164248 w 1508539"/>
              <a:gd name="connsiteY8-42736" fmla="*/ 6574442 h 6858000"/>
              <a:gd name="connsiteX9-42737" fmla="*/ 164588 w 1508539"/>
              <a:gd name="connsiteY9-42738" fmla="*/ 6568530 h 6858000"/>
              <a:gd name="connsiteX10-42739" fmla="*/ 166997 w 1508539"/>
              <a:gd name="connsiteY10-42740" fmla="*/ 6560674 h 6858000"/>
              <a:gd name="connsiteX11-42741" fmla="*/ 167342 w 1508539"/>
              <a:gd name="connsiteY11-42742" fmla="*/ 6560598 h 6858000"/>
              <a:gd name="connsiteX12-42743" fmla="*/ 201349 w 1508539"/>
              <a:gd name="connsiteY12-42744" fmla="*/ 6530567 h 6858000"/>
              <a:gd name="connsiteX13-42745" fmla="*/ 215389 w 1508539"/>
              <a:gd name="connsiteY13-42746" fmla="*/ 6478062 h 6858000"/>
              <a:gd name="connsiteX14-42747" fmla="*/ 226078 w 1508539"/>
              <a:gd name="connsiteY14-42748" fmla="*/ 6460325 h 6858000"/>
              <a:gd name="connsiteX15-42749" fmla="*/ 233311 w 1508539"/>
              <a:gd name="connsiteY15-42750" fmla="*/ 6451488 h 6858000"/>
              <a:gd name="connsiteX16-42751" fmla="*/ 234746 w 1508539"/>
              <a:gd name="connsiteY16-42752" fmla="*/ 6451348 h 6858000"/>
              <a:gd name="connsiteX17-42753" fmla="*/ 239104 w 1508539"/>
              <a:gd name="connsiteY17-42754" fmla="*/ 6414240 h 6858000"/>
              <a:gd name="connsiteX18-42755" fmla="*/ 241880 w 1508539"/>
              <a:gd name="connsiteY18-42756" fmla="*/ 6384857 h 6858000"/>
              <a:gd name="connsiteX19-42757" fmla="*/ 240591 w 1508539"/>
              <a:gd name="connsiteY19-42758" fmla="*/ 6367510 h 6858000"/>
              <a:gd name="connsiteX20-42759" fmla="*/ 244471 w 1508539"/>
              <a:gd name="connsiteY20-42760" fmla="*/ 6349778 h 6858000"/>
              <a:gd name="connsiteX21-42761" fmla="*/ 246136 w 1508539"/>
              <a:gd name="connsiteY21-42762" fmla="*/ 6348250 h 6858000"/>
              <a:gd name="connsiteX22-42763" fmla="*/ 262170 w 1508539"/>
              <a:gd name="connsiteY22-42764" fmla="*/ 6281972 h 6858000"/>
              <a:gd name="connsiteX23-42765" fmla="*/ 272933 w 1508539"/>
              <a:gd name="connsiteY23-42766" fmla="*/ 6211940 h 6858000"/>
              <a:gd name="connsiteX24-42767" fmla="*/ 314428 w 1508539"/>
              <a:gd name="connsiteY24-42768" fmla="*/ 6113913 h 6858000"/>
              <a:gd name="connsiteX25-42769" fmla="*/ 318721 w 1508539"/>
              <a:gd name="connsiteY25-42770" fmla="*/ 6028119 h 6858000"/>
              <a:gd name="connsiteX26-42771" fmla="*/ 363126 w 1508539"/>
              <a:gd name="connsiteY26-42772" fmla="*/ 5934687 h 6858000"/>
              <a:gd name="connsiteX27-42773" fmla="*/ 411349 w 1508539"/>
              <a:gd name="connsiteY27-42774" fmla="*/ 5693685 h 6858000"/>
              <a:gd name="connsiteX28-42775" fmla="*/ 431404 w 1508539"/>
              <a:gd name="connsiteY28-42776" fmla="*/ 5665173 h 6858000"/>
              <a:gd name="connsiteX29-42777" fmla="*/ 465121 w 1508539"/>
              <a:gd name="connsiteY29-42778" fmla="*/ 5563435 h 6858000"/>
              <a:gd name="connsiteX30-42779" fmla="*/ 494626 w 1508539"/>
              <a:gd name="connsiteY30-42780" fmla="*/ 5476393 h 6858000"/>
              <a:gd name="connsiteX31-42781" fmla="*/ 525819 w 1508539"/>
              <a:gd name="connsiteY31-42782" fmla="*/ 5396260 h 6858000"/>
              <a:gd name="connsiteX32-42783" fmla="*/ 541800 w 1508539"/>
              <a:gd name="connsiteY32-42784" fmla="*/ 5330009 h 6858000"/>
              <a:gd name="connsiteX33-42785" fmla="*/ 575293 w 1508539"/>
              <a:gd name="connsiteY33-42786" fmla="*/ 5273739 h 6858000"/>
              <a:gd name="connsiteX34-42787" fmla="*/ 584892 w 1508539"/>
              <a:gd name="connsiteY34-42788" fmla="*/ 5241779 h 6858000"/>
              <a:gd name="connsiteX35-42789" fmla="*/ 596118 w 1508539"/>
              <a:gd name="connsiteY35-42790" fmla="*/ 5225268 h 6858000"/>
              <a:gd name="connsiteX36-42791" fmla="*/ 597138 w 1508539"/>
              <a:gd name="connsiteY36-42792" fmla="*/ 5217684 h 6858000"/>
              <a:gd name="connsiteX37-42793" fmla="*/ 604479 w 1508539"/>
              <a:gd name="connsiteY37-42794" fmla="*/ 5193377 h 6858000"/>
              <a:gd name="connsiteX38-42795" fmla="*/ 607782 w 1508539"/>
              <a:gd name="connsiteY38-42796" fmla="*/ 5179288 h 6858000"/>
              <a:gd name="connsiteX39-42797" fmla="*/ 608766 w 1508539"/>
              <a:gd name="connsiteY39-42798" fmla="*/ 5173621 h 6858000"/>
              <a:gd name="connsiteX40-42799" fmla="*/ 604400 w 1508539"/>
              <a:gd name="connsiteY40-42800" fmla="*/ 5159961 h 6858000"/>
              <a:gd name="connsiteX41-42801" fmla="*/ 611077 w 1508539"/>
              <a:gd name="connsiteY41-42802" fmla="*/ 5144295 h 6858000"/>
              <a:gd name="connsiteX42-42803" fmla="*/ 608010 w 1508539"/>
              <a:gd name="connsiteY42-42804" fmla="*/ 5125185 h 6858000"/>
              <a:gd name="connsiteX43-42805" fmla="*/ 614840 w 1508539"/>
              <a:gd name="connsiteY43-42806" fmla="*/ 5121884 h 6858000"/>
              <a:gd name="connsiteX44-42807" fmla="*/ 621876 w 1508539"/>
              <a:gd name="connsiteY44-42808" fmla="*/ 5067850 h 6858000"/>
              <a:gd name="connsiteX45-42809" fmla="*/ 624607 w 1508539"/>
              <a:gd name="connsiteY45-42810" fmla="*/ 5060861 h 6858000"/>
              <a:gd name="connsiteX46-42811" fmla="*/ 621311 w 1508539"/>
              <a:gd name="connsiteY46-42812" fmla="*/ 5034192 h 6858000"/>
              <a:gd name="connsiteX47-42813" fmla="*/ 622865 w 1508539"/>
              <a:gd name="connsiteY47-42814" fmla="*/ 4993030 h 6858000"/>
              <a:gd name="connsiteX48-42815" fmla="*/ 629774 w 1508539"/>
              <a:gd name="connsiteY48-42816" fmla="*/ 4946844 h 6858000"/>
              <a:gd name="connsiteX49-42817" fmla="*/ 625630 w 1508539"/>
              <a:gd name="connsiteY49-42818" fmla="*/ 4932692 h 6858000"/>
              <a:gd name="connsiteX50-42819" fmla="*/ 641033 w 1508539"/>
              <a:gd name="connsiteY50-42820" fmla="*/ 4858827 h 6858000"/>
              <a:gd name="connsiteX51-42821" fmla="*/ 646936 w 1508539"/>
              <a:gd name="connsiteY51-42822" fmla="*/ 4821170 h 6858000"/>
              <a:gd name="connsiteX52-42823" fmla="*/ 651669 w 1508539"/>
              <a:gd name="connsiteY52-42824" fmla="*/ 4780965 h 6858000"/>
              <a:gd name="connsiteX53-42825" fmla="*/ 652962 w 1508539"/>
              <a:gd name="connsiteY53-42826" fmla="*/ 4750867 h 6858000"/>
              <a:gd name="connsiteX54-42827" fmla="*/ 650769 w 1508539"/>
              <a:gd name="connsiteY54-42828" fmla="*/ 4690749 h 6858000"/>
              <a:gd name="connsiteX55-42829" fmla="*/ 646249 w 1508539"/>
              <a:gd name="connsiteY55-42830" fmla="*/ 4584173 h 6858000"/>
              <a:gd name="connsiteX56-42831" fmla="*/ 641332 w 1508539"/>
              <a:gd name="connsiteY56-42832" fmla="*/ 4444346 h 6858000"/>
              <a:gd name="connsiteX57-42833" fmla="*/ 637897 w 1508539"/>
              <a:gd name="connsiteY57-42834" fmla="*/ 4375228 h 6858000"/>
              <a:gd name="connsiteX58-42835" fmla="*/ 618550 w 1508539"/>
              <a:gd name="connsiteY58-42836" fmla="*/ 4214165 h 6858000"/>
              <a:gd name="connsiteX59-42837" fmla="*/ 622623 w 1508539"/>
              <a:gd name="connsiteY59-42838" fmla="*/ 4090296 h 6858000"/>
              <a:gd name="connsiteX60-42839" fmla="*/ 607879 w 1508539"/>
              <a:gd name="connsiteY60-42840" fmla="*/ 4033999 h 6858000"/>
              <a:gd name="connsiteX61-42841" fmla="*/ 609028 w 1508539"/>
              <a:gd name="connsiteY61-42842" fmla="*/ 4031933 h 6858000"/>
              <a:gd name="connsiteX62-42843" fmla="*/ 607604 w 1508539"/>
              <a:gd name="connsiteY62-42844" fmla="*/ 4013953 h 6858000"/>
              <a:gd name="connsiteX63-42845" fmla="*/ 593899 w 1508539"/>
              <a:gd name="connsiteY63-42846" fmla="*/ 3974753 h 6858000"/>
              <a:gd name="connsiteX64-42847" fmla="*/ 595497 w 1508539"/>
              <a:gd name="connsiteY64-42848" fmla="*/ 3969950 h 6858000"/>
              <a:gd name="connsiteX65-42849" fmla="*/ 588919 w 1508539"/>
              <a:gd name="connsiteY65-42850" fmla="*/ 3933779 h 6858000"/>
              <a:gd name="connsiteX66-42851" fmla="*/ 590250 w 1508539"/>
              <a:gd name="connsiteY66-42852" fmla="*/ 3933093 h 6858000"/>
              <a:gd name="connsiteX67-42853" fmla="*/ 594604 w 1508539"/>
              <a:gd name="connsiteY67-42854" fmla="*/ 3922082 h 6858000"/>
              <a:gd name="connsiteX68-42855" fmla="*/ 599682 w 1508539"/>
              <a:gd name="connsiteY68-42856" fmla="*/ 3901461 h 6858000"/>
              <a:gd name="connsiteX69-42857" fmla="*/ 622276 w 1508539"/>
              <a:gd name="connsiteY69-42858" fmla="*/ 3813873 h 6858000"/>
              <a:gd name="connsiteX70-42859" fmla="*/ 621701 w 1508539"/>
              <a:gd name="connsiteY70-42860" fmla="*/ 3806161 h 6858000"/>
              <a:gd name="connsiteX71-42861" fmla="*/ 622008 w 1508539"/>
              <a:gd name="connsiteY71-42862" fmla="*/ 3805957 h 6858000"/>
              <a:gd name="connsiteX72-42863" fmla="*/ 622035 w 1508539"/>
              <a:gd name="connsiteY72-42864" fmla="*/ 3797724 h 6858000"/>
              <a:gd name="connsiteX73-42865" fmla="*/ 620650 w 1508539"/>
              <a:gd name="connsiteY73-42866" fmla="*/ 3792098 h 6858000"/>
              <a:gd name="connsiteX74-42867" fmla="*/ 619534 w 1508539"/>
              <a:gd name="connsiteY74-42868" fmla="*/ 3777135 h 6858000"/>
              <a:gd name="connsiteX75-42869" fmla="*/ 621267 w 1508539"/>
              <a:gd name="connsiteY75-42870" fmla="*/ 3771656 h 6858000"/>
              <a:gd name="connsiteX76-42871" fmla="*/ 625010 w 1508539"/>
              <a:gd name="connsiteY76-42872" fmla="*/ 3769007 h 6858000"/>
              <a:gd name="connsiteX77-42873" fmla="*/ 624476 w 1508539"/>
              <a:gd name="connsiteY77-42874" fmla="*/ 3767709 h 6858000"/>
              <a:gd name="connsiteX78-42875" fmla="*/ 633172 w 1508539"/>
              <a:gd name="connsiteY78-42876" fmla="*/ 3738082 h 6858000"/>
              <a:gd name="connsiteX79-42877" fmla="*/ 640518 w 1508539"/>
              <a:gd name="connsiteY79-42878" fmla="*/ 3673397 h 6858000"/>
              <a:gd name="connsiteX80-42879" fmla="*/ 639814 w 1508539"/>
              <a:gd name="connsiteY80-42880" fmla="*/ 3637109 h 6858000"/>
              <a:gd name="connsiteX81-42881" fmla="*/ 643257 w 1508539"/>
              <a:gd name="connsiteY81-42882" fmla="*/ 3536883 h 6858000"/>
              <a:gd name="connsiteX82-42883" fmla="*/ 650795 w 1508539"/>
              <a:gd name="connsiteY82-42884" fmla="*/ 3435652 h 6858000"/>
              <a:gd name="connsiteX83-42885" fmla="*/ 652466 w 1508539"/>
              <a:gd name="connsiteY83-42886" fmla="*/ 3307769 h 6858000"/>
              <a:gd name="connsiteX84-42887" fmla="*/ 670029 w 1508539"/>
              <a:gd name="connsiteY84-42888" fmla="*/ 3250522 h 6858000"/>
              <a:gd name="connsiteX85-42889" fmla="*/ 670454 w 1508539"/>
              <a:gd name="connsiteY85-42890" fmla="*/ 3229163 h 6858000"/>
              <a:gd name="connsiteX86-42891" fmla="*/ 672277 w 1508539"/>
              <a:gd name="connsiteY86-42892" fmla="*/ 3217217 h 6858000"/>
              <a:gd name="connsiteX87-42893" fmla="*/ 659112 w 1508539"/>
              <a:gd name="connsiteY87-42894" fmla="*/ 3183755 h 6858000"/>
              <a:gd name="connsiteX88-42895" fmla="*/ 659613 w 1508539"/>
              <a:gd name="connsiteY88-42896" fmla="*/ 3178642 h 6858000"/>
              <a:gd name="connsiteX89-42897" fmla="*/ 647213 w 1508539"/>
              <a:gd name="connsiteY89-42898" fmla="*/ 3158586 h 6858000"/>
              <a:gd name="connsiteX90-42899" fmla="*/ 632398 w 1508539"/>
              <a:gd name="connsiteY90-42900" fmla="*/ 3129034 h 6858000"/>
              <a:gd name="connsiteX91-42901" fmla="*/ 633063 w 1508539"/>
              <a:gd name="connsiteY91-42902" fmla="*/ 3126682 h 6858000"/>
              <a:gd name="connsiteX92-42903" fmla="*/ 623931 w 1508539"/>
              <a:gd name="connsiteY92-42904" fmla="*/ 3114519 h 6858000"/>
              <a:gd name="connsiteX93-42905" fmla="*/ 610540 w 1508539"/>
              <a:gd name="connsiteY93-42906" fmla="*/ 3106272 h 6858000"/>
              <a:gd name="connsiteX94-42907" fmla="*/ 583270 w 1508539"/>
              <a:gd name="connsiteY94-42908" fmla="*/ 2958185 h 6858000"/>
              <a:gd name="connsiteX95-42909" fmla="*/ 525884 w 1508539"/>
              <a:gd name="connsiteY95-42910" fmla="*/ 2762989 h 6858000"/>
              <a:gd name="connsiteX96-42911" fmla="*/ 474802 w 1508539"/>
              <a:gd name="connsiteY96-42912" fmla="*/ 2554718 h 6858000"/>
              <a:gd name="connsiteX97-42913" fmla="*/ 454896 w 1508539"/>
              <a:gd name="connsiteY97-42914" fmla="*/ 2485734 h 6858000"/>
              <a:gd name="connsiteX98-42915" fmla="*/ 445619 w 1508539"/>
              <a:gd name="connsiteY98-42916" fmla="*/ 2447068 h 6858000"/>
              <a:gd name="connsiteX99-42917" fmla="*/ 432580 w 1508539"/>
              <a:gd name="connsiteY99-42918" fmla="*/ 2425819 h 6858000"/>
              <a:gd name="connsiteX100-42919" fmla="*/ 438579 w 1508539"/>
              <a:gd name="connsiteY100-42920" fmla="*/ 2402874 h 6858000"/>
              <a:gd name="connsiteX101-42921" fmla="*/ 441191 w 1508539"/>
              <a:gd name="connsiteY101-42922" fmla="*/ 2381443 h 6858000"/>
              <a:gd name="connsiteX102-42923" fmla="*/ 417520 w 1508539"/>
              <a:gd name="connsiteY102-42924" fmla="*/ 2261920 h 6858000"/>
              <a:gd name="connsiteX103-42925" fmla="*/ 407407 w 1508539"/>
              <a:gd name="connsiteY103-42926" fmla="*/ 2195378 h 6858000"/>
              <a:gd name="connsiteX104-42927" fmla="*/ 391624 w 1508539"/>
              <a:gd name="connsiteY104-42928" fmla="*/ 2155135 h 6858000"/>
              <a:gd name="connsiteX105-42929" fmla="*/ 389082 w 1508539"/>
              <a:gd name="connsiteY105-42930" fmla="*/ 2118008 h 6858000"/>
              <a:gd name="connsiteX106-42931" fmla="*/ 390075 w 1508539"/>
              <a:gd name="connsiteY106-42932" fmla="*/ 2050531 h 6858000"/>
              <a:gd name="connsiteX107-42933" fmla="*/ 381881 w 1508539"/>
              <a:gd name="connsiteY107-42934" fmla="*/ 1963269 h 6858000"/>
              <a:gd name="connsiteX108-42935" fmla="*/ 363059 w 1508539"/>
              <a:gd name="connsiteY108-42936" fmla="*/ 1906352 h 6858000"/>
              <a:gd name="connsiteX109-42937" fmla="*/ 339616 w 1508539"/>
              <a:gd name="connsiteY109-42938" fmla="*/ 1861531 h 6858000"/>
              <a:gd name="connsiteX110-42939" fmla="*/ 293415 w 1508539"/>
              <a:gd name="connsiteY110-42940" fmla="*/ 1732919 h 6858000"/>
              <a:gd name="connsiteX111-42941" fmla="*/ 265726 w 1508539"/>
              <a:gd name="connsiteY111-42942" fmla="*/ 1663540 h 6858000"/>
              <a:gd name="connsiteX112-42943" fmla="*/ 264852 w 1508539"/>
              <a:gd name="connsiteY112-42944" fmla="*/ 1615777 h 6858000"/>
              <a:gd name="connsiteX113-42945" fmla="*/ 245647 w 1508539"/>
              <a:gd name="connsiteY113-42946" fmla="*/ 1563678 h 6858000"/>
              <a:gd name="connsiteX114-42947" fmla="*/ 258727 w 1508539"/>
              <a:gd name="connsiteY114-42948" fmla="*/ 1519474 h 6858000"/>
              <a:gd name="connsiteX115-42949" fmla="*/ 251469 w 1508539"/>
              <a:gd name="connsiteY115-42950" fmla="*/ 1477995 h 6858000"/>
              <a:gd name="connsiteX116-42951" fmla="*/ 237554 w 1508539"/>
              <a:gd name="connsiteY116-42952" fmla="*/ 1373769 h 6858000"/>
              <a:gd name="connsiteX117-42953" fmla="*/ 245861 w 1508539"/>
              <a:gd name="connsiteY117-42954" fmla="*/ 1307086 h 6858000"/>
              <a:gd name="connsiteX118-42955" fmla="*/ 247049 w 1508539"/>
              <a:gd name="connsiteY118-42956" fmla="*/ 1189033 h 6858000"/>
              <a:gd name="connsiteX119-42957" fmla="*/ 251734 w 1508539"/>
              <a:gd name="connsiteY119-42958" fmla="*/ 1168288 h 6858000"/>
              <a:gd name="connsiteX120-42959" fmla="*/ 244016 w 1508539"/>
              <a:gd name="connsiteY120-42960" fmla="*/ 1142577 h 6858000"/>
              <a:gd name="connsiteX121-42961" fmla="*/ 233322 w 1508539"/>
              <a:gd name="connsiteY121-42962" fmla="*/ 1088484 h 6858000"/>
              <a:gd name="connsiteX122-42963" fmla="*/ 222058 w 1508539"/>
              <a:gd name="connsiteY122-42964" fmla="*/ 1016103 h 6858000"/>
              <a:gd name="connsiteX123-42965" fmla="*/ 223514 w 1508539"/>
              <a:gd name="connsiteY123-42966" fmla="*/ 932283 h 6858000"/>
              <a:gd name="connsiteX124-42967" fmla="*/ 225750 w 1508539"/>
              <a:gd name="connsiteY124-42968" fmla="*/ 915925 h 6858000"/>
              <a:gd name="connsiteX125-42969" fmla="*/ 218379 w 1508539"/>
              <a:gd name="connsiteY125-42970" fmla="*/ 896999 h 6858000"/>
              <a:gd name="connsiteX126-42971" fmla="*/ 187787 w 1508539"/>
              <a:gd name="connsiteY126-42972" fmla="*/ 821517 h 6858000"/>
              <a:gd name="connsiteX127-42973" fmla="*/ 166737 w 1508539"/>
              <a:gd name="connsiteY127-42974" fmla="*/ 751353 h 6858000"/>
              <a:gd name="connsiteX128-42975" fmla="*/ 166295 w 1508539"/>
              <a:gd name="connsiteY128-42976" fmla="*/ 721230 h 6858000"/>
              <a:gd name="connsiteX129-42977" fmla="*/ 151966 w 1508539"/>
              <a:gd name="connsiteY129-42978" fmla="*/ 681659 h 6858000"/>
              <a:gd name="connsiteX130-42979" fmla="*/ 137385 w 1508539"/>
              <a:gd name="connsiteY130-42980" fmla="*/ 635218 h 6858000"/>
              <a:gd name="connsiteX131-42981" fmla="*/ 142396 w 1508539"/>
              <a:gd name="connsiteY131-42982" fmla="*/ 613763 h 6858000"/>
              <a:gd name="connsiteX132-42983" fmla="*/ 128338 w 1508539"/>
              <a:gd name="connsiteY132-42984" fmla="*/ 598582 h 6858000"/>
              <a:gd name="connsiteX133-42985" fmla="*/ 128019 w 1508539"/>
              <a:gd name="connsiteY133-42986" fmla="*/ 576846 h 6858000"/>
              <a:gd name="connsiteX134-42987" fmla="*/ 107645 w 1508539"/>
              <a:gd name="connsiteY134-42988" fmla="*/ 530055 h 6858000"/>
              <a:gd name="connsiteX135-42989" fmla="*/ 106893 w 1508539"/>
              <a:gd name="connsiteY135-42990" fmla="*/ 465389 h 6858000"/>
              <a:gd name="connsiteX136-42991" fmla="*/ 89816 w 1508539"/>
              <a:gd name="connsiteY136-42992" fmla="*/ 424699 h 6858000"/>
              <a:gd name="connsiteX137-42993" fmla="*/ 90191 w 1508539"/>
              <a:gd name="connsiteY137-42994" fmla="*/ 404917 h 6858000"/>
              <a:gd name="connsiteX138-42995" fmla="*/ 70148 w 1508539"/>
              <a:gd name="connsiteY138-42996" fmla="*/ 367211 h 6858000"/>
              <a:gd name="connsiteX139-42997" fmla="*/ 36452 w 1508539"/>
              <a:gd name="connsiteY139-42998" fmla="*/ 268519 h 6858000"/>
              <a:gd name="connsiteX140-42999" fmla="*/ 23935 w 1508539"/>
              <a:gd name="connsiteY140-43000" fmla="*/ 160886 h 6858000"/>
              <a:gd name="connsiteX141-43001" fmla="*/ 19312 w 1508539"/>
              <a:gd name="connsiteY141-43002" fmla="*/ 47336 h 6858000"/>
              <a:gd name="connsiteX142-43003" fmla="*/ 0 w 1508539"/>
              <a:gd name="connsiteY142-43004" fmla="*/ 0 h 6858000"/>
              <a:gd name="connsiteX0-43005" fmla="*/ 0 w 1508539"/>
              <a:gd name="connsiteY0-43006" fmla="*/ 0 h 6858000"/>
              <a:gd name="connsiteX1-43007" fmla="*/ 1508539 w 1508539"/>
              <a:gd name="connsiteY1-43008" fmla="*/ 0 h 6858000"/>
              <a:gd name="connsiteX2-43009" fmla="*/ 1508539 w 1508539"/>
              <a:gd name="connsiteY2-43010" fmla="*/ 6858000 h 6858000"/>
              <a:gd name="connsiteX3-43011" fmla="*/ 139560 w 1508539"/>
              <a:gd name="connsiteY3-43012" fmla="*/ 6857735 h 6858000"/>
              <a:gd name="connsiteX4-43013" fmla="*/ 128010 w 1508539"/>
              <a:gd name="connsiteY4-43014" fmla="*/ 6751578 h 6858000"/>
              <a:gd name="connsiteX5-43015" fmla="*/ 146674 w 1508539"/>
              <a:gd name="connsiteY5-43016" fmla="*/ 6696999 h 6858000"/>
              <a:gd name="connsiteX6-43017" fmla="*/ 163411 w 1508539"/>
              <a:gd name="connsiteY6-43018" fmla="*/ 6638036 h 6858000"/>
              <a:gd name="connsiteX7-43019" fmla="*/ 153633 w 1508539"/>
              <a:gd name="connsiteY7-43020" fmla="*/ 6596265 h 6858000"/>
              <a:gd name="connsiteX8-43021" fmla="*/ 164248 w 1508539"/>
              <a:gd name="connsiteY8-43022" fmla="*/ 6574442 h 6858000"/>
              <a:gd name="connsiteX9-43023" fmla="*/ 164588 w 1508539"/>
              <a:gd name="connsiteY9-43024" fmla="*/ 6568530 h 6858000"/>
              <a:gd name="connsiteX10-43025" fmla="*/ 166997 w 1508539"/>
              <a:gd name="connsiteY10-43026" fmla="*/ 6560674 h 6858000"/>
              <a:gd name="connsiteX11-43027" fmla="*/ 167342 w 1508539"/>
              <a:gd name="connsiteY11-43028" fmla="*/ 6560598 h 6858000"/>
              <a:gd name="connsiteX12-43029" fmla="*/ 201349 w 1508539"/>
              <a:gd name="connsiteY12-43030" fmla="*/ 6530567 h 6858000"/>
              <a:gd name="connsiteX13-43031" fmla="*/ 215389 w 1508539"/>
              <a:gd name="connsiteY13-43032" fmla="*/ 6478062 h 6858000"/>
              <a:gd name="connsiteX14-43033" fmla="*/ 226078 w 1508539"/>
              <a:gd name="connsiteY14-43034" fmla="*/ 6460325 h 6858000"/>
              <a:gd name="connsiteX15-43035" fmla="*/ 233311 w 1508539"/>
              <a:gd name="connsiteY15-43036" fmla="*/ 6451488 h 6858000"/>
              <a:gd name="connsiteX16-43037" fmla="*/ 234746 w 1508539"/>
              <a:gd name="connsiteY16-43038" fmla="*/ 6451348 h 6858000"/>
              <a:gd name="connsiteX17-43039" fmla="*/ 239104 w 1508539"/>
              <a:gd name="connsiteY17-43040" fmla="*/ 6414240 h 6858000"/>
              <a:gd name="connsiteX18-43041" fmla="*/ 241880 w 1508539"/>
              <a:gd name="connsiteY18-43042" fmla="*/ 6384857 h 6858000"/>
              <a:gd name="connsiteX19-43043" fmla="*/ 240591 w 1508539"/>
              <a:gd name="connsiteY19-43044" fmla="*/ 6367510 h 6858000"/>
              <a:gd name="connsiteX20-43045" fmla="*/ 244471 w 1508539"/>
              <a:gd name="connsiteY20-43046" fmla="*/ 6349778 h 6858000"/>
              <a:gd name="connsiteX21-43047" fmla="*/ 246136 w 1508539"/>
              <a:gd name="connsiteY21-43048" fmla="*/ 6348250 h 6858000"/>
              <a:gd name="connsiteX22-43049" fmla="*/ 262170 w 1508539"/>
              <a:gd name="connsiteY22-43050" fmla="*/ 6281972 h 6858000"/>
              <a:gd name="connsiteX23-43051" fmla="*/ 272933 w 1508539"/>
              <a:gd name="connsiteY23-43052" fmla="*/ 6211940 h 6858000"/>
              <a:gd name="connsiteX24-43053" fmla="*/ 314428 w 1508539"/>
              <a:gd name="connsiteY24-43054" fmla="*/ 6113913 h 6858000"/>
              <a:gd name="connsiteX25-43055" fmla="*/ 318721 w 1508539"/>
              <a:gd name="connsiteY25-43056" fmla="*/ 6028119 h 6858000"/>
              <a:gd name="connsiteX26-43057" fmla="*/ 363126 w 1508539"/>
              <a:gd name="connsiteY26-43058" fmla="*/ 5934687 h 6858000"/>
              <a:gd name="connsiteX27-43059" fmla="*/ 408411 w 1508539"/>
              <a:gd name="connsiteY27-43060" fmla="*/ 5704905 h 6858000"/>
              <a:gd name="connsiteX28-43061" fmla="*/ 431404 w 1508539"/>
              <a:gd name="connsiteY28-43062" fmla="*/ 5665173 h 6858000"/>
              <a:gd name="connsiteX29-43063" fmla="*/ 465121 w 1508539"/>
              <a:gd name="connsiteY29-43064" fmla="*/ 5563435 h 6858000"/>
              <a:gd name="connsiteX30-43065" fmla="*/ 494626 w 1508539"/>
              <a:gd name="connsiteY30-43066" fmla="*/ 5476393 h 6858000"/>
              <a:gd name="connsiteX31-43067" fmla="*/ 525819 w 1508539"/>
              <a:gd name="connsiteY31-43068" fmla="*/ 5396260 h 6858000"/>
              <a:gd name="connsiteX32-43069" fmla="*/ 541800 w 1508539"/>
              <a:gd name="connsiteY32-43070" fmla="*/ 5330009 h 6858000"/>
              <a:gd name="connsiteX33-43071" fmla="*/ 575293 w 1508539"/>
              <a:gd name="connsiteY33-43072" fmla="*/ 5273739 h 6858000"/>
              <a:gd name="connsiteX34-43073" fmla="*/ 584892 w 1508539"/>
              <a:gd name="connsiteY34-43074" fmla="*/ 5241779 h 6858000"/>
              <a:gd name="connsiteX35-43075" fmla="*/ 596118 w 1508539"/>
              <a:gd name="connsiteY35-43076" fmla="*/ 5225268 h 6858000"/>
              <a:gd name="connsiteX36-43077" fmla="*/ 597138 w 1508539"/>
              <a:gd name="connsiteY36-43078" fmla="*/ 5217684 h 6858000"/>
              <a:gd name="connsiteX37-43079" fmla="*/ 604479 w 1508539"/>
              <a:gd name="connsiteY37-43080" fmla="*/ 5193377 h 6858000"/>
              <a:gd name="connsiteX38-43081" fmla="*/ 607782 w 1508539"/>
              <a:gd name="connsiteY38-43082" fmla="*/ 5179288 h 6858000"/>
              <a:gd name="connsiteX39-43083" fmla="*/ 608766 w 1508539"/>
              <a:gd name="connsiteY39-43084" fmla="*/ 5173621 h 6858000"/>
              <a:gd name="connsiteX40-43085" fmla="*/ 604400 w 1508539"/>
              <a:gd name="connsiteY40-43086" fmla="*/ 5159961 h 6858000"/>
              <a:gd name="connsiteX41-43087" fmla="*/ 611077 w 1508539"/>
              <a:gd name="connsiteY41-43088" fmla="*/ 5144295 h 6858000"/>
              <a:gd name="connsiteX42-43089" fmla="*/ 608010 w 1508539"/>
              <a:gd name="connsiteY42-43090" fmla="*/ 5125185 h 6858000"/>
              <a:gd name="connsiteX43-43091" fmla="*/ 614840 w 1508539"/>
              <a:gd name="connsiteY43-43092" fmla="*/ 5121884 h 6858000"/>
              <a:gd name="connsiteX44-43093" fmla="*/ 621876 w 1508539"/>
              <a:gd name="connsiteY44-43094" fmla="*/ 5067850 h 6858000"/>
              <a:gd name="connsiteX45-43095" fmla="*/ 624607 w 1508539"/>
              <a:gd name="connsiteY45-43096" fmla="*/ 5060861 h 6858000"/>
              <a:gd name="connsiteX46-43097" fmla="*/ 621311 w 1508539"/>
              <a:gd name="connsiteY46-43098" fmla="*/ 5034192 h 6858000"/>
              <a:gd name="connsiteX47-43099" fmla="*/ 622865 w 1508539"/>
              <a:gd name="connsiteY47-43100" fmla="*/ 4993030 h 6858000"/>
              <a:gd name="connsiteX48-43101" fmla="*/ 629774 w 1508539"/>
              <a:gd name="connsiteY48-43102" fmla="*/ 4946844 h 6858000"/>
              <a:gd name="connsiteX49-43103" fmla="*/ 625630 w 1508539"/>
              <a:gd name="connsiteY49-43104" fmla="*/ 4932692 h 6858000"/>
              <a:gd name="connsiteX50-43105" fmla="*/ 641033 w 1508539"/>
              <a:gd name="connsiteY50-43106" fmla="*/ 4858827 h 6858000"/>
              <a:gd name="connsiteX51-43107" fmla="*/ 646936 w 1508539"/>
              <a:gd name="connsiteY51-43108" fmla="*/ 4821170 h 6858000"/>
              <a:gd name="connsiteX52-43109" fmla="*/ 651669 w 1508539"/>
              <a:gd name="connsiteY52-43110" fmla="*/ 4780965 h 6858000"/>
              <a:gd name="connsiteX53-43111" fmla="*/ 652962 w 1508539"/>
              <a:gd name="connsiteY53-43112" fmla="*/ 4750867 h 6858000"/>
              <a:gd name="connsiteX54-43113" fmla="*/ 650769 w 1508539"/>
              <a:gd name="connsiteY54-43114" fmla="*/ 4690749 h 6858000"/>
              <a:gd name="connsiteX55-43115" fmla="*/ 646249 w 1508539"/>
              <a:gd name="connsiteY55-43116" fmla="*/ 4584173 h 6858000"/>
              <a:gd name="connsiteX56-43117" fmla="*/ 641332 w 1508539"/>
              <a:gd name="connsiteY56-43118" fmla="*/ 4444346 h 6858000"/>
              <a:gd name="connsiteX57-43119" fmla="*/ 637897 w 1508539"/>
              <a:gd name="connsiteY57-43120" fmla="*/ 4375228 h 6858000"/>
              <a:gd name="connsiteX58-43121" fmla="*/ 618550 w 1508539"/>
              <a:gd name="connsiteY58-43122" fmla="*/ 4214165 h 6858000"/>
              <a:gd name="connsiteX59-43123" fmla="*/ 622623 w 1508539"/>
              <a:gd name="connsiteY59-43124" fmla="*/ 4090296 h 6858000"/>
              <a:gd name="connsiteX60-43125" fmla="*/ 607879 w 1508539"/>
              <a:gd name="connsiteY60-43126" fmla="*/ 4033999 h 6858000"/>
              <a:gd name="connsiteX61-43127" fmla="*/ 609028 w 1508539"/>
              <a:gd name="connsiteY61-43128" fmla="*/ 4031933 h 6858000"/>
              <a:gd name="connsiteX62-43129" fmla="*/ 607604 w 1508539"/>
              <a:gd name="connsiteY62-43130" fmla="*/ 4013953 h 6858000"/>
              <a:gd name="connsiteX63-43131" fmla="*/ 593899 w 1508539"/>
              <a:gd name="connsiteY63-43132" fmla="*/ 3974753 h 6858000"/>
              <a:gd name="connsiteX64-43133" fmla="*/ 595497 w 1508539"/>
              <a:gd name="connsiteY64-43134" fmla="*/ 3969950 h 6858000"/>
              <a:gd name="connsiteX65-43135" fmla="*/ 588919 w 1508539"/>
              <a:gd name="connsiteY65-43136" fmla="*/ 3933779 h 6858000"/>
              <a:gd name="connsiteX66-43137" fmla="*/ 590250 w 1508539"/>
              <a:gd name="connsiteY66-43138" fmla="*/ 3933093 h 6858000"/>
              <a:gd name="connsiteX67-43139" fmla="*/ 594604 w 1508539"/>
              <a:gd name="connsiteY67-43140" fmla="*/ 3922082 h 6858000"/>
              <a:gd name="connsiteX68-43141" fmla="*/ 599682 w 1508539"/>
              <a:gd name="connsiteY68-43142" fmla="*/ 3901461 h 6858000"/>
              <a:gd name="connsiteX69-43143" fmla="*/ 622276 w 1508539"/>
              <a:gd name="connsiteY69-43144" fmla="*/ 3813873 h 6858000"/>
              <a:gd name="connsiteX70-43145" fmla="*/ 621701 w 1508539"/>
              <a:gd name="connsiteY70-43146" fmla="*/ 3806161 h 6858000"/>
              <a:gd name="connsiteX71-43147" fmla="*/ 622008 w 1508539"/>
              <a:gd name="connsiteY71-43148" fmla="*/ 3805957 h 6858000"/>
              <a:gd name="connsiteX72-43149" fmla="*/ 622035 w 1508539"/>
              <a:gd name="connsiteY72-43150" fmla="*/ 3797724 h 6858000"/>
              <a:gd name="connsiteX73-43151" fmla="*/ 620650 w 1508539"/>
              <a:gd name="connsiteY73-43152" fmla="*/ 3792098 h 6858000"/>
              <a:gd name="connsiteX74-43153" fmla="*/ 619534 w 1508539"/>
              <a:gd name="connsiteY74-43154" fmla="*/ 3777135 h 6858000"/>
              <a:gd name="connsiteX75-43155" fmla="*/ 621267 w 1508539"/>
              <a:gd name="connsiteY75-43156" fmla="*/ 3771656 h 6858000"/>
              <a:gd name="connsiteX76-43157" fmla="*/ 625010 w 1508539"/>
              <a:gd name="connsiteY76-43158" fmla="*/ 3769007 h 6858000"/>
              <a:gd name="connsiteX77-43159" fmla="*/ 624476 w 1508539"/>
              <a:gd name="connsiteY77-43160" fmla="*/ 3767709 h 6858000"/>
              <a:gd name="connsiteX78-43161" fmla="*/ 633172 w 1508539"/>
              <a:gd name="connsiteY78-43162" fmla="*/ 3738082 h 6858000"/>
              <a:gd name="connsiteX79-43163" fmla="*/ 640518 w 1508539"/>
              <a:gd name="connsiteY79-43164" fmla="*/ 3673397 h 6858000"/>
              <a:gd name="connsiteX80-43165" fmla="*/ 639814 w 1508539"/>
              <a:gd name="connsiteY80-43166" fmla="*/ 3637109 h 6858000"/>
              <a:gd name="connsiteX81-43167" fmla="*/ 643257 w 1508539"/>
              <a:gd name="connsiteY81-43168" fmla="*/ 3536883 h 6858000"/>
              <a:gd name="connsiteX82-43169" fmla="*/ 650795 w 1508539"/>
              <a:gd name="connsiteY82-43170" fmla="*/ 3435652 h 6858000"/>
              <a:gd name="connsiteX83-43171" fmla="*/ 652466 w 1508539"/>
              <a:gd name="connsiteY83-43172" fmla="*/ 3307769 h 6858000"/>
              <a:gd name="connsiteX84-43173" fmla="*/ 670029 w 1508539"/>
              <a:gd name="connsiteY84-43174" fmla="*/ 3250522 h 6858000"/>
              <a:gd name="connsiteX85-43175" fmla="*/ 670454 w 1508539"/>
              <a:gd name="connsiteY85-43176" fmla="*/ 3229163 h 6858000"/>
              <a:gd name="connsiteX86-43177" fmla="*/ 672277 w 1508539"/>
              <a:gd name="connsiteY86-43178" fmla="*/ 3217217 h 6858000"/>
              <a:gd name="connsiteX87-43179" fmla="*/ 659112 w 1508539"/>
              <a:gd name="connsiteY87-43180" fmla="*/ 3183755 h 6858000"/>
              <a:gd name="connsiteX88-43181" fmla="*/ 659613 w 1508539"/>
              <a:gd name="connsiteY88-43182" fmla="*/ 3178642 h 6858000"/>
              <a:gd name="connsiteX89-43183" fmla="*/ 647213 w 1508539"/>
              <a:gd name="connsiteY89-43184" fmla="*/ 3158586 h 6858000"/>
              <a:gd name="connsiteX90-43185" fmla="*/ 632398 w 1508539"/>
              <a:gd name="connsiteY90-43186" fmla="*/ 3129034 h 6858000"/>
              <a:gd name="connsiteX91-43187" fmla="*/ 633063 w 1508539"/>
              <a:gd name="connsiteY91-43188" fmla="*/ 3126682 h 6858000"/>
              <a:gd name="connsiteX92-43189" fmla="*/ 623931 w 1508539"/>
              <a:gd name="connsiteY92-43190" fmla="*/ 3114519 h 6858000"/>
              <a:gd name="connsiteX93-43191" fmla="*/ 610540 w 1508539"/>
              <a:gd name="connsiteY93-43192" fmla="*/ 3106272 h 6858000"/>
              <a:gd name="connsiteX94-43193" fmla="*/ 583270 w 1508539"/>
              <a:gd name="connsiteY94-43194" fmla="*/ 2958185 h 6858000"/>
              <a:gd name="connsiteX95-43195" fmla="*/ 525884 w 1508539"/>
              <a:gd name="connsiteY95-43196" fmla="*/ 2762989 h 6858000"/>
              <a:gd name="connsiteX96-43197" fmla="*/ 474802 w 1508539"/>
              <a:gd name="connsiteY96-43198" fmla="*/ 2554718 h 6858000"/>
              <a:gd name="connsiteX97-43199" fmla="*/ 454896 w 1508539"/>
              <a:gd name="connsiteY97-43200" fmla="*/ 2485734 h 6858000"/>
              <a:gd name="connsiteX98-43201" fmla="*/ 445619 w 1508539"/>
              <a:gd name="connsiteY98-43202" fmla="*/ 2447068 h 6858000"/>
              <a:gd name="connsiteX99-43203" fmla="*/ 432580 w 1508539"/>
              <a:gd name="connsiteY99-43204" fmla="*/ 2425819 h 6858000"/>
              <a:gd name="connsiteX100-43205" fmla="*/ 438579 w 1508539"/>
              <a:gd name="connsiteY100-43206" fmla="*/ 2402874 h 6858000"/>
              <a:gd name="connsiteX101-43207" fmla="*/ 441191 w 1508539"/>
              <a:gd name="connsiteY101-43208" fmla="*/ 2381443 h 6858000"/>
              <a:gd name="connsiteX102-43209" fmla="*/ 417520 w 1508539"/>
              <a:gd name="connsiteY102-43210" fmla="*/ 2261920 h 6858000"/>
              <a:gd name="connsiteX103-43211" fmla="*/ 407407 w 1508539"/>
              <a:gd name="connsiteY103-43212" fmla="*/ 2195378 h 6858000"/>
              <a:gd name="connsiteX104-43213" fmla="*/ 391624 w 1508539"/>
              <a:gd name="connsiteY104-43214" fmla="*/ 2155135 h 6858000"/>
              <a:gd name="connsiteX105-43215" fmla="*/ 389082 w 1508539"/>
              <a:gd name="connsiteY105-43216" fmla="*/ 2118008 h 6858000"/>
              <a:gd name="connsiteX106-43217" fmla="*/ 390075 w 1508539"/>
              <a:gd name="connsiteY106-43218" fmla="*/ 2050531 h 6858000"/>
              <a:gd name="connsiteX107-43219" fmla="*/ 381881 w 1508539"/>
              <a:gd name="connsiteY107-43220" fmla="*/ 1963269 h 6858000"/>
              <a:gd name="connsiteX108-43221" fmla="*/ 363059 w 1508539"/>
              <a:gd name="connsiteY108-43222" fmla="*/ 1906352 h 6858000"/>
              <a:gd name="connsiteX109-43223" fmla="*/ 339616 w 1508539"/>
              <a:gd name="connsiteY109-43224" fmla="*/ 1861531 h 6858000"/>
              <a:gd name="connsiteX110-43225" fmla="*/ 293415 w 1508539"/>
              <a:gd name="connsiteY110-43226" fmla="*/ 1732919 h 6858000"/>
              <a:gd name="connsiteX111-43227" fmla="*/ 265726 w 1508539"/>
              <a:gd name="connsiteY111-43228" fmla="*/ 1663540 h 6858000"/>
              <a:gd name="connsiteX112-43229" fmla="*/ 264852 w 1508539"/>
              <a:gd name="connsiteY112-43230" fmla="*/ 1615777 h 6858000"/>
              <a:gd name="connsiteX113-43231" fmla="*/ 245647 w 1508539"/>
              <a:gd name="connsiteY113-43232" fmla="*/ 1563678 h 6858000"/>
              <a:gd name="connsiteX114-43233" fmla="*/ 258727 w 1508539"/>
              <a:gd name="connsiteY114-43234" fmla="*/ 1519474 h 6858000"/>
              <a:gd name="connsiteX115-43235" fmla="*/ 251469 w 1508539"/>
              <a:gd name="connsiteY115-43236" fmla="*/ 1477995 h 6858000"/>
              <a:gd name="connsiteX116-43237" fmla="*/ 237554 w 1508539"/>
              <a:gd name="connsiteY116-43238" fmla="*/ 1373769 h 6858000"/>
              <a:gd name="connsiteX117-43239" fmla="*/ 245861 w 1508539"/>
              <a:gd name="connsiteY117-43240" fmla="*/ 1307086 h 6858000"/>
              <a:gd name="connsiteX118-43241" fmla="*/ 247049 w 1508539"/>
              <a:gd name="connsiteY118-43242" fmla="*/ 1189033 h 6858000"/>
              <a:gd name="connsiteX119-43243" fmla="*/ 251734 w 1508539"/>
              <a:gd name="connsiteY119-43244" fmla="*/ 1168288 h 6858000"/>
              <a:gd name="connsiteX120-43245" fmla="*/ 244016 w 1508539"/>
              <a:gd name="connsiteY120-43246" fmla="*/ 1142577 h 6858000"/>
              <a:gd name="connsiteX121-43247" fmla="*/ 233322 w 1508539"/>
              <a:gd name="connsiteY121-43248" fmla="*/ 1088484 h 6858000"/>
              <a:gd name="connsiteX122-43249" fmla="*/ 222058 w 1508539"/>
              <a:gd name="connsiteY122-43250" fmla="*/ 1016103 h 6858000"/>
              <a:gd name="connsiteX123-43251" fmla="*/ 223514 w 1508539"/>
              <a:gd name="connsiteY123-43252" fmla="*/ 932283 h 6858000"/>
              <a:gd name="connsiteX124-43253" fmla="*/ 225750 w 1508539"/>
              <a:gd name="connsiteY124-43254" fmla="*/ 915925 h 6858000"/>
              <a:gd name="connsiteX125-43255" fmla="*/ 218379 w 1508539"/>
              <a:gd name="connsiteY125-43256" fmla="*/ 896999 h 6858000"/>
              <a:gd name="connsiteX126-43257" fmla="*/ 187787 w 1508539"/>
              <a:gd name="connsiteY126-43258" fmla="*/ 821517 h 6858000"/>
              <a:gd name="connsiteX127-43259" fmla="*/ 166737 w 1508539"/>
              <a:gd name="connsiteY127-43260" fmla="*/ 751353 h 6858000"/>
              <a:gd name="connsiteX128-43261" fmla="*/ 166295 w 1508539"/>
              <a:gd name="connsiteY128-43262" fmla="*/ 721230 h 6858000"/>
              <a:gd name="connsiteX129-43263" fmla="*/ 151966 w 1508539"/>
              <a:gd name="connsiteY129-43264" fmla="*/ 681659 h 6858000"/>
              <a:gd name="connsiteX130-43265" fmla="*/ 137385 w 1508539"/>
              <a:gd name="connsiteY130-43266" fmla="*/ 635218 h 6858000"/>
              <a:gd name="connsiteX131-43267" fmla="*/ 142396 w 1508539"/>
              <a:gd name="connsiteY131-43268" fmla="*/ 613763 h 6858000"/>
              <a:gd name="connsiteX132-43269" fmla="*/ 128338 w 1508539"/>
              <a:gd name="connsiteY132-43270" fmla="*/ 598582 h 6858000"/>
              <a:gd name="connsiteX133-43271" fmla="*/ 128019 w 1508539"/>
              <a:gd name="connsiteY133-43272" fmla="*/ 576846 h 6858000"/>
              <a:gd name="connsiteX134-43273" fmla="*/ 107645 w 1508539"/>
              <a:gd name="connsiteY134-43274" fmla="*/ 530055 h 6858000"/>
              <a:gd name="connsiteX135-43275" fmla="*/ 106893 w 1508539"/>
              <a:gd name="connsiteY135-43276" fmla="*/ 465389 h 6858000"/>
              <a:gd name="connsiteX136-43277" fmla="*/ 89816 w 1508539"/>
              <a:gd name="connsiteY136-43278" fmla="*/ 424699 h 6858000"/>
              <a:gd name="connsiteX137-43279" fmla="*/ 90191 w 1508539"/>
              <a:gd name="connsiteY137-43280" fmla="*/ 404917 h 6858000"/>
              <a:gd name="connsiteX138-43281" fmla="*/ 70148 w 1508539"/>
              <a:gd name="connsiteY138-43282" fmla="*/ 367211 h 6858000"/>
              <a:gd name="connsiteX139-43283" fmla="*/ 36452 w 1508539"/>
              <a:gd name="connsiteY139-43284" fmla="*/ 268519 h 6858000"/>
              <a:gd name="connsiteX140-43285" fmla="*/ 23935 w 1508539"/>
              <a:gd name="connsiteY140-43286" fmla="*/ 160886 h 6858000"/>
              <a:gd name="connsiteX141-43287" fmla="*/ 19312 w 1508539"/>
              <a:gd name="connsiteY141-43288" fmla="*/ 47336 h 6858000"/>
              <a:gd name="connsiteX142-43289" fmla="*/ 0 w 1508539"/>
              <a:gd name="connsiteY142-43290" fmla="*/ 0 h 6858000"/>
              <a:gd name="connsiteX0-43291" fmla="*/ 0 w 1508539"/>
              <a:gd name="connsiteY0-43292" fmla="*/ 0 h 6858000"/>
              <a:gd name="connsiteX1-43293" fmla="*/ 1508539 w 1508539"/>
              <a:gd name="connsiteY1-43294" fmla="*/ 0 h 6858000"/>
              <a:gd name="connsiteX2-43295" fmla="*/ 1508539 w 1508539"/>
              <a:gd name="connsiteY2-43296" fmla="*/ 6858000 h 6858000"/>
              <a:gd name="connsiteX3-43297" fmla="*/ 139560 w 1508539"/>
              <a:gd name="connsiteY3-43298" fmla="*/ 6857735 h 6858000"/>
              <a:gd name="connsiteX4-43299" fmla="*/ 128010 w 1508539"/>
              <a:gd name="connsiteY4-43300" fmla="*/ 6751578 h 6858000"/>
              <a:gd name="connsiteX5-43301" fmla="*/ 146674 w 1508539"/>
              <a:gd name="connsiteY5-43302" fmla="*/ 6696999 h 6858000"/>
              <a:gd name="connsiteX6-43303" fmla="*/ 163411 w 1508539"/>
              <a:gd name="connsiteY6-43304" fmla="*/ 6638036 h 6858000"/>
              <a:gd name="connsiteX7-43305" fmla="*/ 153633 w 1508539"/>
              <a:gd name="connsiteY7-43306" fmla="*/ 6596265 h 6858000"/>
              <a:gd name="connsiteX8-43307" fmla="*/ 164248 w 1508539"/>
              <a:gd name="connsiteY8-43308" fmla="*/ 6574442 h 6858000"/>
              <a:gd name="connsiteX9-43309" fmla="*/ 164588 w 1508539"/>
              <a:gd name="connsiteY9-43310" fmla="*/ 6568530 h 6858000"/>
              <a:gd name="connsiteX10-43311" fmla="*/ 166997 w 1508539"/>
              <a:gd name="connsiteY10-43312" fmla="*/ 6560674 h 6858000"/>
              <a:gd name="connsiteX11-43313" fmla="*/ 167342 w 1508539"/>
              <a:gd name="connsiteY11-43314" fmla="*/ 6560598 h 6858000"/>
              <a:gd name="connsiteX12-43315" fmla="*/ 201349 w 1508539"/>
              <a:gd name="connsiteY12-43316" fmla="*/ 6530567 h 6858000"/>
              <a:gd name="connsiteX13-43317" fmla="*/ 215389 w 1508539"/>
              <a:gd name="connsiteY13-43318" fmla="*/ 6478062 h 6858000"/>
              <a:gd name="connsiteX14-43319" fmla="*/ 226078 w 1508539"/>
              <a:gd name="connsiteY14-43320" fmla="*/ 6460325 h 6858000"/>
              <a:gd name="connsiteX15-43321" fmla="*/ 233311 w 1508539"/>
              <a:gd name="connsiteY15-43322" fmla="*/ 6451488 h 6858000"/>
              <a:gd name="connsiteX16-43323" fmla="*/ 234746 w 1508539"/>
              <a:gd name="connsiteY16-43324" fmla="*/ 6451348 h 6858000"/>
              <a:gd name="connsiteX17-43325" fmla="*/ 239104 w 1508539"/>
              <a:gd name="connsiteY17-43326" fmla="*/ 6414240 h 6858000"/>
              <a:gd name="connsiteX18-43327" fmla="*/ 241880 w 1508539"/>
              <a:gd name="connsiteY18-43328" fmla="*/ 6384857 h 6858000"/>
              <a:gd name="connsiteX19-43329" fmla="*/ 240591 w 1508539"/>
              <a:gd name="connsiteY19-43330" fmla="*/ 6367510 h 6858000"/>
              <a:gd name="connsiteX20-43331" fmla="*/ 244471 w 1508539"/>
              <a:gd name="connsiteY20-43332" fmla="*/ 6349778 h 6858000"/>
              <a:gd name="connsiteX21-43333" fmla="*/ 246136 w 1508539"/>
              <a:gd name="connsiteY21-43334" fmla="*/ 6348250 h 6858000"/>
              <a:gd name="connsiteX22-43335" fmla="*/ 262170 w 1508539"/>
              <a:gd name="connsiteY22-43336" fmla="*/ 6281972 h 6858000"/>
              <a:gd name="connsiteX23-43337" fmla="*/ 290557 w 1508539"/>
              <a:gd name="connsiteY23-43338" fmla="*/ 6153037 h 6858000"/>
              <a:gd name="connsiteX24-43339" fmla="*/ 314428 w 1508539"/>
              <a:gd name="connsiteY24-43340" fmla="*/ 6113913 h 6858000"/>
              <a:gd name="connsiteX25-43341" fmla="*/ 318721 w 1508539"/>
              <a:gd name="connsiteY25-43342" fmla="*/ 6028119 h 6858000"/>
              <a:gd name="connsiteX26-43343" fmla="*/ 363126 w 1508539"/>
              <a:gd name="connsiteY26-43344" fmla="*/ 5934687 h 6858000"/>
              <a:gd name="connsiteX27-43345" fmla="*/ 408411 w 1508539"/>
              <a:gd name="connsiteY27-43346" fmla="*/ 5704905 h 6858000"/>
              <a:gd name="connsiteX28-43347" fmla="*/ 431404 w 1508539"/>
              <a:gd name="connsiteY28-43348" fmla="*/ 5665173 h 6858000"/>
              <a:gd name="connsiteX29-43349" fmla="*/ 465121 w 1508539"/>
              <a:gd name="connsiteY29-43350" fmla="*/ 5563435 h 6858000"/>
              <a:gd name="connsiteX30-43351" fmla="*/ 494626 w 1508539"/>
              <a:gd name="connsiteY30-43352" fmla="*/ 5476393 h 6858000"/>
              <a:gd name="connsiteX31-43353" fmla="*/ 525819 w 1508539"/>
              <a:gd name="connsiteY31-43354" fmla="*/ 5396260 h 6858000"/>
              <a:gd name="connsiteX32-43355" fmla="*/ 541800 w 1508539"/>
              <a:gd name="connsiteY32-43356" fmla="*/ 5330009 h 6858000"/>
              <a:gd name="connsiteX33-43357" fmla="*/ 575293 w 1508539"/>
              <a:gd name="connsiteY33-43358" fmla="*/ 5273739 h 6858000"/>
              <a:gd name="connsiteX34-43359" fmla="*/ 584892 w 1508539"/>
              <a:gd name="connsiteY34-43360" fmla="*/ 5241779 h 6858000"/>
              <a:gd name="connsiteX35-43361" fmla="*/ 596118 w 1508539"/>
              <a:gd name="connsiteY35-43362" fmla="*/ 5225268 h 6858000"/>
              <a:gd name="connsiteX36-43363" fmla="*/ 597138 w 1508539"/>
              <a:gd name="connsiteY36-43364" fmla="*/ 5217684 h 6858000"/>
              <a:gd name="connsiteX37-43365" fmla="*/ 604479 w 1508539"/>
              <a:gd name="connsiteY37-43366" fmla="*/ 5193377 h 6858000"/>
              <a:gd name="connsiteX38-43367" fmla="*/ 607782 w 1508539"/>
              <a:gd name="connsiteY38-43368" fmla="*/ 5179288 h 6858000"/>
              <a:gd name="connsiteX39-43369" fmla="*/ 608766 w 1508539"/>
              <a:gd name="connsiteY39-43370" fmla="*/ 5173621 h 6858000"/>
              <a:gd name="connsiteX40-43371" fmla="*/ 604400 w 1508539"/>
              <a:gd name="connsiteY40-43372" fmla="*/ 5159961 h 6858000"/>
              <a:gd name="connsiteX41-43373" fmla="*/ 611077 w 1508539"/>
              <a:gd name="connsiteY41-43374" fmla="*/ 5144295 h 6858000"/>
              <a:gd name="connsiteX42-43375" fmla="*/ 608010 w 1508539"/>
              <a:gd name="connsiteY42-43376" fmla="*/ 5125185 h 6858000"/>
              <a:gd name="connsiteX43-43377" fmla="*/ 614840 w 1508539"/>
              <a:gd name="connsiteY43-43378" fmla="*/ 5121884 h 6858000"/>
              <a:gd name="connsiteX44-43379" fmla="*/ 621876 w 1508539"/>
              <a:gd name="connsiteY44-43380" fmla="*/ 5067850 h 6858000"/>
              <a:gd name="connsiteX45-43381" fmla="*/ 624607 w 1508539"/>
              <a:gd name="connsiteY45-43382" fmla="*/ 5060861 h 6858000"/>
              <a:gd name="connsiteX46-43383" fmla="*/ 621311 w 1508539"/>
              <a:gd name="connsiteY46-43384" fmla="*/ 5034192 h 6858000"/>
              <a:gd name="connsiteX47-43385" fmla="*/ 622865 w 1508539"/>
              <a:gd name="connsiteY47-43386" fmla="*/ 4993030 h 6858000"/>
              <a:gd name="connsiteX48-43387" fmla="*/ 629774 w 1508539"/>
              <a:gd name="connsiteY48-43388" fmla="*/ 4946844 h 6858000"/>
              <a:gd name="connsiteX49-43389" fmla="*/ 625630 w 1508539"/>
              <a:gd name="connsiteY49-43390" fmla="*/ 4932692 h 6858000"/>
              <a:gd name="connsiteX50-43391" fmla="*/ 641033 w 1508539"/>
              <a:gd name="connsiteY50-43392" fmla="*/ 4858827 h 6858000"/>
              <a:gd name="connsiteX51-43393" fmla="*/ 646936 w 1508539"/>
              <a:gd name="connsiteY51-43394" fmla="*/ 4821170 h 6858000"/>
              <a:gd name="connsiteX52-43395" fmla="*/ 651669 w 1508539"/>
              <a:gd name="connsiteY52-43396" fmla="*/ 4780965 h 6858000"/>
              <a:gd name="connsiteX53-43397" fmla="*/ 652962 w 1508539"/>
              <a:gd name="connsiteY53-43398" fmla="*/ 4750867 h 6858000"/>
              <a:gd name="connsiteX54-43399" fmla="*/ 650769 w 1508539"/>
              <a:gd name="connsiteY54-43400" fmla="*/ 4690749 h 6858000"/>
              <a:gd name="connsiteX55-43401" fmla="*/ 646249 w 1508539"/>
              <a:gd name="connsiteY55-43402" fmla="*/ 4584173 h 6858000"/>
              <a:gd name="connsiteX56-43403" fmla="*/ 641332 w 1508539"/>
              <a:gd name="connsiteY56-43404" fmla="*/ 4444346 h 6858000"/>
              <a:gd name="connsiteX57-43405" fmla="*/ 637897 w 1508539"/>
              <a:gd name="connsiteY57-43406" fmla="*/ 4375228 h 6858000"/>
              <a:gd name="connsiteX58-43407" fmla="*/ 618550 w 1508539"/>
              <a:gd name="connsiteY58-43408" fmla="*/ 4214165 h 6858000"/>
              <a:gd name="connsiteX59-43409" fmla="*/ 622623 w 1508539"/>
              <a:gd name="connsiteY59-43410" fmla="*/ 4090296 h 6858000"/>
              <a:gd name="connsiteX60-43411" fmla="*/ 607879 w 1508539"/>
              <a:gd name="connsiteY60-43412" fmla="*/ 4033999 h 6858000"/>
              <a:gd name="connsiteX61-43413" fmla="*/ 609028 w 1508539"/>
              <a:gd name="connsiteY61-43414" fmla="*/ 4031933 h 6858000"/>
              <a:gd name="connsiteX62-43415" fmla="*/ 607604 w 1508539"/>
              <a:gd name="connsiteY62-43416" fmla="*/ 4013953 h 6858000"/>
              <a:gd name="connsiteX63-43417" fmla="*/ 593899 w 1508539"/>
              <a:gd name="connsiteY63-43418" fmla="*/ 3974753 h 6858000"/>
              <a:gd name="connsiteX64-43419" fmla="*/ 595497 w 1508539"/>
              <a:gd name="connsiteY64-43420" fmla="*/ 3969950 h 6858000"/>
              <a:gd name="connsiteX65-43421" fmla="*/ 588919 w 1508539"/>
              <a:gd name="connsiteY65-43422" fmla="*/ 3933779 h 6858000"/>
              <a:gd name="connsiteX66-43423" fmla="*/ 590250 w 1508539"/>
              <a:gd name="connsiteY66-43424" fmla="*/ 3933093 h 6858000"/>
              <a:gd name="connsiteX67-43425" fmla="*/ 594604 w 1508539"/>
              <a:gd name="connsiteY67-43426" fmla="*/ 3922082 h 6858000"/>
              <a:gd name="connsiteX68-43427" fmla="*/ 599682 w 1508539"/>
              <a:gd name="connsiteY68-43428" fmla="*/ 3901461 h 6858000"/>
              <a:gd name="connsiteX69-43429" fmla="*/ 622276 w 1508539"/>
              <a:gd name="connsiteY69-43430" fmla="*/ 3813873 h 6858000"/>
              <a:gd name="connsiteX70-43431" fmla="*/ 621701 w 1508539"/>
              <a:gd name="connsiteY70-43432" fmla="*/ 3806161 h 6858000"/>
              <a:gd name="connsiteX71-43433" fmla="*/ 622008 w 1508539"/>
              <a:gd name="connsiteY71-43434" fmla="*/ 3805957 h 6858000"/>
              <a:gd name="connsiteX72-43435" fmla="*/ 622035 w 1508539"/>
              <a:gd name="connsiteY72-43436" fmla="*/ 3797724 h 6858000"/>
              <a:gd name="connsiteX73-43437" fmla="*/ 620650 w 1508539"/>
              <a:gd name="connsiteY73-43438" fmla="*/ 3792098 h 6858000"/>
              <a:gd name="connsiteX74-43439" fmla="*/ 619534 w 1508539"/>
              <a:gd name="connsiteY74-43440" fmla="*/ 3777135 h 6858000"/>
              <a:gd name="connsiteX75-43441" fmla="*/ 621267 w 1508539"/>
              <a:gd name="connsiteY75-43442" fmla="*/ 3771656 h 6858000"/>
              <a:gd name="connsiteX76-43443" fmla="*/ 625010 w 1508539"/>
              <a:gd name="connsiteY76-43444" fmla="*/ 3769007 h 6858000"/>
              <a:gd name="connsiteX77-43445" fmla="*/ 624476 w 1508539"/>
              <a:gd name="connsiteY77-43446" fmla="*/ 3767709 h 6858000"/>
              <a:gd name="connsiteX78-43447" fmla="*/ 633172 w 1508539"/>
              <a:gd name="connsiteY78-43448" fmla="*/ 3738082 h 6858000"/>
              <a:gd name="connsiteX79-43449" fmla="*/ 640518 w 1508539"/>
              <a:gd name="connsiteY79-43450" fmla="*/ 3673397 h 6858000"/>
              <a:gd name="connsiteX80-43451" fmla="*/ 639814 w 1508539"/>
              <a:gd name="connsiteY80-43452" fmla="*/ 3637109 h 6858000"/>
              <a:gd name="connsiteX81-43453" fmla="*/ 643257 w 1508539"/>
              <a:gd name="connsiteY81-43454" fmla="*/ 3536883 h 6858000"/>
              <a:gd name="connsiteX82-43455" fmla="*/ 650795 w 1508539"/>
              <a:gd name="connsiteY82-43456" fmla="*/ 3435652 h 6858000"/>
              <a:gd name="connsiteX83-43457" fmla="*/ 652466 w 1508539"/>
              <a:gd name="connsiteY83-43458" fmla="*/ 3307769 h 6858000"/>
              <a:gd name="connsiteX84-43459" fmla="*/ 670029 w 1508539"/>
              <a:gd name="connsiteY84-43460" fmla="*/ 3250522 h 6858000"/>
              <a:gd name="connsiteX85-43461" fmla="*/ 670454 w 1508539"/>
              <a:gd name="connsiteY85-43462" fmla="*/ 3229163 h 6858000"/>
              <a:gd name="connsiteX86-43463" fmla="*/ 672277 w 1508539"/>
              <a:gd name="connsiteY86-43464" fmla="*/ 3217217 h 6858000"/>
              <a:gd name="connsiteX87-43465" fmla="*/ 659112 w 1508539"/>
              <a:gd name="connsiteY87-43466" fmla="*/ 3183755 h 6858000"/>
              <a:gd name="connsiteX88-43467" fmla="*/ 659613 w 1508539"/>
              <a:gd name="connsiteY88-43468" fmla="*/ 3178642 h 6858000"/>
              <a:gd name="connsiteX89-43469" fmla="*/ 647213 w 1508539"/>
              <a:gd name="connsiteY89-43470" fmla="*/ 3158586 h 6858000"/>
              <a:gd name="connsiteX90-43471" fmla="*/ 632398 w 1508539"/>
              <a:gd name="connsiteY90-43472" fmla="*/ 3129034 h 6858000"/>
              <a:gd name="connsiteX91-43473" fmla="*/ 633063 w 1508539"/>
              <a:gd name="connsiteY91-43474" fmla="*/ 3126682 h 6858000"/>
              <a:gd name="connsiteX92-43475" fmla="*/ 623931 w 1508539"/>
              <a:gd name="connsiteY92-43476" fmla="*/ 3114519 h 6858000"/>
              <a:gd name="connsiteX93-43477" fmla="*/ 610540 w 1508539"/>
              <a:gd name="connsiteY93-43478" fmla="*/ 3106272 h 6858000"/>
              <a:gd name="connsiteX94-43479" fmla="*/ 583270 w 1508539"/>
              <a:gd name="connsiteY94-43480" fmla="*/ 2958185 h 6858000"/>
              <a:gd name="connsiteX95-43481" fmla="*/ 525884 w 1508539"/>
              <a:gd name="connsiteY95-43482" fmla="*/ 2762989 h 6858000"/>
              <a:gd name="connsiteX96-43483" fmla="*/ 474802 w 1508539"/>
              <a:gd name="connsiteY96-43484" fmla="*/ 2554718 h 6858000"/>
              <a:gd name="connsiteX97-43485" fmla="*/ 454896 w 1508539"/>
              <a:gd name="connsiteY97-43486" fmla="*/ 2485734 h 6858000"/>
              <a:gd name="connsiteX98-43487" fmla="*/ 445619 w 1508539"/>
              <a:gd name="connsiteY98-43488" fmla="*/ 2447068 h 6858000"/>
              <a:gd name="connsiteX99-43489" fmla="*/ 432580 w 1508539"/>
              <a:gd name="connsiteY99-43490" fmla="*/ 2425819 h 6858000"/>
              <a:gd name="connsiteX100-43491" fmla="*/ 438579 w 1508539"/>
              <a:gd name="connsiteY100-43492" fmla="*/ 2402874 h 6858000"/>
              <a:gd name="connsiteX101-43493" fmla="*/ 441191 w 1508539"/>
              <a:gd name="connsiteY101-43494" fmla="*/ 2381443 h 6858000"/>
              <a:gd name="connsiteX102-43495" fmla="*/ 417520 w 1508539"/>
              <a:gd name="connsiteY102-43496" fmla="*/ 2261920 h 6858000"/>
              <a:gd name="connsiteX103-43497" fmla="*/ 407407 w 1508539"/>
              <a:gd name="connsiteY103-43498" fmla="*/ 2195378 h 6858000"/>
              <a:gd name="connsiteX104-43499" fmla="*/ 391624 w 1508539"/>
              <a:gd name="connsiteY104-43500" fmla="*/ 2155135 h 6858000"/>
              <a:gd name="connsiteX105-43501" fmla="*/ 389082 w 1508539"/>
              <a:gd name="connsiteY105-43502" fmla="*/ 2118008 h 6858000"/>
              <a:gd name="connsiteX106-43503" fmla="*/ 390075 w 1508539"/>
              <a:gd name="connsiteY106-43504" fmla="*/ 2050531 h 6858000"/>
              <a:gd name="connsiteX107-43505" fmla="*/ 381881 w 1508539"/>
              <a:gd name="connsiteY107-43506" fmla="*/ 1963269 h 6858000"/>
              <a:gd name="connsiteX108-43507" fmla="*/ 363059 w 1508539"/>
              <a:gd name="connsiteY108-43508" fmla="*/ 1906352 h 6858000"/>
              <a:gd name="connsiteX109-43509" fmla="*/ 339616 w 1508539"/>
              <a:gd name="connsiteY109-43510" fmla="*/ 1861531 h 6858000"/>
              <a:gd name="connsiteX110-43511" fmla="*/ 293415 w 1508539"/>
              <a:gd name="connsiteY110-43512" fmla="*/ 1732919 h 6858000"/>
              <a:gd name="connsiteX111-43513" fmla="*/ 265726 w 1508539"/>
              <a:gd name="connsiteY111-43514" fmla="*/ 1663540 h 6858000"/>
              <a:gd name="connsiteX112-43515" fmla="*/ 264852 w 1508539"/>
              <a:gd name="connsiteY112-43516" fmla="*/ 1615777 h 6858000"/>
              <a:gd name="connsiteX113-43517" fmla="*/ 245647 w 1508539"/>
              <a:gd name="connsiteY113-43518" fmla="*/ 1563678 h 6858000"/>
              <a:gd name="connsiteX114-43519" fmla="*/ 258727 w 1508539"/>
              <a:gd name="connsiteY114-43520" fmla="*/ 1519474 h 6858000"/>
              <a:gd name="connsiteX115-43521" fmla="*/ 251469 w 1508539"/>
              <a:gd name="connsiteY115-43522" fmla="*/ 1477995 h 6858000"/>
              <a:gd name="connsiteX116-43523" fmla="*/ 237554 w 1508539"/>
              <a:gd name="connsiteY116-43524" fmla="*/ 1373769 h 6858000"/>
              <a:gd name="connsiteX117-43525" fmla="*/ 245861 w 1508539"/>
              <a:gd name="connsiteY117-43526" fmla="*/ 1307086 h 6858000"/>
              <a:gd name="connsiteX118-43527" fmla="*/ 247049 w 1508539"/>
              <a:gd name="connsiteY118-43528" fmla="*/ 1189033 h 6858000"/>
              <a:gd name="connsiteX119-43529" fmla="*/ 251734 w 1508539"/>
              <a:gd name="connsiteY119-43530" fmla="*/ 1168288 h 6858000"/>
              <a:gd name="connsiteX120-43531" fmla="*/ 244016 w 1508539"/>
              <a:gd name="connsiteY120-43532" fmla="*/ 1142577 h 6858000"/>
              <a:gd name="connsiteX121-43533" fmla="*/ 233322 w 1508539"/>
              <a:gd name="connsiteY121-43534" fmla="*/ 1088484 h 6858000"/>
              <a:gd name="connsiteX122-43535" fmla="*/ 222058 w 1508539"/>
              <a:gd name="connsiteY122-43536" fmla="*/ 1016103 h 6858000"/>
              <a:gd name="connsiteX123-43537" fmla="*/ 223514 w 1508539"/>
              <a:gd name="connsiteY123-43538" fmla="*/ 932283 h 6858000"/>
              <a:gd name="connsiteX124-43539" fmla="*/ 225750 w 1508539"/>
              <a:gd name="connsiteY124-43540" fmla="*/ 915925 h 6858000"/>
              <a:gd name="connsiteX125-43541" fmla="*/ 218379 w 1508539"/>
              <a:gd name="connsiteY125-43542" fmla="*/ 896999 h 6858000"/>
              <a:gd name="connsiteX126-43543" fmla="*/ 187787 w 1508539"/>
              <a:gd name="connsiteY126-43544" fmla="*/ 821517 h 6858000"/>
              <a:gd name="connsiteX127-43545" fmla="*/ 166737 w 1508539"/>
              <a:gd name="connsiteY127-43546" fmla="*/ 751353 h 6858000"/>
              <a:gd name="connsiteX128-43547" fmla="*/ 166295 w 1508539"/>
              <a:gd name="connsiteY128-43548" fmla="*/ 721230 h 6858000"/>
              <a:gd name="connsiteX129-43549" fmla="*/ 151966 w 1508539"/>
              <a:gd name="connsiteY129-43550" fmla="*/ 681659 h 6858000"/>
              <a:gd name="connsiteX130-43551" fmla="*/ 137385 w 1508539"/>
              <a:gd name="connsiteY130-43552" fmla="*/ 635218 h 6858000"/>
              <a:gd name="connsiteX131-43553" fmla="*/ 142396 w 1508539"/>
              <a:gd name="connsiteY131-43554" fmla="*/ 613763 h 6858000"/>
              <a:gd name="connsiteX132-43555" fmla="*/ 128338 w 1508539"/>
              <a:gd name="connsiteY132-43556" fmla="*/ 598582 h 6858000"/>
              <a:gd name="connsiteX133-43557" fmla="*/ 128019 w 1508539"/>
              <a:gd name="connsiteY133-43558" fmla="*/ 576846 h 6858000"/>
              <a:gd name="connsiteX134-43559" fmla="*/ 107645 w 1508539"/>
              <a:gd name="connsiteY134-43560" fmla="*/ 530055 h 6858000"/>
              <a:gd name="connsiteX135-43561" fmla="*/ 106893 w 1508539"/>
              <a:gd name="connsiteY135-43562" fmla="*/ 465389 h 6858000"/>
              <a:gd name="connsiteX136-43563" fmla="*/ 89816 w 1508539"/>
              <a:gd name="connsiteY136-43564" fmla="*/ 424699 h 6858000"/>
              <a:gd name="connsiteX137-43565" fmla="*/ 90191 w 1508539"/>
              <a:gd name="connsiteY137-43566" fmla="*/ 404917 h 6858000"/>
              <a:gd name="connsiteX138-43567" fmla="*/ 70148 w 1508539"/>
              <a:gd name="connsiteY138-43568" fmla="*/ 367211 h 6858000"/>
              <a:gd name="connsiteX139-43569" fmla="*/ 36452 w 1508539"/>
              <a:gd name="connsiteY139-43570" fmla="*/ 268519 h 6858000"/>
              <a:gd name="connsiteX140-43571" fmla="*/ 23935 w 1508539"/>
              <a:gd name="connsiteY140-43572" fmla="*/ 160886 h 6858000"/>
              <a:gd name="connsiteX141-43573" fmla="*/ 19312 w 1508539"/>
              <a:gd name="connsiteY141-43574" fmla="*/ 47336 h 6858000"/>
              <a:gd name="connsiteX142-43575" fmla="*/ 0 w 1508539"/>
              <a:gd name="connsiteY142-43576" fmla="*/ 0 h 6858000"/>
              <a:gd name="connsiteX0-43577" fmla="*/ 0 w 1508539"/>
              <a:gd name="connsiteY0-43578" fmla="*/ 0 h 6858000"/>
              <a:gd name="connsiteX1-43579" fmla="*/ 1508539 w 1508539"/>
              <a:gd name="connsiteY1-43580" fmla="*/ 0 h 6858000"/>
              <a:gd name="connsiteX2-43581" fmla="*/ 1508539 w 1508539"/>
              <a:gd name="connsiteY2-43582" fmla="*/ 6858000 h 6858000"/>
              <a:gd name="connsiteX3-43583" fmla="*/ 139560 w 1508539"/>
              <a:gd name="connsiteY3-43584" fmla="*/ 6857735 h 6858000"/>
              <a:gd name="connsiteX4-43585" fmla="*/ 128010 w 1508539"/>
              <a:gd name="connsiteY4-43586" fmla="*/ 6751578 h 6858000"/>
              <a:gd name="connsiteX5-43587" fmla="*/ 146674 w 1508539"/>
              <a:gd name="connsiteY5-43588" fmla="*/ 6696999 h 6858000"/>
              <a:gd name="connsiteX6-43589" fmla="*/ 163411 w 1508539"/>
              <a:gd name="connsiteY6-43590" fmla="*/ 6638036 h 6858000"/>
              <a:gd name="connsiteX7-43591" fmla="*/ 164248 w 1508539"/>
              <a:gd name="connsiteY7-43592" fmla="*/ 6574442 h 6858000"/>
              <a:gd name="connsiteX8-43593" fmla="*/ 164588 w 1508539"/>
              <a:gd name="connsiteY8-43594" fmla="*/ 6568530 h 6858000"/>
              <a:gd name="connsiteX9-43595" fmla="*/ 166997 w 1508539"/>
              <a:gd name="connsiteY9-43596" fmla="*/ 6560674 h 6858000"/>
              <a:gd name="connsiteX10-43597" fmla="*/ 167342 w 1508539"/>
              <a:gd name="connsiteY10-43598" fmla="*/ 6560598 h 6858000"/>
              <a:gd name="connsiteX11-43599" fmla="*/ 201349 w 1508539"/>
              <a:gd name="connsiteY11-43600" fmla="*/ 6530567 h 6858000"/>
              <a:gd name="connsiteX12-43601" fmla="*/ 215389 w 1508539"/>
              <a:gd name="connsiteY12-43602" fmla="*/ 6478062 h 6858000"/>
              <a:gd name="connsiteX13-43603" fmla="*/ 226078 w 1508539"/>
              <a:gd name="connsiteY13-43604" fmla="*/ 6460325 h 6858000"/>
              <a:gd name="connsiteX14-43605" fmla="*/ 233311 w 1508539"/>
              <a:gd name="connsiteY14-43606" fmla="*/ 6451488 h 6858000"/>
              <a:gd name="connsiteX15-43607" fmla="*/ 234746 w 1508539"/>
              <a:gd name="connsiteY15-43608" fmla="*/ 6451348 h 6858000"/>
              <a:gd name="connsiteX16-43609" fmla="*/ 239104 w 1508539"/>
              <a:gd name="connsiteY16-43610" fmla="*/ 6414240 h 6858000"/>
              <a:gd name="connsiteX17-43611" fmla="*/ 241880 w 1508539"/>
              <a:gd name="connsiteY17-43612" fmla="*/ 6384857 h 6858000"/>
              <a:gd name="connsiteX18-43613" fmla="*/ 240591 w 1508539"/>
              <a:gd name="connsiteY18-43614" fmla="*/ 6367510 h 6858000"/>
              <a:gd name="connsiteX19-43615" fmla="*/ 244471 w 1508539"/>
              <a:gd name="connsiteY19-43616" fmla="*/ 6349778 h 6858000"/>
              <a:gd name="connsiteX20-43617" fmla="*/ 246136 w 1508539"/>
              <a:gd name="connsiteY20-43618" fmla="*/ 6348250 h 6858000"/>
              <a:gd name="connsiteX21-43619" fmla="*/ 262170 w 1508539"/>
              <a:gd name="connsiteY21-43620" fmla="*/ 6281972 h 6858000"/>
              <a:gd name="connsiteX22-43621" fmla="*/ 290557 w 1508539"/>
              <a:gd name="connsiteY22-43622" fmla="*/ 6153037 h 6858000"/>
              <a:gd name="connsiteX23-43623" fmla="*/ 314428 w 1508539"/>
              <a:gd name="connsiteY23-43624" fmla="*/ 6113913 h 6858000"/>
              <a:gd name="connsiteX24-43625" fmla="*/ 318721 w 1508539"/>
              <a:gd name="connsiteY24-43626" fmla="*/ 6028119 h 6858000"/>
              <a:gd name="connsiteX25-43627" fmla="*/ 363126 w 1508539"/>
              <a:gd name="connsiteY25-43628" fmla="*/ 5934687 h 6858000"/>
              <a:gd name="connsiteX26-43629" fmla="*/ 408411 w 1508539"/>
              <a:gd name="connsiteY26-43630" fmla="*/ 5704905 h 6858000"/>
              <a:gd name="connsiteX27-43631" fmla="*/ 431404 w 1508539"/>
              <a:gd name="connsiteY27-43632" fmla="*/ 5665173 h 6858000"/>
              <a:gd name="connsiteX28-43633" fmla="*/ 465121 w 1508539"/>
              <a:gd name="connsiteY28-43634" fmla="*/ 5563435 h 6858000"/>
              <a:gd name="connsiteX29-43635" fmla="*/ 494626 w 1508539"/>
              <a:gd name="connsiteY29-43636" fmla="*/ 5476393 h 6858000"/>
              <a:gd name="connsiteX30-43637" fmla="*/ 525819 w 1508539"/>
              <a:gd name="connsiteY30-43638" fmla="*/ 5396260 h 6858000"/>
              <a:gd name="connsiteX31-43639" fmla="*/ 541800 w 1508539"/>
              <a:gd name="connsiteY31-43640" fmla="*/ 5330009 h 6858000"/>
              <a:gd name="connsiteX32-43641" fmla="*/ 575293 w 1508539"/>
              <a:gd name="connsiteY32-43642" fmla="*/ 5273739 h 6858000"/>
              <a:gd name="connsiteX33-43643" fmla="*/ 584892 w 1508539"/>
              <a:gd name="connsiteY33-43644" fmla="*/ 5241779 h 6858000"/>
              <a:gd name="connsiteX34-43645" fmla="*/ 596118 w 1508539"/>
              <a:gd name="connsiteY34-43646" fmla="*/ 5225268 h 6858000"/>
              <a:gd name="connsiteX35-43647" fmla="*/ 597138 w 1508539"/>
              <a:gd name="connsiteY35-43648" fmla="*/ 5217684 h 6858000"/>
              <a:gd name="connsiteX36-43649" fmla="*/ 604479 w 1508539"/>
              <a:gd name="connsiteY36-43650" fmla="*/ 5193377 h 6858000"/>
              <a:gd name="connsiteX37-43651" fmla="*/ 607782 w 1508539"/>
              <a:gd name="connsiteY37-43652" fmla="*/ 5179288 h 6858000"/>
              <a:gd name="connsiteX38-43653" fmla="*/ 608766 w 1508539"/>
              <a:gd name="connsiteY38-43654" fmla="*/ 5173621 h 6858000"/>
              <a:gd name="connsiteX39-43655" fmla="*/ 604400 w 1508539"/>
              <a:gd name="connsiteY39-43656" fmla="*/ 5159961 h 6858000"/>
              <a:gd name="connsiteX40-43657" fmla="*/ 611077 w 1508539"/>
              <a:gd name="connsiteY40-43658" fmla="*/ 5144295 h 6858000"/>
              <a:gd name="connsiteX41-43659" fmla="*/ 608010 w 1508539"/>
              <a:gd name="connsiteY41-43660" fmla="*/ 5125185 h 6858000"/>
              <a:gd name="connsiteX42-43661" fmla="*/ 614840 w 1508539"/>
              <a:gd name="connsiteY42-43662" fmla="*/ 5121884 h 6858000"/>
              <a:gd name="connsiteX43-43663" fmla="*/ 621876 w 1508539"/>
              <a:gd name="connsiteY43-43664" fmla="*/ 5067850 h 6858000"/>
              <a:gd name="connsiteX44-43665" fmla="*/ 624607 w 1508539"/>
              <a:gd name="connsiteY44-43666" fmla="*/ 5060861 h 6858000"/>
              <a:gd name="connsiteX45-43667" fmla="*/ 621311 w 1508539"/>
              <a:gd name="connsiteY45-43668" fmla="*/ 5034192 h 6858000"/>
              <a:gd name="connsiteX46-43669" fmla="*/ 622865 w 1508539"/>
              <a:gd name="connsiteY46-43670" fmla="*/ 4993030 h 6858000"/>
              <a:gd name="connsiteX47-43671" fmla="*/ 629774 w 1508539"/>
              <a:gd name="connsiteY47-43672" fmla="*/ 4946844 h 6858000"/>
              <a:gd name="connsiteX48-43673" fmla="*/ 625630 w 1508539"/>
              <a:gd name="connsiteY48-43674" fmla="*/ 4932692 h 6858000"/>
              <a:gd name="connsiteX49-43675" fmla="*/ 641033 w 1508539"/>
              <a:gd name="connsiteY49-43676" fmla="*/ 4858827 h 6858000"/>
              <a:gd name="connsiteX50-43677" fmla="*/ 646936 w 1508539"/>
              <a:gd name="connsiteY50-43678" fmla="*/ 4821170 h 6858000"/>
              <a:gd name="connsiteX51-43679" fmla="*/ 651669 w 1508539"/>
              <a:gd name="connsiteY51-43680" fmla="*/ 4780965 h 6858000"/>
              <a:gd name="connsiteX52-43681" fmla="*/ 652962 w 1508539"/>
              <a:gd name="connsiteY52-43682" fmla="*/ 4750867 h 6858000"/>
              <a:gd name="connsiteX53-43683" fmla="*/ 650769 w 1508539"/>
              <a:gd name="connsiteY53-43684" fmla="*/ 4690749 h 6858000"/>
              <a:gd name="connsiteX54-43685" fmla="*/ 646249 w 1508539"/>
              <a:gd name="connsiteY54-43686" fmla="*/ 4584173 h 6858000"/>
              <a:gd name="connsiteX55-43687" fmla="*/ 641332 w 1508539"/>
              <a:gd name="connsiteY55-43688" fmla="*/ 4444346 h 6858000"/>
              <a:gd name="connsiteX56-43689" fmla="*/ 637897 w 1508539"/>
              <a:gd name="connsiteY56-43690" fmla="*/ 4375228 h 6858000"/>
              <a:gd name="connsiteX57-43691" fmla="*/ 618550 w 1508539"/>
              <a:gd name="connsiteY57-43692" fmla="*/ 4214165 h 6858000"/>
              <a:gd name="connsiteX58-43693" fmla="*/ 622623 w 1508539"/>
              <a:gd name="connsiteY58-43694" fmla="*/ 4090296 h 6858000"/>
              <a:gd name="connsiteX59-43695" fmla="*/ 607879 w 1508539"/>
              <a:gd name="connsiteY59-43696" fmla="*/ 4033999 h 6858000"/>
              <a:gd name="connsiteX60-43697" fmla="*/ 609028 w 1508539"/>
              <a:gd name="connsiteY60-43698" fmla="*/ 4031933 h 6858000"/>
              <a:gd name="connsiteX61-43699" fmla="*/ 607604 w 1508539"/>
              <a:gd name="connsiteY61-43700" fmla="*/ 4013953 h 6858000"/>
              <a:gd name="connsiteX62-43701" fmla="*/ 593899 w 1508539"/>
              <a:gd name="connsiteY62-43702" fmla="*/ 3974753 h 6858000"/>
              <a:gd name="connsiteX63-43703" fmla="*/ 595497 w 1508539"/>
              <a:gd name="connsiteY63-43704" fmla="*/ 3969950 h 6858000"/>
              <a:gd name="connsiteX64-43705" fmla="*/ 588919 w 1508539"/>
              <a:gd name="connsiteY64-43706" fmla="*/ 3933779 h 6858000"/>
              <a:gd name="connsiteX65-43707" fmla="*/ 590250 w 1508539"/>
              <a:gd name="connsiteY65-43708" fmla="*/ 3933093 h 6858000"/>
              <a:gd name="connsiteX66-43709" fmla="*/ 594604 w 1508539"/>
              <a:gd name="connsiteY66-43710" fmla="*/ 3922082 h 6858000"/>
              <a:gd name="connsiteX67-43711" fmla="*/ 599682 w 1508539"/>
              <a:gd name="connsiteY67-43712" fmla="*/ 3901461 h 6858000"/>
              <a:gd name="connsiteX68-43713" fmla="*/ 622276 w 1508539"/>
              <a:gd name="connsiteY68-43714" fmla="*/ 3813873 h 6858000"/>
              <a:gd name="connsiteX69-43715" fmla="*/ 621701 w 1508539"/>
              <a:gd name="connsiteY69-43716" fmla="*/ 3806161 h 6858000"/>
              <a:gd name="connsiteX70-43717" fmla="*/ 622008 w 1508539"/>
              <a:gd name="connsiteY70-43718" fmla="*/ 3805957 h 6858000"/>
              <a:gd name="connsiteX71-43719" fmla="*/ 622035 w 1508539"/>
              <a:gd name="connsiteY71-43720" fmla="*/ 3797724 h 6858000"/>
              <a:gd name="connsiteX72-43721" fmla="*/ 620650 w 1508539"/>
              <a:gd name="connsiteY72-43722" fmla="*/ 3792098 h 6858000"/>
              <a:gd name="connsiteX73-43723" fmla="*/ 619534 w 1508539"/>
              <a:gd name="connsiteY73-43724" fmla="*/ 3777135 h 6858000"/>
              <a:gd name="connsiteX74-43725" fmla="*/ 621267 w 1508539"/>
              <a:gd name="connsiteY74-43726" fmla="*/ 3771656 h 6858000"/>
              <a:gd name="connsiteX75-43727" fmla="*/ 625010 w 1508539"/>
              <a:gd name="connsiteY75-43728" fmla="*/ 3769007 h 6858000"/>
              <a:gd name="connsiteX76-43729" fmla="*/ 624476 w 1508539"/>
              <a:gd name="connsiteY76-43730" fmla="*/ 3767709 h 6858000"/>
              <a:gd name="connsiteX77-43731" fmla="*/ 633172 w 1508539"/>
              <a:gd name="connsiteY77-43732" fmla="*/ 3738082 h 6858000"/>
              <a:gd name="connsiteX78-43733" fmla="*/ 640518 w 1508539"/>
              <a:gd name="connsiteY78-43734" fmla="*/ 3673397 h 6858000"/>
              <a:gd name="connsiteX79-43735" fmla="*/ 639814 w 1508539"/>
              <a:gd name="connsiteY79-43736" fmla="*/ 3637109 h 6858000"/>
              <a:gd name="connsiteX80-43737" fmla="*/ 643257 w 1508539"/>
              <a:gd name="connsiteY80-43738" fmla="*/ 3536883 h 6858000"/>
              <a:gd name="connsiteX81-43739" fmla="*/ 650795 w 1508539"/>
              <a:gd name="connsiteY81-43740" fmla="*/ 3435652 h 6858000"/>
              <a:gd name="connsiteX82-43741" fmla="*/ 652466 w 1508539"/>
              <a:gd name="connsiteY82-43742" fmla="*/ 3307769 h 6858000"/>
              <a:gd name="connsiteX83-43743" fmla="*/ 670029 w 1508539"/>
              <a:gd name="connsiteY83-43744" fmla="*/ 3250522 h 6858000"/>
              <a:gd name="connsiteX84-43745" fmla="*/ 670454 w 1508539"/>
              <a:gd name="connsiteY84-43746" fmla="*/ 3229163 h 6858000"/>
              <a:gd name="connsiteX85-43747" fmla="*/ 672277 w 1508539"/>
              <a:gd name="connsiteY85-43748" fmla="*/ 3217217 h 6858000"/>
              <a:gd name="connsiteX86-43749" fmla="*/ 659112 w 1508539"/>
              <a:gd name="connsiteY86-43750" fmla="*/ 3183755 h 6858000"/>
              <a:gd name="connsiteX87-43751" fmla="*/ 659613 w 1508539"/>
              <a:gd name="connsiteY87-43752" fmla="*/ 3178642 h 6858000"/>
              <a:gd name="connsiteX88-43753" fmla="*/ 647213 w 1508539"/>
              <a:gd name="connsiteY88-43754" fmla="*/ 3158586 h 6858000"/>
              <a:gd name="connsiteX89-43755" fmla="*/ 632398 w 1508539"/>
              <a:gd name="connsiteY89-43756" fmla="*/ 3129034 h 6858000"/>
              <a:gd name="connsiteX90-43757" fmla="*/ 633063 w 1508539"/>
              <a:gd name="connsiteY90-43758" fmla="*/ 3126682 h 6858000"/>
              <a:gd name="connsiteX91-43759" fmla="*/ 623931 w 1508539"/>
              <a:gd name="connsiteY91-43760" fmla="*/ 3114519 h 6858000"/>
              <a:gd name="connsiteX92-43761" fmla="*/ 610540 w 1508539"/>
              <a:gd name="connsiteY92-43762" fmla="*/ 3106272 h 6858000"/>
              <a:gd name="connsiteX93-43763" fmla="*/ 583270 w 1508539"/>
              <a:gd name="connsiteY93-43764" fmla="*/ 2958185 h 6858000"/>
              <a:gd name="connsiteX94-43765" fmla="*/ 525884 w 1508539"/>
              <a:gd name="connsiteY94-43766" fmla="*/ 2762989 h 6858000"/>
              <a:gd name="connsiteX95-43767" fmla="*/ 474802 w 1508539"/>
              <a:gd name="connsiteY95-43768" fmla="*/ 2554718 h 6858000"/>
              <a:gd name="connsiteX96-43769" fmla="*/ 454896 w 1508539"/>
              <a:gd name="connsiteY96-43770" fmla="*/ 2485734 h 6858000"/>
              <a:gd name="connsiteX97-43771" fmla="*/ 445619 w 1508539"/>
              <a:gd name="connsiteY97-43772" fmla="*/ 2447068 h 6858000"/>
              <a:gd name="connsiteX98-43773" fmla="*/ 432580 w 1508539"/>
              <a:gd name="connsiteY98-43774" fmla="*/ 2425819 h 6858000"/>
              <a:gd name="connsiteX99-43775" fmla="*/ 438579 w 1508539"/>
              <a:gd name="connsiteY99-43776" fmla="*/ 2402874 h 6858000"/>
              <a:gd name="connsiteX100-43777" fmla="*/ 441191 w 1508539"/>
              <a:gd name="connsiteY100-43778" fmla="*/ 2381443 h 6858000"/>
              <a:gd name="connsiteX101-43779" fmla="*/ 417520 w 1508539"/>
              <a:gd name="connsiteY101-43780" fmla="*/ 2261920 h 6858000"/>
              <a:gd name="connsiteX102-43781" fmla="*/ 407407 w 1508539"/>
              <a:gd name="connsiteY102-43782" fmla="*/ 2195378 h 6858000"/>
              <a:gd name="connsiteX103-43783" fmla="*/ 391624 w 1508539"/>
              <a:gd name="connsiteY103-43784" fmla="*/ 2155135 h 6858000"/>
              <a:gd name="connsiteX104-43785" fmla="*/ 389082 w 1508539"/>
              <a:gd name="connsiteY104-43786" fmla="*/ 2118008 h 6858000"/>
              <a:gd name="connsiteX105-43787" fmla="*/ 390075 w 1508539"/>
              <a:gd name="connsiteY105-43788" fmla="*/ 2050531 h 6858000"/>
              <a:gd name="connsiteX106-43789" fmla="*/ 381881 w 1508539"/>
              <a:gd name="connsiteY106-43790" fmla="*/ 1963269 h 6858000"/>
              <a:gd name="connsiteX107-43791" fmla="*/ 363059 w 1508539"/>
              <a:gd name="connsiteY107-43792" fmla="*/ 1906352 h 6858000"/>
              <a:gd name="connsiteX108-43793" fmla="*/ 339616 w 1508539"/>
              <a:gd name="connsiteY108-43794" fmla="*/ 1861531 h 6858000"/>
              <a:gd name="connsiteX109-43795" fmla="*/ 293415 w 1508539"/>
              <a:gd name="connsiteY109-43796" fmla="*/ 1732919 h 6858000"/>
              <a:gd name="connsiteX110-43797" fmla="*/ 265726 w 1508539"/>
              <a:gd name="connsiteY110-43798" fmla="*/ 1663540 h 6858000"/>
              <a:gd name="connsiteX111-43799" fmla="*/ 264852 w 1508539"/>
              <a:gd name="connsiteY111-43800" fmla="*/ 1615777 h 6858000"/>
              <a:gd name="connsiteX112-43801" fmla="*/ 245647 w 1508539"/>
              <a:gd name="connsiteY112-43802" fmla="*/ 1563678 h 6858000"/>
              <a:gd name="connsiteX113-43803" fmla="*/ 258727 w 1508539"/>
              <a:gd name="connsiteY113-43804" fmla="*/ 1519474 h 6858000"/>
              <a:gd name="connsiteX114-43805" fmla="*/ 251469 w 1508539"/>
              <a:gd name="connsiteY114-43806" fmla="*/ 1477995 h 6858000"/>
              <a:gd name="connsiteX115-43807" fmla="*/ 237554 w 1508539"/>
              <a:gd name="connsiteY115-43808" fmla="*/ 1373769 h 6858000"/>
              <a:gd name="connsiteX116-43809" fmla="*/ 245861 w 1508539"/>
              <a:gd name="connsiteY116-43810" fmla="*/ 1307086 h 6858000"/>
              <a:gd name="connsiteX117-43811" fmla="*/ 247049 w 1508539"/>
              <a:gd name="connsiteY117-43812" fmla="*/ 1189033 h 6858000"/>
              <a:gd name="connsiteX118-43813" fmla="*/ 251734 w 1508539"/>
              <a:gd name="connsiteY118-43814" fmla="*/ 1168288 h 6858000"/>
              <a:gd name="connsiteX119-43815" fmla="*/ 244016 w 1508539"/>
              <a:gd name="connsiteY119-43816" fmla="*/ 1142577 h 6858000"/>
              <a:gd name="connsiteX120-43817" fmla="*/ 233322 w 1508539"/>
              <a:gd name="connsiteY120-43818" fmla="*/ 1088484 h 6858000"/>
              <a:gd name="connsiteX121-43819" fmla="*/ 222058 w 1508539"/>
              <a:gd name="connsiteY121-43820" fmla="*/ 1016103 h 6858000"/>
              <a:gd name="connsiteX122-43821" fmla="*/ 223514 w 1508539"/>
              <a:gd name="connsiteY122-43822" fmla="*/ 932283 h 6858000"/>
              <a:gd name="connsiteX123-43823" fmla="*/ 225750 w 1508539"/>
              <a:gd name="connsiteY123-43824" fmla="*/ 915925 h 6858000"/>
              <a:gd name="connsiteX124-43825" fmla="*/ 218379 w 1508539"/>
              <a:gd name="connsiteY124-43826" fmla="*/ 896999 h 6858000"/>
              <a:gd name="connsiteX125-43827" fmla="*/ 187787 w 1508539"/>
              <a:gd name="connsiteY125-43828" fmla="*/ 821517 h 6858000"/>
              <a:gd name="connsiteX126-43829" fmla="*/ 166737 w 1508539"/>
              <a:gd name="connsiteY126-43830" fmla="*/ 751353 h 6858000"/>
              <a:gd name="connsiteX127-43831" fmla="*/ 166295 w 1508539"/>
              <a:gd name="connsiteY127-43832" fmla="*/ 721230 h 6858000"/>
              <a:gd name="connsiteX128-43833" fmla="*/ 151966 w 1508539"/>
              <a:gd name="connsiteY128-43834" fmla="*/ 681659 h 6858000"/>
              <a:gd name="connsiteX129-43835" fmla="*/ 137385 w 1508539"/>
              <a:gd name="connsiteY129-43836" fmla="*/ 635218 h 6858000"/>
              <a:gd name="connsiteX130-43837" fmla="*/ 142396 w 1508539"/>
              <a:gd name="connsiteY130-43838" fmla="*/ 613763 h 6858000"/>
              <a:gd name="connsiteX131-43839" fmla="*/ 128338 w 1508539"/>
              <a:gd name="connsiteY131-43840" fmla="*/ 598582 h 6858000"/>
              <a:gd name="connsiteX132-43841" fmla="*/ 128019 w 1508539"/>
              <a:gd name="connsiteY132-43842" fmla="*/ 576846 h 6858000"/>
              <a:gd name="connsiteX133-43843" fmla="*/ 107645 w 1508539"/>
              <a:gd name="connsiteY133-43844" fmla="*/ 530055 h 6858000"/>
              <a:gd name="connsiteX134-43845" fmla="*/ 106893 w 1508539"/>
              <a:gd name="connsiteY134-43846" fmla="*/ 465389 h 6858000"/>
              <a:gd name="connsiteX135-43847" fmla="*/ 89816 w 1508539"/>
              <a:gd name="connsiteY135-43848" fmla="*/ 424699 h 6858000"/>
              <a:gd name="connsiteX136-43849" fmla="*/ 90191 w 1508539"/>
              <a:gd name="connsiteY136-43850" fmla="*/ 404917 h 6858000"/>
              <a:gd name="connsiteX137-43851" fmla="*/ 70148 w 1508539"/>
              <a:gd name="connsiteY137-43852" fmla="*/ 367211 h 6858000"/>
              <a:gd name="connsiteX138-43853" fmla="*/ 36452 w 1508539"/>
              <a:gd name="connsiteY138-43854" fmla="*/ 268519 h 6858000"/>
              <a:gd name="connsiteX139-43855" fmla="*/ 23935 w 1508539"/>
              <a:gd name="connsiteY139-43856" fmla="*/ 160886 h 6858000"/>
              <a:gd name="connsiteX140-43857" fmla="*/ 19312 w 1508539"/>
              <a:gd name="connsiteY140-43858" fmla="*/ 47336 h 6858000"/>
              <a:gd name="connsiteX141-43859" fmla="*/ 0 w 1508539"/>
              <a:gd name="connsiteY141-43860" fmla="*/ 0 h 6858000"/>
              <a:gd name="connsiteX0-43861" fmla="*/ 0 w 1508539"/>
              <a:gd name="connsiteY0-43862" fmla="*/ 0 h 6858000"/>
              <a:gd name="connsiteX1-43863" fmla="*/ 1508539 w 1508539"/>
              <a:gd name="connsiteY1-43864" fmla="*/ 0 h 6858000"/>
              <a:gd name="connsiteX2-43865" fmla="*/ 1508539 w 1508539"/>
              <a:gd name="connsiteY2-43866" fmla="*/ 6858000 h 6858000"/>
              <a:gd name="connsiteX3-43867" fmla="*/ 139560 w 1508539"/>
              <a:gd name="connsiteY3-43868" fmla="*/ 6857735 h 6858000"/>
              <a:gd name="connsiteX4-43869" fmla="*/ 128010 w 1508539"/>
              <a:gd name="connsiteY4-43870" fmla="*/ 6751578 h 6858000"/>
              <a:gd name="connsiteX5-43871" fmla="*/ 146674 w 1508539"/>
              <a:gd name="connsiteY5-43872" fmla="*/ 6696999 h 6858000"/>
              <a:gd name="connsiteX6-43873" fmla="*/ 163411 w 1508539"/>
              <a:gd name="connsiteY6-43874" fmla="*/ 6638036 h 6858000"/>
              <a:gd name="connsiteX7-43875" fmla="*/ 164248 w 1508539"/>
              <a:gd name="connsiteY7-43876" fmla="*/ 6574442 h 6858000"/>
              <a:gd name="connsiteX8-43877" fmla="*/ 164588 w 1508539"/>
              <a:gd name="connsiteY8-43878" fmla="*/ 6568530 h 6858000"/>
              <a:gd name="connsiteX9-43879" fmla="*/ 166997 w 1508539"/>
              <a:gd name="connsiteY9-43880" fmla="*/ 6560674 h 6858000"/>
              <a:gd name="connsiteX10-43881" fmla="*/ 201349 w 1508539"/>
              <a:gd name="connsiteY10-43882" fmla="*/ 6530567 h 6858000"/>
              <a:gd name="connsiteX11-43883" fmla="*/ 215389 w 1508539"/>
              <a:gd name="connsiteY11-43884" fmla="*/ 6478062 h 6858000"/>
              <a:gd name="connsiteX12-43885" fmla="*/ 226078 w 1508539"/>
              <a:gd name="connsiteY12-43886" fmla="*/ 6460325 h 6858000"/>
              <a:gd name="connsiteX13-43887" fmla="*/ 233311 w 1508539"/>
              <a:gd name="connsiteY13-43888" fmla="*/ 6451488 h 6858000"/>
              <a:gd name="connsiteX14-43889" fmla="*/ 234746 w 1508539"/>
              <a:gd name="connsiteY14-43890" fmla="*/ 6451348 h 6858000"/>
              <a:gd name="connsiteX15-43891" fmla="*/ 239104 w 1508539"/>
              <a:gd name="connsiteY15-43892" fmla="*/ 6414240 h 6858000"/>
              <a:gd name="connsiteX16-43893" fmla="*/ 241880 w 1508539"/>
              <a:gd name="connsiteY16-43894" fmla="*/ 6384857 h 6858000"/>
              <a:gd name="connsiteX17-43895" fmla="*/ 240591 w 1508539"/>
              <a:gd name="connsiteY17-43896" fmla="*/ 6367510 h 6858000"/>
              <a:gd name="connsiteX18-43897" fmla="*/ 244471 w 1508539"/>
              <a:gd name="connsiteY18-43898" fmla="*/ 6349778 h 6858000"/>
              <a:gd name="connsiteX19-43899" fmla="*/ 246136 w 1508539"/>
              <a:gd name="connsiteY19-43900" fmla="*/ 6348250 h 6858000"/>
              <a:gd name="connsiteX20-43901" fmla="*/ 262170 w 1508539"/>
              <a:gd name="connsiteY20-43902" fmla="*/ 6281972 h 6858000"/>
              <a:gd name="connsiteX21-43903" fmla="*/ 290557 w 1508539"/>
              <a:gd name="connsiteY21-43904" fmla="*/ 6153037 h 6858000"/>
              <a:gd name="connsiteX22-43905" fmla="*/ 314428 w 1508539"/>
              <a:gd name="connsiteY22-43906" fmla="*/ 6113913 h 6858000"/>
              <a:gd name="connsiteX23-43907" fmla="*/ 318721 w 1508539"/>
              <a:gd name="connsiteY23-43908" fmla="*/ 6028119 h 6858000"/>
              <a:gd name="connsiteX24-43909" fmla="*/ 363126 w 1508539"/>
              <a:gd name="connsiteY24-43910" fmla="*/ 5934687 h 6858000"/>
              <a:gd name="connsiteX25-43911" fmla="*/ 408411 w 1508539"/>
              <a:gd name="connsiteY25-43912" fmla="*/ 5704905 h 6858000"/>
              <a:gd name="connsiteX26-43913" fmla="*/ 431404 w 1508539"/>
              <a:gd name="connsiteY26-43914" fmla="*/ 5665173 h 6858000"/>
              <a:gd name="connsiteX27-43915" fmla="*/ 465121 w 1508539"/>
              <a:gd name="connsiteY27-43916" fmla="*/ 5563435 h 6858000"/>
              <a:gd name="connsiteX28-43917" fmla="*/ 494626 w 1508539"/>
              <a:gd name="connsiteY28-43918" fmla="*/ 5476393 h 6858000"/>
              <a:gd name="connsiteX29-43919" fmla="*/ 525819 w 1508539"/>
              <a:gd name="connsiteY29-43920" fmla="*/ 5396260 h 6858000"/>
              <a:gd name="connsiteX30-43921" fmla="*/ 541800 w 1508539"/>
              <a:gd name="connsiteY30-43922" fmla="*/ 5330009 h 6858000"/>
              <a:gd name="connsiteX31-43923" fmla="*/ 575293 w 1508539"/>
              <a:gd name="connsiteY31-43924" fmla="*/ 5273739 h 6858000"/>
              <a:gd name="connsiteX32-43925" fmla="*/ 584892 w 1508539"/>
              <a:gd name="connsiteY32-43926" fmla="*/ 5241779 h 6858000"/>
              <a:gd name="connsiteX33-43927" fmla="*/ 596118 w 1508539"/>
              <a:gd name="connsiteY33-43928" fmla="*/ 5225268 h 6858000"/>
              <a:gd name="connsiteX34-43929" fmla="*/ 597138 w 1508539"/>
              <a:gd name="connsiteY34-43930" fmla="*/ 5217684 h 6858000"/>
              <a:gd name="connsiteX35-43931" fmla="*/ 604479 w 1508539"/>
              <a:gd name="connsiteY35-43932" fmla="*/ 5193377 h 6858000"/>
              <a:gd name="connsiteX36-43933" fmla="*/ 607782 w 1508539"/>
              <a:gd name="connsiteY36-43934" fmla="*/ 5179288 h 6858000"/>
              <a:gd name="connsiteX37-43935" fmla="*/ 608766 w 1508539"/>
              <a:gd name="connsiteY37-43936" fmla="*/ 5173621 h 6858000"/>
              <a:gd name="connsiteX38-43937" fmla="*/ 604400 w 1508539"/>
              <a:gd name="connsiteY38-43938" fmla="*/ 5159961 h 6858000"/>
              <a:gd name="connsiteX39-43939" fmla="*/ 611077 w 1508539"/>
              <a:gd name="connsiteY39-43940" fmla="*/ 5144295 h 6858000"/>
              <a:gd name="connsiteX40-43941" fmla="*/ 608010 w 1508539"/>
              <a:gd name="connsiteY40-43942" fmla="*/ 5125185 h 6858000"/>
              <a:gd name="connsiteX41-43943" fmla="*/ 614840 w 1508539"/>
              <a:gd name="connsiteY41-43944" fmla="*/ 5121884 h 6858000"/>
              <a:gd name="connsiteX42-43945" fmla="*/ 621876 w 1508539"/>
              <a:gd name="connsiteY42-43946" fmla="*/ 5067850 h 6858000"/>
              <a:gd name="connsiteX43-43947" fmla="*/ 624607 w 1508539"/>
              <a:gd name="connsiteY43-43948" fmla="*/ 5060861 h 6858000"/>
              <a:gd name="connsiteX44-43949" fmla="*/ 621311 w 1508539"/>
              <a:gd name="connsiteY44-43950" fmla="*/ 5034192 h 6858000"/>
              <a:gd name="connsiteX45-43951" fmla="*/ 622865 w 1508539"/>
              <a:gd name="connsiteY45-43952" fmla="*/ 4993030 h 6858000"/>
              <a:gd name="connsiteX46-43953" fmla="*/ 629774 w 1508539"/>
              <a:gd name="connsiteY46-43954" fmla="*/ 4946844 h 6858000"/>
              <a:gd name="connsiteX47-43955" fmla="*/ 625630 w 1508539"/>
              <a:gd name="connsiteY47-43956" fmla="*/ 4932692 h 6858000"/>
              <a:gd name="connsiteX48-43957" fmla="*/ 641033 w 1508539"/>
              <a:gd name="connsiteY48-43958" fmla="*/ 4858827 h 6858000"/>
              <a:gd name="connsiteX49-43959" fmla="*/ 646936 w 1508539"/>
              <a:gd name="connsiteY49-43960" fmla="*/ 4821170 h 6858000"/>
              <a:gd name="connsiteX50-43961" fmla="*/ 651669 w 1508539"/>
              <a:gd name="connsiteY50-43962" fmla="*/ 4780965 h 6858000"/>
              <a:gd name="connsiteX51-43963" fmla="*/ 652962 w 1508539"/>
              <a:gd name="connsiteY51-43964" fmla="*/ 4750867 h 6858000"/>
              <a:gd name="connsiteX52-43965" fmla="*/ 650769 w 1508539"/>
              <a:gd name="connsiteY52-43966" fmla="*/ 4690749 h 6858000"/>
              <a:gd name="connsiteX53-43967" fmla="*/ 646249 w 1508539"/>
              <a:gd name="connsiteY53-43968" fmla="*/ 4584173 h 6858000"/>
              <a:gd name="connsiteX54-43969" fmla="*/ 641332 w 1508539"/>
              <a:gd name="connsiteY54-43970" fmla="*/ 4444346 h 6858000"/>
              <a:gd name="connsiteX55-43971" fmla="*/ 637897 w 1508539"/>
              <a:gd name="connsiteY55-43972" fmla="*/ 4375228 h 6858000"/>
              <a:gd name="connsiteX56-43973" fmla="*/ 618550 w 1508539"/>
              <a:gd name="connsiteY56-43974" fmla="*/ 4214165 h 6858000"/>
              <a:gd name="connsiteX57-43975" fmla="*/ 622623 w 1508539"/>
              <a:gd name="connsiteY57-43976" fmla="*/ 4090296 h 6858000"/>
              <a:gd name="connsiteX58-43977" fmla="*/ 607879 w 1508539"/>
              <a:gd name="connsiteY58-43978" fmla="*/ 4033999 h 6858000"/>
              <a:gd name="connsiteX59-43979" fmla="*/ 609028 w 1508539"/>
              <a:gd name="connsiteY59-43980" fmla="*/ 4031933 h 6858000"/>
              <a:gd name="connsiteX60-43981" fmla="*/ 607604 w 1508539"/>
              <a:gd name="connsiteY60-43982" fmla="*/ 4013953 h 6858000"/>
              <a:gd name="connsiteX61-43983" fmla="*/ 593899 w 1508539"/>
              <a:gd name="connsiteY61-43984" fmla="*/ 3974753 h 6858000"/>
              <a:gd name="connsiteX62-43985" fmla="*/ 595497 w 1508539"/>
              <a:gd name="connsiteY62-43986" fmla="*/ 3969950 h 6858000"/>
              <a:gd name="connsiteX63-43987" fmla="*/ 588919 w 1508539"/>
              <a:gd name="connsiteY63-43988" fmla="*/ 3933779 h 6858000"/>
              <a:gd name="connsiteX64-43989" fmla="*/ 590250 w 1508539"/>
              <a:gd name="connsiteY64-43990" fmla="*/ 3933093 h 6858000"/>
              <a:gd name="connsiteX65-43991" fmla="*/ 594604 w 1508539"/>
              <a:gd name="connsiteY65-43992" fmla="*/ 3922082 h 6858000"/>
              <a:gd name="connsiteX66-43993" fmla="*/ 599682 w 1508539"/>
              <a:gd name="connsiteY66-43994" fmla="*/ 3901461 h 6858000"/>
              <a:gd name="connsiteX67-43995" fmla="*/ 622276 w 1508539"/>
              <a:gd name="connsiteY67-43996" fmla="*/ 3813873 h 6858000"/>
              <a:gd name="connsiteX68-43997" fmla="*/ 621701 w 1508539"/>
              <a:gd name="connsiteY68-43998" fmla="*/ 3806161 h 6858000"/>
              <a:gd name="connsiteX69-43999" fmla="*/ 622008 w 1508539"/>
              <a:gd name="connsiteY69-44000" fmla="*/ 3805957 h 6858000"/>
              <a:gd name="connsiteX70-44001" fmla="*/ 622035 w 1508539"/>
              <a:gd name="connsiteY70-44002" fmla="*/ 3797724 h 6858000"/>
              <a:gd name="connsiteX71-44003" fmla="*/ 620650 w 1508539"/>
              <a:gd name="connsiteY71-44004" fmla="*/ 3792098 h 6858000"/>
              <a:gd name="connsiteX72-44005" fmla="*/ 619534 w 1508539"/>
              <a:gd name="connsiteY72-44006" fmla="*/ 3777135 h 6858000"/>
              <a:gd name="connsiteX73-44007" fmla="*/ 621267 w 1508539"/>
              <a:gd name="connsiteY73-44008" fmla="*/ 3771656 h 6858000"/>
              <a:gd name="connsiteX74-44009" fmla="*/ 625010 w 1508539"/>
              <a:gd name="connsiteY74-44010" fmla="*/ 3769007 h 6858000"/>
              <a:gd name="connsiteX75-44011" fmla="*/ 624476 w 1508539"/>
              <a:gd name="connsiteY75-44012" fmla="*/ 3767709 h 6858000"/>
              <a:gd name="connsiteX76-44013" fmla="*/ 633172 w 1508539"/>
              <a:gd name="connsiteY76-44014" fmla="*/ 3738082 h 6858000"/>
              <a:gd name="connsiteX77-44015" fmla="*/ 640518 w 1508539"/>
              <a:gd name="connsiteY77-44016" fmla="*/ 3673397 h 6858000"/>
              <a:gd name="connsiteX78-44017" fmla="*/ 639814 w 1508539"/>
              <a:gd name="connsiteY78-44018" fmla="*/ 3637109 h 6858000"/>
              <a:gd name="connsiteX79-44019" fmla="*/ 643257 w 1508539"/>
              <a:gd name="connsiteY79-44020" fmla="*/ 3536883 h 6858000"/>
              <a:gd name="connsiteX80-44021" fmla="*/ 650795 w 1508539"/>
              <a:gd name="connsiteY80-44022" fmla="*/ 3435652 h 6858000"/>
              <a:gd name="connsiteX81-44023" fmla="*/ 652466 w 1508539"/>
              <a:gd name="connsiteY81-44024" fmla="*/ 3307769 h 6858000"/>
              <a:gd name="connsiteX82-44025" fmla="*/ 670029 w 1508539"/>
              <a:gd name="connsiteY82-44026" fmla="*/ 3250522 h 6858000"/>
              <a:gd name="connsiteX83-44027" fmla="*/ 670454 w 1508539"/>
              <a:gd name="connsiteY83-44028" fmla="*/ 3229163 h 6858000"/>
              <a:gd name="connsiteX84-44029" fmla="*/ 672277 w 1508539"/>
              <a:gd name="connsiteY84-44030" fmla="*/ 3217217 h 6858000"/>
              <a:gd name="connsiteX85-44031" fmla="*/ 659112 w 1508539"/>
              <a:gd name="connsiteY85-44032" fmla="*/ 3183755 h 6858000"/>
              <a:gd name="connsiteX86-44033" fmla="*/ 659613 w 1508539"/>
              <a:gd name="connsiteY86-44034" fmla="*/ 3178642 h 6858000"/>
              <a:gd name="connsiteX87-44035" fmla="*/ 647213 w 1508539"/>
              <a:gd name="connsiteY87-44036" fmla="*/ 3158586 h 6858000"/>
              <a:gd name="connsiteX88-44037" fmla="*/ 632398 w 1508539"/>
              <a:gd name="connsiteY88-44038" fmla="*/ 3129034 h 6858000"/>
              <a:gd name="connsiteX89-44039" fmla="*/ 633063 w 1508539"/>
              <a:gd name="connsiteY89-44040" fmla="*/ 3126682 h 6858000"/>
              <a:gd name="connsiteX90-44041" fmla="*/ 623931 w 1508539"/>
              <a:gd name="connsiteY90-44042" fmla="*/ 3114519 h 6858000"/>
              <a:gd name="connsiteX91-44043" fmla="*/ 610540 w 1508539"/>
              <a:gd name="connsiteY91-44044" fmla="*/ 3106272 h 6858000"/>
              <a:gd name="connsiteX92-44045" fmla="*/ 583270 w 1508539"/>
              <a:gd name="connsiteY92-44046" fmla="*/ 2958185 h 6858000"/>
              <a:gd name="connsiteX93-44047" fmla="*/ 525884 w 1508539"/>
              <a:gd name="connsiteY93-44048" fmla="*/ 2762989 h 6858000"/>
              <a:gd name="connsiteX94-44049" fmla="*/ 474802 w 1508539"/>
              <a:gd name="connsiteY94-44050" fmla="*/ 2554718 h 6858000"/>
              <a:gd name="connsiteX95-44051" fmla="*/ 454896 w 1508539"/>
              <a:gd name="connsiteY95-44052" fmla="*/ 2485734 h 6858000"/>
              <a:gd name="connsiteX96-44053" fmla="*/ 445619 w 1508539"/>
              <a:gd name="connsiteY96-44054" fmla="*/ 2447068 h 6858000"/>
              <a:gd name="connsiteX97-44055" fmla="*/ 432580 w 1508539"/>
              <a:gd name="connsiteY97-44056" fmla="*/ 2425819 h 6858000"/>
              <a:gd name="connsiteX98-44057" fmla="*/ 438579 w 1508539"/>
              <a:gd name="connsiteY98-44058" fmla="*/ 2402874 h 6858000"/>
              <a:gd name="connsiteX99-44059" fmla="*/ 441191 w 1508539"/>
              <a:gd name="connsiteY99-44060" fmla="*/ 2381443 h 6858000"/>
              <a:gd name="connsiteX100-44061" fmla="*/ 417520 w 1508539"/>
              <a:gd name="connsiteY100-44062" fmla="*/ 2261920 h 6858000"/>
              <a:gd name="connsiteX101-44063" fmla="*/ 407407 w 1508539"/>
              <a:gd name="connsiteY101-44064" fmla="*/ 2195378 h 6858000"/>
              <a:gd name="connsiteX102-44065" fmla="*/ 391624 w 1508539"/>
              <a:gd name="connsiteY102-44066" fmla="*/ 2155135 h 6858000"/>
              <a:gd name="connsiteX103-44067" fmla="*/ 389082 w 1508539"/>
              <a:gd name="connsiteY103-44068" fmla="*/ 2118008 h 6858000"/>
              <a:gd name="connsiteX104-44069" fmla="*/ 390075 w 1508539"/>
              <a:gd name="connsiteY104-44070" fmla="*/ 2050531 h 6858000"/>
              <a:gd name="connsiteX105-44071" fmla="*/ 381881 w 1508539"/>
              <a:gd name="connsiteY105-44072" fmla="*/ 1963269 h 6858000"/>
              <a:gd name="connsiteX106-44073" fmla="*/ 363059 w 1508539"/>
              <a:gd name="connsiteY106-44074" fmla="*/ 1906352 h 6858000"/>
              <a:gd name="connsiteX107-44075" fmla="*/ 339616 w 1508539"/>
              <a:gd name="connsiteY107-44076" fmla="*/ 1861531 h 6858000"/>
              <a:gd name="connsiteX108-44077" fmla="*/ 293415 w 1508539"/>
              <a:gd name="connsiteY108-44078" fmla="*/ 1732919 h 6858000"/>
              <a:gd name="connsiteX109-44079" fmla="*/ 265726 w 1508539"/>
              <a:gd name="connsiteY109-44080" fmla="*/ 1663540 h 6858000"/>
              <a:gd name="connsiteX110-44081" fmla="*/ 264852 w 1508539"/>
              <a:gd name="connsiteY110-44082" fmla="*/ 1615777 h 6858000"/>
              <a:gd name="connsiteX111-44083" fmla="*/ 245647 w 1508539"/>
              <a:gd name="connsiteY111-44084" fmla="*/ 1563678 h 6858000"/>
              <a:gd name="connsiteX112-44085" fmla="*/ 258727 w 1508539"/>
              <a:gd name="connsiteY112-44086" fmla="*/ 1519474 h 6858000"/>
              <a:gd name="connsiteX113-44087" fmla="*/ 251469 w 1508539"/>
              <a:gd name="connsiteY113-44088" fmla="*/ 1477995 h 6858000"/>
              <a:gd name="connsiteX114-44089" fmla="*/ 237554 w 1508539"/>
              <a:gd name="connsiteY114-44090" fmla="*/ 1373769 h 6858000"/>
              <a:gd name="connsiteX115-44091" fmla="*/ 245861 w 1508539"/>
              <a:gd name="connsiteY115-44092" fmla="*/ 1307086 h 6858000"/>
              <a:gd name="connsiteX116-44093" fmla="*/ 247049 w 1508539"/>
              <a:gd name="connsiteY116-44094" fmla="*/ 1189033 h 6858000"/>
              <a:gd name="connsiteX117-44095" fmla="*/ 251734 w 1508539"/>
              <a:gd name="connsiteY117-44096" fmla="*/ 1168288 h 6858000"/>
              <a:gd name="connsiteX118-44097" fmla="*/ 244016 w 1508539"/>
              <a:gd name="connsiteY118-44098" fmla="*/ 1142577 h 6858000"/>
              <a:gd name="connsiteX119-44099" fmla="*/ 233322 w 1508539"/>
              <a:gd name="connsiteY119-44100" fmla="*/ 1088484 h 6858000"/>
              <a:gd name="connsiteX120-44101" fmla="*/ 222058 w 1508539"/>
              <a:gd name="connsiteY120-44102" fmla="*/ 1016103 h 6858000"/>
              <a:gd name="connsiteX121-44103" fmla="*/ 223514 w 1508539"/>
              <a:gd name="connsiteY121-44104" fmla="*/ 932283 h 6858000"/>
              <a:gd name="connsiteX122-44105" fmla="*/ 225750 w 1508539"/>
              <a:gd name="connsiteY122-44106" fmla="*/ 915925 h 6858000"/>
              <a:gd name="connsiteX123-44107" fmla="*/ 218379 w 1508539"/>
              <a:gd name="connsiteY123-44108" fmla="*/ 896999 h 6858000"/>
              <a:gd name="connsiteX124-44109" fmla="*/ 187787 w 1508539"/>
              <a:gd name="connsiteY124-44110" fmla="*/ 821517 h 6858000"/>
              <a:gd name="connsiteX125-44111" fmla="*/ 166737 w 1508539"/>
              <a:gd name="connsiteY125-44112" fmla="*/ 751353 h 6858000"/>
              <a:gd name="connsiteX126-44113" fmla="*/ 166295 w 1508539"/>
              <a:gd name="connsiteY126-44114" fmla="*/ 721230 h 6858000"/>
              <a:gd name="connsiteX127-44115" fmla="*/ 151966 w 1508539"/>
              <a:gd name="connsiteY127-44116" fmla="*/ 681659 h 6858000"/>
              <a:gd name="connsiteX128-44117" fmla="*/ 137385 w 1508539"/>
              <a:gd name="connsiteY128-44118" fmla="*/ 635218 h 6858000"/>
              <a:gd name="connsiteX129-44119" fmla="*/ 142396 w 1508539"/>
              <a:gd name="connsiteY129-44120" fmla="*/ 613763 h 6858000"/>
              <a:gd name="connsiteX130-44121" fmla="*/ 128338 w 1508539"/>
              <a:gd name="connsiteY130-44122" fmla="*/ 598582 h 6858000"/>
              <a:gd name="connsiteX131-44123" fmla="*/ 128019 w 1508539"/>
              <a:gd name="connsiteY131-44124" fmla="*/ 576846 h 6858000"/>
              <a:gd name="connsiteX132-44125" fmla="*/ 107645 w 1508539"/>
              <a:gd name="connsiteY132-44126" fmla="*/ 530055 h 6858000"/>
              <a:gd name="connsiteX133-44127" fmla="*/ 106893 w 1508539"/>
              <a:gd name="connsiteY133-44128" fmla="*/ 465389 h 6858000"/>
              <a:gd name="connsiteX134-44129" fmla="*/ 89816 w 1508539"/>
              <a:gd name="connsiteY134-44130" fmla="*/ 424699 h 6858000"/>
              <a:gd name="connsiteX135-44131" fmla="*/ 90191 w 1508539"/>
              <a:gd name="connsiteY135-44132" fmla="*/ 404917 h 6858000"/>
              <a:gd name="connsiteX136-44133" fmla="*/ 70148 w 1508539"/>
              <a:gd name="connsiteY136-44134" fmla="*/ 367211 h 6858000"/>
              <a:gd name="connsiteX137-44135" fmla="*/ 36452 w 1508539"/>
              <a:gd name="connsiteY137-44136" fmla="*/ 268519 h 6858000"/>
              <a:gd name="connsiteX138-44137" fmla="*/ 23935 w 1508539"/>
              <a:gd name="connsiteY138-44138" fmla="*/ 160886 h 6858000"/>
              <a:gd name="connsiteX139-44139" fmla="*/ 19312 w 1508539"/>
              <a:gd name="connsiteY139-44140" fmla="*/ 47336 h 6858000"/>
              <a:gd name="connsiteX140-44141" fmla="*/ 0 w 1508539"/>
              <a:gd name="connsiteY140-44142" fmla="*/ 0 h 6858000"/>
              <a:gd name="connsiteX0-44143" fmla="*/ 0 w 1508539"/>
              <a:gd name="connsiteY0-44144" fmla="*/ 0 h 6858000"/>
              <a:gd name="connsiteX1-44145" fmla="*/ 1508539 w 1508539"/>
              <a:gd name="connsiteY1-44146" fmla="*/ 0 h 6858000"/>
              <a:gd name="connsiteX2-44147" fmla="*/ 1508539 w 1508539"/>
              <a:gd name="connsiteY2-44148" fmla="*/ 6858000 h 6858000"/>
              <a:gd name="connsiteX3-44149" fmla="*/ 139560 w 1508539"/>
              <a:gd name="connsiteY3-44150" fmla="*/ 6857735 h 6858000"/>
              <a:gd name="connsiteX4-44151" fmla="*/ 128010 w 1508539"/>
              <a:gd name="connsiteY4-44152" fmla="*/ 6751578 h 6858000"/>
              <a:gd name="connsiteX5-44153" fmla="*/ 146674 w 1508539"/>
              <a:gd name="connsiteY5-44154" fmla="*/ 6696999 h 6858000"/>
              <a:gd name="connsiteX6-44155" fmla="*/ 164248 w 1508539"/>
              <a:gd name="connsiteY6-44156" fmla="*/ 6574442 h 6858000"/>
              <a:gd name="connsiteX7-44157" fmla="*/ 164588 w 1508539"/>
              <a:gd name="connsiteY7-44158" fmla="*/ 6568530 h 6858000"/>
              <a:gd name="connsiteX8-44159" fmla="*/ 166997 w 1508539"/>
              <a:gd name="connsiteY8-44160" fmla="*/ 6560674 h 6858000"/>
              <a:gd name="connsiteX9-44161" fmla="*/ 201349 w 1508539"/>
              <a:gd name="connsiteY9-44162" fmla="*/ 6530567 h 6858000"/>
              <a:gd name="connsiteX10-44163" fmla="*/ 215389 w 1508539"/>
              <a:gd name="connsiteY10-44164" fmla="*/ 6478062 h 6858000"/>
              <a:gd name="connsiteX11-44165" fmla="*/ 226078 w 1508539"/>
              <a:gd name="connsiteY11-44166" fmla="*/ 6460325 h 6858000"/>
              <a:gd name="connsiteX12-44167" fmla="*/ 233311 w 1508539"/>
              <a:gd name="connsiteY12-44168" fmla="*/ 6451488 h 6858000"/>
              <a:gd name="connsiteX13-44169" fmla="*/ 234746 w 1508539"/>
              <a:gd name="connsiteY13-44170" fmla="*/ 6451348 h 6858000"/>
              <a:gd name="connsiteX14-44171" fmla="*/ 239104 w 1508539"/>
              <a:gd name="connsiteY14-44172" fmla="*/ 6414240 h 6858000"/>
              <a:gd name="connsiteX15-44173" fmla="*/ 241880 w 1508539"/>
              <a:gd name="connsiteY15-44174" fmla="*/ 6384857 h 6858000"/>
              <a:gd name="connsiteX16-44175" fmla="*/ 240591 w 1508539"/>
              <a:gd name="connsiteY16-44176" fmla="*/ 6367510 h 6858000"/>
              <a:gd name="connsiteX17-44177" fmla="*/ 244471 w 1508539"/>
              <a:gd name="connsiteY17-44178" fmla="*/ 6349778 h 6858000"/>
              <a:gd name="connsiteX18-44179" fmla="*/ 246136 w 1508539"/>
              <a:gd name="connsiteY18-44180" fmla="*/ 6348250 h 6858000"/>
              <a:gd name="connsiteX19-44181" fmla="*/ 262170 w 1508539"/>
              <a:gd name="connsiteY19-44182" fmla="*/ 6281972 h 6858000"/>
              <a:gd name="connsiteX20-44183" fmla="*/ 290557 w 1508539"/>
              <a:gd name="connsiteY20-44184" fmla="*/ 6153037 h 6858000"/>
              <a:gd name="connsiteX21-44185" fmla="*/ 314428 w 1508539"/>
              <a:gd name="connsiteY21-44186" fmla="*/ 6113913 h 6858000"/>
              <a:gd name="connsiteX22-44187" fmla="*/ 318721 w 1508539"/>
              <a:gd name="connsiteY22-44188" fmla="*/ 6028119 h 6858000"/>
              <a:gd name="connsiteX23-44189" fmla="*/ 363126 w 1508539"/>
              <a:gd name="connsiteY23-44190" fmla="*/ 5934687 h 6858000"/>
              <a:gd name="connsiteX24-44191" fmla="*/ 408411 w 1508539"/>
              <a:gd name="connsiteY24-44192" fmla="*/ 5704905 h 6858000"/>
              <a:gd name="connsiteX25-44193" fmla="*/ 431404 w 1508539"/>
              <a:gd name="connsiteY25-44194" fmla="*/ 5665173 h 6858000"/>
              <a:gd name="connsiteX26-44195" fmla="*/ 465121 w 1508539"/>
              <a:gd name="connsiteY26-44196" fmla="*/ 5563435 h 6858000"/>
              <a:gd name="connsiteX27-44197" fmla="*/ 494626 w 1508539"/>
              <a:gd name="connsiteY27-44198" fmla="*/ 5476393 h 6858000"/>
              <a:gd name="connsiteX28-44199" fmla="*/ 525819 w 1508539"/>
              <a:gd name="connsiteY28-44200" fmla="*/ 5396260 h 6858000"/>
              <a:gd name="connsiteX29-44201" fmla="*/ 541800 w 1508539"/>
              <a:gd name="connsiteY29-44202" fmla="*/ 5330009 h 6858000"/>
              <a:gd name="connsiteX30-44203" fmla="*/ 575293 w 1508539"/>
              <a:gd name="connsiteY30-44204" fmla="*/ 5273739 h 6858000"/>
              <a:gd name="connsiteX31-44205" fmla="*/ 584892 w 1508539"/>
              <a:gd name="connsiteY31-44206" fmla="*/ 5241779 h 6858000"/>
              <a:gd name="connsiteX32-44207" fmla="*/ 596118 w 1508539"/>
              <a:gd name="connsiteY32-44208" fmla="*/ 5225268 h 6858000"/>
              <a:gd name="connsiteX33-44209" fmla="*/ 597138 w 1508539"/>
              <a:gd name="connsiteY33-44210" fmla="*/ 5217684 h 6858000"/>
              <a:gd name="connsiteX34-44211" fmla="*/ 604479 w 1508539"/>
              <a:gd name="connsiteY34-44212" fmla="*/ 5193377 h 6858000"/>
              <a:gd name="connsiteX35-44213" fmla="*/ 607782 w 1508539"/>
              <a:gd name="connsiteY35-44214" fmla="*/ 5179288 h 6858000"/>
              <a:gd name="connsiteX36-44215" fmla="*/ 608766 w 1508539"/>
              <a:gd name="connsiteY36-44216" fmla="*/ 5173621 h 6858000"/>
              <a:gd name="connsiteX37-44217" fmla="*/ 604400 w 1508539"/>
              <a:gd name="connsiteY37-44218" fmla="*/ 5159961 h 6858000"/>
              <a:gd name="connsiteX38-44219" fmla="*/ 611077 w 1508539"/>
              <a:gd name="connsiteY38-44220" fmla="*/ 5144295 h 6858000"/>
              <a:gd name="connsiteX39-44221" fmla="*/ 608010 w 1508539"/>
              <a:gd name="connsiteY39-44222" fmla="*/ 5125185 h 6858000"/>
              <a:gd name="connsiteX40-44223" fmla="*/ 614840 w 1508539"/>
              <a:gd name="connsiteY40-44224" fmla="*/ 5121884 h 6858000"/>
              <a:gd name="connsiteX41-44225" fmla="*/ 621876 w 1508539"/>
              <a:gd name="connsiteY41-44226" fmla="*/ 5067850 h 6858000"/>
              <a:gd name="connsiteX42-44227" fmla="*/ 624607 w 1508539"/>
              <a:gd name="connsiteY42-44228" fmla="*/ 5060861 h 6858000"/>
              <a:gd name="connsiteX43-44229" fmla="*/ 621311 w 1508539"/>
              <a:gd name="connsiteY43-44230" fmla="*/ 5034192 h 6858000"/>
              <a:gd name="connsiteX44-44231" fmla="*/ 622865 w 1508539"/>
              <a:gd name="connsiteY44-44232" fmla="*/ 4993030 h 6858000"/>
              <a:gd name="connsiteX45-44233" fmla="*/ 629774 w 1508539"/>
              <a:gd name="connsiteY45-44234" fmla="*/ 4946844 h 6858000"/>
              <a:gd name="connsiteX46-44235" fmla="*/ 625630 w 1508539"/>
              <a:gd name="connsiteY46-44236" fmla="*/ 4932692 h 6858000"/>
              <a:gd name="connsiteX47-44237" fmla="*/ 641033 w 1508539"/>
              <a:gd name="connsiteY47-44238" fmla="*/ 4858827 h 6858000"/>
              <a:gd name="connsiteX48-44239" fmla="*/ 646936 w 1508539"/>
              <a:gd name="connsiteY48-44240" fmla="*/ 4821170 h 6858000"/>
              <a:gd name="connsiteX49-44241" fmla="*/ 651669 w 1508539"/>
              <a:gd name="connsiteY49-44242" fmla="*/ 4780965 h 6858000"/>
              <a:gd name="connsiteX50-44243" fmla="*/ 652962 w 1508539"/>
              <a:gd name="connsiteY50-44244" fmla="*/ 4750867 h 6858000"/>
              <a:gd name="connsiteX51-44245" fmla="*/ 650769 w 1508539"/>
              <a:gd name="connsiteY51-44246" fmla="*/ 4690749 h 6858000"/>
              <a:gd name="connsiteX52-44247" fmla="*/ 646249 w 1508539"/>
              <a:gd name="connsiteY52-44248" fmla="*/ 4584173 h 6858000"/>
              <a:gd name="connsiteX53-44249" fmla="*/ 641332 w 1508539"/>
              <a:gd name="connsiteY53-44250" fmla="*/ 4444346 h 6858000"/>
              <a:gd name="connsiteX54-44251" fmla="*/ 637897 w 1508539"/>
              <a:gd name="connsiteY54-44252" fmla="*/ 4375228 h 6858000"/>
              <a:gd name="connsiteX55-44253" fmla="*/ 618550 w 1508539"/>
              <a:gd name="connsiteY55-44254" fmla="*/ 4214165 h 6858000"/>
              <a:gd name="connsiteX56-44255" fmla="*/ 622623 w 1508539"/>
              <a:gd name="connsiteY56-44256" fmla="*/ 4090296 h 6858000"/>
              <a:gd name="connsiteX57-44257" fmla="*/ 607879 w 1508539"/>
              <a:gd name="connsiteY57-44258" fmla="*/ 4033999 h 6858000"/>
              <a:gd name="connsiteX58-44259" fmla="*/ 609028 w 1508539"/>
              <a:gd name="connsiteY58-44260" fmla="*/ 4031933 h 6858000"/>
              <a:gd name="connsiteX59-44261" fmla="*/ 607604 w 1508539"/>
              <a:gd name="connsiteY59-44262" fmla="*/ 4013953 h 6858000"/>
              <a:gd name="connsiteX60-44263" fmla="*/ 593899 w 1508539"/>
              <a:gd name="connsiteY60-44264" fmla="*/ 3974753 h 6858000"/>
              <a:gd name="connsiteX61-44265" fmla="*/ 595497 w 1508539"/>
              <a:gd name="connsiteY61-44266" fmla="*/ 3969950 h 6858000"/>
              <a:gd name="connsiteX62-44267" fmla="*/ 588919 w 1508539"/>
              <a:gd name="connsiteY62-44268" fmla="*/ 3933779 h 6858000"/>
              <a:gd name="connsiteX63-44269" fmla="*/ 590250 w 1508539"/>
              <a:gd name="connsiteY63-44270" fmla="*/ 3933093 h 6858000"/>
              <a:gd name="connsiteX64-44271" fmla="*/ 594604 w 1508539"/>
              <a:gd name="connsiteY64-44272" fmla="*/ 3922082 h 6858000"/>
              <a:gd name="connsiteX65-44273" fmla="*/ 599682 w 1508539"/>
              <a:gd name="connsiteY65-44274" fmla="*/ 3901461 h 6858000"/>
              <a:gd name="connsiteX66-44275" fmla="*/ 622276 w 1508539"/>
              <a:gd name="connsiteY66-44276" fmla="*/ 3813873 h 6858000"/>
              <a:gd name="connsiteX67-44277" fmla="*/ 621701 w 1508539"/>
              <a:gd name="connsiteY67-44278" fmla="*/ 3806161 h 6858000"/>
              <a:gd name="connsiteX68-44279" fmla="*/ 622008 w 1508539"/>
              <a:gd name="connsiteY68-44280" fmla="*/ 3805957 h 6858000"/>
              <a:gd name="connsiteX69-44281" fmla="*/ 622035 w 1508539"/>
              <a:gd name="connsiteY69-44282" fmla="*/ 3797724 h 6858000"/>
              <a:gd name="connsiteX70-44283" fmla="*/ 620650 w 1508539"/>
              <a:gd name="connsiteY70-44284" fmla="*/ 3792098 h 6858000"/>
              <a:gd name="connsiteX71-44285" fmla="*/ 619534 w 1508539"/>
              <a:gd name="connsiteY71-44286" fmla="*/ 3777135 h 6858000"/>
              <a:gd name="connsiteX72-44287" fmla="*/ 621267 w 1508539"/>
              <a:gd name="connsiteY72-44288" fmla="*/ 3771656 h 6858000"/>
              <a:gd name="connsiteX73-44289" fmla="*/ 625010 w 1508539"/>
              <a:gd name="connsiteY73-44290" fmla="*/ 3769007 h 6858000"/>
              <a:gd name="connsiteX74-44291" fmla="*/ 624476 w 1508539"/>
              <a:gd name="connsiteY74-44292" fmla="*/ 3767709 h 6858000"/>
              <a:gd name="connsiteX75-44293" fmla="*/ 633172 w 1508539"/>
              <a:gd name="connsiteY75-44294" fmla="*/ 3738082 h 6858000"/>
              <a:gd name="connsiteX76-44295" fmla="*/ 640518 w 1508539"/>
              <a:gd name="connsiteY76-44296" fmla="*/ 3673397 h 6858000"/>
              <a:gd name="connsiteX77-44297" fmla="*/ 639814 w 1508539"/>
              <a:gd name="connsiteY77-44298" fmla="*/ 3637109 h 6858000"/>
              <a:gd name="connsiteX78-44299" fmla="*/ 643257 w 1508539"/>
              <a:gd name="connsiteY78-44300" fmla="*/ 3536883 h 6858000"/>
              <a:gd name="connsiteX79-44301" fmla="*/ 650795 w 1508539"/>
              <a:gd name="connsiteY79-44302" fmla="*/ 3435652 h 6858000"/>
              <a:gd name="connsiteX80-44303" fmla="*/ 652466 w 1508539"/>
              <a:gd name="connsiteY80-44304" fmla="*/ 3307769 h 6858000"/>
              <a:gd name="connsiteX81-44305" fmla="*/ 670029 w 1508539"/>
              <a:gd name="connsiteY81-44306" fmla="*/ 3250522 h 6858000"/>
              <a:gd name="connsiteX82-44307" fmla="*/ 670454 w 1508539"/>
              <a:gd name="connsiteY82-44308" fmla="*/ 3229163 h 6858000"/>
              <a:gd name="connsiteX83-44309" fmla="*/ 672277 w 1508539"/>
              <a:gd name="connsiteY83-44310" fmla="*/ 3217217 h 6858000"/>
              <a:gd name="connsiteX84-44311" fmla="*/ 659112 w 1508539"/>
              <a:gd name="connsiteY84-44312" fmla="*/ 3183755 h 6858000"/>
              <a:gd name="connsiteX85-44313" fmla="*/ 659613 w 1508539"/>
              <a:gd name="connsiteY85-44314" fmla="*/ 3178642 h 6858000"/>
              <a:gd name="connsiteX86-44315" fmla="*/ 647213 w 1508539"/>
              <a:gd name="connsiteY86-44316" fmla="*/ 3158586 h 6858000"/>
              <a:gd name="connsiteX87-44317" fmla="*/ 632398 w 1508539"/>
              <a:gd name="connsiteY87-44318" fmla="*/ 3129034 h 6858000"/>
              <a:gd name="connsiteX88-44319" fmla="*/ 633063 w 1508539"/>
              <a:gd name="connsiteY88-44320" fmla="*/ 3126682 h 6858000"/>
              <a:gd name="connsiteX89-44321" fmla="*/ 623931 w 1508539"/>
              <a:gd name="connsiteY89-44322" fmla="*/ 3114519 h 6858000"/>
              <a:gd name="connsiteX90-44323" fmla="*/ 610540 w 1508539"/>
              <a:gd name="connsiteY90-44324" fmla="*/ 3106272 h 6858000"/>
              <a:gd name="connsiteX91-44325" fmla="*/ 583270 w 1508539"/>
              <a:gd name="connsiteY91-44326" fmla="*/ 2958185 h 6858000"/>
              <a:gd name="connsiteX92-44327" fmla="*/ 525884 w 1508539"/>
              <a:gd name="connsiteY92-44328" fmla="*/ 2762989 h 6858000"/>
              <a:gd name="connsiteX93-44329" fmla="*/ 474802 w 1508539"/>
              <a:gd name="connsiteY93-44330" fmla="*/ 2554718 h 6858000"/>
              <a:gd name="connsiteX94-44331" fmla="*/ 454896 w 1508539"/>
              <a:gd name="connsiteY94-44332" fmla="*/ 2485734 h 6858000"/>
              <a:gd name="connsiteX95-44333" fmla="*/ 445619 w 1508539"/>
              <a:gd name="connsiteY95-44334" fmla="*/ 2447068 h 6858000"/>
              <a:gd name="connsiteX96-44335" fmla="*/ 432580 w 1508539"/>
              <a:gd name="connsiteY96-44336" fmla="*/ 2425819 h 6858000"/>
              <a:gd name="connsiteX97-44337" fmla="*/ 438579 w 1508539"/>
              <a:gd name="connsiteY97-44338" fmla="*/ 2402874 h 6858000"/>
              <a:gd name="connsiteX98-44339" fmla="*/ 441191 w 1508539"/>
              <a:gd name="connsiteY98-44340" fmla="*/ 2381443 h 6858000"/>
              <a:gd name="connsiteX99-44341" fmla="*/ 417520 w 1508539"/>
              <a:gd name="connsiteY99-44342" fmla="*/ 2261920 h 6858000"/>
              <a:gd name="connsiteX100-44343" fmla="*/ 407407 w 1508539"/>
              <a:gd name="connsiteY100-44344" fmla="*/ 2195378 h 6858000"/>
              <a:gd name="connsiteX101-44345" fmla="*/ 391624 w 1508539"/>
              <a:gd name="connsiteY101-44346" fmla="*/ 2155135 h 6858000"/>
              <a:gd name="connsiteX102-44347" fmla="*/ 389082 w 1508539"/>
              <a:gd name="connsiteY102-44348" fmla="*/ 2118008 h 6858000"/>
              <a:gd name="connsiteX103-44349" fmla="*/ 390075 w 1508539"/>
              <a:gd name="connsiteY103-44350" fmla="*/ 2050531 h 6858000"/>
              <a:gd name="connsiteX104-44351" fmla="*/ 381881 w 1508539"/>
              <a:gd name="connsiteY104-44352" fmla="*/ 1963269 h 6858000"/>
              <a:gd name="connsiteX105-44353" fmla="*/ 363059 w 1508539"/>
              <a:gd name="connsiteY105-44354" fmla="*/ 1906352 h 6858000"/>
              <a:gd name="connsiteX106-44355" fmla="*/ 339616 w 1508539"/>
              <a:gd name="connsiteY106-44356" fmla="*/ 1861531 h 6858000"/>
              <a:gd name="connsiteX107-44357" fmla="*/ 293415 w 1508539"/>
              <a:gd name="connsiteY107-44358" fmla="*/ 1732919 h 6858000"/>
              <a:gd name="connsiteX108-44359" fmla="*/ 265726 w 1508539"/>
              <a:gd name="connsiteY108-44360" fmla="*/ 1663540 h 6858000"/>
              <a:gd name="connsiteX109-44361" fmla="*/ 264852 w 1508539"/>
              <a:gd name="connsiteY109-44362" fmla="*/ 1615777 h 6858000"/>
              <a:gd name="connsiteX110-44363" fmla="*/ 245647 w 1508539"/>
              <a:gd name="connsiteY110-44364" fmla="*/ 1563678 h 6858000"/>
              <a:gd name="connsiteX111-44365" fmla="*/ 258727 w 1508539"/>
              <a:gd name="connsiteY111-44366" fmla="*/ 1519474 h 6858000"/>
              <a:gd name="connsiteX112-44367" fmla="*/ 251469 w 1508539"/>
              <a:gd name="connsiteY112-44368" fmla="*/ 1477995 h 6858000"/>
              <a:gd name="connsiteX113-44369" fmla="*/ 237554 w 1508539"/>
              <a:gd name="connsiteY113-44370" fmla="*/ 1373769 h 6858000"/>
              <a:gd name="connsiteX114-44371" fmla="*/ 245861 w 1508539"/>
              <a:gd name="connsiteY114-44372" fmla="*/ 1307086 h 6858000"/>
              <a:gd name="connsiteX115-44373" fmla="*/ 247049 w 1508539"/>
              <a:gd name="connsiteY115-44374" fmla="*/ 1189033 h 6858000"/>
              <a:gd name="connsiteX116-44375" fmla="*/ 251734 w 1508539"/>
              <a:gd name="connsiteY116-44376" fmla="*/ 1168288 h 6858000"/>
              <a:gd name="connsiteX117-44377" fmla="*/ 244016 w 1508539"/>
              <a:gd name="connsiteY117-44378" fmla="*/ 1142577 h 6858000"/>
              <a:gd name="connsiteX118-44379" fmla="*/ 233322 w 1508539"/>
              <a:gd name="connsiteY118-44380" fmla="*/ 1088484 h 6858000"/>
              <a:gd name="connsiteX119-44381" fmla="*/ 222058 w 1508539"/>
              <a:gd name="connsiteY119-44382" fmla="*/ 1016103 h 6858000"/>
              <a:gd name="connsiteX120-44383" fmla="*/ 223514 w 1508539"/>
              <a:gd name="connsiteY120-44384" fmla="*/ 932283 h 6858000"/>
              <a:gd name="connsiteX121-44385" fmla="*/ 225750 w 1508539"/>
              <a:gd name="connsiteY121-44386" fmla="*/ 915925 h 6858000"/>
              <a:gd name="connsiteX122-44387" fmla="*/ 218379 w 1508539"/>
              <a:gd name="connsiteY122-44388" fmla="*/ 896999 h 6858000"/>
              <a:gd name="connsiteX123-44389" fmla="*/ 187787 w 1508539"/>
              <a:gd name="connsiteY123-44390" fmla="*/ 821517 h 6858000"/>
              <a:gd name="connsiteX124-44391" fmla="*/ 166737 w 1508539"/>
              <a:gd name="connsiteY124-44392" fmla="*/ 751353 h 6858000"/>
              <a:gd name="connsiteX125-44393" fmla="*/ 166295 w 1508539"/>
              <a:gd name="connsiteY125-44394" fmla="*/ 721230 h 6858000"/>
              <a:gd name="connsiteX126-44395" fmla="*/ 151966 w 1508539"/>
              <a:gd name="connsiteY126-44396" fmla="*/ 681659 h 6858000"/>
              <a:gd name="connsiteX127-44397" fmla="*/ 137385 w 1508539"/>
              <a:gd name="connsiteY127-44398" fmla="*/ 635218 h 6858000"/>
              <a:gd name="connsiteX128-44399" fmla="*/ 142396 w 1508539"/>
              <a:gd name="connsiteY128-44400" fmla="*/ 613763 h 6858000"/>
              <a:gd name="connsiteX129-44401" fmla="*/ 128338 w 1508539"/>
              <a:gd name="connsiteY129-44402" fmla="*/ 598582 h 6858000"/>
              <a:gd name="connsiteX130-44403" fmla="*/ 128019 w 1508539"/>
              <a:gd name="connsiteY130-44404" fmla="*/ 576846 h 6858000"/>
              <a:gd name="connsiteX131-44405" fmla="*/ 107645 w 1508539"/>
              <a:gd name="connsiteY131-44406" fmla="*/ 530055 h 6858000"/>
              <a:gd name="connsiteX132-44407" fmla="*/ 106893 w 1508539"/>
              <a:gd name="connsiteY132-44408" fmla="*/ 465389 h 6858000"/>
              <a:gd name="connsiteX133-44409" fmla="*/ 89816 w 1508539"/>
              <a:gd name="connsiteY133-44410" fmla="*/ 424699 h 6858000"/>
              <a:gd name="connsiteX134-44411" fmla="*/ 90191 w 1508539"/>
              <a:gd name="connsiteY134-44412" fmla="*/ 404917 h 6858000"/>
              <a:gd name="connsiteX135-44413" fmla="*/ 70148 w 1508539"/>
              <a:gd name="connsiteY135-44414" fmla="*/ 367211 h 6858000"/>
              <a:gd name="connsiteX136-44415" fmla="*/ 36452 w 1508539"/>
              <a:gd name="connsiteY136-44416" fmla="*/ 268519 h 6858000"/>
              <a:gd name="connsiteX137-44417" fmla="*/ 23935 w 1508539"/>
              <a:gd name="connsiteY137-44418" fmla="*/ 160886 h 6858000"/>
              <a:gd name="connsiteX138-44419" fmla="*/ 19312 w 1508539"/>
              <a:gd name="connsiteY138-44420" fmla="*/ 47336 h 6858000"/>
              <a:gd name="connsiteX139-44421" fmla="*/ 0 w 1508539"/>
              <a:gd name="connsiteY139-44422" fmla="*/ 0 h 6858000"/>
              <a:gd name="connsiteX0-44423" fmla="*/ 0 w 1508539"/>
              <a:gd name="connsiteY0-44424" fmla="*/ 0 h 6858000"/>
              <a:gd name="connsiteX1-44425" fmla="*/ 1508539 w 1508539"/>
              <a:gd name="connsiteY1-44426" fmla="*/ 0 h 6858000"/>
              <a:gd name="connsiteX2-44427" fmla="*/ 1508539 w 1508539"/>
              <a:gd name="connsiteY2-44428" fmla="*/ 6858000 h 6858000"/>
              <a:gd name="connsiteX3-44429" fmla="*/ 139560 w 1508539"/>
              <a:gd name="connsiteY3-44430" fmla="*/ 6857735 h 6858000"/>
              <a:gd name="connsiteX4-44431" fmla="*/ 128010 w 1508539"/>
              <a:gd name="connsiteY4-44432" fmla="*/ 6751578 h 6858000"/>
              <a:gd name="connsiteX5-44433" fmla="*/ 146674 w 1508539"/>
              <a:gd name="connsiteY5-44434" fmla="*/ 6696999 h 6858000"/>
              <a:gd name="connsiteX6-44435" fmla="*/ 170123 w 1508539"/>
              <a:gd name="connsiteY6-44436" fmla="*/ 6608101 h 6858000"/>
              <a:gd name="connsiteX7-44437" fmla="*/ 164588 w 1508539"/>
              <a:gd name="connsiteY7-44438" fmla="*/ 6568530 h 6858000"/>
              <a:gd name="connsiteX8-44439" fmla="*/ 166997 w 1508539"/>
              <a:gd name="connsiteY8-44440" fmla="*/ 6560674 h 6858000"/>
              <a:gd name="connsiteX9-44441" fmla="*/ 201349 w 1508539"/>
              <a:gd name="connsiteY9-44442" fmla="*/ 6530567 h 6858000"/>
              <a:gd name="connsiteX10-44443" fmla="*/ 215389 w 1508539"/>
              <a:gd name="connsiteY10-44444" fmla="*/ 6478062 h 6858000"/>
              <a:gd name="connsiteX11-44445" fmla="*/ 226078 w 1508539"/>
              <a:gd name="connsiteY11-44446" fmla="*/ 6460325 h 6858000"/>
              <a:gd name="connsiteX12-44447" fmla="*/ 233311 w 1508539"/>
              <a:gd name="connsiteY12-44448" fmla="*/ 6451488 h 6858000"/>
              <a:gd name="connsiteX13-44449" fmla="*/ 234746 w 1508539"/>
              <a:gd name="connsiteY13-44450" fmla="*/ 6451348 h 6858000"/>
              <a:gd name="connsiteX14-44451" fmla="*/ 239104 w 1508539"/>
              <a:gd name="connsiteY14-44452" fmla="*/ 6414240 h 6858000"/>
              <a:gd name="connsiteX15-44453" fmla="*/ 241880 w 1508539"/>
              <a:gd name="connsiteY15-44454" fmla="*/ 6384857 h 6858000"/>
              <a:gd name="connsiteX16-44455" fmla="*/ 240591 w 1508539"/>
              <a:gd name="connsiteY16-44456" fmla="*/ 6367510 h 6858000"/>
              <a:gd name="connsiteX17-44457" fmla="*/ 244471 w 1508539"/>
              <a:gd name="connsiteY17-44458" fmla="*/ 6349778 h 6858000"/>
              <a:gd name="connsiteX18-44459" fmla="*/ 246136 w 1508539"/>
              <a:gd name="connsiteY18-44460" fmla="*/ 6348250 h 6858000"/>
              <a:gd name="connsiteX19-44461" fmla="*/ 262170 w 1508539"/>
              <a:gd name="connsiteY19-44462" fmla="*/ 6281972 h 6858000"/>
              <a:gd name="connsiteX20-44463" fmla="*/ 290557 w 1508539"/>
              <a:gd name="connsiteY20-44464" fmla="*/ 6153037 h 6858000"/>
              <a:gd name="connsiteX21-44465" fmla="*/ 314428 w 1508539"/>
              <a:gd name="connsiteY21-44466" fmla="*/ 6113913 h 6858000"/>
              <a:gd name="connsiteX22-44467" fmla="*/ 318721 w 1508539"/>
              <a:gd name="connsiteY22-44468" fmla="*/ 6028119 h 6858000"/>
              <a:gd name="connsiteX23-44469" fmla="*/ 363126 w 1508539"/>
              <a:gd name="connsiteY23-44470" fmla="*/ 5934687 h 6858000"/>
              <a:gd name="connsiteX24-44471" fmla="*/ 408411 w 1508539"/>
              <a:gd name="connsiteY24-44472" fmla="*/ 5704905 h 6858000"/>
              <a:gd name="connsiteX25-44473" fmla="*/ 431404 w 1508539"/>
              <a:gd name="connsiteY25-44474" fmla="*/ 5665173 h 6858000"/>
              <a:gd name="connsiteX26-44475" fmla="*/ 465121 w 1508539"/>
              <a:gd name="connsiteY26-44476" fmla="*/ 5563435 h 6858000"/>
              <a:gd name="connsiteX27-44477" fmla="*/ 494626 w 1508539"/>
              <a:gd name="connsiteY27-44478" fmla="*/ 5476393 h 6858000"/>
              <a:gd name="connsiteX28-44479" fmla="*/ 525819 w 1508539"/>
              <a:gd name="connsiteY28-44480" fmla="*/ 5396260 h 6858000"/>
              <a:gd name="connsiteX29-44481" fmla="*/ 541800 w 1508539"/>
              <a:gd name="connsiteY29-44482" fmla="*/ 5330009 h 6858000"/>
              <a:gd name="connsiteX30-44483" fmla="*/ 575293 w 1508539"/>
              <a:gd name="connsiteY30-44484" fmla="*/ 5273739 h 6858000"/>
              <a:gd name="connsiteX31-44485" fmla="*/ 584892 w 1508539"/>
              <a:gd name="connsiteY31-44486" fmla="*/ 5241779 h 6858000"/>
              <a:gd name="connsiteX32-44487" fmla="*/ 596118 w 1508539"/>
              <a:gd name="connsiteY32-44488" fmla="*/ 5225268 h 6858000"/>
              <a:gd name="connsiteX33-44489" fmla="*/ 597138 w 1508539"/>
              <a:gd name="connsiteY33-44490" fmla="*/ 5217684 h 6858000"/>
              <a:gd name="connsiteX34-44491" fmla="*/ 604479 w 1508539"/>
              <a:gd name="connsiteY34-44492" fmla="*/ 5193377 h 6858000"/>
              <a:gd name="connsiteX35-44493" fmla="*/ 607782 w 1508539"/>
              <a:gd name="connsiteY35-44494" fmla="*/ 5179288 h 6858000"/>
              <a:gd name="connsiteX36-44495" fmla="*/ 608766 w 1508539"/>
              <a:gd name="connsiteY36-44496" fmla="*/ 5173621 h 6858000"/>
              <a:gd name="connsiteX37-44497" fmla="*/ 604400 w 1508539"/>
              <a:gd name="connsiteY37-44498" fmla="*/ 5159961 h 6858000"/>
              <a:gd name="connsiteX38-44499" fmla="*/ 611077 w 1508539"/>
              <a:gd name="connsiteY38-44500" fmla="*/ 5144295 h 6858000"/>
              <a:gd name="connsiteX39-44501" fmla="*/ 608010 w 1508539"/>
              <a:gd name="connsiteY39-44502" fmla="*/ 5125185 h 6858000"/>
              <a:gd name="connsiteX40-44503" fmla="*/ 614840 w 1508539"/>
              <a:gd name="connsiteY40-44504" fmla="*/ 5121884 h 6858000"/>
              <a:gd name="connsiteX41-44505" fmla="*/ 621876 w 1508539"/>
              <a:gd name="connsiteY41-44506" fmla="*/ 5067850 h 6858000"/>
              <a:gd name="connsiteX42-44507" fmla="*/ 624607 w 1508539"/>
              <a:gd name="connsiteY42-44508" fmla="*/ 5060861 h 6858000"/>
              <a:gd name="connsiteX43-44509" fmla="*/ 621311 w 1508539"/>
              <a:gd name="connsiteY43-44510" fmla="*/ 5034192 h 6858000"/>
              <a:gd name="connsiteX44-44511" fmla="*/ 622865 w 1508539"/>
              <a:gd name="connsiteY44-44512" fmla="*/ 4993030 h 6858000"/>
              <a:gd name="connsiteX45-44513" fmla="*/ 629774 w 1508539"/>
              <a:gd name="connsiteY45-44514" fmla="*/ 4946844 h 6858000"/>
              <a:gd name="connsiteX46-44515" fmla="*/ 625630 w 1508539"/>
              <a:gd name="connsiteY46-44516" fmla="*/ 4932692 h 6858000"/>
              <a:gd name="connsiteX47-44517" fmla="*/ 641033 w 1508539"/>
              <a:gd name="connsiteY47-44518" fmla="*/ 4858827 h 6858000"/>
              <a:gd name="connsiteX48-44519" fmla="*/ 646936 w 1508539"/>
              <a:gd name="connsiteY48-44520" fmla="*/ 4821170 h 6858000"/>
              <a:gd name="connsiteX49-44521" fmla="*/ 651669 w 1508539"/>
              <a:gd name="connsiteY49-44522" fmla="*/ 4780965 h 6858000"/>
              <a:gd name="connsiteX50-44523" fmla="*/ 652962 w 1508539"/>
              <a:gd name="connsiteY50-44524" fmla="*/ 4750867 h 6858000"/>
              <a:gd name="connsiteX51-44525" fmla="*/ 650769 w 1508539"/>
              <a:gd name="connsiteY51-44526" fmla="*/ 4690749 h 6858000"/>
              <a:gd name="connsiteX52-44527" fmla="*/ 646249 w 1508539"/>
              <a:gd name="connsiteY52-44528" fmla="*/ 4584173 h 6858000"/>
              <a:gd name="connsiteX53-44529" fmla="*/ 641332 w 1508539"/>
              <a:gd name="connsiteY53-44530" fmla="*/ 4444346 h 6858000"/>
              <a:gd name="connsiteX54-44531" fmla="*/ 637897 w 1508539"/>
              <a:gd name="connsiteY54-44532" fmla="*/ 4375228 h 6858000"/>
              <a:gd name="connsiteX55-44533" fmla="*/ 618550 w 1508539"/>
              <a:gd name="connsiteY55-44534" fmla="*/ 4214165 h 6858000"/>
              <a:gd name="connsiteX56-44535" fmla="*/ 622623 w 1508539"/>
              <a:gd name="connsiteY56-44536" fmla="*/ 4090296 h 6858000"/>
              <a:gd name="connsiteX57-44537" fmla="*/ 607879 w 1508539"/>
              <a:gd name="connsiteY57-44538" fmla="*/ 4033999 h 6858000"/>
              <a:gd name="connsiteX58-44539" fmla="*/ 609028 w 1508539"/>
              <a:gd name="connsiteY58-44540" fmla="*/ 4031933 h 6858000"/>
              <a:gd name="connsiteX59-44541" fmla="*/ 607604 w 1508539"/>
              <a:gd name="connsiteY59-44542" fmla="*/ 4013953 h 6858000"/>
              <a:gd name="connsiteX60-44543" fmla="*/ 593899 w 1508539"/>
              <a:gd name="connsiteY60-44544" fmla="*/ 3974753 h 6858000"/>
              <a:gd name="connsiteX61-44545" fmla="*/ 595497 w 1508539"/>
              <a:gd name="connsiteY61-44546" fmla="*/ 3969950 h 6858000"/>
              <a:gd name="connsiteX62-44547" fmla="*/ 588919 w 1508539"/>
              <a:gd name="connsiteY62-44548" fmla="*/ 3933779 h 6858000"/>
              <a:gd name="connsiteX63-44549" fmla="*/ 590250 w 1508539"/>
              <a:gd name="connsiteY63-44550" fmla="*/ 3933093 h 6858000"/>
              <a:gd name="connsiteX64-44551" fmla="*/ 594604 w 1508539"/>
              <a:gd name="connsiteY64-44552" fmla="*/ 3922082 h 6858000"/>
              <a:gd name="connsiteX65-44553" fmla="*/ 599682 w 1508539"/>
              <a:gd name="connsiteY65-44554" fmla="*/ 3901461 h 6858000"/>
              <a:gd name="connsiteX66-44555" fmla="*/ 622276 w 1508539"/>
              <a:gd name="connsiteY66-44556" fmla="*/ 3813873 h 6858000"/>
              <a:gd name="connsiteX67-44557" fmla="*/ 621701 w 1508539"/>
              <a:gd name="connsiteY67-44558" fmla="*/ 3806161 h 6858000"/>
              <a:gd name="connsiteX68-44559" fmla="*/ 622008 w 1508539"/>
              <a:gd name="connsiteY68-44560" fmla="*/ 3805957 h 6858000"/>
              <a:gd name="connsiteX69-44561" fmla="*/ 622035 w 1508539"/>
              <a:gd name="connsiteY69-44562" fmla="*/ 3797724 h 6858000"/>
              <a:gd name="connsiteX70-44563" fmla="*/ 620650 w 1508539"/>
              <a:gd name="connsiteY70-44564" fmla="*/ 3792098 h 6858000"/>
              <a:gd name="connsiteX71-44565" fmla="*/ 619534 w 1508539"/>
              <a:gd name="connsiteY71-44566" fmla="*/ 3777135 h 6858000"/>
              <a:gd name="connsiteX72-44567" fmla="*/ 621267 w 1508539"/>
              <a:gd name="connsiteY72-44568" fmla="*/ 3771656 h 6858000"/>
              <a:gd name="connsiteX73-44569" fmla="*/ 625010 w 1508539"/>
              <a:gd name="connsiteY73-44570" fmla="*/ 3769007 h 6858000"/>
              <a:gd name="connsiteX74-44571" fmla="*/ 624476 w 1508539"/>
              <a:gd name="connsiteY74-44572" fmla="*/ 3767709 h 6858000"/>
              <a:gd name="connsiteX75-44573" fmla="*/ 633172 w 1508539"/>
              <a:gd name="connsiteY75-44574" fmla="*/ 3738082 h 6858000"/>
              <a:gd name="connsiteX76-44575" fmla="*/ 640518 w 1508539"/>
              <a:gd name="connsiteY76-44576" fmla="*/ 3673397 h 6858000"/>
              <a:gd name="connsiteX77-44577" fmla="*/ 639814 w 1508539"/>
              <a:gd name="connsiteY77-44578" fmla="*/ 3637109 h 6858000"/>
              <a:gd name="connsiteX78-44579" fmla="*/ 643257 w 1508539"/>
              <a:gd name="connsiteY78-44580" fmla="*/ 3536883 h 6858000"/>
              <a:gd name="connsiteX79-44581" fmla="*/ 650795 w 1508539"/>
              <a:gd name="connsiteY79-44582" fmla="*/ 3435652 h 6858000"/>
              <a:gd name="connsiteX80-44583" fmla="*/ 652466 w 1508539"/>
              <a:gd name="connsiteY80-44584" fmla="*/ 3307769 h 6858000"/>
              <a:gd name="connsiteX81-44585" fmla="*/ 670029 w 1508539"/>
              <a:gd name="connsiteY81-44586" fmla="*/ 3250522 h 6858000"/>
              <a:gd name="connsiteX82-44587" fmla="*/ 670454 w 1508539"/>
              <a:gd name="connsiteY82-44588" fmla="*/ 3229163 h 6858000"/>
              <a:gd name="connsiteX83-44589" fmla="*/ 672277 w 1508539"/>
              <a:gd name="connsiteY83-44590" fmla="*/ 3217217 h 6858000"/>
              <a:gd name="connsiteX84-44591" fmla="*/ 659112 w 1508539"/>
              <a:gd name="connsiteY84-44592" fmla="*/ 3183755 h 6858000"/>
              <a:gd name="connsiteX85-44593" fmla="*/ 659613 w 1508539"/>
              <a:gd name="connsiteY85-44594" fmla="*/ 3178642 h 6858000"/>
              <a:gd name="connsiteX86-44595" fmla="*/ 647213 w 1508539"/>
              <a:gd name="connsiteY86-44596" fmla="*/ 3158586 h 6858000"/>
              <a:gd name="connsiteX87-44597" fmla="*/ 632398 w 1508539"/>
              <a:gd name="connsiteY87-44598" fmla="*/ 3129034 h 6858000"/>
              <a:gd name="connsiteX88-44599" fmla="*/ 633063 w 1508539"/>
              <a:gd name="connsiteY88-44600" fmla="*/ 3126682 h 6858000"/>
              <a:gd name="connsiteX89-44601" fmla="*/ 623931 w 1508539"/>
              <a:gd name="connsiteY89-44602" fmla="*/ 3114519 h 6858000"/>
              <a:gd name="connsiteX90-44603" fmla="*/ 610540 w 1508539"/>
              <a:gd name="connsiteY90-44604" fmla="*/ 3106272 h 6858000"/>
              <a:gd name="connsiteX91-44605" fmla="*/ 583270 w 1508539"/>
              <a:gd name="connsiteY91-44606" fmla="*/ 2958185 h 6858000"/>
              <a:gd name="connsiteX92-44607" fmla="*/ 525884 w 1508539"/>
              <a:gd name="connsiteY92-44608" fmla="*/ 2762989 h 6858000"/>
              <a:gd name="connsiteX93-44609" fmla="*/ 474802 w 1508539"/>
              <a:gd name="connsiteY93-44610" fmla="*/ 2554718 h 6858000"/>
              <a:gd name="connsiteX94-44611" fmla="*/ 454896 w 1508539"/>
              <a:gd name="connsiteY94-44612" fmla="*/ 2485734 h 6858000"/>
              <a:gd name="connsiteX95-44613" fmla="*/ 445619 w 1508539"/>
              <a:gd name="connsiteY95-44614" fmla="*/ 2447068 h 6858000"/>
              <a:gd name="connsiteX96-44615" fmla="*/ 432580 w 1508539"/>
              <a:gd name="connsiteY96-44616" fmla="*/ 2425819 h 6858000"/>
              <a:gd name="connsiteX97-44617" fmla="*/ 438579 w 1508539"/>
              <a:gd name="connsiteY97-44618" fmla="*/ 2402874 h 6858000"/>
              <a:gd name="connsiteX98-44619" fmla="*/ 441191 w 1508539"/>
              <a:gd name="connsiteY98-44620" fmla="*/ 2381443 h 6858000"/>
              <a:gd name="connsiteX99-44621" fmla="*/ 417520 w 1508539"/>
              <a:gd name="connsiteY99-44622" fmla="*/ 2261920 h 6858000"/>
              <a:gd name="connsiteX100-44623" fmla="*/ 407407 w 1508539"/>
              <a:gd name="connsiteY100-44624" fmla="*/ 2195378 h 6858000"/>
              <a:gd name="connsiteX101-44625" fmla="*/ 391624 w 1508539"/>
              <a:gd name="connsiteY101-44626" fmla="*/ 2155135 h 6858000"/>
              <a:gd name="connsiteX102-44627" fmla="*/ 389082 w 1508539"/>
              <a:gd name="connsiteY102-44628" fmla="*/ 2118008 h 6858000"/>
              <a:gd name="connsiteX103-44629" fmla="*/ 390075 w 1508539"/>
              <a:gd name="connsiteY103-44630" fmla="*/ 2050531 h 6858000"/>
              <a:gd name="connsiteX104-44631" fmla="*/ 381881 w 1508539"/>
              <a:gd name="connsiteY104-44632" fmla="*/ 1963269 h 6858000"/>
              <a:gd name="connsiteX105-44633" fmla="*/ 363059 w 1508539"/>
              <a:gd name="connsiteY105-44634" fmla="*/ 1906352 h 6858000"/>
              <a:gd name="connsiteX106-44635" fmla="*/ 339616 w 1508539"/>
              <a:gd name="connsiteY106-44636" fmla="*/ 1861531 h 6858000"/>
              <a:gd name="connsiteX107-44637" fmla="*/ 293415 w 1508539"/>
              <a:gd name="connsiteY107-44638" fmla="*/ 1732919 h 6858000"/>
              <a:gd name="connsiteX108-44639" fmla="*/ 265726 w 1508539"/>
              <a:gd name="connsiteY108-44640" fmla="*/ 1663540 h 6858000"/>
              <a:gd name="connsiteX109-44641" fmla="*/ 264852 w 1508539"/>
              <a:gd name="connsiteY109-44642" fmla="*/ 1615777 h 6858000"/>
              <a:gd name="connsiteX110-44643" fmla="*/ 245647 w 1508539"/>
              <a:gd name="connsiteY110-44644" fmla="*/ 1563678 h 6858000"/>
              <a:gd name="connsiteX111-44645" fmla="*/ 258727 w 1508539"/>
              <a:gd name="connsiteY111-44646" fmla="*/ 1519474 h 6858000"/>
              <a:gd name="connsiteX112-44647" fmla="*/ 251469 w 1508539"/>
              <a:gd name="connsiteY112-44648" fmla="*/ 1477995 h 6858000"/>
              <a:gd name="connsiteX113-44649" fmla="*/ 237554 w 1508539"/>
              <a:gd name="connsiteY113-44650" fmla="*/ 1373769 h 6858000"/>
              <a:gd name="connsiteX114-44651" fmla="*/ 245861 w 1508539"/>
              <a:gd name="connsiteY114-44652" fmla="*/ 1307086 h 6858000"/>
              <a:gd name="connsiteX115-44653" fmla="*/ 247049 w 1508539"/>
              <a:gd name="connsiteY115-44654" fmla="*/ 1189033 h 6858000"/>
              <a:gd name="connsiteX116-44655" fmla="*/ 251734 w 1508539"/>
              <a:gd name="connsiteY116-44656" fmla="*/ 1168288 h 6858000"/>
              <a:gd name="connsiteX117-44657" fmla="*/ 244016 w 1508539"/>
              <a:gd name="connsiteY117-44658" fmla="*/ 1142577 h 6858000"/>
              <a:gd name="connsiteX118-44659" fmla="*/ 233322 w 1508539"/>
              <a:gd name="connsiteY118-44660" fmla="*/ 1088484 h 6858000"/>
              <a:gd name="connsiteX119-44661" fmla="*/ 222058 w 1508539"/>
              <a:gd name="connsiteY119-44662" fmla="*/ 1016103 h 6858000"/>
              <a:gd name="connsiteX120-44663" fmla="*/ 223514 w 1508539"/>
              <a:gd name="connsiteY120-44664" fmla="*/ 932283 h 6858000"/>
              <a:gd name="connsiteX121-44665" fmla="*/ 225750 w 1508539"/>
              <a:gd name="connsiteY121-44666" fmla="*/ 915925 h 6858000"/>
              <a:gd name="connsiteX122-44667" fmla="*/ 218379 w 1508539"/>
              <a:gd name="connsiteY122-44668" fmla="*/ 896999 h 6858000"/>
              <a:gd name="connsiteX123-44669" fmla="*/ 187787 w 1508539"/>
              <a:gd name="connsiteY123-44670" fmla="*/ 821517 h 6858000"/>
              <a:gd name="connsiteX124-44671" fmla="*/ 166737 w 1508539"/>
              <a:gd name="connsiteY124-44672" fmla="*/ 751353 h 6858000"/>
              <a:gd name="connsiteX125-44673" fmla="*/ 166295 w 1508539"/>
              <a:gd name="connsiteY125-44674" fmla="*/ 721230 h 6858000"/>
              <a:gd name="connsiteX126-44675" fmla="*/ 151966 w 1508539"/>
              <a:gd name="connsiteY126-44676" fmla="*/ 681659 h 6858000"/>
              <a:gd name="connsiteX127-44677" fmla="*/ 137385 w 1508539"/>
              <a:gd name="connsiteY127-44678" fmla="*/ 635218 h 6858000"/>
              <a:gd name="connsiteX128-44679" fmla="*/ 142396 w 1508539"/>
              <a:gd name="connsiteY128-44680" fmla="*/ 613763 h 6858000"/>
              <a:gd name="connsiteX129-44681" fmla="*/ 128338 w 1508539"/>
              <a:gd name="connsiteY129-44682" fmla="*/ 598582 h 6858000"/>
              <a:gd name="connsiteX130-44683" fmla="*/ 128019 w 1508539"/>
              <a:gd name="connsiteY130-44684" fmla="*/ 576846 h 6858000"/>
              <a:gd name="connsiteX131-44685" fmla="*/ 107645 w 1508539"/>
              <a:gd name="connsiteY131-44686" fmla="*/ 530055 h 6858000"/>
              <a:gd name="connsiteX132-44687" fmla="*/ 106893 w 1508539"/>
              <a:gd name="connsiteY132-44688" fmla="*/ 465389 h 6858000"/>
              <a:gd name="connsiteX133-44689" fmla="*/ 89816 w 1508539"/>
              <a:gd name="connsiteY133-44690" fmla="*/ 424699 h 6858000"/>
              <a:gd name="connsiteX134-44691" fmla="*/ 90191 w 1508539"/>
              <a:gd name="connsiteY134-44692" fmla="*/ 404917 h 6858000"/>
              <a:gd name="connsiteX135-44693" fmla="*/ 70148 w 1508539"/>
              <a:gd name="connsiteY135-44694" fmla="*/ 367211 h 6858000"/>
              <a:gd name="connsiteX136-44695" fmla="*/ 36452 w 1508539"/>
              <a:gd name="connsiteY136-44696" fmla="*/ 268519 h 6858000"/>
              <a:gd name="connsiteX137-44697" fmla="*/ 23935 w 1508539"/>
              <a:gd name="connsiteY137-44698" fmla="*/ 160886 h 6858000"/>
              <a:gd name="connsiteX138-44699" fmla="*/ 19312 w 1508539"/>
              <a:gd name="connsiteY138-44700" fmla="*/ 47336 h 6858000"/>
              <a:gd name="connsiteX139-44701" fmla="*/ 0 w 1508539"/>
              <a:gd name="connsiteY139-44702" fmla="*/ 0 h 6858000"/>
              <a:gd name="connsiteX0-44703" fmla="*/ 0 w 1508539"/>
              <a:gd name="connsiteY0-44704" fmla="*/ 0 h 6858000"/>
              <a:gd name="connsiteX1-44705" fmla="*/ 1508539 w 1508539"/>
              <a:gd name="connsiteY1-44706" fmla="*/ 0 h 6858000"/>
              <a:gd name="connsiteX2-44707" fmla="*/ 1508539 w 1508539"/>
              <a:gd name="connsiteY2-44708" fmla="*/ 6858000 h 6858000"/>
              <a:gd name="connsiteX3-44709" fmla="*/ 139560 w 1508539"/>
              <a:gd name="connsiteY3-44710" fmla="*/ 6857735 h 6858000"/>
              <a:gd name="connsiteX4-44711" fmla="*/ 128010 w 1508539"/>
              <a:gd name="connsiteY4-44712" fmla="*/ 6751578 h 6858000"/>
              <a:gd name="connsiteX5-44713" fmla="*/ 149611 w 1508539"/>
              <a:gd name="connsiteY5-44714" fmla="*/ 6666145 h 6858000"/>
              <a:gd name="connsiteX6-44715" fmla="*/ 170123 w 1508539"/>
              <a:gd name="connsiteY6-44716" fmla="*/ 6608101 h 6858000"/>
              <a:gd name="connsiteX7-44717" fmla="*/ 164588 w 1508539"/>
              <a:gd name="connsiteY7-44718" fmla="*/ 6568530 h 6858000"/>
              <a:gd name="connsiteX8-44719" fmla="*/ 166997 w 1508539"/>
              <a:gd name="connsiteY8-44720" fmla="*/ 6560674 h 6858000"/>
              <a:gd name="connsiteX9-44721" fmla="*/ 201349 w 1508539"/>
              <a:gd name="connsiteY9-44722" fmla="*/ 6530567 h 6858000"/>
              <a:gd name="connsiteX10-44723" fmla="*/ 215389 w 1508539"/>
              <a:gd name="connsiteY10-44724" fmla="*/ 6478062 h 6858000"/>
              <a:gd name="connsiteX11-44725" fmla="*/ 226078 w 1508539"/>
              <a:gd name="connsiteY11-44726" fmla="*/ 6460325 h 6858000"/>
              <a:gd name="connsiteX12-44727" fmla="*/ 233311 w 1508539"/>
              <a:gd name="connsiteY12-44728" fmla="*/ 6451488 h 6858000"/>
              <a:gd name="connsiteX13-44729" fmla="*/ 234746 w 1508539"/>
              <a:gd name="connsiteY13-44730" fmla="*/ 6451348 h 6858000"/>
              <a:gd name="connsiteX14-44731" fmla="*/ 239104 w 1508539"/>
              <a:gd name="connsiteY14-44732" fmla="*/ 6414240 h 6858000"/>
              <a:gd name="connsiteX15-44733" fmla="*/ 241880 w 1508539"/>
              <a:gd name="connsiteY15-44734" fmla="*/ 6384857 h 6858000"/>
              <a:gd name="connsiteX16-44735" fmla="*/ 240591 w 1508539"/>
              <a:gd name="connsiteY16-44736" fmla="*/ 6367510 h 6858000"/>
              <a:gd name="connsiteX17-44737" fmla="*/ 244471 w 1508539"/>
              <a:gd name="connsiteY17-44738" fmla="*/ 6349778 h 6858000"/>
              <a:gd name="connsiteX18-44739" fmla="*/ 246136 w 1508539"/>
              <a:gd name="connsiteY18-44740" fmla="*/ 6348250 h 6858000"/>
              <a:gd name="connsiteX19-44741" fmla="*/ 262170 w 1508539"/>
              <a:gd name="connsiteY19-44742" fmla="*/ 6281972 h 6858000"/>
              <a:gd name="connsiteX20-44743" fmla="*/ 290557 w 1508539"/>
              <a:gd name="connsiteY20-44744" fmla="*/ 6153037 h 6858000"/>
              <a:gd name="connsiteX21-44745" fmla="*/ 314428 w 1508539"/>
              <a:gd name="connsiteY21-44746" fmla="*/ 6113913 h 6858000"/>
              <a:gd name="connsiteX22-44747" fmla="*/ 318721 w 1508539"/>
              <a:gd name="connsiteY22-44748" fmla="*/ 6028119 h 6858000"/>
              <a:gd name="connsiteX23-44749" fmla="*/ 363126 w 1508539"/>
              <a:gd name="connsiteY23-44750" fmla="*/ 5934687 h 6858000"/>
              <a:gd name="connsiteX24-44751" fmla="*/ 408411 w 1508539"/>
              <a:gd name="connsiteY24-44752" fmla="*/ 5704905 h 6858000"/>
              <a:gd name="connsiteX25-44753" fmla="*/ 431404 w 1508539"/>
              <a:gd name="connsiteY25-44754" fmla="*/ 5665173 h 6858000"/>
              <a:gd name="connsiteX26-44755" fmla="*/ 465121 w 1508539"/>
              <a:gd name="connsiteY26-44756" fmla="*/ 5563435 h 6858000"/>
              <a:gd name="connsiteX27-44757" fmla="*/ 494626 w 1508539"/>
              <a:gd name="connsiteY27-44758" fmla="*/ 5476393 h 6858000"/>
              <a:gd name="connsiteX28-44759" fmla="*/ 525819 w 1508539"/>
              <a:gd name="connsiteY28-44760" fmla="*/ 5396260 h 6858000"/>
              <a:gd name="connsiteX29-44761" fmla="*/ 541800 w 1508539"/>
              <a:gd name="connsiteY29-44762" fmla="*/ 5330009 h 6858000"/>
              <a:gd name="connsiteX30-44763" fmla="*/ 575293 w 1508539"/>
              <a:gd name="connsiteY30-44764" fmla="*/ 5273739 h 6858000"/>
              <a:gd name="connsiteX31-44765" fmla="*/ 584892 w 1508539"/>
              <a:gd name="connsiteY31-44766" fmla="*/ 5241779 h 6858000"/>
              <a:gd name="connsiteX32-44767" fmla="*/ 596118 w 1508539"/>
              <a:gd name="connsiteY32-44768" fmla="*/ 5225268 h 6858000"/>
              <a:gd name="connsiteX33-44769" fmla="*/ 597138 w 1508539"/>
              <a:gd name="connsiteY33-44770" fmla="*/ 5217684 h 6858000"/>
              <a:gd name="connsiteX34-44771" fmla="*/ 604479 w 1508539"/>
              <a:gd name="connsiteY34-44772" fmla="*/ 5193377 h 6858000"/>
              <a:gd name="connsiteX35-44773" fmla="*/ 607782 w 1508539"/>
              <a:gd name="connsiteY35-44774" fmla="*/ 5179288 h 6858000"/>
              <a:gd name="connsiteX36-44775" fmla="*/ 608766 w 1508539"/>
              <a:gd name="connsiteY36-44776" fmla="*/ 5173621 h 6858000"/>
              <a:gd name="connsiteX37-44777" fmla="*/ 604400 w 1508539"/>
              <a:gd name="connsiteY37-44778" fmla="*/ 5159961 h 6858000"/>
              <a:gd name="connsiteX38-44779" fmla="*/ 611077 w 1508539"/>
              <a:gd name="connsiteY38-44780" fmla="*/ 5144295 h 6858000"/>
              <a:gd name="connsiteX39-44781" fmla="*/ 608010 w 1508539"/>
              <a:gd name="connsiteY39-44782" fmla="*/ 5125185 h 6858000"/>
              <a:gd name="connsiteX40-44783" fmla="*/ 614840 w 1508539"/>
              <a:gd name="connsiteY40-44784" fmla="*/ 5121884 h 6858000"/>
              <a:gd name="connsiteX41-44785" fmla="*/ 621876 w 1508539"/>
              <a:gd name="connsiteY41-44786" fmla="*/ 5067850 h 6858000"/>
              <a:gd name="connsiteX42-44787" fmla="*/ 624607 w 1508539"/>
              <a:gd name="connsiteY42-44788" fmla="*/ 5060861 h 6858000"/>
              <a:gd name="connsiteX43-44789" fmla="*/ 621311 w 1508539"/>
              <a:gd name="connsiteY43-44790" fmla="*/ 5034192 h 6858000"/>
              <a:gd name="connsiteX44-44791" fmla="*/ 622865 w 1508539"/>
              <a:gd name="connsiteY44-44792" fmla="*/ 4993030 h 6858000"/>
              <a:gd name="connsiteX45-44793" fmla="*/ 629774 w 1508539"/>
              <a:gd name="connsiteY45-44794" fmla="*/ 4946844 h 6858000"/>
              <a:gd name="connsiteX46-44795" fmla="*/ 625630 w 1508539"/>
              <a:gd name="connsiteY46-44796" fmla="*/ 4932692 h 6858000"/>
              <a:gd name="connsiteX47-44797" fmla="*/ 641033 w 1508539"/>
              <a:gd name="connsiteY47-44798" fmla="*/ 4858827 h 6858000"/>
              <a:gd name="connsiteX48-44799" fmla="*/ 646936 w 1508539"/>
              <a:gd name="connsiteY48-44800" fmla="*/ 4821170 h 6858000"/>
              <a:gd name="connsiteX49-44801" fmla="*/ 651669 w 1508539"/>
              <a:gd name="connsiteY49-44802" fmla="*/ 4780965 h 6858000"/>
              <a:gd name="connsiteX50-44803" fmla="*/ 652962 w 1508539"/>
              <a:gd name="connsiteY50-44804" fmla="*/ 4750867 h 6858000"/>
              <a:gd name="connsiteX51-44805" fmla="*/ 650769 w 1508539"/>
              <a:gd name="connsiteY51-44806" fmla="*/ 4690749 h 6858000"/>
              <a:gd name="connsiteX52-44807" fmla="*/ 646249 w 1508539"/>
              <a:gd name="connsiteY52-44808" fmla="*/ 4584173 h 6858000"/>
              <a:gd name="connsiteX53-44809" fmla="*/ 641332 w 1508539"/>
              <a:gd name="connsiteY53-44810" fmla="*/ 4444346 h 6858000"/>
              <a:gd name="connsiteX54-44811" fmla="*/ 637897 w 1508539"/>
              <a:gd name="connsiteY54-44812" fmla="*/ 4375228 h 6858000"/>
              <a:gd name="connsiteX55-44813" fmla="*/ 618550 w 1508539"/>
              <a:gd name="connsiteY55-44814" fmla="*/ 4214165 h 6858000"/>
              <a:gd name="connsiteX56-44815" fmla="*/ 622623 w 1508539"/>
              <a:gd name="connsiteY56-44816" fmla="*/ 4090296 h 6858000"/>
              <a:gd name="connsiteX57-44817" fmla="*/ 607879 w 1508539"/>
              <a:gd name="connsiteY57-44818" fmla="*/ 4033999 h 6858000"/>
              <a:gd name="connsiteX58-44819" fmla="*/ 609028 w 1508539"/>
              <a:gd name="connsiteY58-44820" fmla="*/ 4031933 h 6858000"/>
              <a:gd name="connsiteX59-44821" fmla="*/ 607604 w 1508539"/>
              <a:gd name="connsiteY59-44822" fmla="*/ 4013953 h 6858000"/>
              <a:gd name="connsiteX60-44823" fmla="*/ 593899 w 1508539"/>
              <a:gd name="connsiteY60-44824" fmla="*/ 3974753 h 6858000"/>
              <a:gd name="connsiteX61-44825" fmla="*/ 595497 w 1508539"/>
              <a:gd name="connsiteY61-44826" fmla="*/ 3969950 h 6858000"/>
              <a:gd name="connsiteX62-44827" fmla="*/ 588919 w 1508539"/>
              <a:gd name="connsiteY62-44828" fmla="*/ 3933779 h 6858000"/>
              <a:gd name="connsiteX63-44829" fmla="*/ 590250 w 1508539"/>
              <a:gd name="connsiteY63-44830" fmla="*/ 3933093 h 6858000"/>
              <a:gd name="connsiteX64-44831" fmla="*/ 594604 w 1508539"/>
              <a:gd name="connsiteY64-44832" fmla="*/ 3922082 h 6858000"/>
              <a:gd name="connsiteX65-44833" fmla="*/ 599682 w 1508539"/>
              <a:gd name="connsiteY65-44834" fmla="*/ 3901461 h 6858000"/>
              <a:gd name="connsiteX66-44835" fmla="*/ 622276 w 1508539"/>
              <a:gd name="connsiteY66-44836" fmla="*/ 3813873 h 6858000"/>
              <a:gd name="connsiteX67-44837" fmla="*/ 621701 w 1508539"/>
              <a:gd name="connsiteY67-44838" fmla="*/ 3806161 h 6858000"/>
              <a:gd name="connsiteX68-44839" fmla="*/ 622008 w 1508539"/>
              <a:gd name="connsiteY68-44840" fmla="*/ 3805957 h 6858000"/>
              <a:gd name="connsiteX69-44841" fmla="*/ 622035 w 1508539"/>
              <a:gd name="connsiteY69-44842" fmla="*/ 3797724 h 6858000"/>
              <a:gd name="connsiteX70-44843" fmla="*/ 620650 w 1508539"/>
              <a:gd name="connsiteY70-44844" fmla="*/ 3792098 h 6858000"/>
              <a:gd name="connsiteX71-44845" fmla="*/ 619534 w 1508539"/>
              <a:gd name="connsiteY71-44846" fmla="*/ 3777135 h 6858000"/>
              <a:gd name="connsiteX72-44847" fmla="*/ 621267 w 1508539"/>
              <a:gd name="connsiteY72-44848" fmla="*/ 3771656 h 6858000"/>
              <a:gd name="connsiteX73-44849" fmla="*/ 625010 w 1508539"/>
              <a:gd name="connsiteY73-44850" fmla="*/ 3769007 h 6858000"/>
              <a:gd name="connsiteX74-44851" fmla="*/ 624476 w 1508539"/>
              <a:gd name="connsiteY74-44852" fmla="*/ 3767709 h 6858000"/>
              <a:gd name="connsiteX75-44853" fmla="*/ 633172 w 1508539"/>
              <a:gd name="connsiteY75-44854" fmla="*/ 3738082 h 6858000"/>
              <a:gd name="connsiteX76-44855" fmla="*/ 640518 w 1508539"/>
              <a:gd name="connsiteY76-44856" fmla="*/ 3673397 h 6858000"/>
              <a:gd name="connsiteX77-44857" fmla="*/ 639814 w 1508539"/>
              <a:gd name="connsiteY77-44858" fmla="*/ 3637109 h 6858000"/>
              <a:gd name="connsiteX78-44859" fmla="*/ 643257 w 1508539"/>
              <a:gd name="connsiteY78-44860" fmla="*/ 3536883 h 6858000"/>
              <a:gd name="connsiteX79-44861" fmla="*/ 650795 w 1508539"/>
              <a:gd name="connsiteY79-44862" fmla="*/ 3435652 h 6858000"/>
              <a:gd name="connsiteX80-44863" fmla="*/ 652466 w 1508539"/>
              <a:gd name="connsiteY80-44864" fmla="*/ 3307769 h 6858000"/>
              <a:gd name="connsiteX81-44865" fmla="*/ 670029 w 1508539"/>
              <a:gd name="connsiteY81-44866" fmla="*/ 3250522 h 6858000"/>
              <a:gd name="connsiteX82-44867" fmla="*/ 670454 w 1508539"/>
              <a:gd name="connsiteY82-44868" fmla="*/ 3229163 h 6858000"/>
              <a:gd name="connsiteX83-44869" fmla="*/ 672277 w 1508539"/>
              <a:gd name="connsiteY83-44870" fmla="*/ 3217217 h 6858000"/>
              <a:gd name="connsiteX84-44871" fmla="*/ 659112 w 1508539"/>
              <a:gd name="connsiteY84-44872" fmla="*/ 3183755 h 6858000"/>
              <a:gd name="connsiteX85-44873" fmla="*/ 659613 w 1508539"/>
              <a:gd name="connsiteY85-44874" fmla="*/ 3178642 h 6858000"/>
              <a:gd name="connsiteX86-44875" fmla="*/ 647213 w 1508539"/>
              <a:gd name="connsiteY86-44876" fmla="*/ 3158586 h 6858000"/>
              <a:gd name="connsiteX87-44877" fmla="*/ 632398 w 1508539"/>
              <a:gd name="connsiteY87-44878" fmla="*/ 3129034 h 6858000"/>
              <a:gd name="connsiteX88-44879" fmla="*/ 633063 w 1508539"/>
              <a:gd name="connsiteY88-44880" fmla="*/ 3126682 h 6858000"/>
              <a:gd name="connsiteX89-44881" fmla="*/ 623931 w 1508539"/>
              <a:gd name="connsiteY89-44882" fmla="*/ 3114519 h 6858000"/>
              <a:gd name="connsiteX90-44883" fmla="*/ 610540 w 1508539"/>
              <a:gd name="connsiteY90-44884" fmla="*/ 3106272 h 6858000"/>
              <a:gd name="connsiteX91-44885" fmla="*/ 583270 w 1508539"/>
              <a:gd name="connsiteY91-44886" fmla="*/ 2958185 h 6858000"/>
              <a:gd name="connsiteX92-44887" fmla="*/ 525884 w 1508539"/>
              <a:gd name="connsiteY92-44888" fmla="*/ 2762989 h 6858000"/>
              <a:gd name="connsiteX93-44889" fmla="*/ 474802 w 1508539"/>
              <a:gd name="connsiteY93-44890" fmla="*/ 2554718 h 6858000"/>
              <a:gd name="connsiteX94-44891" fmla="*/ 454896 w 1508539"/>
              <a:gd name="connsiteY94-44892" fmla="*/ 2485734 h 6858000"/>
              <a:gd name="connsiteX95-44893" fmla="*/ 445619 w 1508539"/>
              <a:gd name="connsiteY95-44894" fmla="*/ 2447068 h 6858000"/>
              <a:gd name="connsiteX96-44895" fmla="*/ 432580 w 1508539"/>
              <a:gd name="connsiteY96-44896" fmla="*/ 2425819 h 6858000"/>
              <a:gd name="connsiteX97-44897" fmla="*/ 438579 w 1508539"/>
              <a:gd name="connsiteY97-44898" fmla="*/ 2402874 h 6858000"/>
              <a:gd name="connsiteX98-44899" fmla="*/ 441191 w 1508539"/>
              <a:gd name="connsiteY98-44900" fmla="*/ 2381443 h 6858000"/>
              <a:gd name="connsiteX99-44901" fmla="*/ 417520 w 1508539"/>
              <a:gd name="connsiteY99-44902" fmla="*/ 2261920 h 6858000"/>
              <a:gd name="connsiteX100-44903" fmla="*/ 407407 w 1508539"/>
              <a:gd name="connsiteY100-44904" fmla="*/ 2195378 h 6858000"/>
              <a:gd name="connsiteX101-44905" fmla="*/ 391624 w 1508539"/>
              <a:gd name="connsiteY101-44906" fmla="*/ 2155135 h 6858000"/>
              <a:gd name="connsiteX102-44907" fmla="*/ 389082 w 1508539"/>
              <a:gd name="connsiteY102-44908" fmla="*/ 2118008 h 6858000"/>
              <a:gd name="connsiteX103-44909" fmla="*/ 390075 w 1508539"/>
              <a:gd name="connsiteY103-44910" fmla="*/ 2050531 h 6858000"/>
              <a:gd name="connsiteX104-44911" fmla="*/ 381881 w 1508539"/>
              <a:gd name="connsiteY104-44912" fmla="*/ 1963269 h 6858000"/>
              <a:gd name="connsiteX105-44913" fmla="*/ 363059 w 1508539"/>
              <a:gd name="connsiteY105-44914" fmla="*/ 1906352 h 6858000"/>
              <a:gd name="connsiteX106-44915" fmla="*/ 339616 w 1508539"/>
              <a:gd name="connsiteY106-44916" fmla="*/ 1861531 h 6858000"/>
              <a:gd name="connsiteX107-44917" fmla="*/ 293415 w 1508539"/>
              <a:gd name="connsiteY107-44918" fmla="*/ 1732919 h 6858000"/>
              <a:gd name="connsiteX108-44919" fmla="*/ 265726 w 1508539"/>
              <a:gd name="connsiteY108-44920" fmla="*/ 1663540 h 6858000"/>
              <a:gd name="connsiteX109-44921" fmla="*/ 264852 w 1508539"/>
              <a:gd name="connsiteY109-44922" fmla="*/ 1615777 h 6858000"/>
              <a:gd name="connsiteX110-44923" fmla="*/ 245647 w 1508539"/>
              <a:gd name="connsiteY110-44924" fmla="*/ 1563678 h 6858000"/>
              <a:gd name="connsiteX111-44925" fmla="*/ 258727 w 1508539"/>
              <a:gd name="connsiteY111-44926" fmla="*/ 1519474 h 6858000"/>
              <a:gd name="connsiteX112-44927" fmla="*/ 251469 w 1508539"/>
              <a:gd name="connsiteY112-44928" fmla="*/ 1477995 h 6858000"/>
              <a:gd name="connsiteX113-44929" fmla="*/ 237554 w 1508539"/>
              <a:gd name="connsiteY113-44930" fmla="*/ 1373769 h 6858000"/>
              <a:gd name="connsiteX114-44931" fmla="*/ 245861 w 1508539"/>
              <a:gd name="connsiteY114-44932" fmla="*/ 1307086 h 6858000"/>
              <a:gd name="connsiteX115-44933" fmla="*/ 247049 w 1508539"/>
              <a:gd name="connsiteY115-44934" fmla="*/ 1189033 h 6858000"/>
              <a:gd name="connsiteX116-44935" fmla="*/ 251734 w 1508539"/>
              <a:gd name="connsiteY116-44936" fmla="*/ 1168288 h 6858000"/>
              <a:gd name="connsiteX117-44937" fmla="*/ 244016 w 1508539"/>
              <a:gd name="connsiteY117-44938" fmla="*/ 1142577 h 6858000"/>
              <a:gd name="connsiteX118-44939" fmla="*/ 233322 w 1508539"/>
              <a:gd name="connsiteY118-44940" fmla="*/ 1088484 h 6858000"/>
              <a:gd name="connsiteX119-44941" fmla="*/ 222058 w 1508539"/>
              <a:gd name="connsiteY119-44942" fmla="*/ 1016103 h 6858000"/>
              <a:gd name="connsiteX120-44943" fmla="*/ 223514 w 1508539"/>
              <a:gd name="connsiteY120-44944" fmla="*/ 932283 h 6858000"/>
              <a:gd name="connsiteX121-44945" fmla="*/ 225750 w 1508539"/>
              <a:gd name="connsiteY121-44946" fmla="*/ 915925 h 6858000"/>
              <a:gd name="connsiteX122-44947" fmla="*/ 218379 w 1508539"/>
              <a:gd name="connsiteY122-44948" fmla="*/ 896999 h 6858000"/>
              <a:gd name="connsiteX123-44949" fmla="*/ 187787 w 1508539"/>
              <a:gd name="connsiteY123-44950" fmla="*/ 821517 h 6858000"/>
              <a:gd name="connsiteX124-44951" fmla="*/ 166737 w 1508539"/>
              <a:gd name="connsiteY124-44952" fmla="*/ 751353 h 6858000"/>
              <a:gd name="connsiteX125-44953" fmla="*/ 166295 w 1508539"/>
              <a:gd name="connsiteY125-44954" fmla="*/ 721230 h 6858000"/>
              <a:gd name="connsiteX126-44955" fmla="*/ 151966 w 1508539"/>
              <a:gd name="connsiteY126-44956" fmla="*/ 681659 h 6858000"/>
              <a:gd name="connsiteX127-44957" fmla="*/ 137385 w 1508539"/>
              <a:gd name="connsiteY127-44958" fmla="*/ 635218 h 6858000"/>
              <a:gd name="connsiteX128-44959" fmla="*/ 142396 w 1508539"/>
              <a:gd name="connsiteY128-44960" fmla="*/ 613763 h 6858000"/>
              <a:gd name="connsiteX129-44961" fmla="*/ 128338 w 1508539"/>
              <a:gd name="connsiteY129-44962" fmla="*/ 598582 h 6858000"/>
              <a:gd name="connsiteX130-44963" fmla="*/ 128019 w 1508539"/>
              <a:gd name="connsiteY130-44964" fmla="*/ 576846 h 6858000"/>
              <a:gd name="connsiteX131-44965" fmla="*/ 107645 w 1508539"/>
              <a:gd name="connsiteY131-44966" fmla="*/ 530055 h 6858000"/>
              <a:gd name="connsiteX132-44967" fmla="*/ 106893 w 1508539"/>
              <a:gd name="connsiteY132-44968" fmla="*/ 465389 h 6858000"/>
              <a:gd name="connsiteX133-44969" fmla="*/ 89816 w 1508539"/>
              <a:gd name="connsiteY133-44970" fmla="*/ 424699 h 6858000"/>
              <a:gd name="connsiteX134-44971" fmla="*/ 90191 w 1508539"/>
              <a:gd name="connsiteY134-44972" fmla="*/ 404917 h 6858000"/>
              <a:gd name="connsiteX135-44973" fmla="*/ 70148 w 1508539"/>
              <a:gd name="connsiteY135-44974" fmla="*/ 367211 h 6858000"/>
              <a:gd name="connsiteX136-44975" fmla="*/ 36452 w 1508539"/>
              <a:gd name="connsiteY136-44976" fmla="*/ 268519 h 6858000"/>
              <a:gd name="connsiteX137-44977" fmla="*/ 23935 w 1508539"/>
              <a:gd name="connsiteY137-44978" fmla="*/ 160886 h 6858000"/>
              <a:gd name="connsiteX138-44979" fmla="*/ 19312 w 1508539"/>
              <a:gd name="connsiteY138-44980" fmla="*/ 47336 h 6858000"/>
              <a:gd name="connsiteX139-44981" fmla="*/ 0 w 1508539"/>
              <a:gd name="connsiteY139-44982" fmla="*/ 0 h 6858000"/>
              <a:gd name="connsiteX0-44983" fmla="*/ 0 w 1508539"/>
              <a:gd name="connsiteY0-44984" fmla="*/ 0 h 6858000"/>
              <a:gd name="connsiteX1-44985" fmla="*/ 1508539 w 1508539"/>
              <a:gd name="connsiteY1-44986" fmla="*/ 0 h 6858000"/>
              <a:gd name="connsiteX2-44987" fmla="*/ 1508539 w 1508539"/>
              <a:gd name="connsiteY2-44988" fmla="*/ 6858000 h 6858000"/>
              <a:gd name="connsiteX3-44989" fmla="*/ 139560 w 1508539"/>
              <a:gd name="connsiteY3-44990" fmla="*/ 6857735 h 6858000"/>
              <a:gd name="connsiteX4-44991" fmla="*/ 133885 w 1508539"/>
              <a:gd name="connsiteY4-44992" fmla="*/ 6729139 h 6858000"/>
              <a:gd name="connsiteX5-44993" fmla="*/ 149611 w 1508539"/>
              <a:gd name="connsiteY5-44994" fmla="*/ 6666145 h 6858000"/>
              <a:gd name="connsiteX6-44995" fmla="*/ 170123 w 1508539"/>
              <a:gd name="connsiteY6-44996" fmla="*/ 6608101 h 6858000"/>
              <a:gd name="connsiteX7-44997" fmla="*/ 164588 w 1508539"/>
              <a:gd name="connsiteY7-44998" fmla="*/ 6568530 h 6858000"/>
              <a:gd name="connsiteX8-44999" fmla="*/ 166997 w 1508539"/>
              <a:gd name="connsiteY8-45000" fmla="*/ 6560674 h 6858000"/>
              <a:gd name="connsiteX9-45001" fmla="*/ 201349 w 1508539"/>
              <a:gd name="connsiteY9-45002" fmla="*/ 6530567 h 6858000"/>
              <a:gd name="connsiteX10-45003" fmla="*/ 215389 w 1508539"/>
              <a:gd name="connsiteY10-45004" fmla="*/ 6478062 h 6858000"/>
              <a:gd name="connsiteX11-45005" fmla="*/ 226078 w 1508539"/>
              <a:gd name="connsiteY11-45006" fmla="*/ 6460325 h 6858000"/>
              <a:gd name="connsiteX12-45007" fmla="*/ 233311 w 1508539"/>
              <a:gd name="connsiteY12-45008" fmla="*/ 6451488 h 6858000"/>
              <a:gd name="connsiteX13-45009" fmla="*/ 234746 w 1508539"/>
              <a:gd name="connsiteY13-45010" fmla="*/ 6451348 h 6858000"/>
              <a:gd name="connsiteX14-45011" fmla="*/ 239104 w 1508539"/>
              <a:gd name="connsiteY14-45012" fmla="*/ 6414240 h 6858000"/>
              <a:gd name="connsiteX15-45013" fmla="*/ 241880 w 1508539"/>
              <a:gd name="connsiteY15-45014" fmla="*/ 6384857 h 6858000"/>
              <a:gd name="connsiteX16-45015" fmla="*/ 240591 w 1508539"/>
              <a:gd name="connsiteY16-45016" fmla="*/ 6367510 h 6858000"/>
              <a:gd name="connsiteX17-45017" fmla="*/ 244471 w 1508539"/>
              <a:gd name="connsiteY17-45018" fmla="*/ 6349778 h 6858000"/>
              <a:gd name="connsiteX18-45019" fmla="*/ 246136 w 1508539"/>
              <a:gd name="connsiteY18-45020" fmla="*/ 6348250 h 6858000"/>
              <a:gd name="connsiteX19-45021" fmla="*/ 262170 w 1508539"/>
              <a:gd name="connsiteY19-45022" fmla="*/ 6281972 h 6858000"/>
              <a:gd name="connsiteX20-45023" fmla="*/ 290557 w 1508539"/>
              <a:gd name="connsiteY20-45024" fmla="*/ 6153037 h 6858000"/>
              <a:gd name="connsiteX21-45025" fmla="*/ 314428 w 1508539"/>
              <a:gd name="connsiteY21-45026" fmla="*/ 6113913 h 6858000"/>
              <a:gd name="connsiteX22-45027" fmla="*/ 318721 w 1508539"/>
              <a:gd name="connsiteY22-45028" fmla="*/ 6028119 h 6858000"/>
              <a:gd name="connsiteX23-45029" fmla="*/ 363126 w 1508539"/>
              <a:gd name="connsiteY23-45030" fmla="*/ 5934687 h 6858000"/>
              <a:gd name="connsiteX24-45031" fmla="*/ 408411 w 1508539"/>
              <a:gd name="connsiteY24-45032" fmla="*/ 5704905 h 6858000"/>
              <a:gd name="connsiteX25-45033" fmla="*/ 431404 w 1508539"/>
              <a:gd name="connsiteY25-45034" fmla="*/ 5665173 h 6858000"/>
              <a:gd name="connsiteX26-45035" fmla="*/ 465121 w 1508539"/>
              <a:gd name="connsiteY26-45036" fmla="*/ 5563435 h 6858000"/>
              <a:gd name="connsiteX27-45037" fmla="*/ 494626 w 1508539"/>
              <a:gd name="connsiteY27-45038" fmla="*/ 5476393 h 6858000"/>
              <a:gd name="connsiteX28-45039" fmla="*/ 525819 w 1508539"/>
              <a:gd name="connsiteY28-45040" fmla="*/ 5396260 h 6858000"/>
              <a:gd name="connsiteX29-45041" fmla="*/ 541800 w 1508539"/>
              <a:gd name="connsiteY29-45042" fmla="*/ 5330009 h 6858000"/>
              <a:gd name="connsiteX30-45043" fmla="*/ 575293 w 1508539"/>
              <a:gd name="connsiteY30-45044" fmla="*/ 5273739 h 6858000"/>
              <a:gd name="connsiteX31-45045" fmla="*/ 584892 w 1508539"/>
              <a:gd name="connsiteY31-45046" fmla="*/ 5241779 h 6858000"/>
              <a:gd name="connsiteX32-45047" fmla="*/ 596118 w 1508539"/>
              <a:gd name="connsiteY32-45048" fmla="*/ 5225268 h 6858000"/>
              <a:gd name="connsiteX33-45049" fmla="*/ 597138 w 1508539"/>
              <a:gd name="connsiteY33-45050" fmla="*/ 5217684 h 6858000"/>
              <a:gd name="connsiteX34-45051" fmla="*/ 604479 w 1508539"/>
              <a:gd name="connsiteY34-45052" fmla="*/ 5193377 h 6858000"/>
              <a:gd name="connsiteX35-45053" fmla="*/ 607782 w 1508539"/>
              <a:gd name="connsiteY35-45054" fmla="*/ 5179288 h 6858000"/>
              <a:gd name="connsiteX36-45055" fmla="*/ 608766 w 1508539"/>
              <a:gd name="connsiteY36-45056" fmla="*/ 5173621 h 6858000"/>
              <a:gd name="connsiteX37-45057" fmla="*/ 604400 w 1508539"/>
              <a:gd name="connsiteY37-45058" fmla="*/ 5159961 h 6858000"/>
              <a:gd name="connsiteX38-45059" fmla="*/ 611077 w 1508539"/>
              <a:gd name="connsiteY38-45060" fmla="*/ 5144295 h 6858000"/>
              <a:gd name="connsiteX39-45061" fmla="*/ 608010 w 1508539"/>
              <a:gd name="connsiteY39-45062" fmla="*/ 5125185 h 6858000"/>
              <a:gd name="connsiteX40-45063" fmla="*/ 614840 w 1508539"/>
              <a:gd name="connsiteY40-45064" fmla="*/ 5121884 h 6858000"/>
              <a:gd name="connsiteX41-45065" fmla="*/ 621876 w 1508539"/>
              <a:gd name="connsiteY41-45066" fmla="*/ 5067850 h 6858000"/>
              <a:gd name="connsiteX42-45067" fmla="*/ 624607 w 1508539"/>
              <a:gd name="connsiteY42-45068" fmla="*/ 5060861 h 6858000"/>
              <a:gd name="connsiteX43-45069" fmla="*/ 621311 w 1508539"/>
              <a:gd name="connsiteY43-45070" fmla="*/ 5034192 h 6858000"/>
              <a:gd name="connsiteX44-45071" fmla="*/ 622865 w 1508539"/>
              <a:gd name="connsiteY44-45072" fmla="*/ 4993030 h 6858000"/>
              <a:gd name="connsiteX45-45073" fmla="*/ 629774 w 1508539"/>
              <a:gd name="connsiteY45-45074" fmla="*/ 4946844 h 6858000"/>
              <a:gd name="connsiteX46-45075" fmla="*/ 625630 w 1508539"/>
              <a:gd name="connsiteY46-45076" fmla="*/ 4932692 h 6858000"/>
              <a:gd name="connsiteX47-45077" fmla="*/ 641033 w 1508539"/>
              <a:gd name="connsiteY47-45078" fmla="*/ 4858827 h 6858000"/>
              <a:gd name="connsiteX48-45079" fmla="*/ 646936 w 1508539"/>
              <a:gd name="connsiteY48-45080" fmla="*/ 4821170 h 6858000"/>
              <a:gd name="connsiteX49-45081" fmla="*/ 651669 w 1508539"/>
              <a:gd name="connsiteY49-45082" fmla="*/ 4780965 h 6858000"/>
              <a:gd name="connsiteX50-45083" fmla="*/ 652962 w 1508539"/>
              <a:gd name="connsiteY50-45084" fmla="*/ 4750867 h 6858000"/>
              <a:gd name="connsiteX51-45085" fmla="*/ 650769 w 1508539"/>
              <a:gd name="connsiteY51-45086" fmla="*/ 4690749 h 6858000"/>
              <a:gd name="connsiteX52-45087" fmla="*/ 646249 w 1508539"/>
              <a:gd name="connsiteY52-45088" fmla="*/ 4584173 h 6858000"/>
              <a:gd name="connsiteX53-45089" fmla="*/ 641332 w 1508539"/>
              <a:gd name="connsiteY53-45090" fmla="*/ 4444346 h 6858000"/>
              <a:gd name="connsiteX54-45091" fmla="*/ 637897 w 1508539"/>
              <a:gd name="connsiteY54-45092" fmla="*/ 4375228 h 6858000"/>
              <a:gd name="connsiteX55-45093" fmla="*/ 618550 w 1508539"/>
              <a:gd name="connsiteY55-45094" fmla="*/ 4214165 h 6858000"/>
              <a:gd name="connsiteX56-45095" fmla="*/ 622623 w 1508539"/>
              <a:gd name="connsiteY56-45096" fmla="*/ 4090296 h 6858000"/>
              <a:gd name="connsiteX57-45097" fmla="*/ 607879 w 1508539"/>
              <a:gd name="connsiteY57-45098" fmla="*/ 4033999 h 6858000"/>
              <a:gd name="connsiteX58-45099" fmla="*/ 609028 w 1508539"/>
              <a:gd name="connsiteY58-45100" fmla="*/ 4031933 h 6858000"/>
              <a:gd name="connsiteX59-45101" fmla="*/ 607604 w 1508539"/>
              <a:gd name="connsiteY59-45102" fmla="*/ 4013953 h 6858000"/>
              <a:gd name="connsiteX60-45103" fmla="*/ 593899 w 1508539"/>
              <a:gd name="connsiteY60-45104" fmla="*/ 3974753 h 6858000"/>
              <a:gd name="connsiteX61-45105" fmla="*/ 595497 w 1508539"/>
              <a:gd name="connsiteY61-45106" fmla="*/ 3969950 h 6858000"/>
              <a:gd name="connsiteX62-45107" fmla="*/ 588919 w 1508539"/>
              <a:gd name="connsiteY62-45108" fmla="*/ 3933779 h 6858000"/>
              <a:gd name="connsiteX63-45109" fmla="*/ 590250 w 1508539"/>
              <a:gd name="connsiteY63-45110" fmla="*/ 3933093 h 6858000"/>
              <a:gd name="connsiteX64-45111" fmla="*/ 594604 w 1508539"/>
              <a:gd name="connsiteY64-45112" fmla="*/ 3922082 h 6858000"/>
              <a:gd name="connsiteX65-45113" fmla="*/ 599682 w 1508539"/>
              <a:gd name="connsiteY65-45114" fmla="*/ 3901461 h 6858000"/>
              <a:gd name="connsiteX66-45115" fmla="*/ 622276 w 1508539"/>
              <a:gd name="connsiteY66-45116" fmla="*/ 3813873 h 6858000"/>
              <a:gd name="connsiteX67-45117" fmla="*/ 621701 w 1508539"/>
              <a:gd name="connsiteY67-45118" fmla="*/ 3806161 h 6858000"/>
              <a:gd name="connsiteX68-45119" fmla="*/ 622008 w 1508539"/>
              <a:gd name="connsiteY68-45120" fmla="*/ 3805957 h 6858000"/>
              <a:gd name="connsiteX69-45121" fmla="*/ 622035 w 1508539"/>
              <a:gd name="connsiteY69-45122" fmla="*/ 3797724 h 6858000"/>
              <a:gd name="connsiteX70-45123" fmla="*/ 620650 w 1508539"/>
              <a:gd name="connsiteY70-45124" fmla="*/ 3792098 h 6858000"/>
              <a:gd name="connsiteX71-45125" fmla="*/ 619534 w 1508539"/>
              <a:gd name="connsiteY71-45126" fmla="*/ 3777135 h 6858000"/>
              <a:gd name="connsiteX72-45127" fmla="*/ 621267 w 1508539"/>
              <a:gd name="connsiteY72-45128" fmla="*/ 3771656 h 6858000"/>
              <a:gd name="connsiteX73-45129" fmla="*/ 625010 w 1508539"/>
              <a:gd name="connsiteY73-45130" fmla="*/ 3769007 h 6858000"/>
              <a:gd name="connsiteX74-45131" fmla="*/ 624476 w 1508539"/>
              <a:gd name="connsiteY74-45132" fmla="*/ 3767709 h 6858000"/>
              <a:gd name="connsiteX75-45133" fmla="*/ 633172 w 1508539"/>
              <a:gd name="connsiteY75-45134" fmla="*/ 3738082 h 6858000"/>
              <a:gd name="connsiteX76-45135" fmla="*/ 640518 w 1508539"/>
              <a:gd name="connsiteY76-45136" fmla="*/ 3673397 h 6858000"/>
              <a:gd name="connsiteX77-45137" fmla="*/ 639814 w 1508539"/>
              <a:gd name="connsiteY77-45138" fmla="*/ 3637109 h 6858000"/>
              <a:gd name="connsiteX78-45139" fmla="*/ 643257 w 1508539"/>
              <a:gd name="connsiteY78-45140" fmla="*/ 3536883 h 6858000"/>
              <a:gd name="connsiteX79-45141" fmla="*/ 650795 w 1508539"/>
              <a:gd name="connsiteY79-45142" fmla="*/ 3435652 h 6858000"/>
              <a:gd name="connsiteX80-45143" fmla="*/ 652466 w 1508539"/>
              <a:gd name="connsiteY80-45144" fmla="*/ 3307769 h 6858000"/>
              <a:gd name="connsiteX81-45145" fmla="*/ 670029 w 1508539"/>
              <a:gd name="connsiteY81-45146" fmla="*/ 3250522 h 6858000"/>
              <a:gd name="connsiteX82-45147" fmla="*/ 670454 w 1508539"/>
              <a:gd name="connsiteY82-45148" fmla="*/ 3229163 h 6858000"/>
              <a:gd name="connsiteX83-45149" fmla="*/ 672277 w 1508539"/>
              <a:gd name="connsiteY83-45150" fmla="*/ 3217217 h 6858000"/>
              <a:gd name="connsiteX84-45151" fmla="*/ 659112 w 1508539"/>
              <a:gd name="connsiteY84-45152" fmla="*/ 3183755 h 6858000"/>
              <a:gd name="connsiteX85-45153" fmla="*/ 659613 w 1508539"/>
              <a:gd name="connsiteY85-45154" fmla="*/ 3178642 h 6858000"/>
              <a:gd name="connsiteX86-45155" fmla="*/ 647213 w 1508539"/>
              <a:gd name="connsiteY86-45156" fmla="*/ 3158586 h 6858000"/>
              <a:gd name="connsiteX87-45157" fmla="*/ 632398 w 1508539"/>
              <a:gd name="connsiteY87-45158" fmla="*/ 3129034 h 6858000"/>
              <a:gd name="connsiteX88-45159" fmla="*/ 633063 w 1508539"/>
              <a:gd name="connsiteY88-45160" fmla="*/ 3126682 h 6858000"/>
              <a:gd name="connsiteX89-45161" fmla="*/ 623931 w 1508539"/>
              <a:gd name="connsiteY89-45162" fmla="*/ 3114519 h 6858000"/>
              <a:gd name="connsiteX90-45163" fmla="*/ 610540 w 1508539"/>
              <a:gd name="connsiteY90-45164" fmla="*/ 3106272 h 6858000"/>
              <a:gd name="connsiteX91-45165" fmla="*/ 583270 w 1508539"/>
              <a:gd name="connsiteY91-45166" fmla="*/ 2958185 h 6858000"/>
              <a:gd name="connsiteX92-45167" fmla="*/ 525884 w 1508539"/>
              <a:gd name="connsiteY92-45168" fmla="*/ 2762989 h 6858000"/>
              <a:gd name="connsiteX93-45169" fmla="*/ 474802 w 1508539"/>
              <a:gd name="connsiteY93-45170" fmla="*/ 2554718 h 6858000"/>
              <a:gd name="connsiteX94-45171" fmla="*/ 454896 w 1508539"/>
              <a:gd name="connsiteY94-45172" fmla="*/ 2485734 h 6858000"/>
              <a:gd name="connsiteX95-45173" fmla="*/ 445619 w 1508539"/>
              <a:gd name="connsiteY95-45174" fmla="*/ 2447068 h 6858000"/>
              <a:gd name="connsiteX96-45175" fmla="*/ 432580 w 1508539"/>
              <a:gd name="connsiteY96-45176" fmla="*/ 2425819 h 6858000"/>
              <a:gd name="connsiteX97-45177" fmla="*/ 438579 w 1508539"/>
              <a:gd name="connsiteY97-45178" fmla="*/ 2402874 h 6858000"/>
              <a:gd name="connsiteX98-45179" fmla="*/ 441191 w 1508539"/>
              <a:gd name="connsiteY98-45180" fmla="*/ 2381443 h 6858000"/>
              <a:gd name="connsiteX99-45181" fmla="*/ 417520 w 1508539"/>
              <a:gd name="connsiteY99-45182" fmla="*/ 2261920 h 6858000"/>
              <a:gd name="connsiteX100-45183" fmla="*/ 407407 w 1508539"/>
              <a:gd name="connsiteY100-45184" fmla="*/ 2195378 h 6858000"/>
              <a:gd name="connsiteX101-45185" fmla="*/ 391624 w 1508539"/>
              <a:gd name="connsiteY101-45186" fmla="*/ 2155135 h 6858000"/>
              <a:gd name="connsiteX102-45187" fmla="*/ 389082 w 1508539"/>
              <a:gd name="connsiteY102-45188" fmla="*/ 2118008 h 6858000"/>
              <a:gd name="connsiteX103-45189" fmla="*/ 390075 w 1508539"/>
              <a:gd name="connsiteY103-45190" fmla="*/ 2050531 h 6858000"/>
              <a:gd name="connsiteX104-45191" fmla="*/ 381881 w 1508539"/>
              <a:gd name="connsiteY104-45192" fmla="*/ 1963269 h 6858000"/>
              <a:gd name="connsiteX105-45193" fmla="*/ 363059 w 1508539"/>
              <a:gd name="connsiteY105-45194" fmla="*/ 1906352 h 6858000"/>
              <a:gd name="connsiteX106-45195" fmla="*/ 339616 w 1508539"/>
              <a:gd name="connsiteY106-45196" fmla="*/ 1861531 h 6858000"/>
              <a:gd name="connsiteX107-45197" fmla="*/ 293415 w 1508539"/>
              <a:gd name="connsiteY107-45198" fmla="*/ 1732919 h 6858000"/>
              <a:gd name="connsiteX108-45199" fmla="*/ 265726 w 1508539"/>
              <a:gd name="connsiteY108-45200" fmla="*/ 1663540 h 6858000"/>
              <a:gd name="connsiteX109-45201" fmla="*/ 264852 w 1508539"/>
              <a:gd name="connsiteY109-45202" fmla="*/ 1615777 h 6858000"/>
              <a:gd name="connsiteX110-45203" fmla="*/ 245647 w 1508539"/>
              <a:gd name="connsiteY110-45204" fmla="*/ 1563678 h 6858000"/>
              <a:gd name="connsiteX111-45205" fmla="*/ 258727 w 1508539"/>
              <a:gd name="connsiteY111-45206" fmla="*/ 1519474 h 6858000"/>
              <a:gd name="connsiteX112-45207" fmla="*/ 251469 w 1508539"/>
              <a:gd name="connsiteY112-45208" fmla="*/ 1477995 h 6858000"/>
              <a:gd name="connsiteX113-45209" fmla="*/ 237554 w 1508539"/>
              <a:gd name="connsiteY113-45210" fmla="*/ 1373769 h 6858000"/>
              <a:gd name="connsiteX114-45211" fmla="*/ 245861 w 1508539"/>
              <a:gd name="connsiteY114-45212" fmla="*/ 1307086 h 6858000"/>
              <a:gd name="connsiteX115-45213" fmla="*/ 247049 w 1508539"/>
              <a:gd name="connsiteY115-45214" fmla="*/ 1189033 h 6858000"/>
              <a:gd name="connsiteX116-45215" fmla="*/ 251734 w 1508539"/>
              <a:gd name="connsiteY116-45216" fmla="*/ 1168288 h 6858000"/>
              <a:gd name="connsiteX117-45217" fmla="*/ 244016 w 1508539"/>
              <a:gd name="connsiteY117-45218" fmla="*/ 1142577 h 6858000"/>
              <a:gd name="connsiteX118-45219" fmla="*/ 233322 w 1508539"/>
              <a:gd name="connsiteY118-45220" fmla="*/ 1088484 h 6858000"/>
              <a:gd name="connsiteX119-45221" fmla="*/ 222058 w 1508539"/>
              <a:gd name="connsiteY119-45222" fmla="*/ 1016103 h 6858000"/>
              <a:gd name="connsiteX120-45223" fmla="*/ 223514 w 1508539"/>
              <a:gd name="connsiteY120-45224" fmla="*/ 932283 h 6858000"/>
              <a:gd name="connsiteX121-45225" fmla="*/ 225750 w 1508539"/>
              <a:gd name="connsiteY121-45226" fmla="*/ 915925 h 6858000"/>
              <a:gd name="connsiteX122-45227" fmla="*/ 218379 w 1508539"/>
              <a:gd name="connsiteY122-45228" fmla="*/ 896999 h 6858000"/>
              <a:gd name="connsiteX123-45229" fmla="*/ 187787 w 1508539"/>
              <a:gd name="connsiteY123-45230" fmla="*/ 821517 h 6858000"/>
              <a:gd name="connsiteX124-45231" fmla="*/ 166737 w 1508539"/>
              <a:gd name="connsiteY124-45232" fmla="*/ 751353 h 6858000"/>
              <a:gd name="connsiteX125-45233" fmla="*/ 166295 w 1508539"/>
              <a:gd name="connsiteY125-45234" fmla="*/ 721230 h 6858000"/>
              <a:gd name="connsiteX126-45235" fmla="*/ 151966 w 1508539"/>
              <a:gd name="connsiteY126-45236" fmla="*/ 681659 h 6858000"/>
              <a:gd name="connsiteX127-45237" fmla="*/ 137385 w 1508539"/>
              <a:gd name="connsiteY127-45238" fmla="*/ 635218 h 6858000"/>
              <a:gd name="connsiteX128-45239" fmla="*/ 142396 w 1508539"/>
              <a:gd name="connsiteY128-45240" fmla="*/ 613763 h 6858000"/>
              <a:gd name="connsiteX129-45241" fmla="*/ 128338 w 1508539"/>
              <a:gd name="connsiteY129-45242" fmla="*/ 598582 h 6858000"/>
              <a:gd name="connsiteX130-45243" fmla="*/ 128019 w 1508539"/>
              <a:gd name="connsiteY130-45244" fmla="*/ 576846 h 6858000"/>
              <a:gd name="connsiteX131-45245" fmla="*/ 107645 w 1508539"/>
              <a:gd name="connsiteY131-45246" fmla="*/ 530055 h 6858000"/>
              <a:gd name="connsiteX132-45247" fmla="*/ 106893 w 1508539"/>
              <a:gd name="connsiteY132-45248" fmla="*/ 465389 h 6858000"/>
              <a:gd name="connsiteX133-45249" fmla="*/ 89816 w 1508539"/>
              <a:gd name="connsiteY133-45250" fmla="*/ 424699 h 6858000"/>
              <a:gd name="connsiteX134-45251" fmla="*/ 90191 w 1508539"/>
              <a:gd name="connsiteY134-45252" fmla="*/ 404917 h 6858000"/>
              <a:gd name="connsiteX135-45253" fmla="*/ 70148 w 1508539"/>
              <a:gd name="connsiteY135-45254" fmla="*/ 367211 h 6858000"/>
              <a:gd name="connsiteX136-45255" fmla="*/ 36452 w 1508539"/>
              <a:gd name="connsiteY136-45256" fmla="*/ 268519 h 6858000"/>
              <a:gd name="connsiteX137-45257" fmla="*/ 23935 w 1508539"/>
              <a:gd name="connsiteY137-45258" fmla="*/ 160886 h 6858000"/>
              <a:gd name="connsiteX138-45259" fmla="*/ 19312 w 1508539"/>
              <a:gd name="connsiteY138-45260" fmla="*/ 47336 h 6858000"/>
              <a:gd name="connsiteX139-45261" fmla="*/ 0 w 1508539"/>
              <a:gd name="connsiteY139-45262" fmla="*/ 0 h 6858000"/>
              <a:gd name="connsiteX0-45263" fmla="*/ 0 w 1508539"/>
              <a:gd name="connsiteY0-45264" fmla="*/ 0 h 6858000"/>
              <a:gd name="connsiteX1-45265" fmla="*/ 1508539 w 1508539"/>
              <a:gd name="connsiteY1-45266" fmla="*/ 0 h 6858000"/>
              <a:gd name="connsiteX2-45267" fmla="*/ 1508539 w 1508539"/>
              <a:gd name="connsiteY2-45268" fmla="*/ 6858000 h 6858000"/>
              <a:gd name="connsiteX3-45269" fmla="*/ 139560 w 1508539"/>
              <a:gd name="connsiteY3-45270" fmla="*/ 6857735 h 6858000"/>
              <a:gd name="connsiteX4-45271" fmla="*/ 133885 w 1508539"/>
              <a:gd name="connsiteY4-45272" fmla="*/ 6729139 h 6858000"/>
              <a:gd name="connsiteX5-45273" fmla="*/ 149611 w 1508539"/>
              <a:gd name="connsiteY5-45274" fmla="*/ 6666145 h 6858000"/>
              <a:gd name="connsiteX6-45275" fmla="*/ 170123 w 1508539"/>
              <a:gd name="connsiteY6-45276" fmla="*/ 6608101 h 6858000"/>
              <a:gd name="connsiteX7-45277" fmla="*/ 164588 w 1508539"/>
              <a:gd name="connsiteY7-45278" fmla="*/ 6568530 h 6858000"/>
              <a:gd name="connsiteX8-45279" fmla="*/ 166997 w 1508539"/>
              <a:gd name="connsiteY8-45280" fmla="*/ 6560674 h 6858000"/>
              <a:gd name="connsiteX9-45281" fmla="*/ 201349 w 1508539"/>
              <a:gd name="connsiteY9-45282" fmla="*/ 6530567 h 6858000"/>
              <a:gd name="connsiteX10-45283" fmla="*/ 215389 w 1508539"/>
              <a:gd name="connsiteY10-45284" fmla="*/ 6478062 h 6858000"/>
              <a:gd name="connsiteX11-45285" fmla="*/ 226078 w 1508539"/>
              <a:gd name="connsiteY11-45286" fmla="*/ 6460325 h 6858000"/>
              <a:gd name="connsiteX12-45287" fmla="*/ 233311 w 1508539"/>
              <a:gd name="connsiteY12-45288" fmla="*/ 6451488 h 6858000"/>
              <a:gd name="connsiteX13-45289" fmla="*/ 234746 w 1508539"/>
              <a:gd name="connsiteY13-45290" fmla="*/ 6451348 h 6858000"/>
              <a:gd name="connsiteX14-45291" fmla="*/ 239104 w 1508539"/>
              <a:gd name="connsiteY14-45292" fmla="*/ 6414240 h 6858000"/>
              <a:gd name="connsiteX15-45293" fmla="*/ 241880 w 1508539"/>
              <a:gd name="connsiteY15-45294" fmla="*/ 6384857 h 6858000"/>
              <a:gd name="connsiteX16-45295" fmla="*/ 240591 w 1508539"/>
              <a:gd name="connsiteY16-45296" fmla="*/ 6367510 h 6858000"/>
              <a:gd name="connsiteX17-45297" fmla="*/ 244471 w 1508539"/>
              <a:gd name="connsiteY17-45298" fmla="*/ 6349778 h 6858000"/>
              <a:gd name="connsiteX18-45299" fmla="*/ 246136 w 1508539"/>
              <a:gd name="connsiteY18-45300" fmla="*/ 6348250 h 6858000"/>
              <a:gd name="connsiteX19-45301" fmla="*/ 262170 w 1508539"/>
              <a:gd name="connsiteY19-45302" fmla="*/ 6281972 h 6858000"/>
              <a:gd name="connsiteX20-45303" fmla="*/ 290557 w 1508539"/>
              <a:gd name="connsiteY20-45304" fmla="*/ 6153037 h 6858000"/>
              <a:gd name="connsiteX21-45305" fmla="*/ 314428 w 1508539"/>
              <a:gd name="connsiteY21-45306" fmla="*/ 6113913 h 6858000"/>
              <a:gd name="connsiteX22-45307" fmla="*/ 318721 w 1508539"/>
              <a:gd name="connsiteY22-45308" fmla="*/ 6028119 h 6858000"/>
              <a:gd name="connsiteX23-45309" fmla="*/ 363126 w 1508539"/>
              <a:gd name="connsiteY23-45310" fmla="*/ 5934687 h 6858000"/>
              <a:gd name="connsiteX24-45311" fmla="*/ 408411 w 1508539"/>
              <a:gd name="connsiteY24-45312" fmla="*/ 5704905 h 6858000"/>
              <a:gd name="connsiteX25-45313" fmla="*/ 425529 w 1508539"/>
              <a:gd name="connsiteY25-45314" fmla="*/ 5676393 h 6858000"/>
              <a:gd name="connsiteX26-45315" fmla="*/ 465121 w 1508539"/>
              <a:gd name="connsiteY26-45316" fmla="*/ 5563435 h 6858000"/>
              <a:gd name="connsiteX27-45317" fmla="*/ 494626 w 1508539"/>
              <a:gd name="connsiteY27-45318" fmla="*/ 5476393 h 6858000"/>
              <a:gd name="connsiteX28-45319" fmla="*/ 525819 w 1508539"/>
              <a:gd name="connsiteY28-45320" fmla="*/ 5396260 h 6858000"/>
              <a:gd name="connsiteX29-45321" fmla="*/ 541800 w 1508539"/>
              <a:gd name="connsiteY29-45322" fmla="*/ 5330009 h 6858000"/>
              <a:gd name="connsiteX30-45323" fmla="*/ 575293 w 1508539"/>
              <a:gd name="connsiteY30-45324" fmla="*/ 5273739 h 6858000"/>
              <a:gd name="connsiteX31-45325" fmla="*/ 584892 w 1508539"/>
              <a:gd name="connsiteY31-45326" fmla="*/ 5241779 h 6858000"/>
              <a:gd name="connsiteX32-45327" fmla="*/ 596118 w 1508539"/>
              <a:gd name="connsiteY32-45328" fmla="*/ 5225268 h 6858000"/>
              <a:gd name="connsiteX33-45329" fmla="*/ 597138 w 1508539"/>
              <a:gd name="connsiteY33-45330" fmla="*/ 5217684 h 6858000"/>
              <a:gd name="connsiteX34-45331" fmla="*/ 604479 w 1508539"/>
              <a:gd name="connsiteY34-45332" fmla="*/ 5193377 h 6858000"/>
              <a:gd name="connsiteX35-45333" fmla="*/ 607782 w 1508539"/>
              <a:gd name="connsiteY35-45334" fmla="*/ 5179288 h 6858000"/>
              <a:gd name="connsiteX36-45335" fmla="*/ 608766 w 1508539"/>
              <a:gd name="connsiteY36-45336" fmla="*/ 5173621 h 6858000"/>
              <a:gd name="connsiteX37-45337" fmla="*/ 604400 w 1508539"/>
              <a:gd name="connsiteY37-45338" fmla="*/ 5159961 h 6858000"/>
              <a:gd name="connsiteX38-45339" fmla="*/ 611077 w 1508539"/>
              <a:gd name="connsiteY38-45340" fmla="*/ 5144295 h 6858000"/>
              <a:gd name="connsiteX39-45341" fmla="*/ 608010 w 1508539"/>
              <a:gd name="connsiteY39-45342" fmla="*/ 5125185 h 6858000"/>
              <a:gd name="connsiteX40-45343" fmla="*/ 614840 w 1508539"/>
              <a:gd name="connsiteY40-45344" fmla="*/ 5121884 h 6858000"/>
              <a:gd name="connsiteX41-45345" fmla="*/ 621876 w 1508539"/>
              <a:gd name="connsiteY41-45346" fmla="*/ 5067850 h 6858000"/>
              <a:gd name="connsiteX42-45347" fmla="*/ 624607 w 1508539"/>
              <a:gd name="connsiteY42-45348" fmla="*/ 5060861 h 6858000"/>
              <a:gd name="connsiteX43-45349" fmla="*/ 621311 w 1508539"/>
              <a:gd name="connsiteY43-45350" fmla="*/ 5034192 h 6858000"/>
              <a:gd name="connsiteX44-45351" fmla="*/ 622865 w 1508539"/>
              <a:gd name="connsiteY44-45352" fmla="*/ 4993030 h 6858000"/>
              <a:gd name="connsiteX45-45353" fmla="*/ 629774 w 1508539"/>
              <a:gd name="connsiteY45-45354" fmla="*/ 4946844 h 6858000"/>
              <a:gd name="connsiteX46-45355" fmla="*/ 625630 w 1508539"/>
              <a:gd name="connsiteY46-45356" fmla="*/ 4932692 h 6858000"/>
              <a:gd name="connsiteX47-45357" fmla="*/ 641033 w 1508539"/>
              <a:gd name="connsiteY47-45358" fmla="*/ 4858827 h 6858000"/>
              <a:gd name="connsiteX48-45359" fmla="*/ 646936 w 1508539"/>
              <a:gd name="connsiteY48-45360" fmla="*/ 4821170 h 6858000"/>
              <a:gd name="connsiteX49-45361" fmla="*/ 651669 w 1508539"/>
              <a:gd name="connsiteY49-45362" fmla="*/ 4780965 h 6858000"/>
              <a:gd name="connsiteX50-45363" fmla="*/ 652962 w 1508539"/>
              <a:gd name="connsiteY50-45364" fmla="*/ 4750867 h 6858000"/>
              <a:gd name="connsiteX51-45365" fmla="*/ 650769 w 1508539"/>
              <a:gd name="connsiteY51-45366" fmla="*/ 4690749 h 6858000"/>
              <a:gd name="connsiteX52-45367" fmla="*/ 646249 w 1508539"/>
              <a:gd name="connsiteY52-45368" fmla="*/ 4584173 h 6858000"/>
              <a:gd name="connsiteX53-45369" fmla="*/ 641332 w 1508539"/>
              <a:gd name="connsiteY53-45370" fmla="*/ 4444346 h 6858000"/>
              <a:gd name="connsiteX54-45371" fmla="*/ 637897 w 1508539"/>
              <a:gd name="connsiteY54-45372" fmla="*/ 4375228 h 6858000"/>
              <a:gd name="connsiteX55-45373" fmla="*/ 618550 w 1508539"/>
              <a:gd name="connsiteY55-45374" fmla="*/ 4214165 h 6858000"/>
              <a:gd name="connsiteX56-45375" fmla="*/ 622623 w 1508539"/>
              <a:gd name="connsiteY56-45376" fmla="*/ 4090296 h 6858000"/>
              <a:gd name="connsiteX57-45377" fmla="*/ 607879 w 1508539"/>
              <a:gd name="connsiteY57-45378" fmla="*/ 4033999 h 6858000"/>
              <a:gd name="connsiteX58-45379" fmla="*/ 609028 w 1508539"/>
              <a:gd name="connsiteY58-45380" fmla="*/ 4031933 h 6858000"/>
              <a:gd name="connsiteX59-45381" fmla="*/ 607604 w 1508539"/>
              <a:gd name="connsiteY59-45382" fmla="*/ 4013953 h 6858000"/>
              <a:gd name="connsiteX60-45383" fmla="*/ 593899 w 1508539"/>
              <a:gd name="connsiteY60-45384" fmla="*/ 3974753 h 6858000"/>
              <a:gd name="connsiteX61-45385" fmla="*/ 595497 w 1508539"/>
              <a:gd name="connsiteY61-45386" fmla="*/ 3969950 h 6858000"/>
              <a:gd name="connsiteX62-45387" fmla="*/ 588919 w 1508539"/>
              <a:gd name="connsiteY62-45388" fmla="*/ 3933779 h 6858000"/>
              <a:gd name="connsiteX63-45389" fmla="*/ 590250 w 1508539"/>
              <a:gd name="connsiteY63-45390" fmla="*/ 3933093 h 6858000"/>
              <a:gd name="connsiteX64-45391" fmla="*/ 594604 w 1508539"/>
              <a:gd name="connsiteY64-45392" fmla="*/ 3922082 h 6858000"/>
              <a:gd name="connsiteX65-45393" fmla="*/ 599682 w 1508539"/>
              <a:gd name="connsiteY65-45394" fmla="*/ 3901461 h 6858000"/>
              <a:gd name="connsiteX66-45395" fmla="*/ 622276 w 1508539"/>
              <a:gd name="connsiteY66-45396" fmla="*/ 3813873 h 6858000"/>
              <a:gd name="connsiteX67-45397" fmla="*/ 621701 w 1508539"/>
              <a:gd name="connsiteY67-45398" fmla="*/ 3806161 h 6858000"/>
              <a:gd name="connsiteX68-45399" fmla="*/ 622008 w 1508539"/>
              <a:gd name="connsiteY68-45400" fmla="*/ 3805957 h 6858000"/>
              <a:gd name="connsiteX69-45401" fmla="*/ 622035 w 1508539"/>
              <a:gd name="connsiteY69-45402" fmla="*/ 3797724 h 6858000"/>
              <a:gd name="connsiteX70-45403" fmla="*/ 620650 w 1508539"/>
              <a:gd name="connsiteY70-45404" fmla="*/ 3792098 h 6858000"/>
              <a:gd name="connsiteX71-45405" fmla="*/ 619534 w 1508539"/>
              <a:gd name="connsiteY71-45406" fmla="*/ 3777135 h 6858000"/>
              <a:gd name="connsiteX72-45407" fmla="*/ 621267 w 1508539"/>
              <a:gd name="connsiteY72-45408" fmla="*/ 3771656 h 6858000"/>
              <a:gd name="connsiteX73-45409" fmla="*/ 625010 w 1508539"/>
              <a:gd name="connsiteY73-45410" fmla="*/ 3769007 h 6858000"/>
              <a:gd name="connsiteX74-45411" fmla="*/ 624476 w 1508539"/>
              <a:gd name="connsiteY74-45412" fmla="*/ 3767709 h 6858000"/>
              <a:gd name="connsiteX75-45413" fmla="*/ 633172 w 1508539"/>
              <a:gd name="connsiteY75-45414" fmla="*/ 3738082 h 6858000"/>
              <a:gd name="connsiteX76-45415" fmla="*/ 640518 w 1508539"/>
              <a:gd name="connsiteY76-45416" fmla="*/ 3673397 h 6858000"/>
              <a:gd name="connsiteX77-45417" fmla="*/ 639814 w 1508539"/>
              <a:gd name="connsiteY77-45418" fmla="*/ 3637109 h 6858000"/>
              <a:gd name="connsiteX78-45419" fmla="*/ 643257 w 1508539"/>
              <a:gd name="connsiteY78-45420" fmla="*/ 3536883 h 6858000"/>
              <a:gd name="connsiteX79-45421" fmla="*/ 650795 w 1508539"/>
              <a:gd name="connsiteY79-45422" fmla="*/ 3435652 h 6858000"/>
              <a:gd name="connsiteX80-45423" fmla="*/ 652466 w 1508539"/>
              <a:gd name="connsiteY80-45424" fmla="*/ 3307769 h 6858000"/>
              <a:gd name="connsiteX81-45425" fmla="*/ 670029 w 1508539"/>
              <a:gd name="connsiteY81-45426" fmla="*/ 3250522 h 6858000"/>
              <a:gd name="connsiteX82-45427" fmla="*/ 670454 w 1508539"/>
              <a:gd name="connsiteY82-45428" fmla="*/ 3229163 h 6858000"/>
              <a:gd name="connsiteX83-45429" fmla="*/ 672277 w 1508539"/>
              <a:gd name="connsiteY83-45430" fmla="*/ 3217217 h 6858000"/>
              <a:gd name="connsiteX84-45431" fmla="*/ 659112 w 1508539"/>
              <a:gd name="connsiteY84-45432" fmla="*/ 3183755 h 6858000"/>
              <a:gd name="connsiteX85-45433" fmla="*/ 659613 w 1508539"/>
              <a:gd name="connsiteY85-45434" fmla="*/ 3178642 h 6858000"/>
              <a:gd name="connsiteX86-45435" fmla="*/ 647213 w 1508539"/>
              <a:gd name="connsiteY86-45436" fmla="*/ 3158586 h 6858000"/>
              <a:gd name="connsiteX87-45437" fmla="*/ 632398 w 1508539"/>
              <a:gd name="connsiteY87-45438" fmla="*/ 3129034 h 6858000"/>
              <a:gd name="connsiteX88-45439" fmla="*/ 633063 w 1508539"/>
              <a:gd name="connsiteY88-45440" fmla="*/ 3126682 h 6858000"/>
              <a:gd name="connsiteX89-45441" fmla="*/ 623931 w 1508539"/>
              <a:gd name="connsiteY89-45442" fmla="*/ 3114519 h 6858000"/>
              <a:gd name="connsiteX90-45443" fmla="*/ 610540 w 1508539"/>
              <a:gd name="connsiteY90-45444" fmla="*/ 3106272 h 6858000"/>
              <a:gd name="connsiteX91-45445" fmla="*/ 583270 w 1508539"/>
              <a:gd name="connsiteY91-45446" fmla="*/ 2958185 h 6858000"/>
              <a:gd name="connsiteX92-45447" fmla="*/ 525884 w 1508539"/>
              <a:gd name="connsiteY92-45448" fmla="*/ 2762989 h 6858000"/>
              <a:gd name="connsiteX93-45449" fmla="*/ 474802 w 1508539"/>
              <a:gd name="connsiteY93-45450" fmla="*/ 2554718 h 6858000"/>
              <a:gd name="connsiteX94-45451" fmla="*/ 454896 w 1508539"/>
              <a:gd name="connsiteY94-45452" fmla="*/ 2485734 h 6858000"/>
              <a:gd name="connsiteX95-45453" fmla="*/ 445619 w 1508539"/>
              <a:gd name="connsiteY95-45454" fmla="*/ 2447068 h 6858000"/>
              <a:gd name="connsiteX96-45455" fmla="*/ 432580 w 1508539"/>
              <a:gd name="connsiteY96-45456" fmla="*/ 2425819 h 6858000"/>
              <a:gd name="connsiteX97-45457" fmla="*/ 438579 w 1508539"/>
              <a:gd name="connsiteY97-45458" fmla="*/ 2402874 h 6858000"/>
              <a:gd name="connsiteX98-45459" fmla="*/ 441191 w 1508539"/>
              <a:gd name="connsiteY98-45460" fmla="*/ 2381443 h 6858000"/>
              <a:gd name="connsiteX99-45461" fmla="*/ 417520 w 1508539"/>
              <a:gd name="connsiteY99-45462" fmla="*/ 2261920 h 6858000"/>
              <a:gd name="connsiteX100-45463" fmla="*/ 407407 w 1508539"/>
              <a:gd name="connsiteY100-45464" fmla="*/ 2195378 h 6858000"/>
              <a:gd name="connsiteX101-45465" fmla="*/ 391624 w 1508539"/>
              <a:gd name="connsiteY101-45466" fmla="*/ 2155135 h 6858000"/>
              <a:gd name="connsiteX102-45467" fmla="*/ 389082 w 1508539"/>
              <a:gd name="connsiteY102-45468" fmla="*/ 2118008 h 6858000"/>
              <a:gd name="connsiteX103-45469" fmla="*/ 390075 w 1508539"/>
              <a:gd name="connsiteY103-45470" fmla="*/ 2050531 h 6858000"/>
              <a:gd name="connsiteX104-45471" fmla="*/ 381881 w 1508539"/>
              <a:gd name="connsiteY104-45472" fmla="*/ 1963269 h 6858000"/>
              <a:gd name="connsiteX105-45473" fmla="*/ 363059 w 1508539"/>
              <a:gd name="connsiteY105-45474" fmla="*/ 1906352 h 6858000"/>
              <a:gd name="connsiteX106-45475" fmla="*/ 339616 w 1508539"/>
              <a:gd name="connsiteY106-45476" fmla="*/ 1861531 h 6858000"/>
              <a:gd name="connsiteX107-45477" fmla="*/ 293415 w 1508539"/>
              <a:gd name="connsiteY107-45478" fmla="*/ 1732919 h 6858000"/>
              <a:gd name="connsiteX108-45479" fmla="*/ 265726 w 1508539"/>
              <a:gd name="connsiteY108-45480" fmla="*/ 1663540 h 6858000"/>
              <a:gd name="connsiteX109-45481" fmla="*/ 264852 w 1508539"/>
              <a:gd name="connsiteY109-45482" fmla="*/ 1615777 h 6858000"/>
              <a:gd name="connsiteX110-45483" fmla="*/ 245647 w 1508539"/>
              <a:gd name="connsiteY110-45484" fmla="*/ 1563678 h 6858000"/>
              <a:gd name="connsiteX111-45485" fmla="*/ 258727 w 1508539"/>
              <a:gd name="connsiteY111-45486" fmla="*/ 1519474 h 6858000"/>
              <a:gd name="connsiteX112-45487" fmla="*/ 251469 w 1508539"/>
              <a:gd name="connsiteY112-45488" fmla="*/ 1477995 h 6858000"/>
              <a:gd name="connsiteX113-45489" fmla="*/ 237554 w 1508539"/>
              <a:gd name="connsiteY113-45490" fmla="*/ 1373769 h 6858000"/>
              <a:gd name="connsiteX114-45491" fmla="*/ 245861 w 1508539"/>
              <a:gd name="connsiteY114-45492" fmla="*/ 1307086 h 6858000"/>
              <a:gd name="connsiteX115-45493" fmla="*/ 247049 w 1508539"/>
              <a:gd name="connsiteY115-45494" fmla="*/ 1189033 h 6858000"/>
              <a:gd name="connsiteX116-45495" fmla="*/ 251734 w 1508539"/>
              <a:gd name="connsiteY116-45496" fmla="*/ 1168288 h 6858000"/>
              <a:gd name="connsiteX117-45497" fmla="*/ 244016 w 1508539"/>
              <a:gd name="connsiteY117-45498" fmla="*/ 1142577 h 6858000"/>
              <a:gd name="connsiteX118-45499" fmla="*/ 233322 w 1508539"/>
              <a:gd name="connsiteY118-45500" fmla="*/ 1088484 h 6858000"/>
              <a:gd name="connsiteX119-45501" fmla="*/ 222058 w 1508539"/>
              <a:gd name="connsiteY119-45502" fmla="*/ 1016103 h 6858000"/>
              <a:gd name="connsiteX120-45503" fmla="*/ 223514 w 1508539"/>
              <a:gd name="connsiteY120-45504" fmla="*/ 932283 h 6858000"/>
              <a:gd name="connsiteX121-45505" fmla="*/ 225750 w 1508539"/>
              <a:gd name="connsiteY121-45506" fmla="*/ 915925 h 6858000"/>
              <a:gd name="connsiteX122-45507" fmla="*/ 218379 w 1508539"/>
              <a:gd name="connsiteY122-45508" fmla="*/ 896999 h 6858000"/>
              <a:gd name="connsiteX123-45509" fmla="*/ 187787 w 1508539"/>
              <a:gd name="connsiteY123-45510" fmla="*/ 821517 h 6858000"/>
              <a:gd name="connsiteX124-45511" fmla="*/ 166737 w 1508539"/>
              <a:gd name="connsiteY124-45512" fmla="*/ 751353 h 6858000"/>
              <a:gd name="connsiteX125-45513" fmla="*/ 166295 w 1508539"/>
              <a:gd name="connsiteY125-45514" fmla="*/ 721230 h 6858000"/>
              <a:gd name="connsiteX126-45515" fmla="*/ 151966 w 1508539"/>
              <a:gd name="connsiteY126-45516" fmla="*/ 681659 h 6858000"/>
              <a:gd name="connsiteX127-45517" fmla="*/ 137385 w 1508539"/>
              <a:gd name="connsiteY127-45518" fmla="*/ 635218 h 6858000"/>
              <a:gd name="connsiteX128-45519" fmla="*/ 142396 w 1508539"/>
              <a:gd name="connsiteY128-45520" fmla="*/ 613763 h 6858000"/>
              <a:gd name="connsiteX129-45521" fmla="*/ 128338 w 1508539"/>
              <a:gd name="connsiteY129-45522" fmla="*/ 598582 h 6858000"/>
              <a:gd name="connsiteX130-45523" fmla="*/ 128019 w 1508539"/>
              <a:gd name="connsiteY130-45524" fmla="*/ 576846 h 6858000"/>
              <a:gd name="connsiteX131-45525" fmla="*/ 107645 w 1508539"/>
              <a:gd name="connsiteY131-45526" fmla="*/ 530055 h 6858000"/>
              <a:gd name="connsiteX132-45527" fmla="*/ 106893 w 1508539"/>
              <a:gd name="connsiteY132-45528" fmla="*/ 465389 h 6858000"/>
              <a:gd name="connsiteX133-45529" fmla="*/ 89816 w 1508539"/>
              <a:gd name="connsiteY133-45530" fmla="*/ 424699 h 6858000"/>
              <a:gd name="connsiteX134-45531" fmla="*/ 90191 w 1508539"/>
              <a:gd name="connsiteY134-45532" fmla="*/ 404917 h 6858000"/>
              <a:gd name="connsiteX135-45533" fmla="*/ 70148 w 1508539"/>
              <a:gd name="connsiteY135-45534" fmla="*/ 367211 h 6858000"/>
              <a:gd name="connsiteX136-45535" fmla="*/ 36452 w 1508539"/>
              <a:gd name="connsiteY136-45536" fmla="*/ 268519 h 6858000"/>
              <a:gd name="connsiteX137-45537" fmla="*/ 23935 w 1508539"/>
              <a:gd name="connsiteY137-45538" fmla="*/ 160886 h 6858000"/>
              <a:gd name="connsiteX138-45539" fmla="*/ 19312 w 1508539"/>
              <a:gd name="connsiteY138-45540" fmla="*/ 47336 h 6858000"/>
              <a:gd name="connsiteX139-45541" fmla="*/ 0 w 1508539"/>
              <a:gd name="connsiteY139-45542" fmla="*/ 0 h 6858000"/>
              <a:gd name="connsiteX0-45543" fmla="*/ 0 w 1508539"/>
              <a:gd name="connsiteY0-45544" fmla="*/ 0 h 6858000"/>
              <a:gd name="connsiteX1-45545" fmla="*/ 1508539 w 1508539"/>
              <a:gd name="connsiteY1-45546" fmla="*/ 0 h 6858000"/>
              <a:gd name="connsiteX2-45547" fmla="*/ 1508539 w 1508539"/>
              <a:gd name="connsiteY2-45548" fmla="*/ 6858000 h 6858000"/>
              <a:gd name="connsiteX3-45549" fmla="*/ 139560 w 1508539"/>
              <a:gd name="connsiteY3-45550" fmla="*/ 6857735 h 6858000"/>
              <a:gd name="connsiteX4-45551" fmla="*/ 133885 w 1508539"/>
              <a:gd name="connsiteY4-45552" fmla="*/ 6729139 h 6858000"/>
              <a:gd name="connsiteX5-45553" fmla="*/ 149611 w 1508539"/>
              <a:gd name="connsiteY5-45554" fmla="*/ 6666145 h 6858000"/>
              <a:gd name="connsiteX6-45555" fmla="*/ 170123 w 1508539"/>
              <a:gd name="connsiteY6-45556" fmla="*/ 6608101 h 6858000"/>
              <a:gd name="connsiteX7-45557" fmla="*/ 164588 w 1508539"/>
              <a:gd name="connsiteY7-45558" fmla="*/ 6568530 h 6858000"/>
              <a:gd name="connsiteX8-45559" fmla="*/ 166997 w 1508539"/>
              <a:gd name="connsiteY8-45560" fmla="*/ 6560674 h 6858000"/>
              <a:gd name="connsiteX9-45561" fmla="*/ 201349 w 1508539"/>
              <a:gd name="connsiteY9-45562" fmla="*/ 6530567 h 6858000"/>
              <a:gd name="connsiteX10-45563" fmla="*/ 215389 w 1508539"/>
              <a:gd name="connsiteY10-45564" fmla="*/ 6478062 h 6858000"/>
              <a:gd name="connsiteX11-45565" fmla="*/ 226078 w 1508539"/>
              <a:gd name="connsiteY11-45566" fmla="*/ 6460325 h 6858000"/>
              <a:gd name="connsiteX12-45567" fmla="*/ 233311 w 1508539"/>
              <a:gd name="connsiteY12-45568" fmla="*/ 6451488 h 6858000"/>
              <a:gd name="connsiteX13-45569" fmla="*/ 234746 w 1508539"/>
              <a:gd name="connsiteY13-45570" fmla="*/ 6451348 h 6858000"/>
              <a:gd name="connsiteX14-45571" fmla="*/ 239104 w 1508539"/>
              <a:gd name="connsiteY14-45572" fmla="*/ 6414240 h 6858000"/>
              <a:gd name="connsiteX15-45573" fmla="*/ 241880 w 1508539"/>
              <a:gd name="connsiteY15-45574" fmla="*/ 6384857 h 6858000"/>
              <a:gd name="connsiteX16-45575" fmla="*/ 240591 w 1508539"/>
              <a:gd name="connsiteY16-45576" fmla="*/ 6367510 h 6858000"/>
              <a:gd name="connsiteX17-45577" fmla="*/ 244471 w 1508539"/>
              <a:gd name="connsiteY17-45578" fmla="*/ 6349778 h 6858000"/>
              <a:gd name="connsiteX18-45579" fmla="*/ 246136 w 1508539"/>
              <a:gd name="connsiteY18-45580" fmla="*/ 6348250 h 6858000"/>
              <a:gd name="connsiteX19-45581" fmla="*/ 262170 w 1508539"/>
              <a:gd name="connsiteY19-45582" fmla="*/ 6281972 h 6858000"/>
              <a:gd name="connsiteX20-45583" fmla="*/ 290557 w 1508539"/>
              <a:gd name="connsiteY20-45584" fmla="*/ 6153037 h 6858000"/>
              <a:gd name="connsiteX21-45585" fmla="*/ 314428 w 1508539"/>
              <a:gd name="connsiteY21-45586" fmla="*/ 6113913 h 6858000"/>
              <a:gd name="connsiteX22-45587" fmla="*/ 318721 w 1508539"/>
              <a:gd name="connsiteY22-45588" fmla="*/ 6028119 h 6858000"/>
              <a:gd name="connsiteX23-45589" fmla="*/ 363126 w 1508539"/>
              <a:gd name="connsiteY23-45590" fmla="*/ 5934687 h 6858000"/>
              <a:gd name="connsiteX24-45591" fmla="*/ 408411 w 1508539"/>
              <a:gd name="connsiteY24-45592" fmla="*/ 5704905 h 6858000"/>
              <a:gd name="connsiteX25-45593" fmla="*/ 425529 w 1508539"/>
              <a:gd name="connsiteY25-45594" fmla="*/ 5676393 h 6858000"/>
              <a:gd name="connsiteX26-45595" fmla="*/ 465121 w 1508539"/>
              <a:gd name="connsiteY26-45596" fmla="*/ 5563435 h 6858000"/>
              <a:gd name="connsiteX27-45597" fmla="*/ 512251 w 1508539"/>
              <a:gd name="connsiteY27-45598" fmla="*/ 5437125 h 6858000"/>
              <a:gd name="connsiteX28-45599" fmla="*/ 525819 w 1508539"/>
              <a:gd name="connsiteY28-45600" fmla="*/ 5396260 h 6858000"/>
              <a:gd name="connsiteX29-45601" fmla="*/ 541800 w 1508539"/>
              <a:gd name="connsiteY29-45602" fmla="*/ 5330009 h 6858000"/>
              <a:gd name="connsiteX30-45603" fmla="*/ 575293 w 1508539"/>
              <a:gd name="connsiteY30-45604" fmla="*/ 5273739 h 6858000"/>
              <a:gd name="connsiteX31-45605" fmla="*/ 584892 w 1508539"/>
              <a:gd name="connsiteY31-45606" fmla="*/ 5241779 h 6858000"/>
              <a:gd name="connsiteX32-45607" fmla="*/ 596118 w 1508539"/>
              <a:gd name="connsiteY32-45608" fmla="*/ 5225268 h 6858000"/>
              <a:gd name="connsiteX33-45609" fmla="*/ 597138 w 1508539"/>
              <a:gd name="connsiteY33-45610" fmla="*/ 5217684 h 6858000"/>
              <a:gd name="connsiteX34-45611" fmla="*/ 604479 w 1508539"/>
              <a:gd name="connsiteY34-45612" fmla="*/ 5193377 h 6858000"/>
              <a:gd name="connsiteX35-45613" fmla="*/ 607782 w 1508539"/>
              <a:gd name="connsiteY35-45614" fmla="*/ 5179288 h 6858000"/>
              <a:gd name="connsiteX36-45615" fmla="*/ 608766 w 1508539"/>
              <a:gd name="connsiteY36-45616" fmla="*/ 5173621 h 6858000"/>
              <a:gd name="connsiteX37-45617" fmla="*/ 604400 w 1508539"/>
              <a:gd name="connsiteY37-45618" fmla="*/ 5159961 h 6858000"/>
              <a:gd name="connsiteX38-45619" fmla="*/ 611077 w 1508539"/>
              <a:gd name="connsiteY38-45620" fmla="*/ 5144295 h 6858000"/>
              <a:gd name="connsiteX39-45621" fmla="*/ 608010 w 1508539"/>
              <a:gd name="connsiteY39-45622" fmla="*/ 5125185 h 6858000"/>
              <a:gd name="connsiteX40-45623" fmla="*/ 614840 w 1508539"/>
              <a:gd name="connsiteY40-45624" fmla="*/ 5121884 h 6858000"/>
              <a:gd name="connsiteX41-45625" fmla="*/ 621876 w 1508539"/>
              <a:gd name="connsiteY41-45626" fmla="*/ 5067850 h 6858000"/>
              <a:gd name="connsiteX42-45627" fmla="*/ 624607 w 1508539"/>
              <a:gd name="connsiteY42-45628" fmla="*/ 5060861 h 6858000"/>
              <a:gd name="connsiteX43-45629" fmla="*/ 621311 w 1508539"/>
              <a:gd name="connsiteY43-45630" fmla="*/ 5034192 h 6858000"/>
              <a:gd name="connsiteX44-45631" fmla="*/ 622865 w 1508539"/>
              <a:gd name="connsiteY44-45632" fmla="*/ 4993030 h 6858000"/>
              <a:gd name="connsiteX45-45633" fmla="*/ 629774 w 1508539"/>
              <a:gd name="connsiteY45-45634" fmla="*/ 4946844 h 6858000"/>
              <a:gd name="connsiteX46-45635" fmla="*/ 625630 w 1508539"/>
              <a:gd name="connsiteY46-45636" fmla="*/ 4932692 h 6858000"/>
              <a:gd name="connsiteX47-45637" fmla="*/ 641033 w 1508539"/>
              <a:gd name="connsiteY47-45638" fmla="*/ 4858827 h 6858000"/>
              <a:gd name="connsiteX48-45639" fmla="*/ 646936 w 1508539"/>
              <a:gd name="connsiteY48-45640" fmla="*/ 4821170 h 6858000"/>
              <a:gd name="connsiteX49-45641" fmla="*/ 651669 w 1508539"/>
              <a:gd name="connsiteY49-45642" fmla="*/ 4780965 h 6858000"/>
              <a:gd name="connsiteX50-45643" fmla="*/ 652962 w 1508539"/>
              <a:gd name="connsiteY50-45644" fmla="*/ 4750867 h 6858000"/>
              <a:gd name="connsiteX51-45645" fmla="*/ 650769 w 1508539"/>
              <a:gd name="connsiteY51-45646" fmla="*/ 4690749 h 6858000"/>
              <a:gd name="connsiteX52-45647" fmla="*/ 646249 w 1508539"/>
              <a:gd name="connsiteY52-45648" fmla="*/ 4584173 h 6858000"/>
              <a:gd name="connsiteX53-45649" fmla="*/ 641332 w 1508539"/>
              <a:gd name="connsiteY53-45650" fmla="*/ 4444346 h 6858000"/>
              <a:gd name="connsiteX54-45651" fmla="*/ 637897 w 1508539"/>
              <a:gd name="connsiteY54-45652" fmla="*/ 4375228 h 6858000"/>
              <a:gd name="connsiteX55-45653" fmla="*/ 618550 w 1508539"/>
              <a:gd name="connsiteY55-45654" fmla="*/ 4214165 h 6858000"/>
              <a:gd name="connsiteX56-45655" fmla="*/ 622623 w 1508539"/>
              <a:gd name="connsiteY56-45656" fmla="*/ 4090296 h 6858000"/>
              <a:gd name="connsiteX57-45657" fmla="*/ 607879 w 1508539"/>
              <a:gd name="connsiteY57-45658" fmla="*/ 4033999 h 6858000"/>
              <a:gd name="connsiteX58-45659" fmla="*/ 609028 w 1508539"/>
              <a:gd name="connsiteY58-45660" fmla="*/ 4031933 h 6858000"/>
              <a:gd name="connsiteX59-45661" fmla="*/ 607604 w 1508539"/>
              <a:gd name="connsiteY59-45662" fmla="*/ 4013953 h 6858000"/>
              <a:gd name="connsiteX60-45663" fmla="*/ 593899 w 1508539"/>
              <a:gd name="connsiteY60-45664" fmla="*/ 3974753 h 6858000"/>
              <a:gd name="connsiteX61-45665" fmla="*/ 595497 w 1508539"/>
              <a:gd name="connsiteY61-45666" fmla="*/ 3969950 h 6858000"/>
              <a:gd name="connsiteX62-45667" fmla="*/ 588919 w 1508539"/>
              <a:gd name="connsiteY62-45668" fmla="*/ 3933779 h 6858000"/>
              <a:gd name="connsiteX63-45669" fmla="*/ 590250 w 1508539"/>
              <a:gd name="connsiteY63-45670" fmla="*/ 3933093 h 6858000"/>
              <a:gd name="connsiteX64-45671" fmla="*/ 594604 w 1508539"/>
              <a:gd name="connsiteY64-45672" fmla="*/ 3922082 h 6858000"/>
              <a:gd name="connsiteX65-45673" fmla="*/ 599682 w 1508539"/>
              <a:gd name="connsiteY65-45674" fmla="*/ 3901461 h 6858000"/>
              <a:gd name="connsiteX66-45675" fmla="*/ 622276 w 1508539"/>
              <a:gd name="connsiteY66-45676" fmla="*/ 3813873 h 6858000"/>
              <a:gd name="connsiteX67-45677" fmla="*/ 621701 w 1508539"/>
              <a:gd name="connsiteY67-45678" fmla="*/ 3806161 h 6858000"/>
              <a:gd name="connsiteX68-45679" fmla="*/ 622008 w 1508539"/>
              <a:gd name="connsiteY68-45680" fmla="*/ 3805957 h 6858000"/>
              <a:gd name="connsiteX69-45681" fmla="*/ 622035 w 1508539"/>
              <a:gd name="connsiteY69-45682" fmla="*/ 3797724 h 6858000"/>
              <a:gd name="connsiteX70-45683" fmla="*/ 620650 w 1508539"/>
              <a:gd name="connsiteY70-45684" fmla="*/ 3792098 h 6858000"/>
              <a:gd name="connsiteX71-45685" fmla="*/ 619534 w 1508539"/>
              <a:gd name="connsiteY71-45686" fmla="*/ 3777135 h 6858000"/>
              <a:gd name="connsiteX72-45687" fmla="*/ 621267 w 1508539"/>
              <a:gd name="connsiteY72-45688" fmla="*/ 3771656 h 6858000"/>
              <a:gd name="connsiteX73-45689" fmla="*/ 625010 w 1508539"/>
              <a:gd name="connsiteY73-45690" fmla="*/ 3769007 h 6858000"/>
              <a:gd name="connsiteX74-45691" fmla="*/ 624476 w 1508539"/>
              <a:gd name="connsiteY74-45692" fmla="*/ 3767709 h 6858000"/>
              <a:gd name="connsiteX75-45693" fmla="*/ 633172 w 1508539"/>
              <a:gd name="connsiteY75-45694" fmla="*/ 3738082 h 6858000"/>
              <a:gd name="connsiteX76-45695" fmla="*/ 640518 w 1508539"/>
              <a:gd name="connsiteY76-45696" fmla="*/ 3673397 h 6858000"/>
              <a:gd name="connsiteX77-45697" fmla="*/ 639814 w 1508539"/>
              <a:gd name="connsiteY77-45698" fmla="*/ 3637109 h 6858000"/>
              <a:gd name="connsiteX78-45699" fmla="*/ 643257 w 1508539"/>
              <a:gd name="connsiteY78-45700" fmla="*/ 3536883 h 6858000"/>
              <a:gd name="connsiteX79-45701" fmla="*/ 650795 w 1508539"/>
              <a:gd name="connsiteY79-45702" fmla="*/ 3435652 h 6858000"/>
              <a:gd name="connsiteX80-45703" fmla="*/ 652466 w 1508539"/>
              <a:gd name="connsiteY80-45704" fmla="*/ 3307769 h 6858000"/>
              <a:gd name="connsiteX81-45705" fmla="*/ 670029 w 1508539"/>
              <a:gd name="connsiteY81-45706" fmla="*/ 3250522 h 6858000"/>
              <a:gd name="connsiteX82-45707" fmla="*/ 670454 w 1508539"/>
              <a:gd name="connsiteY82-45708" fmla="*/ 3229163 h 6858000"/>
              <a:gd name="connsiteX83-45709" fmla="*/ 672277 w 1508539"/>
              <a:gd name="connsiteY83-45710" fmla="*/ 3217217 h 6858000"/>
              <a:gd name="connsiteX84-45711" fmla="*/ 659112 w 1508539"/>
              <a:gd name="connsiteY84-45712" fmla="*/ 3183755 h 6858000"/>
              <a:gd name="connsiteX85-45713" fmla="*/ 659613 w 1508539"/>
              <a:gd name="connsiteY85-45714" fmla="*/ 3178642 h 6858000"/>
              <a:gd name="connsiteX86-45715" fmla="*/ 647213 w 1508539"/>
              <a:gd name="connsiteY86-45716" fmla="*/ 3158586 h 6858000"/>
              <a:gd name="connsiteX87-45717" fmla="*/ 632398 w 1508539"/>
              <a:gd name="connsiteY87-45718" fmla="*/ 3129034 h 6858000"/>
              <a:gd name="connsiteX88-45719" fmla="*/ 633063 w 1508539"/>
              <a:gd name="connsiteY88-45720" fmla="*/ 3126682 h 6858000"/>
              <a:gd name="connsiteX89-45721" fmla="*/ 623931 w 1508539"/>
              <a:gd name="connsiteY89-45722" fmla="*/ 3114519 h 6858000"/>
              <a:gd name="connsiteX90-45723" fmla="*/ 610540 w 1508539"/>
              <a:gd name="connsiteY90-45724" fmla="*/ 3106272 h 6858000"/>
              <a:gd name="connsiteX91-45725" fmla="*/ 583270 w 1508539"/>
              <a:gd name="connsiteY91-45726" fmla="*/ 2958185 h 6858000"/>
              <a:gd name="connsiteX92-45727" fmla="*/ 525884 w 1508539"/>
              <a:gd name="connsiteY92-45728" fmla="*/ 2762989 h 6858000"/>
              <a:gd name="connsiteX93-45729" fmla="*/ 474802 w 1508539"/>
              <a:gd name="connsiteY93-45730" fmla="*/ 2554718 h 6858000"/>
              <a:gd name="connsiteX94-45731" fmla="*/ 454896 w 1508539"/>
              <a:gd name="connsiteY94-45732" fmla="*/ 2485734 h 6858000"/>
              <a:gd name="connsiteX95-45733" fmla="*/ 445619 w 1508539"/>
              <a:gd name="connsiteY95-45734" fmla="*/ 2447068 h 6858000"/>
              <a:gd name="connsiteX96-45735" fmla="*/ 432580 w 1508539"/>
              <a:gd name="connsiteY96-45736" fmla="*/ 2425819 h 6858000"/>
              <a:gd name="connsiteX97-45737" fmla="*/ 438579 w 1508539"/>
              <a:gd name="connsiteY97-45738" fmla="*/ 2402874 h 6858000"/>
              <a:gd name="connsiteX98-45739" fmla="*/ 441191 w 1508539"/>
              <a:gd name="connsiteY98-45740" fmla="*/ 2381443 h 6858000"/>
              <a:gd name="connsiteX99-45741" fmla="*/ 417520 w 1508539"/>
              <a:gd name="connsiteY99-45742" fmla="*/ 2261920 h 6858000"/>
              <a:gd name="connsiteX100-45743" fmla="*/ 407407 w 1508539"/>
              <a:gd name="connsiteY100-45744" fmla="*/ 2195378 h 6858000"/>
              <a:gd name="connsiteX101-45745" fmla="*/ 391624 w 1508539"/>
              <a:gd name="connsiteY101-45746" fmla="*/ 2155135 h 6858000"/>
              <a:gd name="connsiteX102-45747" fmla="*/ 389082 w 1508539"/>
              <a:gd name="connsiteY102-45748" fmla="*/ 2118008 h 6858000"/>
              <a:gd name="connsiteX103-45749" fmla="*/ 390075 w 1508539"/>
              <a:gd name="connsiteY103-45750" fmla="*/ 2050531 h 6858000"/>
              <a:gd name="connsiteX104-45751" fmla="*/ 381881 w 1508539"/>
              <a:gd name="connsiteY104-45752" fmla="*/ 1963269 h 6858000"/>
              <a:gd name="connsiteX105-45753" fmla="*/ 363059 w 1508539"/>
              <a:gd name="connsiteY105-45754" fmla="*/ 1906352 h 6858000"/>
              <a:gd name="connsiteX106-45755" fmla="*/ 339616 w 1508539"/>
              <a:gd name="connsiteY106-45756" fmla="*/ 1861531 h 6858000"/>
              <a:gd name="connsiteX107-45757" fmla="*/ 293415 w 1508539"/>
              <a:gd name="connsiteY107-45758" fmla="*/ 1732919 h 6858000"/>
              <a:gd name="connsiteX108-45759" fmla="*/ 265726 w 1508539"/>
              <a:gd name="connsiteY108-45760" fmla="*/ 1663540 h 6858000"/>
              <a:gd name="connsiteX109-45761" fmla="*/ 264852 w 1508539"/>
              <a:gd name="connsiteY109-45762" fmla="*/ 1615777 h 6858000"/>
              <a:gd name="connsiteX110-45763" fmla="*/ 245647 w 1508539"/>
              <a:gd name="connsiteY110-45764" fmla="*/ 1563678 h 6858000"/>
              <a:gd name="connsiteX111-45765" fmla="*/ 258727 w 1508539"/>
              <a:gd name="connsiteY111-45766" fmla="*/ 1519474 h 6858000"/>
              <a:gd name="connsiteX112-45767" fmla="*/ 251469 w 1508539"/>
              <a:gd name="connsiteY112-45768" fmla="*/ 1477995 h 6858000"/>
              <a:gd name="connsiteX113-45769" fmla="*/ 237554 w 1508539"/>
              <a:gd name="connsiteY113-45770" fmla="*/ 1373769 h 6858000"/>
              <a:gd name="connsiteX114-45771" fmla="*/ 245861 w 1508539"/>
              <a:gd name="connsiteY114-45772" fmla="*/ 1307086 h 6858000"/>
              <a:gd name="connsiteX115-45773" fmla="*/ 247049 w 1508539"/>
              <a:gd name="connsiteY115-45774" fmla="*/ 1189033 h 6858000"/>
              <a:gd name="connsiteX116-45775" fmla="*/ 251734 w 1508539"/>
              <a:gd name="connsiteY116-45776" fmla="*/ 1168288 h 6858000"/>
              <a:gd name="connsiteX117-45777" fmla="*/ 244016 w 1508539"/>
              <a:gd name="connsiteY117-45778" fmla="*/ 1142577 h 6858000"/>
              <a:gd name="connsiteX118-45779" fmla="*/ 233322 w 1508539"/>
              <a:gd name="connsiteY118-45780" fmla="*/ 1088484 h 6858000"/>
              <a:gd name="connsiteX119-45781" fmla="*/ 222058 w 1508539"/>
              <a:gd name="connsiteY119-45782" fmla="*/ 1016103 h 6858000"/>
              <a:gd name="connsiteX120-45783" fmla="*/ 223514 w 1508539"/>
              <a:gd name="connsiteY120-45784" fmla="*/ 932283 h 6858000"/>
              <a:gd name="connsiteX121-45785" fmla="*/ 225750 w 1508539"/>
              <a:gd name="connsiteY121-45786" fmla="*/ 915925 h 6858000"/>
              <a:gd name="connsiteX122-45787" fmla="*/ 218379 w 1508539"/>
              <a:gd name="connsiteY122-45788" fmla="*/ 896999 h 6858000"/>
              <a:gd name="connsiteX123-45789" fmla="*/ 187787 w 1508539"/>
              <a:gd name="connsiteY123-45790" fmla="*/ 821517 h 6858000"/>
              <a:gd name="connsiteX124-45791" fmla="*/ 166737 w 1508539"/>
              <a:gd name="connsiteY124-45792" fmla="*/ 751353 h 6858000"/>
              <a:gd name="connsiteX125-45793" fmla="*/ 166295 w 1508539"/>
              <a:gd name="connsiteY125-45794" fmla="*/ 721230 h 6858000"/>
              <a:gd name="connsiteX126-45795" fmla="*/ 151966 w 1508539"/>
              <a:gd name="connsiteY126-45796" fmla="*/ 681659 h 6858000"/>
              <a:gd name="connsiteX127-45797" fmla="*/ 137385 w 1508539"/>
              <a:gd name="connsiteY127-45798" fmla="*/ 635218 h 6858000"/>
              <a:gd name="connsiteX128-45799" fmla="*/ 142396 w 1508539"/>
              <a:gd name="connsiteY128-45800" fmla="*/ 613763 h 6858000"/>
              <a:gd name="connsiteX129-45801" fmla="*/ 128338 w 1508539"/>
              <a:gd name="connsiteY129-45802" fmla="*/ 598582 h 6858000"/>
              <a:gd name="connsiteX130-45803" fmla="*/ 128019 w 1508539"/>
              <a:gd name="connsiteY130-45804" fmla="*/ 576846 h 6858000"/>
              <a:gd name="connsiteX131-45805" fmla="*/ 107645 w 1508539"/>
              <a:gd name="connsiteY131-45806" fmla="*/ 530055 h 6858000"/>
              <a:gd name="connsiteX132-45807" fmla="*/ 106893 w 1508539"/>
              <a:gd name="connsiteY132-45808" fmla="*/ 465389 h 6858000"/>
              <a:gd name="connsiteX133-45809" fmla="*/ 89816 w 1508539"/>
              <a:gd name="connsiteY133-45810" fmla="*/ 424699 h 6858000"/>
              <a:gd name="connsiteX134-45811" fmla="*/ 90191 w 1508539"/>
              <a:gd name="connsiteY134-45812" fmla="*/ 404917 h 6858000"/>
              <a:gd name="connsiteX135-45813" fmla="*/ 70148 w 1508539"/>
              <a:gd name="connsiteY135-45814" fmla="*/ 367211 h 6858000"/>
              <a:gd name="connsiteX136-45815" fmla="*/ 36452 w 1508539"/>
              <a:gd name="connsiteY136-45816" fmla="*/ 268519 h 6858000"/>
              <a:gd name="connsiteX137-45817" fmla="*/ 23935 w 1508539"/>
              <a:gd name="connsiteY137-45818" fmla="*/ 160886 h 6858000"/>
              <a:gd name="connsiteX138-45819" fmla="*/ 19312 w 1508539"/>
              <a:gd name="connsiteY138-45820" fmla="*/ 47336 h 6858000"/>
              <a:gd name="connsiteX139-45821" fmla="*/ 0 w 1508539"/>
              <a:gd name="connsiteY139-45822" fmla="*/ 0 h 6858000"/>
              <a:gd name="connsiteX0-45823" fmla="*/ 0 w 1508539"/>
              <a:gd name="connsiteY0-45824" fmla="*/ 0 h 6858000"/>
              <a:gd name="connsiteX1-45825" fmla="*/ 1508539 w 1508539"/>
              <a:gd name="connsiteY1-45826" fmla="*/ 0 h 6858000"/>
              <a:gd name="connsiteX2-45827" fmla="*/ 1508539 w 1508539"/>
              <a:gd name="connsiteY2-45828" fmla="*/ 6858000 h 6858000"/>
              <a:gd name="connsiteX3-45829" fmla="*/ 245233 w 1508539"/>
              <a:gd name="connsiteY3-45830" fmla="*/ 6857735 h 6858000"/>
              <a:gd name="connsiteX4-45831" fmla="*/ 133885 w 1508539"/>
              <a:gd name="connsiteY4-45832" fmla="*/ 6729139 h 6858000"/>
              <a:gd name="connsiteX5-45833" fmla="*/ 149611 w 1508539"/>
              <a:gd name="connsiteY5-45834" fmla="*/ 6666145 h 6858000"/>
              <a:gd name="connsiteX6-45835" fmla="*/ 170123 w 1508539"/>
              <a:gd name="connsiteY6-45836" fmla="*/ 6608101 h 6858000"/>
              <a:gd name="connsiteX7-45837" fmla="*/ 164588 w 1508539"/>
              <a:gd name="connsiteY7-45838" fmla="*/ 6568530 h 6858000"/>
              <a:gd name="connsiteX8-45839" fmla="*/ 166997 w 1508539"/>
              <a:gd name="connsiteY8-45840" fmla="*/ 6560674 h 6858000"/>
              <a:gd name="connsiteX9-45841" fmla="*/ 201349 w 1508539"/>
              <a:gd name="connsiteY9-45842" fmla="*/ 6530567 h 6858000"/>
              <a:gd name="connsiteX10-45843" fmla="*/ 215389 w 1508539"/>
              <a:gd name="connsiteY10-45844" fmla="*/ 6478062 h 6858000"/>
              <a:gd name="connsiteX11-45845" fmla="*/ 226078 w 1508539"/>
              <a:gd name="connsiteY11-45846" fmla="*/ 6460325 h 6858000"/>
              <a:gd name="connsiteX12-45847" fmla="*/ 233311 w 1508539"/>
              <a:gd name="connsiteY12-45848" fmla="*/ 6451488 h 6858000"/>
              <a:gd name="connsiteX13-45849" fmla="*/ 234746 w 1508539"/>
              <a:gd name="connsiteY13-45850" fmla="*/ 6451348 h 6858000"/>
              <a:gd name="connsiteX14-45851" fmla="*/ 239104 w 1508539"/>
              <a:gd name="connsiteY14-45852" fmla="*/ 6414240 h 6858000"/>
              <a:gd name="connsiteX15-45853" fmla="*/ 241880 w 1508539"/>
              <a:gd name="connsiteY15-45854" fmla="*/ 6384857 h 6858000"/>
              <a:gd name="connsiteX16-45855" fmla="*/ 240591 w 1508539"/>
              <a:gd name="connsiteY16-45856" fmla="*/ 6367510 h 6858000"/>
              <a:gd name="connsiteX17-45857" fmla="*/ 244471 w 1508539"/>
              <a:gd name="connsiteY17-45858" fmla="*/ 6349778 h 6858000"/>
              <a:gd name="connsiteX18-45859" fmla="*/ 246136 w 1508539"/>
              <a:gd name="connsiteY18-45860" fmla="*/ 6348250 h 6858000"/>
              <a:gd name="connsiteX19-45861" fmla="*/ 262170 w 1508539"/>
              <a:gd name="connsiteY19-45862" fmla="*/ 6281972 h 6858000"/>
              <a:gd name="connsiteX20-45863" fmla="*/ 290557 w 1508539"/>
              <a:gd name="connsiteY20-45864" fmla="*/ 6153037 h 6858000"/>
              <a:gd name="connsiteX21-45865" fmla="*/ 314428 w 1508539"/>
              <a:gd name="connsiteY21-45866" fmla="*/ 6113913 h 6858000"/>
              <a:gd name="connsiteX22-45867" fmla="*/ 318721 w 1508539"/>
              <a:gd name="connsiteY22-45868" fmla="*/ 6028119 h 6858000"/>
              <a:gd name="connsiteX23-45869" fmla="*/ 363126 w 1508539"/>
              <a:gd name="connsiteY23-45870" fmla="*/ 5934687 h 6858000"/>
              <a:gd name="connsiteX24-45871" fmla="*/ 408411 w 1508539"/>
              <a:gd name="connsiteY24-45872" fmla="*/ 5704905 h 6858000"/>
              <a:gd name="connsiteX25-45873" fmla="*/ 425529 w 1508539"/>
              <a:gd name="connsiteY25-45874" fmla="*/ 5676393 h 6858000"/>
              <a:gd name="connsiteX26-45875" fmla="*/ 465121 w 1508539"/>
              <a:gd name="connsiteY26-45876" fmla="*/ 5563435 h 6858000"/>
              <a:gd name="connsiteX27-45877" fmla="*/ 512251 w 1508539"/>
              <a:gd name="connsiteY27-45878" fmla="*/ 5437125 h 6858000"/>
              <a:gd name="connsiteX28-45879" fmla="*/ 525819 w 1508539"/>
              <a:gd name="connsiteY28-45880" fmla="*/ 5396260 h 6858000"/>
              <a:gd name="connsiteX29-45881" fmla="*/ 541800 w 1508539"/>
              <a:gd name="connsiteY29-45882" fmla="*/ 5330009 h 6858000"/>
              <a:gd name="connsiteX30-45883" fmla="*/ 575293 w 1508539"/>
              <a:gd name="connsiteY30-45884" fmla="*/ 5273739 h 6858000"/>
              <a:gd name="connsiteX31-45885" fmla="*/ 584892 w 1508539"/>
              <a:gd name="connsiteY31-45886" fmla="*/ 5241779 h 6858000"/>
              <a:gd name="connsiteX32-45887" fmla="*/ 596118 w 1508539"/>
              <a:gd name="connsiteY32-45888" fmla="*/ 5225268 h 6858000"/>
              <a:gd name="connsiteX33-45889" fmla="*/ 597138 w 1508539"/>
              <a:gd name="connsiteY33-45890" fmla="*/ 5217684 h 6858000"/>
              <a:gd name="connsiteX34-45891" fmla="*/ 604479 w 1508539"/>
              <a:gd name="connsiteY34-45892" fmla="*/ 5193377 h 6858000"/>
              <a:gd name="connsiteX35-45893" fmla="*/ 607782 w 1508539"/>
              <a:gd name="connsiteY35-45894" fmla="*/ 5179288 h 6858000"/>
              <a:gd name="connsiteX36-45895" fmla="*/ 608766 w 1508539"/>
              <a:gd name="connsiteY36-45896" fmla="*/ 5173621 h 6858000"/>
              <a:gd name="connsiteX37-45897" fmla="*/ 604400 w 1508539"/>
              <a:gd name="connsiteY37-45898" fmla="*/ 5159961 h 6858000"/>
              <a:gd name="connsiteX38-45899" fmla="*/ 611077 w 1508539"/>
              <a:gd name="connsiteY38-45900" fmla="*/ 5144295 h 6858000"/>
              <a:gd name="connsiteX39-45901" fmla="*/ 608010 w 1508539"/>
              <a:gd name="connsiteY39-45902" fmla="*/ 5125185 h 6858000"/>
              <a:gd name="connsiteX40-45903" fmla="*/ 614840 w 1508539"/>
              <a:gd name="connsiteY40-45904" fmla="*/ 5121884 h 6858000"/>
              <a:gd name="connsiteX41-45905" fmla="*/ 621876 w 1508539"/>
              <a:gd name="connsiteY41-45906" fmla="*/ 5067850 h 6858000"/>
              <a:gd name="connsiteX42-45907" fmla="*/ 624607 w 1508539"/>
              <a:gd name="connsiteY42-45908" fmla="*/ 5060861 h 6858000"/>
              <a:gd name="connsiteX43-45909" fmla="*/ 621311 w 1508539"/>
              <a:gd name="connsiteY43-45910" fmla="*/ 5034192 h 6858000"/>
              <a:gd name="connsiteX44-45911" fmla="*/ 622865 w 1508539"/>
              <a:gd name="connsiteY44-45912" fmla="*/ 4993030 h 6858000"/>
              <a:gd name="connsiteX45-45913" fmla="*/ 629774 w 1508539"/>
              <a:gd name="connsiteY45-45914" fmla="*/ 4946844 h 6858000"/>
              <a:gd name="connsiteX46-45915" fmla="*/ 625630 w 1508539"/>
              <a:gd name="connsiteY46-45916" fmla="*/ 4932692 h 6858000"/>
              <a:gd name="connsiteX47-45917" fmla="*/ 641033 w 1508539"/>
              <a:gd name="connsiteY47-45918" fmla="*/ 4858827 h 6858000"/>
              <a:gd name="connsiteX48-45919" fmla="*/ 646936 w 1508539"/>
              <a:gd name="connsiteY48-45920" fmla="*/ 4821170 h 6858000"/>
              <a:gd name="connsiteX49-45921" fmla="*/ 651669 w 1508539"/>
              <a:gd name="connsiteY49-45922" fmla="*/ 4780965 h 6858000"/>
              <a:gd name="connsiteX50-45923" fmla="*/ 652962 w 1508539"/>
              <a:gd name="connsiteY50-45924" fmla="*/ 4750867 h 6858000"/>
              <a:gd name="connsiteX51-45925" fmla="*/ 650769 w 1508539"/>
              <a:gd name="connsiteY51-45926" fmla="*/ 4690749 h 6858000"/>
              <a:gd name="connsiteX52-45927" fmla="*/ 646249 w 1508539"/>
              <a:gd name="connsiteY52-45928" fmla="*/ 4584173 h 6858000"/>
              <a:gd name="connsiteX53-45929" fmla="*/ 641332 w 1508539"/>
              <a:gd name="connsiteY53-45930" fmla="*/ 4444346 h 6858000"/>
              <a:gd name="connsiteX54-45931" fmla="*/ 637897 w 1508539"/>
              <a:gd name="connsiteY54-45932" fmla="*/ 4375228 h 6858000"/>
              <a:gd name="connsiteX55-45933" fmla="*/ 618550 w 1508539"/>
              <a:gd name="connsiteY55-45934" fmla="*/ 4214165 h 6858000"/>
              <a:gd name="connsiteX56-45935" fmla="*/ 622623 w 1508539"/>
              <a:gd name="connsiteY56-45936" fmla="*/ 4090296 h 6858000"/>
              <a:gd name="connsiteX57-45937" fmla="*/ 607879 w 1508539"/>
              <a:gd name="connsiteY57-45938" fmla="*/ 4033999 h 6858000"/>
              <a:gd name="connsiteX58-45939" fmla="*/ 609028 w 1508539"/>
              <a:gd name="connsiteY58-45940" fmla="*/ 4031933 h 6858000"/>
              <a:gd name="connsiteX59-45941" fmla="*/ 607604 w 1508539"/>
              <a:gd name="connsiteY59-45942" fmla="*/ 4013953 h 6858000"/>
              <a:gd name="connsiteX60-45943" fmla="*/ 593899 w 1508539"/>
              <a:gd name="connsiteY60-45944" fmla="*/ 3974753 h 6858000"/>
              <a:gd name="connsiteX61-45945" fmla="*/ 595497 w 1508539"/>
              <a:gd name="connsiteY61-45946" fmla="*/ 3969950 h 6858000"/>
              <a:gd name="connsiteX62-45947" fmla="*/ 588919 w 1508539"/>
              <a:gd name="connsiteY62-45948" fmla="*/ 3933779 h 6858000"/>
              <a:gd name="connsiteX63-45949" fmla="*/ 590250 w 1508539"/>
              <a:gd name="connsiteY63-45950" fmla="*/ 3933093 h 6858000"/>
              <a:gd name="connsiteX64-45951" fmla="*/ 594604 w 1508539"/>
              <a:gd name="connsiteY64-45952" fmla="*/ 3922082 h 6858000"/>
              <a:gd name="connsiteX65-45953" fmla="*/ 599682 w 1508539"/>
              <a:gd name="connsiteY65-45954" fmla="*/ 3901461 h 6858000"/>
              <a:gd name="connsiteX66-45955" fmla="*/ 622276 w 1508539"/>
              <a:gd name="connsiteY66-45956" fmla="*/ 3813873 h 6858000"/>
              <a:gd name="connsiteX67-45957" fmla="*/ 621701 w 1508539"/>
              <a:gd name="connsiteY67-45958" fmla="*/ 3806161 h 6858000"/>
              <a:gd name="connsiteX68-45959" fmla="*/ 622008 w 1508539"/>
              <a:gd name="connsiteY68-45960" fmla="*/ 3805957 h 6858000"/>
              <a:gd name="connsiteX69-45961" fmla="*/ 622035 w 1508539"/>
              <a:gd name="connsiteY69-45962" fmla="*/ 3797724 h 6858000"/>
              <a:gd name="connsiteX70-45963" fmla="*/ 620650 w 1508539"/>
              <a:gd name="connsiteY70-45964" fmla="*/ 3792098 h 6858000"/>
              <a:gd name="connsiteX71-45965" fmla="*/ 619534 w 1508539"/>
              <a:gd name="connsiteY71-45966" fmla="*/ 3777135 h 6858000"/>
              <a:gd name="connsiteX72-45967" fmla="*/ 621267 w 1508539"/>
              <a:gd name="connsiteY72-45968" fmla="*/ 3771656 h 6858000"/>
              <a:gd name="connsiteX73-45969" fmla="*/ 625010 w 1508539"/>
              <a:gd name="connsiteY73-45970" fmla="*/ 3769007 h 6858000"/>
              <a:gd name="connsiteX74-45971" fmla="*/ 624476 w 1508539"/>
              <a:gd name="connsiteY74-45972" fmla="*/ 3767709 h 6858000"/>
              <a:gd name="connsiteX75-45973" fmla="*/ 633172 w 1508539"/>
              <a:gd name="connsiteY75-45974" fmla="*/ 3738082 h 6858000"/>
              <a:gd name="connsiteX76-45975" fmla="*/ 640518 w 1508539"/>
              <a:gd name="connsiteY76-45976" fmla="*/ 3673397 h 6858000"/>
              <a:gd name="connsiteX77-45977" fmla="*/ 639814 w 1508539"/>
              <a:gd name="connsiteY77-45978" fmla="*/ 3637109 h 6858000"/>
              <a:gd name="connsiteX78-45979" fmla="*/ 643257 w 1508539"/>
              <a:gd name="connsiteY78-45980" fmla="*/ 3536883 h 6858000"/>
              <a:gd name="connsiteX79-45981" fmla="*/ 650795 w 1508539"/>
              <a:gd name="connsiteY79-45982" fmla="*/ 3435652 h 6858000"/>
              <a:gd name="connsiteX80-45983" fmla="*/ 652466 w 1508539"/>
              <a:gd name="connsiteY80-45984" fmla="*/ 3307769 h 6858000"/>
              <a:gd name="connsiteX81-45985" fmla="*/ 670029 w 1508539"/>
              <a:gd name="connsiteY81-45986" fmla="*/ 3250522 h 6858000"/>
              <a:gd name="connsiteX82-45987" fmla="*/ 670454 w 1508539"/>
              <a:gd name="connsiteY82-45988" fmla="*/ 3229163 h 6858000"/>
              <a:gd name="connsiteX83-45989" fmla="*/ 672277 w 1508539"/>
              <a:gd name="connsiteY83-45990" fmla="*/ 3217217 h 6858000"/>
              <a:gd name="connsiteX84-45991" fmla="*/ 659112 w 1508539"/>
              <a:gd name="connsiteY84-45992" fmla="*/ 3183755 h 6858000"/>
              <a:gd name="connsiteX85-45993" fmla="*/ 659613 w 1508539"/>
              <a:gd name="connsiteY85-45994" fmla="*/ 3178642 h 6858000"/>
              <a:gd name="connsiteX86-45995" fmla="*/ 647213 w 1508539"/>
              <a:gd name="connsiteY86-45996" fmla="*/ 3158586 h 6858000"/>
              <a:gd name="connsiteX87-45997" fmla="*/ 632398 w 1508539"/>
              <a:gd name="connsiteY87-45998" fmla="*/ 3129034 h 6858000"/>
              <a:gd name="connsiteX88-45999" fmla="*/ 633063 w 1508539"/>
              <a:gd name="connsiteY88-46000" fmla="*/ 3126682 h 6858000"/>
              <a:gd name="connsiteX89-46001" fmla="*/ 623931 w 1508539"/>
              <a:gd name="connsiteY89-46002" fmla="*/ 3114519 h 6858000"/>
              <a:gd name="connsiteX90-46003" fmla="*/ 610540 w 1508539"/>
              <a:gd name="connsiteY90-46004" fmla="*/ 3106272 h 6858000"/>
              <a:gd name="connsiteX91-46005" fmla="*/ 583270 w 1508539"/>
              <a:gd name="connsiteY91-46006" fmla="*/ 2958185 h 6858000"/>
              <a:gd name="connsiteX92-46007" fmla="*/ 525884 w 1508539"/>
              <a:gd name="connsiteY92-46008" fmla="*/ 2762989 h 6858000"/>
              <a:gd name="connsiteX93-46009" fmla="*/ 474802 w 1508539"/>
              <a:gd name="connsiteY93-46010" fmla="*/ 2554718 h 6858000"/>
              <a:gd name="connsiteX94-46011" fmla="*/ 454896 w 1508539"/>
              <a:gd name="connsiteY94-46012" fmla="*/ 2485734 h 6858000"/>
              <a:gd name="connsiteX95-46013" fmla="*/ 445619 w 1508539"/>
              <a:gd name="connsiteY95-46014" fmla="*/ 2447068 h 6858000"/>
              <a:gd name="connsiteX96-46015" fmla="*/ 432580 w 1508539"/>
              <a:gd name="connsiteY96-46016" fmla="*/ 2425819 h 6858000"/>
              <a:gd name="connsiteX97-46017" fmla="*/ 438579 w 1508539"/>
              <a:gd name="connsiteY97-46018" fmla="*/ 2402874 h 6858000"/>
              <a:gd name="connsiteX98-46019" fmla="*/ 441191 w 1508539"/>
              <a:gd name="connsiteY98-46020" fmla="*/ 2381443 h 6858000"/>
              <a:gd name="connsiteX99-46021" fmla="*/ 417520 w 1508539"/>
              <a:gd name="connsiteY99-46022" fmla="*/ 2261920 h 6858000"/>
              <a:gd name="connsiteX100-46023" fmla="*/ 407407 w 1508539"/>
              <a:gd name="connsiteY100-46024" fmla="*/ 2195378 h 6858000"/>
              <a:gd name="connsiteX101-46025" fmla="*/ 391624 w 1508539"/>
              <a:gd name="connsiteY101-46026" fmla="*/ 2155135 h 6858000"/>
              <a:gd name="connsiteX102-46027" fmla="*/ 389082 w 1508539"/>
              <a:gd name="connsiteY102-46028" fmla="*/ 2118008 h 6858000"/>
              <a:gd name="connsiteX103-46029" fmla="*/ 390075 w 1508539"/>
              <a:gd name="connsiteY103-46030" fmla="*/ 2050531 h 6858000"/>
              <a:gd name="connsiteX104-46031" fmla="*/ 381881 w 1508539"/>
              <a:gd name="connsiteY104-46032" fmla="*/ 1963269 h 6858000"/>
              <a:gd name="connsiteX105-46033" fmla="*/ 363059 w 1508539"/>
              <a:gd name="connsiteY105-46034" fmla="*/ 1906352 h 6858000"/>
              <a:gd name="connsiteX106-46035" fmla="*/ 339616 w 1508539"/>
              <a:gd name="connsiteY106-46036" fmla="*/ 1861531 h 6858000"/>
              <a:gd name="connsiteX107-46037" fmla="*/ 293415 w 1508539"/>
              <a:gd name="connsiteY107-46038" fmla="*/ 1732919 h 6858000"/>
              <a:gd name="connsiteX108-46039" fmla="*/ 265726 w 1508539"/>
              <a:gd name="connsiteY108-46040" fmla="*/ 1663540 h 6858000"/>
              <a:gd name="connsiteX109-46041" fmla="*/ 264852 w 1508539"/>
              <a:gd name="connsiteY109-46042" fmla="*/ 1615777 h 6858000"/>
              <a:gd name="connsiteX110-46043" fmla="*/ 245647 w 1508539"/>
              <a:gd name="connsiteY110-46044" fmla="*/ 1563678 h 6858000"/>
              <a:gd name="connsiteX111-46045" fmla="*/ 258727 w 1508539"/>
              <a:gd name="connsiteY111-46046" fmla="*/ 1519474 h 6858000"/>
              <a:gd name="connsiteX112-46047" fmla="*/ 251469 w 1508539"/>
              <a:gd name="connsiteY112-46048" fmla="*/ 1477995 h 6858000"/>
              <a:gd name="connsiteX113-46049" fmla="*/ 237554 w 1508539"/>
              <a:gd name="connsiteY113-46050" fmla="*/ 1373769 h 6858000"/>
              <a:gd name="connsiteX114-46051" fmla="*/ 245861 w 1508539"/>
              <a:gd name="connsiteY114-46052" fmla="*/ 1307086 h 6858000"/>
              <a:gd name="connsiteX115-46053" fmla="*/ 247049 w 1508539"/>
              <a:gd name="connsiteY115-46054" fmla="*/ 1189033 h 6858000"/>
              <a:gd name="connsiteX116-46055" fmla="*/ 251734 w 1508539"/>
              <a:gd name="connsiteY116-46056" fmla="*/ 1168288 h 6858000"/>
              <a:gd name="connsiteX117-46057" fmla="*/ 244016 w 1508539"/>
              <a:gd name="connsiteY117-46058" fmla="*/ 1142577 h 6858000"/>
              <a:gd name="connsiteX118-46059" fmla="*/ 233322 w 1508539"/>
              <a:gd name="connsiteY118-46060" fmla="*/ 1088484 h 6858000"/>
              <a:gd name="connsiteX119-46061" fmla="*/ 222058 w 1508539"/>
              <a:gd name="connsiteY119-46062" fmla="*/ 1016103 h 6858000"/>
              <a:gd name="connsiteX120-46063" fmla="*/ 223514 w 1508539"/>
              <a:gd name="connsiteY120-46064" fmla="*/ 932283 h 6858000"/>
              <a:gd name="connsiteX121-46065" fmla="*/ 225750 w 1508539"/>
              <a:gd name="connsiteY121-46066" fmla="*/ 915925 h 6858000"/>
              <a:gd name="connsiteX122-46067" fmla="*/ 218379 w 1508539"/>
              <a:gd name="connsiteY122-46068" fmla="*/ 896999 h 6858000"/>
              <a:gd name="connsiteX123-46069" fmla="*/ 187787 w 1508539"/>
              <a:gd name="connsiteY123-46070" fmla="*/ 821517 h 6858000"/>
              <a:gd name="connsiteX124-46071" fmla="*/ 166737 w 1508539"/>
              <a:gd name="connsiteY124-46072" fmla="*/ 751353 h 6858000"/>
              <a:gd name="connsiteX125-46073" fmla="*/ 166295 w 1508539"/>
              <a:gd name="connsiteY125-46074" fmla="*/ 721230 h 6858000"/>
              <a:gd name="connsiteX126-46075" fmla="*/ 151966 w 1508539"/>
              <a:gd name="connsiteY126-46076" fmla="*/ 681659 h 6858000"/>
              <a:gd name="connsiteX127-46077" fmla="*/ 137385 w 1508539"/>
              <a:gd name="connsiteY127-46078" fmla="*/ 635218 h 6858000"/>
              <a:gd name="connsiteX128-46079" fmla="*/ 142396 w 1508539"/>
              <a:gd name="connsiteY128-46080" fmla="*/ 613763 h 6858000"/>
              <a:gd name="connsiteX129-46081" fmla="*/ 128338 w 1508539"/>
              <a:gd name="connsiteY129-46082" fmla="*/ 598582 h 6858000"/>
              <a:gd name="connsiteX130-46083" fmla="*/ 128019 w 1508539"/>
              <a:gd name="connsiteY130-46084" fmla="*/ 576846 h 6858000"/>
              <a:gd name="connsiteX131-46085" fmla="*/ 107645 w 1508539"/>
              <a:gd name="connsiteY131-46086" fmla="*/ 530055 h 6858000"/>
              <a:gd name="connsiteX132-46087" fmla="*/ 106893 w 1508539"/>
              <a:gd name="connsiteY132-46088" fmla="*/ 465389 h 6858000"/>
              <a:gd name="connsiteX133-46089" fmla="*/ 89816 w 1508539"/>
              <a:gd name="connsiteY133-46090" fmla="*/ 424699 h 6858000"/>
              <a:gd name="connsiteX134-46091" fmla="*/ 90191 w 1508539"/>
              <a:gd name="connsiteY134-46092" fmla="*/ 404917 h 6858000"/>
              <a:gd name="connsiteX135-46093" fmla="*/ 70148 w 1508539"/>
              <a:gd name="connsiteY135-46094" fmla="*/ 367211 h 6858000"/>
              <a:gd name="connsiteX136-46095" fmla="*/ 36452 w 1508539"/>
              <a:gd name="connsiteY136-46096" fmla="*/ 268519 h 6858000"/>
              <a:gd name="connsiteX137-46097" fmla="*/ 23935 w 1508539"/>
              <a:gd name="connsiteY137-46098" fmla="*/ 160886 h 6858000"/>
              <a:gd name="connsiteX138-46099" fmla="*/ 19312 w 1508539"/>
              <a:gd name="connsiteY138-46100" fmla="*/ 47336 h 6858000"/>
              <a:gd name="connsiteX139-46101" fmla="*/ 0 w 1508539"/>
              <a:gd name="connsiteY139-46102" fmla="*/ 0 h 6858000"/>
              <a:gd name="connsiteX0-46103" fmla="*/ 0 w 1508539"/>
              <a:gd name="connsiteY0-46104" fmla="*/ 0 h 6858000"/>
              <a:gd name="connsiteX1-46105" fmla="*/ 1508539 w 1508539"/>
              <a:gd name="connsiteY1-46106" fmla="*/ 0 h 6858000"/>
              <a:gd name="connsiteX2-46107" fmla="*/ 1508539 w 1508539"/>
              <a:gd name="connsiteY2-46108" fmla="*/ 6858000 h 6858000"/>
              <a:gd name="connsiteX3-46109" fmla="*/ 245233 w 1508539"/>
              <a:gd name="connsiteY3-46110" fmla="*/ 6857735 h 6858000"/>
              <a:gd name="connsiteX4-46111" fmla="*/ 243784 w 1508539"/>
              <a:gd name="connsiteY4-46112" fmla="*/ 6776847 h 6858000"/>
              <a:gd name="connsiteX5-46113" fmla="*/ 149611 w 1508539"/>
              <a:gd name="connsiteY5-46114" fmla="*/ 6666145 h 6858000"/>
              <a:gd name="connsiteX6-46115" fmla="*/ 170123 w 1508539"/>
              <a:gd name="connsiteY6-46116" fmla="*/ 6608101 h 6858000"/>
              <a:gd name="connsiteX7-46117" fmla="*/ 164588 w 1508539"/>
              <a:gd name="connsiteY7-46118" fmla="*/ 6568530 h 6858000"/>
              <a:gd name="connsiteX8-46119" fmla="*/ 166997 w 1508539"/>
              <a:gd name="connsiteY8-46120" fmla="*/ 6560674 h 6858000"/>
              <a:gd name="connsiteX9-46121" fmla="*/ 201349 w 1508539"/>
              <a:gd name="connsiteY9-46122" fmla="*/ 6530567 h 6858000"/>
              <a:gd name="connsiteX10-46123" fmla="*/ 215389 w 1508539"/>
              <a:gd name="connsiteY10-46124" fmla="*/ 6478062 h 6858000"/>
              <a:gd name="connsiteX11-46125" fmla="*/ 226078 w 1508539"/>
              <a:gd name="connsiteY11-46126" fmla="*/ 6460325 h 6858000"/>
              <a:gd name="connsiteX12-46127" fmla="*/ 233311 w 1508539"/>
              <a:gd name="connsiteY12-46128" fmla="*/ 6451488 h 6858000"/>
              <a:gd name="connsiteX13-46129" fmla="*/ 234746 w 1508539"/>
              <a:gd name="connsiteY13-46130" fmla="*/ 6451348 h 6858000"/>
              <a:gd name="connsiteX14-46131" fmla="*/ 239104 w 1508539"/>
              <a:gd name="connsiteY14-46132" fmla="*/ 6414240 h 6858000"/>
              <a:gd name="connsiteX15-46133" fmla="*/ 241880 w 1508539"/>
              <a:gd name="connsiteY15-46134" fmla="*/ 6384857 h 6858000"/>
              <a:gd name="connsiteX16-46135" fmla="*/ 240591 w 1508539"/>
              <a:gd name="connsiteY16-46136" fmla="*/ 6367510 h 6858000"/>
              <a:gd name="connsiteX17-46137" fmla="*/ 244471 w 1508539"/>
              <a:gd name="connsiteY17-46138" fmla="*/ 6349778 h 6858000"/>
              <a:gd name="connsiteX18-46139" fmla="*/ 246136 w 1508539"/>
              <a:gd name="connsiteY18-46140" fmla="*/ 6348250 h 6858000"/>
              <a:gd name="connsiteX19-46141" fmla="*/ 262170 w 1508539"/>
              <a:gd name="connsiteY19-46142" fmla="*/ 6281972 h 6858000"/>
              <a:gd name="connsiteX20-46143" fmla="*/ 290557 w 1508539"/>
              <a:gd name="connsiteY20-46144" fmla="*/ 6153037 h 6858000"/>
              <a:gd name="connsiteX21-46145" fmla="*/ 314428 w 1508539"/>
              <a:gd name="connsiteY21-46146" fmla="*/ 6113913 h 6858000"/>
              <a:gd name="connsiteX22-46147" fmla="*/ 318721 w 1508539"/>
              <a:gd name="connsiteY22-46148" fmla="*/ 6028119 h 6858000"/>
              <a:gd name="connsiteX23-46149" fmla="*/ 363126 w 1508539"/>
              <a:gd name="connsiteY23-46150" fmla="*/ 5934687 h 6858000"/>
              <a:gd name="connsiteX24-46151" fmla="*/ 408411 w 1508539"/>
              <a:gd name="connsiteY24-46152" fmla="*/ 5704905 h 6858000"/>
              <a:gd name="connsiteX25-46153" fmla="*/ 425529 w 1508539"/>
              <a:gd name="connsiteY25-46154" fmla="*/ 5676393 h 6858000"/>
              <a:gd name="connsiteX26-46155" fmla="*/ 465121 w 1508539"/>
              <a:gd name="connsiteY26-46156" fmla="*/ 5563435 h 6858000"/>
              <a:gd name="connsiteX27-46157" fmla="*/ 512251 w 1508539"/>
              <a:gd name="connsiteY27-46158" fmla="*/ 5437125 h 6858000"/>
              <a:gd name="connsiteX28-46159" fmla="*/ 525819 w 1508539"/>
              <a:gd name="connsiteY28-46160" fmla="*/ 5396260 h 6858000"/>
              <a:gd name="connsiteX29-46161" fmla="*/ 541800 w 1508539"/>
              <a:gd name="connsiteY29-46162" fmla="*/ 5330009 h 6858000"/>
              <a:gd name="connsiteX30-46163" fmla="*/ 575293 w 1508539"/>
              <a:gd name="connsiteY30-46164" fmla="*/ 5273739 h 6858000"/>
              <a:gd name="connsiteX31-46165" fmla="*/ 584892 w 1508539"/>
              <a:gd name="connsiteY31-46166" fmla="*/ 5241779 h 6858000"/>
              <a:gd name="connsiteX32-46167" fmla="*/ 596118 w 1508539"/>
              <a:gd name="connsiteY32-46168" fmla="*/ 5225268 h 6858000"/>
              <a:gd name="connsiteX33-46169" fmla="*/ 597138 w 1508539"/>
              <a:gd name="connsiteY33-46170" fmla="*/ 5217684 h 6858000"/>
              <a:gd name="connsiteX34-46171" fmla="*/ 604479 w 1508539"/>
              <a:gd name="connsiteY34-46172" fmla="*/ 5193377 h 6858000"/>
              <a:gd name="connsiteX35-46173" fmla="*/ 607782 w 1508539"/>
              <a:gd name="connsiteY35-46174" fmla="*/ 5179288 h 6858000"/>
              <a:gd name="connsiteX36-46175" fmla="*/ 608766 w 1508539"/>
              <a:gd name="connsiteY36-46176" fmla="*/ 5173621 h 6858000"/>
              <a:gd name="connsiteX37-46177" fmla="*/ 604400 w 1508539"/>
              <a:gd name="connsiteY37-46178" fmla="*/ 5159961 h 6858000"/>
              <a:gd name="connsiteX38-46179" fmla="*/ 611077 w 1508539"/>
              <a:gd name="connsiteY38-46180" fmla="*/ 5144295 h 6858000"/>
              <a:gd name="connsiteX39-46181" fmla="*/ 608010 w 1508539"/>
              <a:gd name="connsiteY39-46182" fmla="*/ 5125185 h 6858000"/>
              <a:gd name="connsiteX40-46183" fmla="*/ 614840 w 1508539"/>
              <a:gd name="connsiteY40-46184" fmla="*/ 5121884 h 6858000"/>
              <a:gd name="connsiteX41-46185" fmla="*/ 621876 w 1508539"/>
              <a:gd name="connsiteY41-46186" fmla="*/ 5067850 h 6858000"/>
              <a:gd name="connsiteX42-46187" fmla="*/ 624607 w 1508539"/>
              <a:gd name="connsiteY42-46188" fmla="*/ 5060861 h 6858000"/>
              <a:gd name="connsiteX43-46189" fmla="*/ 621311 w 1508539"/>
              <a:gd name="connsiteY43-46190" fmla="*/ 5034192 h 6858000"/>
              <a:gd name="connsiteX44-46191" fmla="*/ 622865 w 1508539"/>
              <a:gd name="connsiteY44-46192" fmla="*/ 4993030 h 6858000"/>
              <a:gd name="connsiteX45-46193" fmla="*/ 629774 w 1508539"/>
              <a:gd name="connsiteY45-46194" fmla="*/ 4946844 h 6858000"/>
              <a:gd name="connsiteX46-46195" fmla="*/ 625630 w 1508539"/>
              <a:gd name="connsiteY46-46196" fmla="*/ 4932692 h 6858000"/>
              <a:gd name="connsiteX47-46197" fmla="*/ 641033 w 1508539"/>
              <a:gd name="connsiteY47-46198" fmla="*/ 4858827 h 6858000"/>
              <a:gd name="connsiteX48-46199" fmla="*/ 646936 w 1508539"/>
              <a:gd name="connsiteY48-46200" fmla="*/ 4821170 h 6858000"/>
              <a:gd name="connsiteX49-46201" fmla="*/ 651669 w 1508539"/>
              <a:gd name="connsiteY49-46202" fmla="*/ 4780965 h 6858000"/>
              <a:gd name="connsiteX50-46203" fmla="*/ 652962 w 1508539"/>
              <a:gd name="connsiteY50-46204" fmla="*/ 4750867 h 6858000"/>
              <a:gd name="connsiteX51-46205" fmla="*/ 650769 w 1508539"/>
              <a:gd name="connsiteY51-46206" fmla="*/ 4690749 h 6858000"/>
              <a:gd name="connsiteX52-46207" fmla="*/ 646249 w 1508539"/>
              <a:gd name="connsiteY52-46208" fmla="*/ 4584173 h 6858000"/>
              <a:gd name="connsiteX53-46209" fmla="*/ 641332 w 1508539"/>
              <a:gd name="connsiteY53-46210" fmla="*/ 4444346 h 6858000"/>
              <a:gd name="connsiteX54-46211" fmla="*/ 637897 w 1508539"/>
              <a:gd name="connsiteY54-46212" fmla="*/ 4375228 h 6858000"/>
              <a:gd name="connsiteX55-46213" fmla="*/ 618550 w 1508539"/>
              <a:gd name="connsiteY55-46214" fmla="*/ 4214165 h 6858000"/>
              <a:gd name="connsiteX56-46215" fmla="*/ 622623 w 1508539"/>
              <a:gd name="connsiteY56-46216" fmla="*/ 4090296 h 6858000"/>
              <a:gd name="connsiteX57-46217" fmla="*/ 607879 w 1508539"/>
              <a:gd name="connsiteY57-46218" fmla="*/ 4033999 h 6858000"/>
              <a:gd name="connsiteX58-46219" fmla="*/ 609028 w 1508539"/>
              <a:gd name="connsiteY58-46220" fmla="*/ 4031933 h 6858000"/>
              <a:gd name="connsiteX59-46221" fmla="*/ 607604 w 1508539"/>
              <a:gd name="connsiteY59-46222" fmla="*/ 4013953 h 6858000"/>
              <a:gd name="connsiteX60-46223" fmla="*/ 593899 w 1508539"/>
              <a:gd name="connsiteY60-46224" fmla="*/ 3974753 h 6858000"/>
              <a:gd name="connsiteX61-46225" fmla="*/ 595497 w 1508539"/>
              <a:gd name="connsiteY61-46226" fmla="*/ 3969950 h 6858000"/>
              <a:gd name="connsiteX62-46227" fmla="*/ 588919 w 1508539"/>
              <a:gd name="connsiteY62-46228" fmla="*/ 3933779 h 6858000"/>
              <a:gd name="connsiteX63-46229" fmla="*/ 590250 w 1508539"/>
              <a:gd name="connsiteY63-46230" fmla="*/ 3933093 h 6858000"/>
              <a:gd name="connsiteX64-46231" fmla="*/ 594604 w 1508539"/>
              <a:gd name="connsiteY64-46232" fmla="*/ 3922082 h 6858000"/>
              <a:gd name="connsiteX65-46233" fmla="*/ 599682 w 1508539"/>
              <a:gd name="connsiteY65-46234" fmla="*/ 3901461 h 6858000"/>
              <a:gd name="connsiteX66-46235" fmla="*/ 622276 w 1508539"/>
              <a:gd name="connsiteY66-46236" fmla="*/ 3813873 h 6858000"/>
              <a:gd name="connsiteX67-46237" fmla="*/ 621701 w 1508539"/>
              <a:gd name="connsiteY67-46238" fmla="*/ 3806161 h 6858000"/>
              <a:gd name="connsiteX68-46239" fmla="*/ 622008 w 1508539"/>
              <a:gd name="connsiteY68-46240" fmla="*/ 3805957 h 6858000"/>
              <a:gd name="connsiteX69-46241" fmla="*/ 622035 w 1508539"/>
              <a:gd name="connsiteY69-46242" fmla="*/ 3797724 h 6858000"/>
              <a:gd name="connsiteX70-46243" fmla="*/ 620650 w 1508539"/>
              <a:gd name="connsiteY70-46244" fmla="*/ 3792098 h 6858000"/>
              <a:gd name="connsiteX71-46245" fmla="*/ 619534 w 1508539"/>
              <a:gd name="connsiteY71-46246" fmla="*/ 3777135 h 6858000"/>
              <a:gd name="connsiteX72-46247" fmla="*/ 621267 w 1508539"/>
              <a:gd name="connsiteY72-46248" fmla="*/ 3771656 h 6858000"/>
              <a:gd name="connsiteX73-46249" fmla="*/ 625010 w 1508539"/>
              <a:gd name="connsiteY73-46250" fmla="*/ 3769007 h 6858000"/>
              <a:gd name="connsiteX74-46251" fmla="*/ 624476 w 1508539"/>
              <a:gd name="connsiteY74-46252" fmla="*/ 3767709 h 6858000"/>
              <a:gd name="connsiteX75-46253" fmla="*/ 633172 w 1508539"/>
              <a:gd name="connsiteY75-46254" fmla="*/ 3738082 h 6858000"/>
              <a:gd name="connsiteX76-46255" fmla="*/ 640518 w 1508539"/>
              <a:gd name="connsiteY76-46256" fmla="*/ 3673397 h 6858000"/>
              <a:gd name="connsiteX77-46257" fmla="*/ 639814 w 1508539"/>
              <a:gd name="connsiteY77-46258" fmla="*/ 3637109 h 6858000"/>
              <a:gd name="connsiteX78-46259" fmla="*/ 643257 w 1508539"/>
              <a:gd name="connsiteY78-46260" fmla="*/ 3536883 h 6858000"/>
              <a:gd name="connsiteX79-46261" fmla="*/ 650795 w 1508539"/>
              <a:gd name="connsiteY79-46262" fmla="*/ 3435652 h 6858000"/>
              <a:gd name="connsiteX80-46263" fmla="*/ 652466 w 1508539"/>
              <a:gd name="connsiteY80-46264" fmla="*/ 3307769 h 6858000"/>
              <a:gd name="connsiteX81-46265" fmla="*/ 670029 w 1508539"/>
              <a:gd name="connsiteY81-46266" fmla="*/ 3250522 h 6858000"/>
              <a:gd name="connsiteX82-46267" fmla="*/ 670454 w 1508539"/>
              <a:gd name="connsiteY82-46268" fmla="*/ 3229163 h 6858000"/>
              <a:gd name="connsiteX83-46269" fmla="*/ 672277 w 1508539"/>
              <a:gd name="connsiteY83-46270" fmla="*/ 3217217 h 6858000"/>
              <a:gd name="connsiteX84-46271" fmla="*/ 659112 w 1508539"/>
              <a:gd name="connsiteY84-46272" fmla="*/ 3183755 h 6858000"/>
              <a:gd name="connsiteX85-46273" fmla="*/ 659613 w 1508539"/>
              <a:gd name="connsiteY85-46274" fmla="*/ 3178642 h 6858000"/>
              <a:gd name="connsiteX86-46275" fmla="*/ 647213 w 1508539"/>
              <a:gd name="connsiteY86-46276" fmla="*/ 3158586 h 6858000"/>
              <a:gd name="connsiteX87-46277" fmla="*/ 632398 w 1508539"/>
              <a:gd name="connsiteY87-46278" fmla="*/ 3129034 h 6858000"/>
              <a:gd name="connsiteX88-46279" fmla="*/ 633063 w 1508539"/>
              <a:gd name="connsiteY88-46280" fmla="*/ 3126682 h 6858000"/>
              <a:gd name="connsiteX89-46281" fmla="*/ 623931 w 1508539"/>
              <a:gd name="connsiteY89-46282" fmla="*/ 3114519 h 6858000"/>
              <a:gd name="connsiteX90-46283" fmla="*/ 610540 w 1508539"/>
              <a:gd name="connsiteY90-46284" fmla="*/ 3106272 h 6858000"/>
              <a:gd name="connsiteX91-46285" fmla="*/ 583270 w 1508539"/>
              <a:gd name="connsiteY91-46286" fmla="*/ 2958185 h 6858000"/>
              <a:gd name="connsiteX92-46287" fmla="*/ 525884 w 1508539"/>
              <a:gd name="connsiteY92-46288" fmla="*/ 2762989 h 6858000"/>
              <a:gd name="connsiteX93-46289" fmla="*/ 474802 w 1508539"/>
              <a:gd name="connsiteY93-46290" fmla="*/ 2554718 h 6858000"/>
              <a:gd name="connsiteX94-46291" fmla="*/ 454896 w 1508539"/>
              <a:gd name="connsiteY94-46292" fmla="*/ 2485734 h 6858000"/>
              <a:gd name="connsiteX95-46293" fmla="*/ 445619 w 1508539"/>
              <a:gd name="connsiteY95-46294" fmla="*/ 2447068 h 6858000"/>
              <a:gd name="connsiteX96-46295" fmla="*/ 432580 w 1508539"/>
              <a:gd name="connsiteY96-46296" fmla="*/ 2425819 h 6858000"/>
              <a:gd name="connsiteX97-46297" fmla="*/ 438579 w 1508539"/>
              <a:gd name="connsiteY97-46298" fmla="*/ 2402874 h 6858000"/>
              <a:gd name="connsiteX98-46299" fmla="*/ 441191 w 1508539"/>
              <a:gd name="connsiteY98-46300" fmla="*/ 2381443 h 6858000"/>
              <a:gd name="connsiteX99-46301" fmla="*/ 417520 w 1508539"/>
              <a:gd name="connsiteY99-46302" fmla="*/ 2261920 h 6858000"/>
              <a:gd name="connsiteX100-46303" fmla="*/ 407407 w 1508539"/>
              <a:gd name="connsiteY100-46304" fmla="*/ 2195378 h 6858000"/>
              <a:gd name="connsiteX101-46305" fmla="*/ 391624 w 1508539"/>
              <a:gd name="connsiteY101-46306" fmla="*/ 2155135 h 6858000"/>
              <a:gd name="connsiteX102-46307" fmla="*/ 389082 w 1508539"/>
              <a:gd name="connsiteY102-46308" fmla="*/ 2118008 h 6858000"/>
              <a:gd name="connsiteX103-46309" fmla="*/ 390075 w 1508539"/>
              <a:gd name="connsiteY103-46310" fmla="*/ 2050531 h 6858000"/>
              <a:gd name="connsiteX104-46311" fmla="*/ 381881 w 1508539"/>
              <a:gd name="connsiteY104-46312" fmla="*/ 1963269 h 6858000"/>
              <a:gd name="connsiteX105-46313" fmla="*/ 363059 w 1508539"/>
              <a:gd name="connsiteY105-46314" fmla="*/ 1906352 h 6858000"/>
              <a:gd name="connsiteX106-46315" fmla="*/ 339616 w 1508539"/>
              <a:gd name="connsiteY106-46316" fmla="*/ 1861531 h 6858000"/>
              <a:gd name="connsiteX107-46317" fmla="*/ 293415 w 1508539"/>
              <a:gd name="connsiteY107-46318" fmla="*/ 1732919 h 6858000"/>
              <a:gd name="connsiteX108-46319" fmla="*/ 265726 w 1508539"/>
              <a:gd name="connsiteY108-46320" fmla="*/ 1663540 h 6858000"/>
              <a:gd name="connsiteX109-46321" fmla="*/ 264852 w 1508539"/>
              <a:gd name="connsiteY109-46322" fmla="*/ 1615777 h 6858000"/>
              <a:gd name="connsiteX110-46323" fmla="*/ 245647 w 1508539"/>
              <a:gd name="connsiteY110-46324" fmla="*/ 1563678 h 6858000"/>
              <a:gd name="connsiteX111-46325" fmla="*/ 258727 w 1508539"/>
              <a:gd name="connsiteY111-46326" fmla="*/ 1519474 h 6858000"/>
              <a:gd name="connsiteX112-46327" fmla="*/ 251469 w 1508539"/>
              <a:gd name="connsiteY112-46328" fmla="*/ 1477995 h 6858000"/>
              <a:gd name="connsiteX113-46329" fmla="*/ 237554 w 1508539"/>
              <a:gd name="connsiteY113-46330" fmla="*/ 1373769 h 6858000"/>
              <a:gd name="connsiteX114-46331" fmla="*/ 245861 w 1508539"/>
              <a:gd name="connsiteY114-46332" fmla="*/ 1307086 h 6858000"/>
              <a:gd name="connsiteX115-46333" fmla="*/ 247049 w 1508539"/>
              <a:gd name="connsiteY115-46334" fmla="*/ 1189033 h 6858000"/>
              <a:gd name="connsiteX116-46335" fmla="*/ 251734 w 1508539"/>
              <a:gd name="connsiteY116-46336" fmla="*/ 1168288 h 6858000"/>
              <a:gd name="connsiteX117-46337" fmla="*/ 244016 w 1508539"/>
              <a:gd name="connsiteY117-46338" fmla="*/ 1142577 h 6858000"/>
              <a:gd name="connsiteX118-46339" fmla="*/ 233322 w 1508539"/>
              <a:gd name="connsiteY118-46340" fmla="*/ 1088484 h 6858000"/>
              <a:gd name="connsiteX119-46341" fmla="*/ 222058 w 1508539"/>
              <a:gd name="connsiteY119-46342" fmla="*/ 1016103 h 6858000"/>
              <a:gd name="connsiteX120-46343" fmla="*/ 223514 w 1508539"/>
              <a:gd name="connsiteY120-46344" fmla="*/ 932283 h 6858000"/>
              <a:gd name="connsiteX121-46345" fmla="*/ 225750 w 1508539"/>
              <a:gd name="connsiteY121-46346" fmla="*/ 915925 h 6858000"/>
              <a:gd name="connsiteX122-46347" fmla="*/ 218379 w 1508539"/>
              <a:gd name="connsiteY122-46348" fmla="*/ 896999 h 6858000"/>
              <a:gd name="connsiteX123-46349" fmla="*/ 187787 w 1508539"/>
              <a:gd name="connsiteY123-46350" fmla="*/ 821517 h 6858000"/>
              <a:gd name="connsiteX124-46351" fmla="*/ 166737 w 1508539"/>
              <a:gd name="connsiteY124-46352" fmla="*/ 751353 h 6858000"/>
              <a:gd name="connsiteX125-46353" fmla="*/ 166295 w 1508539"/>
              <a:gd name="connsiteY125-46354" fmla="*/ 721230 h 6858000"/>
              <a:gd name="connsiteX126-46355" fmla="*/ 151966 w 1508539"/>
              <a:gd name="connsiteY126-46356" fmla="*/ 681659 h 6858000"/>
              <a:gd name="connsiteX127-46357" fmla="*/ 137385 w 1508539"/>
              <a:gd name="connsiteY127-46358" fmla="*/ 635218 h 6858000"/>
              <a:gd name="connsiteX128-46359" fmla="*/ 142396 w 1508539"/>
              <a:gd name="connsiteY128-46360" fmla="*/ 613763 h 6858000"/>
              <a:gd name="connsiteX129-46361" fmla="*/ 128338 w 1508539"/>
              <a:gd name="connsiteY129-46362" fmla="*/ 598582 h 6858000"/>
              <a:gd name="connsiteX130-46363" fmla="*/ 128019 w 1508539"/>
              <a:gd name="connsiteY130-46364" fmla="*/ 576846 h 6858000"/>
              <a:gd name="connsiteX131-46365" fmla="*/ 107645 w 1508539"/>
              <a:gd name="connsiteY131-46366" fmla="*/ 530055 h 6858000"/>
              <a:gd name="connsiteX132-46367" fmla="*/ 106893 w 1508539"/>
              <a:gd name="connsiteY132-46368" fmla="*/ 465389 h 6858000"/>
              <a:gd name="connsiteX133-46369" fmla="*/ 89816 w 1508539"/>
              <a:gd name="connsiteY133-46370" fmla="*/ 424699 h 6858000"/>
              <a:gd name="connsiteX134-46371" fmla="*/ 90191 w 1508539"/>
              <a:gd name="connsiteY134-46372" fmla="*/ 404917 h 6858000"/>
              <a:gd name="connsiteX135-46373" fmla="*/ 70148 w 1508539"/>
              <a:gd name="connsiteY135-46374" fmla="*/ 367211 h 6858000"/>
              <a:gd name="connsiteX136-46375" fmla="*/ 36452 w 1508539"/>
              <a:gd name="connsiteY136-46376" fmla="*/ 268519 h 6858000"/>
              <a:gd name="connsiteX137-46377" fmla="*/ 23935 w 1508539"/>
              <a:gd name="connsiteY137-46378" fmla="*/ 160886 h 6858000"/>
              <a:gd name="connsiteX138-46379" fmla="*/ 19312 w 1508539"/>
              <a:gd name="connsiteY138-46380" fmla="*/ 47336 h 6858000"/>
              <a:gd name="connsiteX139-46381" fmla="*/ 0 w 1508539"/>
              <a:gd name="connsiteY139-46382" fmla="*/ 0 h 6858000"/>
              <a:gd name="connsiteX0-46383" fmla="*/ 0 w 1508539"/>
              <a:gd name="connsiteY0-46384" fmla="*/ 0 h 6858000"/>
              <a:gd name="connsiteX1-46385" fmla="*/ 1508539 w 1508539"/>
              <a:gd name="connsiteY1-46386" fmla="*/ 0 h 6858000"/>
              <a:gd name="connsiteX2-46387" fmla="*/ 1508539 w 1508539"/>
              <a:gd name="connsiteY2-46388" fmla="*/ 6858000 h 6858000"/>
              <a:gd name="connsiteX3-46389" fmla="*/ 245233 w 1508539"/>
              <a:gd name="connsiteY3-46390" fmla="*/ 6857735 h 6858000"/>
              <a:gd name="connsiteX4-46391" fmla="*/ 243784 w 1508539"/>
              <a:gd name="connsiteY4-46392" fmla="*/ 6776847 h 6858000"/>
              <a:gd name="connsiteX5-46393" fmla="*/ 255284 w 1508539"/>
              <a:gd name="connsiteY5-46394" fmla="*/ 6737706 h 6858000"/>
              <a:gd name="connsiteX6-46395" fmla="*/ 170123 w 1508539"/>
              <a:gd name="connsiteY6-46396" fmla="*/ 6608101 h 6858000"/>
              <a:gd name="connsiteX7-46397" fmla="*/ 164588 w 1508539"/>
              <a:gd name="connsiteY7-46398" fmla="*/ 6568530 h 6858000"/>
              <a:gd name="connsiteX8-46399" fmla="*/ 166997 w 1508539"/>
              <a:gd name="connsiteY8-46400" fmla="*/ 6560674 h 6858000"/>
              <a:gd name="connsiteX9-46401" fmla="*/ 201349 w 1508539"/>
              <a:gd name="connsiteY9-46402" fmla="*/ 6530567 h 6858000"/>
              <a:gd name="connsiteX10-46403" fmla="*/ 215389 w 1508539"/>
              <a:gd name="connsiteY10-46404" fmla="*/ 6478062 h 6858000"/>
              <a:gd name="connsiteX11-46405" fmla="*/ 226078 w 1508539"/>
              <a:gd name="connsiteY11-46406" fmla="*/ 6460325 h 6858000"/>
              <a:gd name="connsiteX12-46407" fmla="*/ 233311 w 1508539"/>
              <a:gd name="connsiteY12-46408" fmla="*/ 6451488 h 6858000"/>
              <a:gd name="connsiteX13-46409" fmla="*/ 234746 w 1508539"/>
              <a:gd name="connsiteY13-46410" fmla="*/ 6451348 h 6858000"/>
              <a:gd name="connsiteX14-46411" fmla="*/ 239104 w 1508539"/>
              <a:gd name="connsiteY14-46412" fmla="*/ 6414240 h 6858000"/>
              <a:gd name="connsiteX15-46413" fmla="*/ 241880 w 1508539"/>
              <a:gd name="connsiteY15-46414" fmla="*/ 6384857 h 6858000"/>
              <a:gd name="connsiteX16-46415" fmla="*/ 240591 w 1508539"/>
              <a:gd name="connsiteY16-46416" fmla="*/ 6367510 h 6858000"/>
              <a:gd name="connsiteX17-46417" fmla="*/ 244471 w 1508539"/>
              <a:gd name="connsiteY17-46418" fmla="*/ 6349778 h 6858000"/>
              <a:gd name="connsiteX18-46419" fmla="*/ 246136 w 1508539"/>
              <a:gd name="connsiteY18-46420" fmla="*/ 6348250 h 6858000"/>
              <a:gd name="connsiteX19-46421" fmla="*/ 262170 w 1508539"/>
              <a:gd name="connsiteY19-46422" fmla="*/ 6281972 h 6858000"/>
              <a:gd name="connsiteX20-46423" fmla="*/ 290557 w 1508539"/>
              <a:gd name="connsiteY20-46424" fmla="*/ 6153037 h 6858000"/>
              <a:gd name="connsiteX21-46425" fmla="*/ 314428 w 1508539"/>
              <a:gd name="connsiteY21-46426" fmla="*/ 6113913 h 6858000"/>
              <a:gd name="connsiteX22-46427" fmla="*/ 318721 w 1508539"/>
              <a:gd name="connsiteY22-46428" fmla="*/ 6028119 h 6858000"/>
              <a:gd name="connsiteX23-46429" fmla="*/ 363126 w 1508539"/>
              <a:gd name="connsiteY23-46430" fmla="*/ 5934687 h 6858000"/>
              <a:gd name="connsiteX24-46431" fmla="*/ 408411 w 1508539"/>
              <a:gd name="connsiteY24-46432" fmla="*/ 5704905 h 6858000"/>
              <a:gd name="connsiteX25-46433" fmla="*/ 425529 w 1508539"/>
              <a:gd name="connsiteY25-46434" fmla="*/ 5676393 h 6858000"/>
              <a:gd name="connsiteX26-46435" fmla="*/ 465121 w 1508539"/>
              <a:gd name="connsiteY26-46436" fmla="*/ 5563435 h 6858000"/>
              <a:gd name="connsiteX27-46437" fmla="*/ 512251 w 1508539"/>
              <a:gd name="connsiteY27-46438" fmla="*/ 5437125 h 6858000"/>
              <a:gd name="connsiteX28-46439" fmla="*/ 525819 w 1508539"/>
              <a:gd name="connsiteY28-46440" fmla="*/ 5396260 h 6858000"/>
              <a:gd name="connsiteX29-46441" fmla="*/ 541800 w 1508539"/>
              <a:gd name="connsiteY29-46442" fmla="*/ 5330009 h 6858000"/>
              <a:gd name="connsiteX30-46443" fmla="*/ 575293 w 1508539"/>
              <a:gd name="connsiteY30-46444" fmla="*/ 5273739 h 6858000"/>
              <a:gd name="connsiteX31-46445" fmla="*/ 584892 w 1508539"/>
              <a:gd name="connsiteY31-46446" fmla="*/ 5241779 h 6858000"/>
              <a:gd name="connsiteX32-46447" fmla="*/ 596118 w 1508539"/>
              <a:gd name="connsiteY32-46448" fmla="*/ 5225268 h 6858000"/>
              <a:gd name="connsiteX33-46449" fmla="*/ 597138 w 1508539"/>
              <a:gd name="connsiteY33-46450" fmla="*/ 5217684 h 6858000"/>
              <a:gd name="connsiteX34-46451" fmla="*/ 604479 w 1508539"/>
              <a:gd name="connsiteY34-46452" fmla="*/ 5193377 h 6858000"/>
              <a:gd name="connsiteX35-46453" fmla="*/ 607782 w 1508539"/>
              <a:gd name="connsiteY35-46454" fmla="*/ 5179288 h 6858000"/>
              <a:gd name="connsiteX36-46455" fmla="*/ 608766 w 1508539"/>
              <a:gd name="connsiteY36-46456" fmla="*/ 5173621 h 6858000"/>
              <a:gd name="connsiteX37-46457" fmla="*/ 604400 w 1508539"/>
              <a:gd name="connsiteY37-46458" fmla="*/ 5159961 h 6858000"/>
              <a:gd name="connsiteX38-46459" fmla="*/ 611077 w 1508539"/>
              <a:gd name="connsiteY38-46460" fmla="*/ 5144295 h 6858000"/>
              <a:gd name="connsiteX39-46461" fmla="*/ 608010 w 1508539"/>
              <a:gd name="connsiteY39-46462" fmla="*/ 5125185 h 6858000"/>
              <a:gd name="connsiteX40-46463" fmla="*/ 614840 w 1508539"/>
              <a:gd name="connsiteY40-46464" fmla="*/ 5121884 h 6858000"/>
              <a:gd name="connsiteX41-46465" fmla="*/ 621876 w 1508539"/>
              <a:gd name="connsiteY41-46466" fmla="*/ 5067850 h 6858000"/>
              <a:gd name="connsiteX42-46467" fmla="*/ 624607 w 1508539"/>
              <a:gd name="connsiteY42-46468" fmla="*/ 5060861 h 6858000"/>
              <a:gd name="connsiteX43-46469" fmla="*/ 621311 w 1508539"/>
              <a:gd name="connsiteY43-46470" fmla="*/ 5034192 h 6858000"/>
              <a:gd name="connsiteX44-46471" fmla="*/ 622865 w 1508539"/>
              <a:gd name="connsiteY44-46472" fmla="*/ 4993030 h 6858000"/>
              <a:gd name="connsiteX45-46473" fmla="*/ 629774 w 1508539"/>
              <a:gd name="connsiteY45-46474" fmla="*/ 4946844 h 6858000"/>
              <a:gd name="connsiteX46-46475" fmla="*/ 625630 w 1508539"/>
              <a:gd name="connsiteY46-46476" fmla="*/ 4932692 h 6858000"/>
              <a:gd name="connsiteX47-46477" fmla="*/ 641033 w 1508539"/>
              <a:gd name="connsiteY47-46478" fmla="*/ 4858827 h 6858000"/>
              <a:gd name="connsiteX48-46479" fmla="*/ 646936 w 1508539"/>
              <a:gd name="connsiteY48-46480" fmla="*/ 4821170 h 6858000"/>
              <a:gd name="connsiteX49-46481" fmla="*/ 651669 w 1508539"/>
              <a:gd name="connsiteY49-46482" fmla="*/ 4780965 h 6858000"/>
              <a:gd name="connsiteX50-46483" fmla="*/ 652962 w 1508539"/>
              <a:gd name="connsiteY50-46484" fmla="*/ 4750867 h 6858000"/>
              <a:gd name="connsiteX51-46485" fmla="*/ 650769 w 1508539"/>
              <a:gd name="connsiteY51-46486" fmla="*/ 4690749 h 6858000"/>
              <a:gd name="connsiteX52-46487" fmla="*/ 646249 w 1508539"/>
              <a:gd name="connsiteY52-46488" fmla="*/ 4584173 h 6858000"/>
              <a:gd name="connsiteX53-46489" fmla="*/ 641332 w 1508539"/>
              <a:gd name="connsiteY53-46490" fmla="*/ 4444346 h 6858000"/>
              <a:gd name="connsiteX54-46491" fmla="*/ 637897 w 1508539"/>
              <a:gd name="connsiteY54-46492" fmla="*/ 4375228 h 6858000"/>
              <a:gd name="connsiteX55-46493" fmla="*/ 618550 w 1508539"/>
              <a:gd name="connsiteY55-46494" fmla="*/ 4214165 h 6858000"/>
              <a:gd name="connsiteX56-46495" fmla="*/ 622623 w 1508539"/>
              <a:gd name="connsiteY56-46496" fmla="*/ 4090296 h 6858000"/>
              <a:gd name="connsiteX57-46497" fmla="*/ 607879 w 1508539"/>
              <a:gd name="connsiteY57-46498" fmla="*/ 4033999 h 6858000"/>
              <a:gd name="connsiteX58-46499" fmla="*/ 609028 w 1508539"/>
              <a:gd name="connsiteY58-46500" fmla="*/ 4031933 h 6858000"/>
              <a:gd name="connsiteX59-46501" fmla="*/ 607604 w 1508539"/>
              <a:gd name="connsiteY59-46502" fmla="*/ 4013953 h 6858000"/>
              <a:gd name="connsiteX60-46503" fmla="*/ 593899 w 1508539"/>
              <a:gd name="connsiteY60-46504" fmla="*/ 3974753 h 6858000"/>
              <a:gd name="connsiteX61-46505" fmla="*/ 595497 w 1508539"/>
              <a:gd name="connsiteY61-46506" fmla="*/ 3969950 h 6858000"/>
              <a:gd name="connsiteX62-46507" fmla="*/ 588919 w 1508539"/>
              <a:gd name="connsiteY62-46508" fmla="*/ 3933779 h 6858000"/>
              <a:gd name="connsiteX63-46509" fmla="*/ 590250 w 1508539"/>
              <a:gd name="connsiteY63-46510" fmla="*/ 3933093 h 6858000"/>
              <a:gd name="connsiteX64-46511" fmla="*/ 594604 w 1508539"/>
              <a:gd name="connsiteY64-46512" fmla="*/ 3922082 h 6858000"/>
              <a:gd name="connsiteX65-46513" fmla="*/ 599682 w 1508539"/>
              <a:gd name="connsiteY65-46514" fmla="*/ 3901461 h 6858000"/>
              <a:gd name="connsiteX66-46515" fmla="*/ 622276 w 1508539"/>
              <a:gd name="connsiteY66-46516" fmla="*/ 3813873 h 6858000"/>
              <a:gd name="connsiteX67-46517" fmla="*/ 621701 w 1508539"/>
              <a:gd name="connsiteY67-46518" fmla="*/ 3806161 h 6858000"/>
              <a:gd name="connsiteX68-46519" fmla="*/ 622008 w 1508539"/>
              <a:gd name="connsiteY68-46520" fmla="*/ 3805957 h 6858000"/>
              <a:gd name="connsiteX69-46521" fmla="*/ 622035 w 1508539"/>
              <a:gd name="connsiteY69-46522" fmla="*/ 3797724 h 6858000"/>
              <a:gd name="connsiteX70-46523" fmla="*/ 620650 w 1508539"/>
              <a:gd name="connsiteY70-46524" fmla="*/ 3792098 h 6858000"/>
              <a:gd name="connsiteX71-46525" fmla="*/ 619534 w 1508539"/>
              <a:gd name="connsiteY71-46526" fmla="*/ 3777135 h 6858000"/>
              <a:gd name="connsiteX72-46527" fmla="*/ 621267 w 1508539"/>
              <a:gd name="connsiteY72-46528" fmla="*/ 3771656 h 6858000"/>
              <a:gd name="connsiteX73-46529" fmla="*/ 625010 w 1508539"/>
              <a:gd name="connsiteY73-46530" fmla="*/ 3769007 h 6858000"/>
              <a:gd name="connsiteX74-46531" fmla="*/ 624476 w 1508539"/>
              <a:gd name="connsiteY74-46532" fmla="*/ 3767709 h 6858000"/>
              <a:gd name="connsiteX75-46533" fmla="*/ 633172 w 1508539"/>
              <a:gd name="connsiteY75-46534" fmla="*/ 3738082 h 6858000"/>
              <a:gd name="connsiteX76-46535" fmla="*/ 640518 w 1508539"/>
              <a:gd name="connsiteY76-46536" fmla="*/ 3673397 h 6858000"/>
              <a:gd name="connsiteX77-46537" fmla="*/ 639814 w 1508539"/>
              <a:gd name="connsiteY77-46538" fmla="*/ 3637109 h 6858000"/>
              <a:gd name="connsiteX78-46539" fmla="*/ 643257 w 1508539"/>
              <a:gd name="connsiteY78-46540" fmla="*/ 3536883 h 6858000"/>
              <a:gd name="connsiteX79-46541" fmla="*/ 650795 w 1508539"/>
              <a:gd name="connsiteY79-46542" fmla="*/ 3435652 h 6858000"/>
              <a:gd name="connsiteX80-46543" fmla="*/ 652466 w 1508539"/>
              <a:gd name="connsiteY80-46544" fmla="*/ 3307769 h 6858000"/>
              <a:gd name="connsiteX81-46545" fmla="*/ 670029 w 1508539"/>
              <a:gd name="connsiteY81-46546" fmla="*/ 3250522 h 6858000"/>
              <a:gd name="connsiteX82-46547" fmla="*/ 670454 w 1508539"/>
              <a:gd name="connsiteY82-46548" fmla="*/ 3229163 h 6858000"/>
              <a:gd name="connsiteX83-46549" fmla="*/ 672277 w 1508539"/>
              <a:gd name="connsiteY83-46550" fmla="*/ 3217217 h 6858000"/>
              <a:gd name="connsiteX84-46551" fmla="*/ 659112 w 1508539"/>
              <a:gd name="connsiteY84-46552" fmla="*/ 3183755 h 6858000"/>
              <a:gd name="connsiteX85-46553" fmla="*/ 659613 w 1508539"/>
              <a:gd name="connsiteY85-46554" fmla="*/ 3178642 h 6858000"/>
              <a:gd name="connsiteX86-46555" fmla="*/ 647213 w 1508539"/>
              <a:gd name="connsiteY86-46556" fmla="*/ 3158586 h 6858000"/>
              <a:gd name="connsiteX87-46557" fmla="*/ 632398 w 1508539"/>
              <a:gd name="connsiteY87-46558" fmla="*/ 3129034 h 6858000"/>
              <a:gd name="connsiteX88-46559" fmla="*/ 633063 w 1508539"/>
              <a:gd name="connsiteY88-46560" fmla="*/ 3126682 h 6858000"/>
              <a:gd name="connsiteX89-46561" fmla="*/ 623931 w 1508539"/>
              <a:gd name="connsiteY89-46562" fmla="*/ 3114519 h 6858000"/>
              <a:gd name="connsiteX90-46563" fmla="*/ 610540 w 1508539"/>
              <a:gd name="connsiteY90-46564" fmla="*/ 3106272 h 6858000"/>
              <a:gd name="connsiteX91-46565" fmla="*/ 583270 w 1508539"/>
              <a:gd name="connsiteY91-46566" fmla="*/ 2958185 h 6858000"/>
              <a:gd name="connsiteX92-46567" fmla="*/ 525884 w 1508539"/>
              <a:gd name="connsiteY92-46568" fmla="*/ 2762989 h 6858000"/>
              <a:gd name="connsiteX93-46569" fmla="*/ 474802 w 1508539"/>
              <a:gd name="connsiteY93-46570" fmla="*/ 2554718 h 6858000"/>
              <a:gd name="connsiteX94-46571" fmla="*/ 454896 w 1508539"/>
              <a:gd name="connsiteY94-46572" fmla="*/ 2485734 h 6858000"/>
              <a:gd name="connsiteX95-46573" fmla="*/ 445619 w 1508539"/>
              <a:gd name="connsiteY95-46574" fmla="*/ 2447068 h 6858000"/>
              <a:gd name="connsiteX96-46575" fmla="*/ 432580 w 1508539"/>
              <a:gd name="connsiteY96-46576" fmla="*/ 2425819 h 6858000"/>
              <a:gd name="connsiteX97-46577" fmla="*/ 438579 w 1508539"/>
              <a:gd name="connsiteY97-46578" fmla="*/ 2402874 h 6858000"/>
              <a:gd name="connsiteX98-46579" fmla="*/ 441191 w 1508539"/>
              <a:gd name="connsiteY98-46580" fmla="*/ 2381443 h 6858000"/>
              <a:gd name="connsiteX99-46581" fmla="*/ 417520 w 1508539"/>
              <a:gd name="connsiteY99-46582" fmla="*/ 2261920 h 6858000"/>
              <a:gd name="connsiteX100-46583" fmla="*/ 407407 w 1508539"/>
              <a:gd name="connsiteY100-46584" fmla="*/ 2195378 h 6858000"/>
              <a:gd name="connsiteX101-46585" fmla="*/ 391624 w 1508539"/>
              <a:gd name="connsiteY101-46586" fmla="*/ 2155135 h 6858000"/>
              <a:gd name="connsiteX102-46587" fmla="*/ 389082 w 1508539"/>
              <a:gd name="connsiteY102-46588" fmla="*/ 2118008 h 6858000"/>
              <a:gd name="connsiteX103-46589" fmla="*/ 390075 w 1508539"/>
              <a:gd name="connsiteY103-46590" fmla="*/ 2050531 h 6858000"/>
              <a:gd name="connsiteX104-46591" fmla="*/ 381881 w 1508539"/>
              <a:gd name="connsiteY104-46592" fmla="*/ 1963269 h 6858000"/>
              <a:gd name="connsiteX105-46593" fmla="*/ 363059 w 1508539"/>
              <a:gd name="connsiteY105-46594" fmla="*/ 1906352 h 6858000"/>
              <a:gd name="connsiteX106-46595" fmla="*/ 339616 w 1508539"/>
              <a:gd name="connsiteY106-46596" fmla="*/ 1861531 h 6858000"/>
              <a:gd name="connsiteX107-46597" fmla="*/ 293415 w 1508539"/>
              <a:gd name="connsiteY107-46598" fmla="*/ 1732919 h 6858000"/>
              <a:gd name="connsiteX108-46599" fmla="*/ 265726 w 1508539"/>
              <a:gd name="connsiteY108-46600" fmla="*/ 1663540 h 6858000"/>
              <a:gd name="connsiteX109-46601" fmla="*/ 264852 w 1508539"/>
              <a:gd name="connsiteY109-46602" fmla="*/ 1615777 h 6858000"/>
              <a:gd name="connsiteX110-46603" fmla="*/ 245647 w 1508539"/>
              <a:gd name="connsiteY110-46604" fmla="*/ 1563678 h 6858000"/>
              <a:gd name="connsiteX111-46605" fmla="*/ 258727 w 1508539"/>
              <a:gd name="connsiteY111-46606" fmla="*/ 1519474 h 6858000"/>
              <a:gd name="connsiteX112-46607" fmla="*/ 251469 w 1508539"/>
              <a:gd name="connsiteY112-46608" fmla="*/ 1477995 h 6858000"/>
              <a:gd name="connsiteX113-46609" fmla="*/ 237554 w 1508539"/>
              <a:gd name="connsiteY113-46610" fmla="*/ 1373769 h 6858000"/>
              <a:gd name="connsiteX114-46611" fmla="*/ 245861 w 1508539"/>
              <a:gd name="connsiteY114-46612" fmla="*/ 1307086 h 6858000"/>
              <a:gd name="connsiteX115-46613" fmla="*/ 247049 w 1508539"/>
              <a:gd name="connsiteY115-46614" fmla="*/ 1189033 h 6858000"/>
              <a:gd name="connsiteX116-46615" fmla="*/ 251734 w 1508539"/>
              <a:gd name="connsiteY116-46616" fmla="*/ 1168288 h 6858000"/>
              <a:gd name="connsiteX117-46617" fmla="*/ 244016 w 1508539"/>
              <a:gd name="connsiteY117-46618" fmla="*/ 1142577 h 6858000"/>
              <a:gd name="connsiteX118-46619" fmla="*/ 233322 w 1508539"/>
              <a:gd name="connsiteY118-46620" fmla="*/ 1088484 h 6858000"/>
              <a:gd name="connsiteX119-46621" fmla="*/ 222058 w 1508539"/>
              <a:gd name="connsiteY119-46622" fmla="*/ 1016103 h 6858000"/>
              <a:gd name="connsiteX120-46623" fmla="*/ 223514 w 1508539"/>
              <a:gd name="connsiteY120-46624" fmla="*/ 932283 h 6858000"/>
              <a:gd name="connsiteX121-46625" fmla="*/ 225750 w 1508539"/>
              <a:gd name="connsiteY121-46626" fmla="*/ 915925 h 6858000"/>
              <a:gd name="connsiteX122-46627" fmla="*/ 218379 w 1508539"/>
              <a:gd name="connsiteY122-46628" fmla="*/ 896999 h 6858000"/>
              <a:gd name="connsiteX123-46629" fmla="*/ 187787 w 1508539"/>
              <a:gd name="connsiteY123-46630" fmla="*/ 821517 h 6858000"/>
              <a:gd name="connsiteX124-46631" fmla="*/ 166737 w 1508539"/>
              <a:gd name="connsiteY124-46632" fmla="*/ 751353 h 6858000"/>
              <a:gd name="connsiteX125-46633" fmla="*/ 166295 w 1508539"/>
              <a:gd name="connsiteY125-46634" fmla="*/ 721230 h 6858000"/>
              <a:gd name="connsiteX126-46635" fmla="*/ 151966 w 1508539"/>
              <a:gd name="connsiteY126-46636" fmla="*/ 681659 h 6858000"/>
              <a:gd name="connsiteX127-46637" fmla="*/ 137385 w 1508539"/>
              <a:gd name="connsiteY127-46638" fmla="*/ 635218 h 6858000"/>
              <a:gd name="connsiteX128-46639" fmla="*/ 142396 w 1508539"/>
              <a:gd name="connsiteY128-46640" fmla="*/ 613763 h 6858000"/>
              <a:gd name="connsiteX129-46641" fmla="*/ 128338 w 1508539"/>
              <a:gd name="connsiteY129-46642" fmla="*/ 598582 h 6858000"/>
              <a:gd name="connsiteX130-46643" fmla="*/ 128019 w 1508539"/>
              <a:gd name="connsiteY130-46644" fmla="*/ 576846 h 6858000"/>
              <a:gd name="connsiteX131-46645" fmla="*/ 107645 w 1508539"/>
              <a:gd name="connsiteY131-46646" fmla="*/ 530055 h 6858000"/>
              <a:gd name="connsiteX132-46647" fmla="*/ 106893 w 1508539"/>
              <a:gd name="connsiteY132-46648" fmla="*/ 465389 h 6858000"/>
              <a:gd name="connsiteX133-46649" fmla="*/ 89816 w 1508539"/>
              <a:gd name="connsiteY133-46650" fmla="*/ 424699 h 6858000"/>
              <a:gd name="connsiteX134-46651" fmla="*/ 90191 w 1508539"/>
              <a:gd name="connsiteY134-46652" fmla="*/ 404917 h 6858000"/>
              <a:gd name="connsiteX135-46653" fmla="*/ 70148 w 1508539"/>
              <a:gd name="connsiteY135-46654" fmla="*/ 367211 h 6858000"/>
              <a:gd name="connsiteX136-46655" fmla="*/ 36452 w 1508539"/>
              <a:gd name="connsiteY136-46656" fmla="*/ 268519 h 6858000"/>
              <a:gd name="connsiteX137-46657" fmla="*/ 23935 w 1508539"/>
              <a:gd name="connsiteY137-46658" fmla="*/ 160886 h 6858000"/>
              <a:gd name="connsiteX138-46659" fmla="*/ 19312 w 1508539"/>
              <a:gd name="connsiteY138-46660" fmla="*/ 47336 h 6858000"/>
              <a:gd name="connsiteX139-46661" fmla="*/ 0 w 1508539"/>
              <a:gd name="connsiteY139-46662" fmla="*/ 0 h 6858000"/>
              <a:gd name="connsiteX0-46663" fmla="*/ 0 w 1508539"/>
              <a:gd name="connsiteY0-46664" fmla="*/ 0 h 6858000"/>
              <a:gd name="connsiteX1-46665" fmla="*/ 1508539 w 1508539"/>
              <a:gd name="connsiteY1-46666" fmla="*/ 0 h 6858000"/>
              <a:gd name="connsiteX2-46667" fmla="*/ 1508539 w 1508539"/>
              <a:gd name="connsiteY2-46668" fmla="*/ 6858000 h 6858000"/>
              <a:gd name="connsiteX3-46669" fmla="*/ 245233 w 1508539"/>
              <a:gd name="connsiteY3-46670" fmla="*/ 6857735 h 6858000"/>
              <a:gd name="connsiteX4-46671" fmla="*/ 243784 w 1508539"/>
              <a:gd name="connsiteY4-46672" fmla="*/ 6776847 h 6858000"/>
              <a:gd name="connsiteX5-46673" fmla="*/ 255284 w 1508539"/>
              <a:gd name="connsiteY5-46674" fmla="*/ 6737706 h 6858000"/>
              <a:gd name="connsiteX6-46675" fmla="*/ 267342 w 1508539"/>
              <a:gd name="connsiteY6-46676" fmla="*/ 6683638 h 6858000"/>
              <a:gd name="connsiteX7-46677" fmla="*/ 164588 w 1508539"/>
              <a:gd name="connsiteY7-46678" fmla="*/ 6568530 h 6858000"/>
              <a:gd name="connsiteX8-46679" fmla="*/ 166997 w 1508539"/>
              <a:gd name="connsiteY8-46680" fmla="*/ 6560674 h 6858000"/>
              <a:gd name="connsiteX9-46681" fmla="*/ 201349 w 1508539"/>
              <a:gd name="connsiteY9-46682" fmla="*/ 6530567 h 6858000"/>
              <a:gd name="connsiteX10-46683" fmla="*/ 215389 w 1508539"/>
              <a:gd name="connsiteY10-46684" fmla="*/ 6478062 h 6858000"/>
              <a:gd name="connsiteX11-46685" fmla="*/ 226078 w 1508539"/>
              <a:gd name="connsiteY11-46686" fmla="*/ 6460325 h 6858000"/>
              <a:gd name="connsiteX12-46687" fmla="*/ 233311 w 1508539"/>
              <a:gd name="connsiteY12-46688" fmla="*/ 6451488 h 6858000"/>
              <a:gd name="connsiteX13-46689" fmla="*/ 234746 w 1508539"/>
              <a:gd name="connsiteY13-46690" fmla="*/ 6451348 h 6858000"/>
              <a:gd name="connsiteX14-46691" fmla="*/ 239104 w 1508539"/>
              <a:gd name="connsiteY14-46692" fmla="*/ 6414240 h 6858000"/>
              <a:gd name="connsiteX15-46693" fmla="*/ 241880 w 1508539"/>
              <a:gd name="connsiteY15-46694" fmla="*/ 6384857 h 6858000"/>
              <a:gd name="connsiteX16-46695" fmla="*/ 240591 w 1508539"/>
              <a:gd name="connsiteY16-46696" fmla="*/ 6367510 h 6858000"/>
              <a:gd name="connsiteX17-46697" fmla="*/ 244471 w 1508539"/>
              <a:gd name="connsiteY17-46698" fmla="*/ 6349778 h 6858000"/>
              <a:gd name="connsiteX18-46699" fmla="*/ 246136 w 1508539"/>
              <a:gd name="connsiteY18-46700" fmla="*/ 6348250 h 6858000"/>
              <a:gd name="connsiteX19-46701" fmla="*/ 262170 w 1508539"/>
              <a:gd name="connsiteY19-46702" fmla="*/ 6281972 h 6858000"/>
              <a:gd name="connsiteX20-46703" fmla="*/ 290557 w 1508539"/>
              <a:gd name="connsiteY20-46704" fmla="*/ 6153037 h 6858000"/>
              <a:gd name="connsiteX21-46705" fmla="*/ 314428 w 1508539"/>
              <a:gd name="connsiteY21-46706" fmla="*/ 6113913 h 6858000"/>
              <a:gd name="connsiteX22-46707" fmla="*/ 318721 w 1508539"/>
              <a:gd name="connsiteY22-46708" fmla="*/ 6028119 h 6858000"/>
              <a:gd name="connsiteX23-46709" fmla="*/ 363126 w 1508539"/>
              <a:gd name="connsiteY23-46710" fmla="*/ 5934687 h 6858000"/>
              <a:gd name="connsiteX24-46711" fmla="*/ 408411 w 1508539"/>
              <a:gd name="connsiteY24-46712" fmla="*/ 5704905 h 6858000"/>
              <a:gd name="connsiteX25-46713" fmla="*/ 425529 w 1508539"/>
              <a:gd name="connsiteY25-46714" fmla="*/ 5676393 h 6858000"/>
              <a:gd name="connsiteX26-46715" fmla="*/ 465121 w 1508539"/>
              <a:gd name="connsiteY26-46716" fmla="*/ 5563435 h 6858000"/>
              <a:gd name="connsiteX27-46717" fmla="*/ 512251 w 1508539"/>
              <a:gd name="connsiteY27-46718" fmla="*/ 5437125 h 6858000"/>
              <a:gd name="connsiteX28-46719" fmla="*/ 525819 w 1508539"/>
              <a:gd name="connsiteY28-46720" fmla="*/ 5396260 h 6858000"/>
              <a:gd name="connsiteX29-46721" fmla="*/ 541800 w 1508539"/>
              <a:gd name="connsiteY29-46722" fmla="*/ 5330009 h 6858000"/>
              <a:gd name="connsiteX30-46723" fmla="*/ 575293 w 1508539"/>
              <a:gd name="connsiteY30-46724" fmla="*/ 5273739 h 6858000"/>
              <a:gd name="connsiteX31-46725" fmla="*/ 584892 w 1508539"/>
              <a:gd name="connsiteY31-46726" fmla="*/ 5241779 h 6858000"/>
              <a:gd name="connsiteX32-46727" fmla="*/ 596118 w 1508539"/>
              <a:gd name="connsiteY32-46728" fmla="*/ 5225268 h 6858000"/>
              <a:gd name="connsiteX33-46729" fmla="*/ 597138 w 1508539"/>
              <a:gd name="connsiteY33-46730" fmla="*/ 5217684 h 6858000"/>
              <a:gd name="connsiteX34-46731" fmla="*/ 604479 w 1508539"/>
              <a:gd name="connsiteY34-46732" fmla="*/ 5193377 h 6858000"/>
              <a:gd name="connsiteX35-46733" fmla="*/ 607782 w 1508539"/>
              <a:gd name="connsiteY35-46734" fmla="*/ 5179288 h 6858000"/>
              <a:gd name="connsiteX36-46735" fmla="*/ 608766 w 1508539"/>
              <a:gd name="connsiteY36-46736" fmla="*/ 5173621 h 6858000"/>
              <a:gd name="connsiteX37-46737" fmla="*/ 604400 w 1508539"/>
              <a:gd name="connsiteY37-46738" fmla="*/ 5159961 h 6858000"/>
              <a:gd name="connsiteX38-46739" fmla="*/ 611077 w 1508539"/>
              <a:gd name="connsiteY38-46740" fmla="*/ 5144295 h 6858000"/>
              <a:gd name="connsiteX39-46741" fmla="*/ 608010 w 1508539"/>
              <a:gd name="connsiteY39-46742" fmla="*/ 5125185 h 6858000"/>
              <a:gd name="connsiteX40-46743" fmla="*/ 614840 w 1508539"/>
              <a:gd name="connsiteY40-46744" fmla="*/ 5121884 h 6858000"/>
              <a:gd name="connsiteX41-46745" fmla="*/ 621876 w 1508539"/>
              <a:gd name="connsiteY41-46746" fmla="*/ 5067850 h 6858000"/>
              <a:gd name="connsiteX42-46747" fmla="*/ 624607 w 1508539"/>
              <a:gd name="connsiteY42-46748" fmla="*/ 5060861 h 6858000"/>
              <a:gd name="connsiteX43-46749" fmla="*/ 621311 w 1508539"/>
              <a:gd name="connsiteY43-46750" fmla="*/ 5034192 h 6858000"/>
              <a:gd name="connsiteX44-46751" fmla="*/ 622865 w 1508539"/>
              <a:gd name="connsiteY44-46752" fmla="*/ 4993030 h 6858000"/>
              <a:gd name="connsiteX45-46753" fmla="*/ 629774 w 1508539"/>
              <a:gd name="connsiteY45-46754" fmla="*/ 4946844 h 6858000"/>
              <a:gd name="connsiteX46-46755" fmla="*/ 625630 w 1508539"/>
              <a:gd name="connsiteY46-46756" fmla="*/ 4932692 h 6858000"/>
              <a:gd name="connsiteX47-46757" fmla="*/ 641033 w 1508539"/>
              <a:gd name="connsiteY47-46758" fmla="*/ 4858827 h 6858000"/>
              <a:gd name="connsiteX48-46759" fmla="*/ 646936 w 1508539"/>
              <a:gd name="connsiteY48-46760" fmla="*/ 4821170 h 6858000"/>
              <a:gd name="connsiteX49-46761" fmla="*/ 651669 w 1508539"/>
              <a:gd name="connsiteY49-46762" fmla="*/ 4780965 h 6858000"/>
              <a:gd name="connsiteX50-46763" fmla="*/ 652962 w 1508539"/>
              <a:gd name="connsiteY50-46764" fmla="*/ 4750867 h 6858000"/>
              <a:gd name="connsiteX51-46765" fmla="*/ 650769 w 1508539"/>
              <a:gd name="connsiteY51-46766" fmla="*/ 4690749 h 6858000"/>
              <a:gd name="connsiteX52-46767" fmla="*/ 646249 w 1508539"/>
              <a:gd name="connsiteY52-46768" fmla="*/ 4584173 h 6858000"/>
              <a:gd name="connsiteX53-46769" fmla="*/ 641332 w 1508539"/>
              <a:gd name="connsiteY53-46770" fmla="*/ 4444346 h 6858000"/>
              <a:gd name="connsiteX54-46771" fmla="*/ 637897 w 1508539"/>
              <a:gd name="connsiteY54-46772" fmla="*/ 4375228 h 6858000"/>
              <a:gd name="connsiteX55-46773" fmla="*/ 618550 w 1508539"/>
              <a:gd name="connsiteY55-46774" fmla="*/ 4214165 h 6858000"/>
              <a:gd name="connsiteX56-46775" fmla="*/ 622623 w 1508539"/>
              <a:gd name="connsiteY56-46776" fmla="*/ 4090296 h 6858000"/>
              <a:gd name="connsiteX57-46777" fmla="*/ 607879 w 1508539"/>
              <a:gd name="connsiteY57-46778" fmla="*/ 4033999 h 6858000"/>
              <a:gd name="connsiteX58-46779" fmla="*/ 609028 w 1508539"/>
              <a:gd name="connsiteY58-46780" fmla="*/ 4031933 h 6858000"/>
              <a:gd name="connsiteX59-46781" fmla="*/ 607604 w 1508539"/>
              <a:gd name="connsiteY59-46782" fmla="*/ 4013953 h 6858000"/>
              <a:gd name="connsiteX60-46783" fmla="*/ 593899 w 1508539"/>
              <a:gd name="connsiteY60-46784" fmla="*/ 3974753 h 6858000"/>
              <a:gd name="connsiteX61-46785" fmla="*/ 595497 w 1508539"/>
              <a:gd name="connsiteY61-46786" fmla="*/ 3969950 h 6858000"/>
              <a:gd name="connsiteX62-46787" fmla="*/ 588919 w 1508539"/>
              <a:gd name="connsiteY62-46788" fmla="*/ 3933779 h 6858000"/>
              <a:gd name="connsiteX63-46789" fmla="*/ 590250 w 1508539"/>
              <a:gd name="connsiteY63-46790" fmla="*/ 3933093 h 6858000"/>
              <a:gd name="connsiteX64-46791" fmla="*/ 594604 w 1508539"/>
              <a:gd name="connsiteY64-46792" fmla="*/ 3922082 h 6858000"/>
              <a:gd name="connsiteX65-46793" fmla="*/ 599682 w 1508539"/>
              <a:gd name="connsiteY65-46794" fmla="*/ 3901461 h 6858000"/>
              <a:gd name="connsiteX66-46795" fmla="*/ 622276 w 1508539"/>
              <a:gd name="connsiteY66-46796" fmla="*/ 3813873 h 6858000"/>
              <a:gd name="connsiteX67-46797" fmla="*/ 621701 w 1508539"/>
              <a:gd name="connsiteY67-46798" fmla="*/ 3806161 h 6858000"/>
              <a:gd name="connsiteX68-46799" fmla="*/ 622008 w 1508539"/>
              <a:gd name="connsiteY68-46800" fmla="*/ 3805957 h 6858000"/>
              <a:gd name="connsiteX69-46801" fmla="*/ 622035 w 1508539"/>
              <a:gd name="connsiteY69-46802" fmla="*/ 3797724 h 6858000"/>
              <a:gd name="connsiteX70-46803" fmla="*/ 620650 w 1508539"/>
              <a:gd name="connsiteY70-46804" fmla="*/ 3792098 h 6858000"/>
              <a:gd name="connsiteX71-46805" fmla="*/ 619534 w 1508539"/>
              <a:gd name="connsiteY71-46806" fmla="*/ 3777135 h 6858000"/>
              <a:gd name="connsiteX72-46807" fmla="*/ 621267 w 1508539"/>
              <a:gd name="connsiteY72-46808" fmla="*/ 3771656 h 6858000"/>
              <a:gd name="connsiteX73-46809" fmla="*/ 625010 w 1508539"/>
              <a:gd name="connsiteY73-46810" fmla="*/ 3769007 h 6858000"/>
              <a:gd name="connsiteX74-46811" fmla="*/ 624476 w 1508539"/>
              <a:gd name="connsiteY74-46812" fmla="*/ 3767709 h 6858000"/>
              <a:gd name="connsiteX75-46813" fmla="*/ 633172 w 1508539"/>
              <a:gd name="connsiteY75-46814" fmla="*/ 3738082 h 6858000"/>
              <a:gd name="connsiteX76-46815" fmla="*/ 640518 w 1508539"/>
              <a:gd name="connsiteY76-46816" fmla="*/ 3673397 h 6858000"/>
              <a:gd name="connsiteX77-46817" fmla="*/ 639814 w 1508539"/>
              <a:gd name="connsiteY77-46818" fmla="*/ 3637109 h 6858000"/>
              <a:gd name="connsiteX78-46819" fmla="*/ 643257 w 1508539"/>
              <a:gd name="connsiteY78-46820" fmla="*/ 3536883 h 6858000"/>
              <a:gd name="connsiteX79-46821" fmla="*/ 650795 w 1508539"/>
              <a:gd name="connsiteY79-46822" fmla="*/ 3435652 h 6858000"/>
              <a:gd name="connsiteX80-46823" fmla="*/ 652466 w 1508539"/>
              <a:gd name="connsiteY80-46824" fmla="*/ 3307769 h 6858000"/>
              <a:gd name="connsiteX81-46825" fmla="*/ 670029 w 1508539"/>
              <a:gd name="connsiteY81-46826" fmla="*/ 3250522 h 6858000"/>
              <a:gd name="connsiteX82-46827" fmla="*/ 670454 w 1508539"/>
              <a:gd name="connsiteY82-46828" fmla="*/ 3229163 h 6858000"/>
              <a:gd name="connsiteX83-46829" fmla="*/ 672277 w 1508539"/>
              <a:gd name="connsiteY83-46830" fmla="*/ 3217217 h 6858000"/>
              <a:gd name="connsiteX84-46831" fmla="*/ 659112 w 1508539"/>
              <a:gd name="connsiteY84-46832" fmla="*/ 3183755 h 6858000"/>
              <a:gd name="connsiteX85-46833" fmla="*/ 659613 w 1508539"/>
              <a:gd name="connsiteY85-46834" fmla="*/ 3178642 h 6858000"/>
              <a:gd name="connsiteX86-46835" fmla="*/ 647213 w 1508539"/>
              <a:gd name="connsiteY86-46836" fmla="*/ 3158586 h 6858000"/>
              <a:gd name="connsiteX87-46837" fmla="*/ 632398 w 1508539"/>
              <a:gd name="connsiteY87-46838" fmla="*/ 3129034 h 6858000"/>
              <a:gd name="connsiteX88-46839" fmla="*/ 633063 w 1508539"/>
              <a:gd name="connsiteY88-46840" fmla="*/ 3126682 h 6858000"/>
              <a:gd name="connsiteX89-46841" fmla="*/ 623931 w 1508539"/>
              <a:gd name="connsiteY89-46842" fmla="*/ 3114519 h 6858000"/>
              <a:gd name="connsiteX90-46843" fmla="*/ 610540 w 1508539"/>
              <a:gd name="connsiteY90-46844" fmla="*/ 3106272 h 6858000"/>
              <a:gd name="connsiteX91-46845" fmla="*/ 583270 w 1508539"/>
              <a:gd name="connsiteY91-46846" fmla="*/ 2958185 h 6858000"/>
              <a:gd name="connsiteX92-46847" fmla="*/ 525884 w 1508539"/>
              <a:gd name="connsiteY92-46848" fmla="*/ 2762989 h 6858000"/>
              <a:gd name="connsiteX93-46849" fmla="*/ 474802 w 1508539"/>
              <a:gd name="connsiteY93-46850" fmla="*/ 2554718 h 6858000"/>
              <a:gd name="connsiteX94-46851" fmla="*/ 454896 w 1508539"/>
              <a:gd name="connsiteY94-46852" fmla="*/ 2485734 h 6858000"/>
              <a:gd name="connsiteX95-46853" fmla="*/ 445619 w 1508539"/>
              <a:gd name="connsiteY95-46854" fmla="*/ 2447068 h 6858000"/>
              <a:gd name="connsiteX96-46855" fmla="*/ 432580 w 1508539"/>
              <a:gd name="connsiteY96-46856" fmla="*/ 2425819 h 6858000"/>
              <a:gd name="connsiteX97-46857" fmla="*/ 438579 w 1508539"/>
              <a:gd name="connsiteY97-46858" fmla="*/ 2402874 h 6858000"/>
              <a:gd name="connsiteX98-46859" fmla="*/ 441191 w 1508539"/>
              <a:gd name="connsiteY98-46860" fmla="*/ 2381443 h 6858000"/>
              <a:gd name="connsiteX99-46861" fmla="*/ 417520 w 1508539"/>
              <a:gd name="connsiteY99-46862" fmla="*/ 2261920 h 6858000"/>
              <a:gd name="connsiteX100-46863" fmla="*/ 407407 w 1508539"/>
              <a:gd name="connsiteY100-46864" fmla="*/ 2195378 h 6858000"/>
              <a:gd name="connsiteX101-46865" fmla="*/ 391624 w 1508539"/>
              <a:gd name="connsiteY101-46866" fmla="*/ 2155135 h 6858000"/>
              <a:gd name="connsiteX102-46867" fmla="*/ 389082 w 1508539"/>
              <a:gd name="connsiteY102-46868" fmla="*/ 2118008 h 6858000"/>
              <a:gd name="connsiteX103-46869" fmla="*/ 390075 w 1508539"/>
              <a:gd name="connsiteY103-46870" fmla="*/ 2050531 h 6858000"/>
              <a:gd name="connsiteX104-46871" fmla="*/ 381881 w 1508539"/>
              <a:gd name="connsiteY104-46872" fmla="*/ 1963269 h 6858000"/>
              <a:gd name="connsiteX105-46873" fmla="*/ 363059 w 1508539"/>
              <a:gd name="connsiteY105-46874" fmla="*/ 1906352 h 6858000"/>
              <a:gd name="connsiteX106-46875" fmla="*/ 339616 w 1508539"/>
              <a:gd name="connsiteY106-46876" fmla="*/ 1861531 h 6858000"/>
              <a:gd name="connsiteX107-46877" fmla="*/ 293415 w 1508539"/>
              <a:gd name="connsiteY107-46878" fmla="*/ 1732919 h 6858000"/>
              <a:gd name="connsiteX108-46879" fmla="*/ 265726 w 1508539"/>
              <a:gd name="connsiteY108-46880" fmla="*/ 1663540 h 6858000"/>
              <a:gd name="connsiteX109-46881" fmla="*/ 264852 w 1508539"/>
              <a:gd name="connsiteY109-46882" fmla="*/ 1615777 h 6858000"/>
              <a:gd name="connsiteX110-46883" fmla="*/ 245647 w 1508539"/>
              <a:gd name="connsiteY110-46884" fmla="*/ 1563678 h 6858000"/>
              <a:gd name="connsiteX111-46885" fmla="*/ 258727 w 1508539"/>
              <a:gd name="connsiteY111-46886" fmla="*/ 1519474 h 6858000"/>
              <a:gd name="connsiteX112-46887" fmla="*/ 251469 w 1508539"/>
              <a:gd name="connsiteY112-46888" fmla="*/ 1477995 h 6858000"/>
              <a:gd name="connsiteX113-46889" fmla="*/ 237554 w 1508539"/>
              <a:gd name="connsiteY113-46890" fmla="*/ 1373769 h 6858000"/>
              <a:gd name="connsiteX114-46891" fmla="*/ 245861 w 1508539"/>
              <a:gd name="connsiteY114-46892" fmla="*/ 1307086 h 6858000"/>
              <a:gd name="connsiteX115-46893" fmla="*/ 247049 w 1508539"/>
              <a:gd name="connsiteY115-46894" fmla="*/ 1189033 h 6858000"/>
              <a:gd name="connsiteX116-46895" fmla="*/ 251734 w 1508539"/>
              <a:gd name="connsiteY116-46896" fmla="*/ 1168288 h 6858000"/>
              <a:gd name="connsiteX117-46897" fmla="*/ 244016 w 1508539"/>
              <a:gd name="connsiteY117-46898" fmla="*/ 1142577 h 6858000"/>
              <a:gd name="connsiteX118-46899" fmla="*/ 233322 w 1508539"/>
              <a:gd name="connsiteY118-46900" fmla="*/ 1088484 h 6858000"/>
              <a:gd name="connsiteX119-46901" fmla="*/ 222058 w 1508539"/>
              <a:gd name="connsiteY119-46902" fmla="*/ 1016103 h 6858000"/>
              <a:gd name="connsiteX120-46903" fmla="*/ 223514 w 1508539"/>
              <a:gd name="connsiteY120-46904" fmla="*/ 932283 h 6858000"/>
              <a:gd name="connsiteX121-46905" fmla="*/ 225750 w 1508539"/>
              <a:gd name="connsiteY121-46906" fmla="*/ 915925 h 6858000"/>
              <a:gd name="connsiteX122-46907" fmla="*/ 218379 w 1508539"/>
              <a:gd name="connsiteY122-46908" fmla="*/ 896999 h 6858000"/>
              <a:gd name="connsiteX123-46909" fmla="*/ 187787 w 1508539"/>
              <a:gd name="connsiteY123-46910" fmla="*/ 821517 h 6858000"/>
              <a:gd name="connsiteX124-46911" fmla="*/ 166737 w 1508539"/>
              <a:gd name="connsiteY124-46912" fmla="*/ 751353 h 6858000"/>
              <a:gd name="connsiteX125-46913" fmla="*/ 166295 w 1508539"/>
              <a:gd name="connsiteY125-46914" fmla="*/ 721230 h 6858000"/>
              <a:gd name="connsiteX126-46915" fmla="*/ 151966 w 1508539"/>
              <a:gd name="connsiteY126-46916" fmla="*/ 681659 h 6858000"/>
              <a:gd name="connsiteX127-46917" fmla="*/ 137385 w 1508539"/>
              <a:gd name="connsiteY127-46918" fmla="*/ 635218 h 6858000"/>
              <a:gd name="connsiteX128-46919" fmla="*/ 142396 w 1508539"/>
              <a:gd name="connsiteY128-46920" fmla="*/ 613763 h 6858000"/>
              <a:gd name="connsiteX129-46921" fmla="*/ 128338 w 1508539"/>
              <a:gd name="connsiteY129-46922" fmla="*/ 598582 h 6858000"/>
              <a:gd name="connsiteX130-46923" fmla="*/ 128019 w 1508539"/>
              <a:gd name="connsiteY130-46924" fmla="*/ 576846 h 6858000"/>
              <a:gd name="connsiteX131-46925" fmla="*/ 107645 w 1508539"/>
              <a:gd name="connsiteY131-46926" fmla="*/ 530055 h 6858000"/>
              <a:gd name="connsiteX132-46927" fmla="*/ 106893 w 1508539"/>
              <a:gd name="connsiteY132-46928" fmla="*/ 465389 h 6858000"/>
              <a:gd name="connsiteX133-46929" fmla="*/ 89816 w 1508539"/>
              <a:gd name="connsiteY133-46930" fmla="*/ 424699 h 6858000"/>
              <a:gd name="connsiteX134-46931" fmla="*/ 90191 w 1508539"/>
              <a:gd name="connsiteY134-46932" fmla="*/ 404917 h 6858000"/>
              <a:gd name="connsiteX135-46933" fmla="*/ 70148 w 1508539"/>
              <a:gd name="connsiteY135-46934" fmla="*/ 367211 h 6858000"/>
              <a:gd name="connsiteX136-46935" fmla="*/ 36452 w 1508539"/>
              <a:gd name="connsiteY136-46936" fmla="*/ 268519 h 6858000"/>
              <a:gd name="connsiteX137-46937" fmla="*/ 23935 w 1508539"/>
              <a:gd name="connsiteY137-46938" fmla="*/ 160886 h 6858000"/>
              <a:gd name="connsiteX138-46939" fmla="*/ 19312 w 1508539"/>
              <a:gd name="connsiteY138-46940" fmla="*/ 47336 h 6858000"/>
              <a:gd name="connsiteX139-46941" fmla="*/ 0 w 1508539"/>
              <a:gd name="connsiteY139-46942" fmla="*/ 0 h 6858000"/>
              <a:gd name="connsiteX0-46943" fmla="*/ 0 w 1508539"/>
              <a:gd name="connsiteY0-46944" fmla="*/ 0 h 6858000"/>
              <a:gd name="connsiteX1-46945" fmla="*/ 1508539 w 1508539"/>
              <a:gd name="connsiteY1-46946" fmla="*/ 0 h 6858000"/>
              <a:gd name="connsiteX2-46947" fmla="*/ 1508539 w 1508539"/>
              <a:gd name="connsiteY2-46948" fmla="*/ 6858000 h 6858000"/>
              <a:gd name="connsiteX3-46949" fmla="*/ 245233 w 1508539"/>
              <a:gd name="connsiteY3-46950" fmla="*/ 6857735 h 6858000"/>
              <a:gd name="connsiteX4-46951" fmla="*/ 243784 w 1508539"/>
              <a:gd name="connsiteY4-46952" fmla="*/ 6776847 h 6858000"/>
              <a:gd name="connsiteX5-46953" fmla="*/ 255284 w 1508539"/>
              <a:gd name="connsiteY5-46954" fmla="*/ 6737706 h 6858000"/>
              <a:gd name="connsiteX6-46955" fmla="*/ 267342 w 1508539"/>
              <a:gd name="connsiteY6-46956" fmla="*/ 6683638 h 6858000"/>
              <a:gd name="connsiteX7-46957" fmla="*/ 164588 w 1508539"/>
              <a:gd name="connsiteY7-46958" fmla="*/ 6568530 h 6858000"/>
              <a:gd name="connsiteX8-46959" fmla="*/ 340301 w 1508539"/>
              <a:gd name="connsiteY8-46960" fmla="*/ 6572601 h 6858000"/>
              <a:gd name="connsiteX9-46961" fmla="*/ 201349 w 1508539"/>
              <a:gd name="connsiteY9-46962" fmla="*/ 6530567 h 6858000"/>
              <a:gd name="connsiteX10-46963" fmla="*/ 215389 w 1508539"/>
              <a:gd name="connsiteY10-46964" fmla="*/ 6478062 h 6858000"/>
              <a:gd name="connsiteX11-46965" fmla="*/ 226078 w 1508539"/>
              <a:gd name="connsiteY11-46966" fmla="*/ 6460325 h 6858000"/>
              <a:gd name="connsiteX12-46967" fmla="*/ 233311 w 1508539"/>
              <a:gd name="connsiteY12-46968" fmla="*/ 6451488 h 6858000"/>
              <a:gd name="connsiteX13-46969" fmla="*/ 234746 w 1508539"/>
              <a:gd name="connsiteY13-46970" fmla="*/ 6451348 h 6858000"/>
              <a:gd name="connsiteX14-46971" fmla="*/ 239104 w 1508539"/>
              <a:gd name="connsiteY14-46972" fmla="*/ 6414240 h 6858000"/>
              <a:gd name="connsiteX15-46973" fmla="*/ 241880 w 1508539"/>
              <a:gd name="connsiteY15-46974" fmla="*/ 6384857 h 6858000"/>
              <a:gd name="connsiteX16-46975" fmla="*/ 240591 w 1508539"/>
              <a:gd name="connsiteY16-46976" fmla="*/ 6367510 h 6858000"/>
              <a:gd name="connsiteX17-46977" fmla="*/ 244471 w 1508539"/>
              <a:gd name="connsiteY17-46978" fmla="*/ 6349778 h 6858000"/>
              <a:gd name="connsiteX18-46979" fmla="*/ 246136 w 1508539"/>
              <a:gd name="connsiteY18-46980" fmla="*/ 6348250 h 6858000"/>
              <a:gd name="connsiteX19-46981" fmla="*/ 262170 w 1508539"/>
              <a:gd name="connsiteY19-46982" fmla="*/ 6281972 h 6858000"/>
              <a:gd name="connsiteX20-46983" fmla="*/ 290557 w 1508539"/>
              <a:gd name="connsiteY20-46984" fmla="*/ 6153037 h 6858000"/>
              <a:gd name="connsiteX21-46985" fmla="*/ 314428 w 1508539"/>
              <a:gd name="connsiteY21-46986" fmla="*/ 6113913 h 6858000"/>
              <a:gd name="connsiteX22-46987" fmla="*/ 318721 w 1508539"/>
              <a:gd name="connsiteY22-46988" fmla="*/ 6028119 h 6858000"/>
              <a:gd name="connsiteX23-46989" fmla="*/ 363126 w 1508539"/>
              <a:gd name="connsiteY23-46990" fmla="*/ 5934687 h 6858000"/>
              <a:gd name="connsiteX24-46991" fmla="*/ 408411 w 1508539"/>
              <a:gd name="connsiteY24-46992" fmla="*/ 5704905 h 6858000"/>
              <a:gd name="connsiteX25-46993" fmla="*/ 425529 w 1508539"/>
              <a:gd name="connsiteY25-46994" fmla="*/ 5676393 h 6858000"/>
              <a:gd name="connsiteX26-46995" fmla="*/ 465121 w 1508539"/>
              <a:gd name="connsiteY26-46996" fmla="*/ 5563435 h 6858000"/>
              <a:gd name="connsiteX27-46997" fmla="*/ 512251 w 1508539"/>
              <a:gd name="connsiteY27-46998" fmla="*/ 5437125 h 6858000"/>
              <a:gd name="connsiteX28-46999" fmla="*/ 525819 w 1508539"/>
              <a:gd name="connsiteY28-47000" fmla="*/ 5396260 h 6858000"/>
              <a:gd name="connsiteX29-47001" fmla="*/ 541800 w 1508539"/>
              <a:gd name="connsiteY29-47002" fmla="*/ 5330009 h 6858000"/>
              <a:gd name="connsiteX30-47003" fmla="*/ 575293 w 1508539"/>
              <a:gd name="connsiteY30-47004" fmla="*/ 5273739 h 6858000"/>
              <a:gd name="connsiteX31-47005" fmla="*/ 584892 w 1508539"/>
              <a:gd name="connsiteY31-47006" fmla="*/ 5241779 h 6858000"/>
              <a:gd name="connsiteX32-47007" fmla="*/ 596118 w 1508539"/>
              <a:gd name="connsiteY32-47008" fmla="*/ 5225268 h 6858000"/>
              <a:gd name="connsiteX33-47009" fmla="*/ 597138 w 1508539"/>
              <a:gd name="connsiteY33-47010" fmla="*/ 5217684 h 6858000"/>
              <a:gd name="connsiteX34-47011" fmla="*/ 604479 w 1508539"/>
              <a:gd name="connsiteY34-47012" fmla="*/ 5193377 h 6858000"/>
              <a:gd name="connsiteX35-47013" fmla="*/ 607782 w 1508539"/>
              <a:gd name="connsiteY35-47014" fmla="*/ 5179288 h 6858000"/>
              <a:gd name="connsiteX36-47015" fmla="*/ 608766 w 1508539"/>
              <a:gd name="connsiteY36-47016" fmla="*/ 5173621 h 6858000"/>
              <a:gd name="connsiteX37-47017" fmla="*/ 604400 w 1508539"/>
              <a:gd name="connsiteY37-47018" fmla="*/ 5159961 h 6858000"/>
              <a:gd name="connsiteX38-47019" fmla="*/ 611077 w 1508539"/>
              <a:gd name="connsiteY38-47020" fmla="*/ 5144295 h 6858000"/>
              <a:gd name="connsiteX39-47021" fmla="*/ 608010 w 1508539"/>
              <a:gd name="connsiteY39-47022" fmla="*/ 5125185 h 6858000"/>
              <a:gd name="connsiteX40-47023" fmla="*/ 614840 w 1508539"/>
              <a:gd name="connsiteY40-47024" fmla="*/ 5121884 h 6858000"/>
              <a:gd name="connsiteX41-47025" fmla="*/ 621876 w 1508539"/>
              <a:gd name="connsiteY41-47026" fmla="*/ 5067850 h 6858000"/>
              <a:gd name="connsiteX42-47027" fmla="*/ 624607 w 1508539"/>
              <a:gd name="connsiteY42-47028" fmla="*/ 5060861 h 6858000"/>
              <a:gd name="connsiteX43-47029" fmla="*/ 621311 w 1508539"/>
              <a:gd name="connsiteY43-47030" fmla="*/ 5034192 h 6858000"/>
              <a:gd name="connsiteX44-47031" fmla="*/ 622865 w 1508539"/>
              <a:gd name="connsiteY44-47032" fmla="*/ 4993030 h 6858000"/>
              <a:gd name="connsiteX45-47033" fmla="*/ 629774 w 1508539"/>
              <a:gd name="connsiteY45-47034" fmla="*/ 4946844 h 6858000"/>
              <a:gd name="connsiteX46-47035" fmla="*/ 625630 w 1508539"/>
              <a:gd name="connsiteY46-47036" fmla="*/ 4932692 h 6858000"/>
              <a:gd name="connsiteX47-47037" fmla="*/ 641033 w 1508539"/>
              <a:gd name="connsiteY47-47038" fmla="*/ 4858827 h 6858000"/>
              <a:gd name="connsiteX48-47039" fmla="*/ 646936 w 1508539"/>
              <a:gd name="connsiteY48-47040" fmla="*/ 4821170 h 6858000"/>
              <a:gd name="connsiteX49-47041" fmla="*/ 651669 w 1508539"/>
              <a:gd name="connsiteY49-47042" fmla="*/ 4780965 h 6858000"/>
              <a:gd name="connsiteX50-47043" fmla="*/ 652962 w 1508539"/>
              <a:gd name="connsiteY50-47044" fmla="*/ 4750867 h 6858000"/>
              <a:gd name="connsiteX51-47045" fmla="*/ 650769 w 1508539"/>
              <a:gd name="connsiteY51-47046" fmla="*/ 4690749 h 6858000"/>
              <a:gd name="connsiteX52-47047" fmla="*/ 646249 w 1508539"/>
              <a:gd name="connsiteY52-47048" fmla="*/ 4584173 h 6858000"/>
              <a:gd name="connsiteX53-47049" fmla="*/ 641332 w 1508539"/>
              <a:gd name="connsiteY53-47050" fmla="*/ 4444346 h 6858000"/>
              <a:gd name="connsiteX54-47051" fmla="*/ 637897 w 1508539"/>
              <a:gd name="connsiteY54-47052" fmla="*/ 4375228 h 6858000"/>
              <a:gd name="connsiteX55-47053" fmla="*/ 618550 w 1508539"/>
              <a:gd name="connsiteY55-47054" fmla="*/ 4214165 h 6858000"/>
              <a:gd name="connsiteX56-47055" fmla="*/ 622623 w 1508539"/>
              <a:gd name="connsiteY56-47056" fmla="*/ 4090296 h 6858000"/>
              <a:gd name="connsiteX57-47057" fmla="*/ 607879 w 1508539"/>
              <a:gd name="connsiteY57-47058" fmla="*/ 4033999 h 6858000"/>
              <a:gd name="connsiteX58-47059" fmla="*/ 609028 w 1508539"/>
              <a:gd name="connsiteY58-47060" fmla="*/ 4031933 h 6858000"/>
              <a:gd name="connsiteX59-47061" fmla="*/ 607604 w 1508539"/>
              <a:gd name="connsiteY59-47062" fmla="*/ 4013953 h 6858000"/>
              <a:gd name="connsiteX60-47063" fmla="*/ 593899 w 1508539"/>
              <a:gd name="connsiteY60-47064" fmla="*/ 3974753 h 6858000"/>
              <a:gd name="connsiteX61-47065" fmla="*/ 595497 w 1508539"/>
              <a:gd name="connsiteY61-47066" fmla="*/ 3969950 h 6858000"/>
              <a:gd name="connsiteX62-47067" fmla="*/ 588919 w 1508539"/>
              <a:gd name="connsiteY62-47068" fmla="*/ 3933779 h 6858000"/>
              <a:gd name="connsiteX63-47069" fmla="*/ 590250 w 1508539"/>
              <a:gd name="connsiteY63-47070" fmla="*/ 3933093 h 6858000"/>
              <a:gd name="connsiteX64-47071" fmla="*/ 594604 w 1508539"/>
              <a:gd name="connsiteY64-47072" fmla="*/ 3922082 h 6858000"/>
              <a:gd name="connsiteX65-47073" fmla="*/ 599682 w 1508539"/>
              <a:gd name="connsiteY65-47074" fmla="*/ 3901461 h 6858000"/>
              <a:gd name="connsiteX66-47075" fmla="*/ 622276 w 1508539"/>
              <a:gd name="connsiteY66-47076" fmla="*/ 3813873 h 6858000"/>
              <a:gd name="connsiteX67-47077" fmla="*/ 621701 w 1508539"/>
              <a:gd name="connsiteY67-47078" fmla="*/ 3806161 h 6858000"/>
              <a:gd name="connsiteX68-47079" fmla="*/ 622008 w 1508539"/>
              <a:gd name="connsiteY68-47080" fmla="*/ 3805957 h 6858000"/>
              <a:gd name="connsiteX69-47081" fmla="*/ 622035 w 1508539"/>
              <a:gd name="connsiteY69-47082" fmla="*/ 3797724 h 6858000"/>
              <a:gd name="connsiteX70-47083" fmla="*/ 620650 w 1508539"/>
              <a:gd name="connsiteY70-47084" fmla="*/ 3792098 h 6858000"/>
              <a:gd name="connsiteX71-47085" fmla="*/ 619534 w 1508539"/>
              <a:gd name="connsiteY71-47086" fmla="*/ 3777135 h 6858000"/>
              <a:gd name="connsiteX72-47087" fmla="*/ 621267 w 1508539"/>
              <a:gd name="connsiteY72-47088" fmla="*/ 3771656 h 6858000"/>
              <a:gd name="connsiteX73-47089" fmla="*/ 625010 w 1508539"/>
              <a:gd name="connsiteY73-47090" fmla="*/ 3769007 h 6858000"/>
              <a:gd name="connsiteX74-47091" fmla="*/ 624476 w 1508539"/>
              <a:gd name="connsiteY74-47092" fmla="*/ 3767709 h 6858000"/>
              <a:gd name="connsiteX75-47093" fmla="*/ 633172 w 1508539"/>
              <a:gd name="connsiteY75-47094" fmla="*/ 3738082 h 6858000"/>
              <a:gd name="connsiteX76-47095" fmla="*/ 640518 w 1508539"/>
              <a:gd name="connsiteY76-47096" fmla="*/ 3673397 h 6858000"/>
              <a:gd name="connsiteX77-47097" fmla="*/ 639814 w 1508539"/>
              <a:gd name="connsiteY77-47098" fmla="*/ 3637109 h 6858000"/>
              <a:gd name="connsiteX78-47099" fmla="*/ 643257 w 1508539"/>
              <a:gd name="connsiteY78-47100" fmla="*/ 3536883 h 6858000"/>
              <a:gd name="connsiteX79-47101" fmla="*/ 650795 w 1508539"/>
              <a:gd name="connsiteY79-47102" fmla="*/ 3435652 h 6858000"/>
              <a:gd name="connsiteX80-47103" fmla="*/ 652466 w 1508539"/>
              <a:gd name="connsiteY80-47104" fmla="*/ 3307769 h 6858000"/>
              <a:gd name="connsiteX81-47105" fmla="*/ 670029 w 1508539"/>
              <a:gd name="connsiteY81-47106" fmla="*/ 3250522 h 6858000"/>
              <a:gd name="connsiteX82-47107" fmla="*/ 670454 w 1508539"/>
              <a:gd name="connsiteY82-47108" fmla="*/ 3229163 h 6858000"/>
              <a:gd name="connsiteX83-47109" fmla="*/ 672277 w 1508539"/>
              <a:gd name="connsiteY83-47110" fmla="*/ 3217217 h 6858000"/>
              <a:gd name="connsiteX84-47111" fmla="*/ 659112 w 1508539"/>
              <a:gd name="connsiteY84-47112" fmla="*/ 3183755 h 6858000"/>
              <a:gd name="connsiteX85-47113" fmla="*/ 659613 w 1508539"/>
              <a:gd name="connsiteY85-47114" fmla="*/ 3178642 h 6858000"/>
              <a:gd name="connsiteX86-47115" fmla="*/ 647213 w 1508539"/>
              <a:gd name="connsiteY86-47116" fmla="*/ 3158586 h 6858000"/>
              <a:gd name="connsiteX87-47117" fmla="*/ 632398 w 1508539"/>
              <a:gd name="connsiteY87-47118" fmla="*/ 3129034 h 6858000"/>
              <a:gd name="connsiteX88-47119" fmla="*/ 633063 w 1508539"/>
              <a:gd name="connsiteY88-47120" fmla="*/ 3126682 h 6858000"/>
              <a:gd name="connsiteX89-47121" fmla="*/ 623931 w 1508539"/>
              <a:gd name="connsiteY89-47122" fmla="*/ 3114519 h 6858000"/>
              <a:gd name="connsiteX90-47123" fmla="*/ 610540 w 1508539"/>
              <a:gd name="connsiteY90-47124" fmla="*/ 3106272 h 6858000"/>
              <a:gd name="connsiteX91-47125" fmla="*/ 583270 w 1508539"/>
              <a:gd name="connsiteY91-47126" fmla="*/ 2958185 h 6858000"/>
              <a:gd name="connsiteX92-47127" fmla="*/ 525884 w 1508539"/>
              <a:gd name="connsiteY92-47128" fmla="*/ 2762989 h 6858000"/>
              <a:gd name="connsiteX93-47129" fmla="*/ 474802 w 1508539"/>
              <a:gd name="connsiteY93-47130" fmla="*/ 2554718 h 6858000"/>
              <a:gd name="connsiteX94-47131" fmla="*/ 454896 w 1508539"/>
              <a:gd name="connsiteY94-47132" fmla="*/ 2485734 h 6858000"/>
              <a:gd name="connsiteX95-47133" fmla="*/ 445619 w 1508539"/>
              <a:gd name="connsiteY95-47134" fmla="*/ 2447068 h 6858000"/>
              <a:gd name="connsiteX96-47135" fmla="*/ 432580 w 1508539"/>
              <a:gd name="connsiteY96-47136" fmla="*/ 2425819 h 6858000"/>
              <a:gd name="connsiteX97-47137" fmla="*/ 438579 w 1508539"/>
              <a:gd name="connsiteY97-47138" fmla="*/ 2402874 h 6858000"/>
              <a:gd name="connsiteX98-47139" fmla="*/ 441191 w 1508539"/>
              <a:gd name="connsiteY98-47140" fmla="*/ 2381443 h 6858000"/>
              <a:gd name="connsiteX99-47141" fmla="*/ 417520 w 1508539"/>
              <a:gd name="connsiteY99-47142" fmla="*/ 2261920 h 6858000"/>
              <a:gd name="connsiteX100-47143" fmla="*/ 407407 w 1508539"/>
              <a:gd name="connsiteY100-47144" fmla="*/ 2195378 h 6858000"/>
              <a:gd name="connsiteX101-47145" fmla="*/ 391624 w 1508539"/>
              <a:gd name="connsiteY101-47146" fmla="*/ 2155135 h 6858000"/>
              <a:gd name="connsiteX102-47147" fmla="*/ 389082 w 1508539"/>
              <a:gd name="connsiteY102-47148" fmla="*/ 2118008 h 6858000"/>
              <a:gd name="connsiteX103-47149" fmla="*/ 390075 w 1508539"/>
              <a:gd name="connsiteY103-47150" fmla="*/ 2050531 h 6858000"/>
              <a:gd name="connsiteX104-47151" fmla="*/ 381881 w 1508539"/>
              <a:gd name="connsiteY104-47152" fmla="*/ 1963269 h 6858000"/>
              <a:gd name="connsiteX105-47153" fmla="*/ 363059 w 1508539"/>
              <a:gd name="connsiteY105-47154" fmla="*/ 1906352 h 6858000"/>
              <a:gd name="connsiteX106-47155" fmla="*/ 339616 w 1508539"/>
              <a:gd name="connsiteY106-47156" fmla="*/ 1861531 h 6858000"/>
              <a:gd name="connsiteX107-47157" fmla="*/ 293415 w 1508539"/>
              <a:gd name="connsiteY107-47158" fmla="*/ 1732919 h 6858000"/>
              <a:gd name="connsiteX108-47159" fmla="*/ 265726 w 1508539"/>
              <a:gd name="connsiteY108-47160" fmla="*/ 1663540 h 6858000"/>
              <a:gd name="connsiteX109-47161" fmla="*/ 264852 w 1508539"/>
              <a:gd name="connsiteY109-47162" fmla="*/ 1615777 h 6858000"/>
              <a:gd name="connsiteX110-47163" fmla="*/ 245647 w 1508539"/>
              <a:gd name="connsiteY110-47164" fmla="*/ 1563678 h 6858000"/>
              <a:gd name="connsiteX111-47165" fmla="*/ 258727 w 1508539"/>
              <a:gd name="connsiteY111-47166" fmla="*/ 1519474 h 6858000"/>
              <a:gd name="connsiteX112-47167" fmla="*/ 251469 w 1508539"/>
              <a:gd name="connsiteY112-47168" fmla="*/ 1477995 h 6858000"/>
              <a:gd name="connsiteX113-47169" fmla="*/ 237554 w 1508539"/>
              <a:gd name="connsiteY113-47170" fmla="*/ 1373769 h 6858000"/>
              <a:gd name="connsiteX114-47171" fmla="*/ 245861 w 1508539"/>
              <a:gd name="connsiteY114-47172" fmla="*/ 1307086 h 6858000"/>
              <a:gd name="connsiteX115-47173" fmla="*/ 247049 w 1508539"/>
              <a:gd name="connsiteY115-47174" fmla="*/ 1189033 h 6858000"/>
              <a:gd name="connsiteX116-47175" fmla="*/ 251734 w 1508539"/>
              <a:gd name="connsiteY116-47176" fmla="*/ 1168288 h 6858000"/>
              <a:gd name="connsiteX117-47177" fmla="*/ 244016 w 1508539"/>
              <a:gd name="connsiteY117-47178" fmla="*/ 1142577 h 6858000"/>
              <a:gd name="connsiteX118-47179" fmla="*/ 233322 w 1508539"/>
              <a:gd name="connsiteY118-47180" fmla="*/ 1088484 h 6858000"/>
              <a:gd name="connsiteX119-47181" fmla="*/ 222058 w 1508539"/>
              <a:gd name="connsiteY119-47182" fmla="*/ 1016103 h 6858000"/>
              <a:gd name="connsiteX120-47183" fmla="*/ 223514 w 1508539"/>
              <a:gd name="connsiteY120-47184" fmla="*/ 932283 h 6858000"/>
              <a:gd name="connsiteX121-47185" fmla="*/ 225750 w 1508539"/>
              <a:gd name="connsiteY121-47186" fmla="*/ 915925 h 6858000"/>
              <a:gd name="connsiteX122-47187" fmla="*/ 218379 w 1508539"/>
              <a:gd name="connsiteY122-47188" fmla="*/ 896999 h 6858000"/>
              <a:gd name="connsiteX123-47189" fmla="*/ 187787 w 1508539"/>
              <a:gd name="connsiteY123-47190" fmla="*/ 821517 h 6858000"/>
              <a:gd name="connsiteX124-47191" fmla="*/ 166737 w 1508539"/>
              <a:gd name="connsiteY124-47192" fmla="*/ 751353 h 6858000"/>
              <a:gd name="connsiteX125-47193" fmla="*/ 166295 w 1508539"/>
              <a:gd name="connsiteY125-47194" fmla="*/ 721230 h 6858000"/>
              <a:gd name="connsiteX126-47195" fmla="*/ 151966 w 1508539"/>
              <a:gd name="connsiteY126-47196" fmla="*/ 681659 h 6858000"/>
              <a:gd name="connsiteX127-47197" fmla="*/ 137385 w 1508539"/>
              <a:gd name="connsiteY127-47198" fmla="*/ 635218 h 6858000"/>
              <a:gd name="connsiteX128-47199" fmla="*/ 142396 w 1508539"/>
              <a:gd name="connsiteY128-47200" fmla="*/ 613763 h 6858000"/>
              <a:gd name="connsiteX129-47201" fmla="*/ 128338 w 1508539"/>
              <a:gd name="connsiteY129-47202" fmla="*/ 598582 h 6858000"/>
              <a:gd name="connsiteX130-47203" fmla="*/ 128019 w 1508539"/>
              <a:gd name="connsiteY130-47204" fmla="*/ 576846 h 6858000"/>
              <a:gd name="connsiteX131-47205" fmla="*/ 107645 w 1508539"/>
              <a:gd name="connsiteY131-47206" fmla="*/ 530055 h 6858000"/>
              <a:gd name="connsiteX132-47207" fmla="*/ 106893 w 1508539"/>
              <a:gd name="connsiteY132-47208" fmla="*/ 465389 h 6858000"/>
              <a:gd name="connsiteX133-47209" fmla="*/ 89816 w 1508539"/>
              <a:gd name="connsiteY133-47210" fmla="*/ 424699 h 6858000"/>
              <a:gd name="connsiteX134-47211" fmla="*/ 90191 w 1508539"/>
              <a:gd name="connsiteY134-47212" fmla="*/ 404917 h 6858000"/>
              <a:gd name="connsiteX135-47213" fmla="*/ 70148 w 1508539"/>
              <a:gd name="connsiteY135-47214" fmla="*/ 367211 h 6858000"/>
              <a:gd name="connsiteX136-47215" fmla="*/ 36452 w 1508539"/>
              <a:gd name="connsiteY136-47216" fmla="*/ 268519 h 6858000"/>
              <a:gd name="connsiteX137-47217" fmla="*/ 23935 w 1508539"/>
              <a:gd name="connsiteY137-47218" fmla="*/ 160886 h 6858000"/>
              <a:gd name="connsiteX138-47219" fmla="*/ 19312 w 1508539"/>
              <a:gd name="connsiteY138-47220" fmla="*/ 47336 h 6858000"/>
              <a:gd name="connsiteX139-47221" fmla="*/ 0 w 1508539"/>
              <a:gd name="connsiteY139-47222" fmla="*/ 0 h 6858000"/>
              <a:gd name="connsiteX0-47223" fmla="*/ 0 w 1508539"/>
              <a:gd name="connsiteY0-47224" fmla="*/ 0 h 6858000"/>
              <a:gd name="connsiteX1-47225" fmla="*/ 1508539 w 1508539"/>
              <a:gd name="connsiteY1-47226" fmla="*/ 0 h 6858000"/>
              <a:gd name="connsiteX2-47227" fmla="*/ 1508539 w 1508539"/>
              <a:gd name="connsiteY2-47228" fmla="*/ 6858000 h 6858000"/>
              <a:gd name="connsiteX3-47229" fmla="*/ 245233 w 1508539"/>
              <a:gd name="connsiteY3-47230" fmla="*/ 6857735 h 6858000"/>
              <a:gd name="connsiteX4-47231" fmla="*/ 243784 w 1508539"/>
              <a:gd name="connsiteY4-47232" fmla="*/ 6776847 h 6858000"/>
              <a:gd name="connsiteX5-47233" fmla="*/ 255284 w 1508539"/>
              <a:gd name="connsiteY5-47234" fmla="*/ 6737706 h 6858000"/>
              <a:gd name="connsiteX6-47235" fmla="*/ 267342 w 1508539"/>
              <a:gd name="connsiteY6-47236" fmla="*/ 6683638 h 6858000"/>
              <a:gd name="connsiteX7-47237" fmla="*/ 295622 w 1508539"/>
              <a:gd name="connsiteY7-47238" fmla="*/ 6659970 h 6858000"/>
              <a:gd name="connsiteX8-47239" fmla="*/ 340301 w 1508539"/>
              <a:gd name="connsiteY8-47240" fmla="*/ 6572601 h 6858000"/>
              <a:gd name="connsiteX9-47241" fmla="*/ 201349 w 1508539"/>
              <a:gd name="connsiteY9-47242" fmla="*/ 6530567 h 6858000"/>
              <a:gd name="connsiteX10-47243" fmla="*/ 215389 w 1508539"/>
              <a:gd name="connsiteY10-47244" fmla="*/ 6478062 h 6858000"/>
              <a:gd name="connsiteX11-47245" fmla="*/ 226078 w 1508539"/>
              <a:gd name="connsiteY11-47246" fmla="*/ 6460325 h 6858000"/>
              <a:gd name="connsiteX12-47247" fmla="*/ 233311 w 1508539"/>
              <a:gd name="connsiteY12-47248" fmla="*/ 6451488 h 6858000"/>
              <a:gd name="connsiteX13-47249" fmla="*/ 234746 w 1508539"/>
              <a:gd name="connsiteY13-47250" fmla="*/ 6451348 h 6858000"/>
              <a:gd name="connsiteX14-47251" fmla="*/ 239104 w 1508539"/>
              <a:gd name="connsiteY14-47252" fmla="*/ 6414240 h 6858000"/>
              <a:gd name="connsiteX15-47253" fmla="*/ 241880 w 1508539"/>
              <a:gd name="connsiteY15-47254" fmla="*/ 6384857 h 6858000"/>
              <a:gd name="connsiteX16-47255" fmla="*/ 240591 w 1508539"/>
              <a:gd name="connsiteY16-47256" fmla="*/ 6367510 h 6858000"/>
              <a:gd name="connsiteX17-47257" fmla="*/ 244471 w 1508539"/>
              <a:gd name="connsiteY17-47258" fmla="*/ 6349778 h 6858000"/>
              <a:gd name="connsiteX18-47259" fmla="*/ 246136 w 1508539"/>
              <a:gd name="connsiteY18-47260" fmla="*/ 6348250 h 6858000"/>
              <a:gd name="connsiteX19-47261" fmla="*/ 262170 w 1508539"/>
              <a:gd name="connsiteY19-47262" fmla="*/ 6281972 h 6858000"/>
              <a:gd name="connsiteX20-47263" fmla="*/ 290557 w 1508539"/>
              <a:gd name="connsiteY20-47264" fmla="*/ 6153037 h 6858000"/>
              <a:gd name="connsiteX21-47265" fmla="*/ 314428 w 1508539"/>
              <a:gd name="connsiteY21-47266" fmla="*/ 6113913 h 6858000"/>
              <a:gd name="connsiteX22-47267" fmla="*/ 318721 w 1508539"/>
              <a:gd name="connsiteY22-47268" fmla="*/ 6028119 h 6858000"/>
              <a:gd name="connsiteX23-47269" fmla="*/ 363126 w 1508539"/>
              <a:gd name="connsiteY23-47270" fmla="*/ 5934687 h 6858000"/>
              <a:gd name="connsiteX24-47271" fmla="*/ 408411 w 1508539"/>
              <a:gd name="connsiteY24-47272" fmla="*/ 5704905 h 6858000"/>
              <a:gd name="connsiteX25-47273" fmla="*/ 425529 w 1508539"/>
              <a:gd name="connsiteY25-47274" fmla="*/ 5676393 h 6858000"/>
              <a:gd name="connsiteX26-47275" fmla="*/ 465121 w 1508539"/>
              <a:gd name="connsiteY26-47276" fmla="*/ 5563435 h 6858000"/>
              <a:gd name="connsiteX27-47277" fmla="*/ 512251 w 1508539"/>
              <a:gd name="connsiteY27-47278" fmla="*/ 5437125 h 6858000"/>
              <a:gd name="connsiteX28-47279" fmla="*/ 525819 w 1508539"/>
              <a:gd name="connsiteY28-47280" fmla="*/ 5396260 h 6858000"/>
              <a:gd name="connsiteX29-47281" fmla="*/ 541800 w 1508539"/>
              <a:gd name="connsiteY29-47282" fmla="*/ 5330009 h 6858000"/>
              <a:gd name="connsiteX30-47283" fmla="*/ 575293 w 1508539"/>
              <a:gd name="connsiteY30-47284" fmla="*/ 5273739 h 6858000"/>
              <a:gd name="connsiteX31-47285" fmla="*/ 584892 w 1508539"/>
              <a:gd name="connsiteY31-47286" fmla="*/ 5241779 h 6858000"/>
              <a:gd name="connsiteX32-47287" fmla="*/ 596118 w 1508539"/>
              <a:gd name="connsiteY32-47288" fmla="*/ 5225268 h 6858000"/>
              <a:gd name="connsiteX33-47289" fmla="*/ 597138 w 1508539"/>
              <a:gd name="connsiteY33-47290" fmla="*/ 5217684 h 6858000"/>
              <a:gd name="connsiteX34-47291" fmla="*/ 604479 w 1508539"/>
              <a:gd name="connsiteY34-47292" fmla="*/ 5193377 h 6858000"/>
              <a:gd name="connsiteX35-47293" fmla="*/ 607782 w 1508539"/>
              <a:gd name="connsiteY35-47294" fmla="*/ 5179288 h 6858000"/>
              <a:gd name="connsiteX36-47295" fmla="*/ 608766 w 1508539"/>
              <a:gd name="connsiteY36-47296" fmla="*/ 5173621 h 6858000"/>
              <a:gd name="connsiteX37-47297" fmla="*/ 604400 w 1508539"/>
              <a:gd name="connsiteY37-47298" fmla="*/ 5159961 h 6858000"/>
              <a:gd name="connsiteX38-47299" fmla="*/ 611077 w 1508539"/>
              <a:gd name="connsiteY38-47300" fmla="*/ 5144295 h 6858000"/>
              <a:gd name="connsiteX39-47301" fmla="*/ 608010 w 1508539"/>
              <a:gd name="connsiteY39-47302" fmla="*/ 5125185 h 6858000"/>
              <a:gd name="connsiteX40-47303" fmla="*/ 614840 w 1508539"/>
              <a:gd name="connsiteY40-47304" fmla="*/ 5121884 h 6858000"/>
              <a:gd name="connsiteX41-47305" fmla="*/ 621876 w 1508539"/>
              <a:gd name="connsiteY41-47306" fmla="*/ 5067850 h 6858000"/>
              <a:gd name="connsiteX42-47307" fmla="*/ 624607 w 1508539"/>
              <a:gd name="connsiteY42-47308" fmla="*/ 5060861 h 6858000"/>
              <a:gd name="connsiteX43-47309" fmla="*/ 621311 w 1508539"/>
              <a:gd name="connsiteY43-47310" fmla="*/ 5034192 h 6858000"/>
              <a:gd name="connsiteX44-47311" fmla="*/ 622865 w 1508539"/>
              <a:gd name="connsiteY44-47312" fmla="*/ 4993030 h 6858000"/>
              <a:gd name="connsiteX45-47313" fmla="*/ 629774 w 1508539"/>
              <a:gd name="connsiteY45-47314" fmla="*/ 4946844 h 6858000"/>
              <a:gd name="connsiteX46-47315" fmla="*/ 625630 w 1508539"/>
              <a:gd name="connsiteY46-47316" fmla="*/ 4932692 h 6858000"/>
              <a:gd name="connsiteX47-47317" fmla="*/ 641033 w 1508539"/>
              <a:gd name="connsiteY47-47318" fmla="*/ 4858827 h 6858000"/>
              <a:gd name="connsiteX48-47319" fmla="*/ 646936 w 1508539"/>
              <a:gd name="connsiteY48-47320" fmla="*/ 4821170 h 6858000"/>
              <a:gd name="connsiteX49-47321" fmla="*/ 651669 w 1508539"/>
              <a:gd name="connsiteY49-47322" fmla="*/ 4780965 h 6858000"/>
              <a:gd name="connsiteX50-47323" fmla="*/ 652962 w 1508539"/>
              <a:gd name="connsiteY50-47324" fmla="*/ 4750867 h 6858000"/>
              <a:gd name="connsiteX51-47325" fmla="*/ 650769 w 1508539"/>
              <a:gd name="connsiteY51-47326" fmla="*/ 4690749 h 6858000"/>
              <a:gd name="connsiteX52-47327" fmla="*/ 646249 w 1508539"/>
              <a:gd name="connsiteY52-47328" fmla="*/ 4584173 h 6858000"/>
              <a:gd name="connsiteX53-47329" fmla="*/ 641332 w 1508539"/>
              <a:gd name="connsiteY53-47330" fmla="*/ 4444346 h 6858000"/>
              <a:gd name="connsiteX54-47331" fmla="*/ 637897 w 1508539"/>
              <a:gd name="connsiteY54-47332" fmla="*/ 4375228 h 6858000"/>
              <a:gd name="connsiteX55-47333" fmla="*/ 618550 w 1508539"/>
              <a:gd name="connsiteY55-47334" fmla="*/ 4214165 h 6858000"/>
              <a:gd name="connsiteX56-47335" fmla="*/ 622623 w 1508539"/>
              <a:gd name="connsiteY56-47336" fmla="*/ 4090296 h 6858000"/>
              <a:gd name="connsiteX57-47337" fmla="*/ 607879 w 1508539"/>
              <a:gd name="connsiteY57-47338" fmla="*/ 4033999 h 6858000"/>
              <a:gd name="connsiteX58-47339" fmla="*/ 609028 w 1508539"/>
              <a:gd name="connsiteY58-47340" fmla="*/ 4031933 h 6858000"/>
              <a:gd name="connsiteX59-47341" fmla="*/ 607604 w 1508539"/>
              <a:gd name="connsiteY59-47342" fmla="*/ 4013953 h 6858000"/>
              <a:gd name="connsiteX60-47343" fmla="*/ 593899 w 1508539"/>
              <a:gd name="connsiteY60-47344" fmla="*/ 3974753 h 6858000"/>
              <a:gd name="connsiteX61-47345" fmla="*/ 595497 w 1508539"/>
              <a:gd name="connsiteY61-47346" fmla="*/ 3969950 h 6858000"/>
              <a:gd name="connsiteX62-47347" fmla="*/ 588919 w 1508539"/>
              <a:gd name="connsiteY62-47348" fmla="*/ 3933779 h 6858000"/>
              <a:gd name="connsiteX63-47349" fmla="*/ 590250 w 1508539"/>
              <a:gd name="connsiteY63-47350" fmla="*/ 3933093 h 6858000"/>
              <a:gd name="connsiteX64-47351" fmla="*/ 594604 w 1508539"/>
              <a:gd name="connsiteY64-47352" fmla="*/ 3922082 h 6858000"/>
              <a:gd name="connsiteX65-47353" fmla="*/ 599682 w 1508539"/>
              <a:gd name="connsiteY65-47354" fmla="*/ 3901461 h 6858000"/>
              <a:gd name="connsiteX66-47355" fmla="*/ 622276 w 1508539"/>
              <a:gd name="connsiteY66-47356" fmla="*/ 3813873 h 6858000"/>
              <a:gd name="connsiteX67-47357" fmla="*/ 621701 w 1508539"/>
              <a:gd name="connsiteY67-47358" fmla="*/ 3806161 h 6858000"/>
              <a:gd name="connsiteX68-47359" fmla="*/ 622008 w 1508539"/>
              <a:gd name="connsiteY68-47360" fmla="*/ 3805957 h 6858000"/>
              <a:gd name="connsiteX69-47361" fmla="*/ 622035 w 1508539"/>
              <a:gd name="connsiteY69-47362" fmla="*/ 3797724 h 6858000"/>
              <a:gd name="connsiteX70-47363" fmla="*/ 620650 w 1508539"/>
              <a:gd name="connsiteY70-47364" fmla="*/ 3792098 h 6858000"/>
              <a:gd name="connsiteX71-47365" fmla="*/ 619534 w 1508539"/>
              <a:gd name="connsiteY71-47366" fmla="*/ 3777135 h 6858000"/>
              <a:gd name="connsiteX72-47367" fmla="*/ 621267 w 1508539"/>
              <a:gd name="connsiteY72-47368" fmla="*/ 3771656 h 6858000"/>
              <a:gd name="connsiteX73-47369" fmla="*/ 625010 w 1508539"/>
              <a:gd name="connsiteY73-47370" fmla="*/ 3769007 h 6858000"/>
              <a:gd name="connsiteX74-47371" fmla="*/ 624476 w 1508539"/>
              <a:gd name="connsiteY74-47372" fmla="*/ 3767709 h 6858000"/>
              <a:gd name="connsiteX75-47373" fmla="*/ 633172 w 1508539"/>
              <a:gd name="connsiteY75-47374" fmla="*/ 3738082 h 6858000"/>
              <a:gd name="connsiteX76-47375" fmla="*/ 640518 w 1508539"/>
              <a:gd name="connsiteY76-47376" fmla="*/ 3673397 h 6858000"/>
              <a:gd name="connsiteX77-47377" fmla="*/ 639814 w 1508539"/>
              <a:gd name="connsiteY77-47378" fmla="*/ 3637109 h 6858000"/>
              <a:gd name="connsiteX78-47379" fmla="*/ 643257 w 1508539"/>
              <a:gd name="connsiteY78-47380" fmla="*/ 3536883 h 6858000"/>
              <a:gd name="connsiteX79-47381" fmla="*/ 650795 w 1508539"/>
              <a:gd name="connsiteY79-47382" fmla="*/ 3435652 h 6858000"/>
              <a:gd name="connsiteX80-47383" fmla="*/ 652466 w 1508539"/>
              <a:gd name="connsiteY80-47384" fmla="*/ 3307769 h 6858000"/>
              <a:gd name="connsiteX81-47385" fmla="*/ 670029 w 1508539"/>
              <a:gd name="connsiteY81-47386" fmla="*/ 3250522 h 6858000"/>
              <a:gd name="connsiteX82-47387" fmla="*/ 670454 w 1508539"/>
              <a:gd name="connsiteY82-47388" fmla="*/ 3229163 h 6858000"/>
              <a:gd name="connsiteX83-47389" fmla="*/ 672277 w 1508539"/>
              <a:gd name="connsiteY83-47390" fmla="*/ 3217217 h 6858000"/>
              <a:gd name="connsiteX84-47391" fmla="*/ 659112 w 1508539"/>
              <a:gd name="connsiteY84-47392" fmla="*/ 3183755 h 6858000"/>
              <a:gd name="connsiteX85-47393" fmla="*/ 659613 w 1508539"/>
              <a:gd name="connsiteY85-47394" fmla="*/ 3178642 h 6858000"/>
              <a:gd name="connsiteX86-47395" fmla="*/ 647213 w 1508539"/>
              <a:gd name="connsiteY86-47396" fmla="*/ 3158586 h 6858000"/>
              <a:gd name="connsiteX87-47397" fmla="*/ 632398 w 1508539"/>
              <a:gd name="connsiteY87-47398" fmla="*/ 3129034 h 6858000"/>
              <a:gd name="connsiteX88-47399" fmla="*/ 633063 w 1508539"/>
              <a:gd name="connsiteY88-47400" fmla="*/ 3126682 h 6858000"/>
              <a:gd name="connsiteX89-47401" fmla="*/ 623931 w 1508539"/>
              <a:gd name="connsiteY89-47402" fmla="*/ 3114519 h 6858000"/>
              <a:gd name="connsiteX90-47403" fmla="*/ 610540 w 1508539"/>
              <a:gd name="connsiteY90-47404" fmla="*/ 3106272 h 6858000"/>
              <a:gd name="connsiteX91-47405" fmla="*/ 583270 w 1508539"/>
              <a:gd name="connsiteY91-47406" fmla="*/ 2958185 h 6858000"/>
              <a:gd name="connsiteX92-47407" fmla="*/ 525884 w 1508539"/>
              <a:gd name="connsiteY92-47408" fmla="*/ 2762989 h 6858000"/>
              <a:gd name="connsiteX93-47409" fmla="*/ 474802 w 1508539"/>
              <a:gd name="connsiteY93-47410" fmla="*/ 2554718 h 6858000"/>
              <a:gd name="connsiteX94-47411" fmla="*/ 454896 w 1508539"/>
              <a:gd name="connsiteY94-47412" fmla="*/ 2485734 h 6858000"/>
              <a:gd name="connsiteX95-47413" fmla="*/ 445619 w 1508539"/>
              <a:gd name="connsiteY95-47414" fmla="*/ 2447068 h 6858000"/>
              <a:gd name="connsiteX96-47415" fmla="*/ 432580 w 1508539"/>
              <a:gd name="connsiteY96-47416" fmla="*/ 2425819 h 6858000"/>
              <a:gd name="connsiteX97-47417" fmla="*/ 438579 w 1508539"/>
              <a:gd name="connsiteY97-47418" fmla="*/ 2402874 h 6858000"/>
              <a:gd name="connsiteX98-47419" fmla="*/ 441191 w 1508539"/>
              <a:gd name="connsiteY98-47420" fmla="*/ 2381443 h 6858000"/>
              <a:gd name="connsiteX99-47421" fmla="*/ 417520 w 1508539"/>
              <a:gd name="connsiteY99-47422" fmla="*/ 2261920 h 6858000"/>
              <a:gd name="connsiteX100-47423" fmla="*/ 407407 w 1508539"/>
              <a:gd name="connsiteY100-47424" fmla="*/ 2195378 h 6858000"/>
              <a:gd name="connsiteX101-47425" fmla="*/ 391624 w 1508539"/>
              <a:gd name="connsiteY101-47426" fmla="*/ 2155135 h 6858000"/>
              <a:gd name="connsiteX102-47427" fmla="*/ 389082 w 1508539"/>
              <a:gd name="connsiteY102-47428" fmla="*/ 2118008 h 6858000"/>
              <a:gd name="connsiteX103-47429" fmla="*/ 390075 w 1508539"/>
              <a:gd name="connsiteY103-47430" fmla="*/ 2050531 h 6858000"/>
              <a:gd name="connsiteX104-47431" fmla="*/ 381881 w 1508539"/>
              <a:gd name="connsiteY104-47432" fmla="*/ 1963269 h 6858000"/>
              <a:gd name="connsiteX105-47433" fmla="*/ 363059 w 1508539"/>
              <a:gd name="connsiteY105-47434" fmla="*/ 1906352 h 6858000"/>
              <a:gd name="connsiteX106-47435" fmla="*/ 339616 w 1508539"/>
              <a:gd name="connsiteY106-47436" fmla="*/ 1861531 h 6858000"/>
              <a:gd name="connsiteX107-47437" fmla="*/ 293415 w 1508539"/>
              <a:gd name="connsiteY107-47438" fmla="*/ 1732919 h 6858000"/>
              <a:gd name="connsiteX108-47439" fmla="*/ 265726 w 1508539"/>
              <a:gd name="connsiteY108-47440" fmla="*/ 1663540 h 6858000"/>
              <a:gd name="connsiteX109-47441" fmla="*/ 264852 w 1508539"/>
              <a:gd name="connsiteY109-47442" fmla="*/ 1615777 h 6858000"/>
              <a:gd name="connsiteX110-47443" fmla="*/ 245647 w 1508539"/>
              <a:gd name="connsiteY110-47444" fmla="*/ 1563678 h 6858000"/>
              <a:gd name="connsiteX111-47445" fmla="*/ 258727 w 1508539"/>
              <a:gd name="connsiteY111-47446" fmla="*/ 1519474 h 6858000"/>
              <a:gd name="connsiteX112-47447" fmla="*/ 251469 w 1508539"/>
              <a:gd name="connsiteY112-47448" fmla="*/ 1477995 h 6858000"/>
              <a:gd name="connsiteX113-47449" fmla="*/ 237554 w 1508539"/>
              <a:gd name="connsiteY113-47450" fmla="*/ 1373769 h 6858000"/>
              <a:gd name="connsiteX114-47451" fmla="*/ 245861 w 1508539"/>
              <a:gd name="connsiteY114-47452" fmla="*/ 1307086 h 6858000"/>
              <a:gd name="connsiteX115-47453" fmla="*/ 247049 w 1508539"/>
              <a:gd name="connsiteY115-47454" fmla="*/ 1189033 h 6858000"/>
              <a:gd name="connsiteX116-47455" fmla="*/ 251734 w 1508539"/>
              <a:gd name="connsiteY116-47456" fmla="*/ 1168288 h 6858000"/>
              <a:gd name="connsiteX117-47457" fmla="*/ 244016 w 1508539"/>
              <a:gd name="connsiteY117-47458" fmla="*/ 1142577 h 6858000"/>
              <a:gd name="connsiteX118-47459" fmla="*/ 233322 w 1508539"/>
              <a:gd name="connsiteY118-47460" fmla="*/ 1088484 h 6858000"/>
              <a:gd name="connsiteX119-47461" fmla="*/ 222058 w 1508539"/>
              <a:gd name="connsiteY119-47462" fmla="*/ 1016103 h 6858000"/>
              <a:gd name="connsiteX120-47463" fmla="*/ 223514 w 1508539"/>
              <a:gd name="connsiteY120-47464" fmla="*/ 932283 h 6858000"/>
              <a:gd name="connsiteX121-47465" fmla="*/ 225750 w 1508539"/>
              <a:gd name="connsiteY121-47466" fmla="*/ 915925 h 6858000"/>
              <a:gd name="connsiteX122-47467" fmla="*/ 218379 w 1508539"/>
              <a:gd name="connsiteY122-47468" fmla="*/ 896999 h 6858000"/>
              <a:gd name="connsiteX123-47469" fmla="*/ 187787 w 1508539"/>
              <a:gd name="connsiteY123-47470" fmla="*/ 821517 h 6858000"/>
              <a:gd name="connsiteX124-47471" fmla="*/ 166737 w 1508539"/>
              <a:gd name="connsiteY124-47472" fmla="*/ 751353 h 6858000"/>
              <a:gd name="connsiteX125-47473" fmla="*/ 166295 w 1508539"/>
              <a:gd name="connsiteY125-47474" fmla="*/ 721230 h 6858000"/>
              <a:gd name="connsiteX126-47475" fmla="*/ 151966 w 1508539"/>
              <a:gd name="connsiteY126-47476" fmla="*/ 681659 h 6858000"/>
              <a:gd name="connsiteX127-47477" fmla="*/ 137385 w 1508539"/>
              <a:gd name="connsiteY127-47478" fmla="*/ 635218 h 6858000"/>
              <a:gd name="connsiteX128-47479" fmla="*/ 142396 w 1508539"/>
              <a:gd name="connsiteY128-47480" fmla="*/ 613763 h 6858000"/>
              <a:gd name="connsiteX129-47481" fmla="*/ 128338 w 1508539"/>
              <a:gd name="connsiteY129-47482" fmla="*/ 598582 h 6858000"/>
              <a:gd name="connsiteX130-47483" fmla="*/ 128019 w 1508539"/>
              <a:gd name="connsiteY130-47484" fmla="*/ 576846 h 6858000"/>
              <a:gd name="connsiteX131-47485" fmla="*/ 107645 w 1508539"/>
              <a:gd name="connsiteY131-47486" fmla="*/ 530055 h 6858000"/>
              <a:gd name="connsiteX132-47487" fmla="*/ 106893 w 1508539"/>
              <a:gd name="connsiteY132-47488" fmla="*/ 465389 h 6858000"/>
              <a:gd name="connsiteX133-47489" fmla="*/ 89816 w 1508539"/>
              <a:gd name="connsiteY133-47490" fmla="*/ 424699 h 6858000"/>
              <a:gd name="connsiteX134-47491" fmla="*/ 90191 w 1508539"/>
              <a:gd name="connsiteY134-47492" fmla="*/ 404917 h 6858000"/>
              <a:gd name="connsiteX135-47493" fmla="*/ 70148 w 1508539"/>
              <a:gd name="connsiteY135-47494" fmla="*/ 367211 h 6858000"/>
              <a:gd name="connsiteX136-47495" fmla="*/ 36452 w 1508539"/>
              <a:gd name="connsiteY136-47496" fmla="*/ 268519 h 6858000"/>
              <a:gd name="connsiteX137-47497" fmla="*/ 23935 w 1508539"/>
              <a:gd name="connsiteY137-47498" fmla="*/ 160886 h 6858000"/>
              <a:gd name="connsiteX138-47499" fmla="*/ 19312 w 1508539"/>
              <a:gd name="connsiteY138-47500" fmla="*/ 47336 h 6858000"/>
              <a:gd name="connsiteX139-47501" fmla="*/ 0 w 1508539"/>
              <a:gd name="connsiteY139-47502" fmla="*/ 0 h 6858000"/>
              <a:gd name="connsiteX0-47503" fmla="*/ 0 w 1508539"/>
              <a:gd name="connsiteY0-47504" fmla="*/ 0 h 6858000"/>
              <a:gd name="connsiteX1-47505" fmla="*/ 1508539 w 1508539"/>
              <a:gd name="connsiteY1-47506" fmla="*/ 0 h 6858000"/>
              <a:gd name="connsiteX2-47507" fmla="*/ 1508539 w 1508539"/>
              <a:gd name="connsiteY2-47508" fmla="*/ 6858000 h 6858000"/>
              <a:gd name="connsiteX3-47509" fmla="*/ 245233 w 1508539"/>
              <a:gd name="connsiteY3-47510" fmla="*/ 6857735 h 6858000"/>
              <a:gd name="connsiteX4-47511" fmla="*/ 243784 w 1508539"/>
              <a:gd name="connsiteY4-47512" fmla="*/ 6776847 h 6858000"/>
              <a:gd name="connsiteX5-47513" fmla="*/ 255284 w 1508539"/>
              <a:gd name="connsiteY5-47514" fmla="*/ 6737706 h 6858000"/>
              <a:gd name="connsiteX6-47515" fmla="*/ 267342 w 1508539"/>
              <a:gd name="connsiteY6-47516" fmla="*/ 6683638 h 6858000"/>
              <a:gd name="connsiteX7-47517" fmla="*/ 295622 w 1508539"/>
              <a:gd name="connsiteY7-47518" fmla="*/ 6659970 h 6858000"/>
              <a:gd name="connsiteX8-47519" fmla="*/ 310713 w 1508539"/>
              <a:gd name="connsiteY8-47520" fmla="*/ 6636211 h 6858000"/>
              <a:gd name="connsiteX9-47521" fmla="*/ 201349 w 1508539"/>
              <a:gd name="connsiteY9-47522" fmla="*/ 6530567 h 6858000"/>
              <a:gd name="connsiteX10-47523" fmla="*/ 215389 w 1508539"/>
              <a:gd name="connsiteY10-47524" fmla="*/ 6478062 h 6858000"/>
              <a:gd name="connsiteX11-47525" fmla="*/ 226078 w 1508539"/>
              <a:gd name="connsiteY11-47526" fmla="*/ 6460325 h 6858000"/>
              <a:gd name="connsiteX12-47527" fmla="*/ 233311 w 1508539"/>
              <a:gd name="connsiteY12-47528" fmla="*/ 6451488 h 6858000"/>
              <a:gd name="connsiteX13-47529" fmla="*/ 234746 w 1508539"/>
              <a:gd name="connsiteY13-47530" fmla="*/ 6451348 h 6858000"/>
              <a:gd name="connsiteX14-47531" fmla="*/ 239104 w 1508539"/>
              <a:gd name="connsiteY14-47532" fmla="*/ 6414240 h 6858000"/>
              <a:gd name="connsiteX15-47533" fmla="*/ 241880 w 1508539"/>
              <a:gd name="connsiteY15-47534" fmla="*/ 6384857 h 6858000"/>
              <a:gd name="connsiteX16-47535" fmla="*/ 240591 w 1508539"/>
              <a:gd name="connsiteY16-47536" fmla="*/ 6367510 h 6858000"/>
              <a:gd name="connsiteX17-47537" fmla="*/ 244471 w 1508539"/>
              <a:gd name="connsiteY17-47538" fmla="*/ 6349778 h 6858000"/>
              <a:gd name="connsiteX18-47539" fmla="*/ 246136 w 1508539"/>
              <a:gd name="connsiteY18-47540" fmla="*/ 6348250 h 6858000"/>
              <a:gd name="connsiteX19-47541" fmla="*/ 262170 w 1508539"/>
              <a:gd name="connsiteY19-47542" fmla="*/ 6281972 h 6858000"/>
              <a:gd name="connsiteX20-47543" fmla="*/ 290557 w 1508539"/>
              <a:gd name="connsiteY20-47544" fmla="*/ 6153037 h 6858000"/>
              <a:gd name="connsiteX21-47545" fmla="*/ 314428 w 1508539"/>
              <a:gd name="connsiteY21-47546" fmla="*/ 6113913 h 6858000"/>
              <a:gd name="connsiteX22-47547" fmla="*/ 318721 w 1508539"/>
              <a:gd name="connsiteY22-47548" fmla="*/ 6028119 h 6858000"/>
              <a:gd name="connsiteX23-47549" fmla="*/ 363126 w 1508539"/>
              <a:gd name="connsiteY23-47550" fmla="*/ 5934687 h 6858000"/>
              <a:gd name="connsiteX24-47551" fmla="*/ 408411 w 1508539"/>
              <a:gd name="connsiteY24-47552" fmla="*/ 5704905 h 6858000"/>
              <a:gd name="connsiteX25-47553" fmla="*/ 425529 w 1508539"/>
              <a:gd name="connsiteY25-47554" fmla="*/ 5676393 h 6858000"/>
              <a:gd name="connsiteX26-47555" fmla="*/ 465121 w 1508539"/>
              <a:gd name="connsiteY26-47556" fmla="*/ 5563435 h 6858000"/>
              <a:gd name="connsiteX27-47557" fmla="*/ 512251 w 1508539"/>
              <a:gd name="connsiteY27-47558" fmla="*/ 5437125 h 6858000"/>
              <a:gd name="connsiteX28-47559" fmla="*/ 525819 w 1508539"/>
              <a:gd name="connsiteY28-47560" fmla="*/ 5396260 h 6858000"/>
              <a:gd name="connsiteX29-47561" fmla="*/ 541800 w 1508539"/>
              <a:gd name="connsiteY29-47562" fmla="*/ 5330009 h 6858000"/>
              <a:gd name="connsiteX30-47563" fmla="*/ 575293 w 1508539"/>
              <a:gd name="connsiteY30-47564" fmla="*/ 5273739 h 6858000"/>
              <a:gd name="connsiteX31-47565" fmla="*/ 584892 w 1508539"/>
              <a:gd name="connsiteY31-47566" fmla="*/ 5241779 h 6858000"/>
              <a:gd name="connsiteX32-47567" fmla="*/ 596118 w 1508539"/>
              <a:gd name="connsiteY32-47568" fmla="*/ 5225268 h 6858000"/>
              <a:gd name="connsiteX33-47569" fmla="*/ 597138 w 1508539"/>
              <a:gd name="connsiteY33-47570" fmla="*/ 5217684 h 6858000"/>
              <a:gd name="connsiteX34-47571" fmla="*/ 604479 w 1508539"/>
              <a:gd name="connsiteY34-47572" fmla="*/ 5193377 h 6858000"/>
              <a:gd name="connsiteX35-47573" fmla="*/ 607782 w 1508539"/>
              <a:gd name="connsiteY35-47574" fmla="*/ 5179288 h 6858000"/>
              <a:gd name="connsiteX36-47575" fmla="*/ 608766 w 1508539"/>
              <a:gd name="connsiteY36-47576" fmla="*/ 5173621 h 6858000"/>
              <a:gd name="connsiteX37-47577" fmla="*/ 604400 w 1508539"/>
              <a:gd name="connsiteY37-47578" fmla="*/ 5159961 h 6858000"/>
              <a:gd name="connsiteX38-47579" fmla="*/ 611077 w 1508539"/>
              <a:gd name="connsiteY38-47580" fmla="*/ 5144295 h 6858000"/>
              <a:gd name="connsiteX39-47581" fmla="*/ 608010 w 1508539"/>
              <a:gd name="connsiteY39-47582" fmla="*/ 5125185 h 6858000"/>
              <a:gd name="connsiteX40-47583" fmla="*/ 614840 w 1508539"/>
              <a:gd name="connsiteY40-47584" fmla="*/ 5121884 h 6858000"/>
              <a:gd name="connsiteX41-47585" fmla="*/ 621876 w 1508539"/>
              <a:gd name="connsiteY41-47586" fmla="*/ 5067850 h 6858000"/>
              <a:gd name="connsiteX42-47587" fmla="*/ 624607 w 1508539"/>
              <a:gd name="connsiteY42-47588" fmla="*/ 5060861 h 6858000"/>
              <a:gd name="connsiteX43-47589" fmla="*/ 621311 w 1508539"/>
              <a:gd name="connsiteY43-47590" fmla="*/ 5034192 h 6858000"/>
              <a:gd name="connsiteX44-47591" fmla="*/ 622865 w 1508539"/>
              <a:gd name="connsiteY44-47592" fmla="*/ 4993030 h 6858000"/>
              <a:gd name="connsiteX45-47593" fmla="*/ 629774 w 1508539"/>
              <a:gd name="connsiteY45-47594" fmla="*/ 4946844 h 6858000"/>
              <a:gd name="connsiteX46-47595" fmla="*/ 625630 w 1508539"/>
              <a:gd name="connsiteY46-47596" fmla="*/ 4932692 h 6858000"/>
              <a:gd name="connsiteX47-47597" fmla="*/ 641033 w 1508539"/>
              <a:gd name="connsiteY47-47598" fmla="*/ 4858827 h 6858000"/>
              <a:gd name="connsiteX48-47599" fmla="*/ 646936 w 1508539"/>
              <a:gd name="connsiteY48-47600" fmla="*/ 4821170 h 6858000"/>
              <a:gd name="connsiteX49-47601" fmla="*/ 651669 w 1508539"/>
              <a:gd name="connsiteY49-47602" fmla="*/ 4780965 h 6858000"/>
              <a:gd name="connsiteX50-47603" fmla="*/ 652962 w 1508539"/>
              <a:gd name="connsiteY50-47604" fmla="*/ 4750867 h 6858000"/>
              <a:gd name="connsiteX51-47605" fmla="*/ 650769 w 1508539"/>
              <a:gd name="connsiteY51-47606" fmla="*/ 4690749 h 6858000"/>
              <a:gd name="connsiteX52-47607" fmla="*/ 646249 w 1508539"/>
              <a:gd name="connsiteY52-47608" fmla="*/ 4584173 h 6858000"/>
              <a:gd name="connsiteX53-47609" fmla="*/ 641332 w 1508539"/>
              <a:gd name="connsiteY53-47610" fmla="*/ 4444346 h 6858000"/>
              <a:gd name="connsiteX54-47611" fmla="*/ 637897 w 1508539"/>
              <a:gd name="connsiteY54-47612" fmla="*/ 4375228 h 6858000"/>
              <a:gd name="connsiteX55-47613" fmla="*/ 618550 w 1508539"/>
              <a:gd name="connsiteY55-47614" fmla="*/ 4214165 h 6858000"/>
              <a:gd name="connsiteX56-47615" fmla="*/ 622623 w 1508539"/>
              <a:gd name="connsiteY56-47616" fmla="*/ 4090296 h 6858000"/>
              <a:gd name="connsiteX57-47617" fmla="*/ 607879 w 1508539"/>
              <a:gd name="connsiteY57-47618" fmla="*/ 4033999 h 6858000"/>
              <a:gd name="connsiteX58-47619" fmla="*/ 609028 w 1508539"/>
              <a:gd name="connsiteY58-47620" fmla="*/ 4031933 h 6858000"/>
              <a:gd name="connsiteX59-47621" fmla="*/ 607604 w 1508539"/>
              <a:gd name="connsiteY59-47622" fmla="*/ 4013953 h 6858000"/>
              <a:gd name="connsiteX60-47623" fmla="*/ 593899 w 1508539"/>
              <a:gd name="connsiteY60-47624" fmla="*/ 3974753 h 6858000"/>
              <a:gd name="connsiteX61-47625" fmla="*/ 595497 w 1508539"/>
              <a:gd name="connsiteY61-47626" fmla="*/ 3969950 h 6858000"/>
              <a:gd name="connsiteX62-47627" fmla="*/ 588919 w 1508539"/>
              <a:gd name="connsiteY62-47628" fmla="*/ 3933779 h 6858000"/>
              <a:gd name="connsiteX63-47629" fmla="*/ 590250 w 1508539"/>
              <a:gd name="connsiteY63-47630" fmla="*/ 3933093 h 6858000"/>
              <a:gd name="connsiteX64-47631" fmla="*/ 594604 w 1508539"/>
              <a:gd name="connsiteY64-47632" fmla="*/ 3922082 h 6858000"/>
              <a:gd name="connsiteX65-47633" fmla="*/ 599682 w 1508539"/>
              <a:gd name="connsiteY65-47634" fmla="*/ 3901461 h 6858000"/>
              <a:gd name="connsiteX66-47635" fmla="*/ 622276 w 1508539"/>
              <a:gd name="connsiteY66-47636" fmla="*/ 3813873 h 6858000"/>
              <a:gd name="connsiteX67-47637" fmla="*/ 621701 w 1508539"/>
              <a:gd name="connsiteY67-47638" fmla="*/ 3806161 h 6858000"/>
              <a:gd name="connsiteX68-47639" fmla="*/ 622008 w 1508539"/>
              <a:gd name="connsiteY68-47640" fmla="*/ 3805957 h 6858000"/>
              <a:gd name="connsiteX69-47641" fmla="*/ 622035 w 1508539"/>
              <a:gd name="connsiteY69-47642" fmla="*/ 3797724 h 6858000"/>
              <a:gd name="connsiteX70-47643" fmla="*/ 620650 w 1508539"/>
              <a:gd name="connsiteY70-47644" fmla="*/ 3792098 h 6858000"/>
              <a:gd name="connsiteX71-47645" fmla="*/ 619534 w 1508539"/>
              <a:gd name="connsiteY71-47646" fmla="*/ 3777135 h 6858000"/>
              <a:gd name="connsiteX72-47647" fmla="*/ 621267 w 1508539"/>
              <a:gd name="connsiteY72-47648" fmla="*/ 3771656 h 6858000"/>
              <a:gd name="connsiteX73-47649" fmla="*/ 625010 w 1508539"/>
              <a:gd name="connsiteY73-47650" fmla="*/ 3769007 h 6858000"/>
              <a:gd name="connsiteX74-47651" fmla="*/ 624476 w 1508539"/>
              <a:gd name="connsiteY74-47652" fmla="*/ 3767709 h 6858000"/>
              <a:gd name="connsiteX75-47653" fmla="*/ 633172 w 1508539"/>
              <a:gd name="connsiteY75-47654" fmla="*/ 3738082 h 6858000"/>
              <a:gd name="connsiteX76-47655" fmla="*/ 640518 w 1508539"/>
              <a:gd name="connsiteY76-47656" fmla="*/ 3673397 h 6858000"/>
              <a:gd name="connsiteX77-47657" fmla="*/ 639814 w 1508539"/>
              <a:gd name="connsiteY77-47658" fmla="*/ 3637109 h 6858000"/>
              <a:gd name="connsiteX78-47659" fmla="*/ 643257 w 1508539"/>
              <a:gd name="connsiteY78-47660" fmla="*/ 3536883 h 6858000"/>
              <a:gd name="connsiteX79-47661" fmla="*/ 650795 w 1508539"/>
              <a:gd name="connsiteY79-47662" fmla="*/ 3435652 h 6858000"/>
              <a:gd name="connsiteX80-47663" fmla="*/ 652466 w 1508539"/>
              <a:gd name="connsiteY80-47664" fmla="*/ 3307769 h 6858000"/>
              <a:gd name="connsiteX81-47665" fmla="*/ 670029 w 1508539"/>
              <a:gd name="connsiteY81-47666" fmla="*/ 3250522 h 6858000"/>
              <a:gd name="connsiteX82-47667" fmla="*/ 670454 w 1508539"/>
              <a:gd name="connsiteY82-47668" fmla="*/ 3229163 h 6858000"/>
              <a:gd name="connsiteX83-47669" fmla="*/ 672277 w 1508539"/>
              <a:gd name="connsiteY83-47670" fmla="*/ 3217217 h 6858000"/>
              <a:gd name="connsiteX84-47671" fmla="*/ 659112 w 1508539"/>
              <a:gd name="connsiteY84-47672" fmla="*/ 3183755 h 6858000"/>
              <a:gd name="connsiteX85-47673" fmla="*/ 659613 w 1508539"/>
              <a:gd name="connsiteY85-47674" fmla="*/ 3178642 h 6858000"/>
              <a:gd name="connsiteX86-47675" fmla="*/ 647213 w 1508539"/>
              <a:gd name="connsiteY86-47676" fmla="*/ 3158586 h 6858000"/>
              <a:gd name="connsiteX87-47677" fmla="*/ 632398 w 1508539"/>
              <a:gd name="connsiteY87-47678" fmla="*/ 3129034 h 6858000"/>
              <a:gd name="connsiteX88-47679" fmla="*/ 633063 w 1508539"/>
              <a:gd name="connsiteY88-47680" fmla="*/ 3126682 h 6858000"/>
              <a:gd name="connsiteX89-47681" fmla="*/ 623931 w 1508539"/>
              <a:gd name="connsiteY89-47682" fmla="*/ 3114519 h 6858000"/>
              <a:gd name="connsiteX90-47683" fmla="*/ 610540 w 1508539"/>
              <a:gd name="connsiteY90-47684" fmla="*/ 3106272 h 6858000"/>
              <a:gd name="connsiteX91-47685" fmla="*/ 583270 w 1508539"/>
              <a:gd name="connsiteY91-47686" fmla="*/ 2958185 h 6858000"/>
              <a:gd name="connsiteX92-47687" fmla="*/ 525884 w 1508539"/>
              <a:gd name="connsiteY92-47688" fmla="*/ 2762989 h 6858000"/>
              <a:gd name="connsiteX93-47689" fmla="*/ 474802 w 1508539"/>
              <a:gd name="connsiteY93-47690" fmla="*/ 2554718 h 6858000"/>
              <a:gd name="connsiteX94-47691" fmla="*/ 454896 w 1508539"/>
              <a:gd name="connsiteY94-47692" fmla="*/ 2485734 h 6858000"/>
              <a:gd name="connsiteX95-47693" fmla="*/ 445619 w 1508539"/>
              <a:gd name="connsiteY95-47694" fmla="*/ 2447068 h 6858000"/>
              <a:gd name="connsiteX96-47695" fmla="*/ 432580 w 1508539"/>
              <a:gd name="connsiteY96-47696" fmla="*/ 2425819 h 6858000"/>
              <a:gd name="connsiteX97-47697" fmla="*/ 438579 w 1508539"/>
              <a:gd name="connsiteY97-47698" fmla="*/ 2402874 h 6858000"/>
              <a:gd name="connsiteX98-47699" fmla="*/ 441191 w 1508539"/>
              <a:gd name="connsiteY98-47700" fmla="*/ 2381443 h 6858000"/>
              <a:gd name="connsiteX99-47701" fmla="*/ 417520 w 1508539"/>
              <a:gd name="connsiteY99-47702" fmla="*/ 2261920 h 6858000"/>
              <a:gd name="connsiteX100-47703" fmla="*/ 407407 w 1508539"/>
              <a:gd name="connsiteY100-47704" fmla="*/ 2195378 h 6858000"/>
              <a:gd name="connsiteX101-47705" fmla="*/ 391624 w 1508539"/>
              <a:gd name="connsiteY101-47706" fmla="*/ 2155135 h 6858000"/>
              <a:gd name="connsiteX102-47707" fmla="*/ 389082 w 1508539"/>
              <a:gd name="connsiteY102-47708" fmla="*/ 2118008 h 6858000"/>
              <a:gd name="connsiteX103-47709" fmla="*/ 390075 w 1508539"/>
              <a:gd name="connsiteY103-47710" fmla="*/ 2050531 h 6858000"/>
              <a:gd name="connsiteX104-47711" fmla="*/ 381881 w 1508539"/>
              <a:gd name="connsiteY104-47712" fmla="*/ 1963269 h 6858000"/>
              <a:gd name="connsiteX105-47713" fmla="*/ 363059 w 1508539"/>
              <a:gd name="connsiteY105-47714" fmla="*/ 1906352 h 6858000"/>
              <a:gd name="connsiteX106-47715" fmla="*/ 339616 w 1508539"/>
              <a:gd name="connsiteY106-47716" fmla="*/ 1861531 h 6858000"/>
              <a:gd name="connsiteX107-47717" fmla="*/ 293415 w 1508539"/>
              <a:gd name="connsiteY107-47718" fmla="*/ 1732919 h 6858000"/>
              <a:gd name="connsiteX108-47719" fmla="*/ 265726 w 1508539"/>
              <a:gd name="connsiteY108-47720" fmla="*/ 1663540 h 6858000"/>
              <a:gd name="connsiteX109-47721" fmla="*/ 264852 w 1508539"/>
              <a:gd name="connsiteY109-47722" fmla="*/ 1615777 h 6858000"/>
              <a:gd name="connsiteX110-47723" fmla="*/ 245647 w 1508539"/>
              <a:gd name="connsiteY110-47724" fmla="*/ 1563678 h 6858000"/>
              <a:gd name="connsiteX111-47725" fmla="*/ 258727 w 1508539"/>
              <a:gd name="connsiteY111-47726" fmla="*/ 1519474 h 6858000"/>
              <a:gd name="connsiteX112-47727" fmla="*/ 251469 w 1508539"/>
              <a:gd name="connsiteY112-47728" fmla="*/ 1477995 h 6858000"/>
              <a:gd name="connsiteX113-47729" fmla="*/ 237554 w 1508539"/>
              <a:gd name="connsiteY113-47730" fmla="*/ 1373769 h 6858000"/>
              <a:gd name="connsiteX114-47731" fmla="*/ 245861 w 1508539"/>
              <a:gd name="connsiteY114-47732" fmla="*/ 1307086 h 6858000"/>
              <a:gd name="connsiteX115-47733" fmla="*/ 247049 w 1508539"/>
              <a:gd name="connsiteY115-47734" fmla="*/ 1189033 h 6858000"/>
              <a:gd name="connsiteX116-47735" fmla="*/ 251734 w 1508539"/>
              <a:gd name="connsiteY116-47736" fmla="*/ 1168288 h 6858000"/>
              <a:gd name="connsiteX117-47737" fmla="*/ 244016 w 1508539"/>
              <a:gd name="connsiteY117-47738" fmla="*/ 1142577 h 6858000"/>
              <a:gd name="connsiteX118-47739" fmla="*/ 233322 w 1508539"/>
              <a:gd name="connsiteY118-47740" fmla="*/ 1088484 h 6858000"/>
              <a:gd name="connsiteX119-47741" fmla="*/ 222058 w 1508539"/>
              <a:gd name="connsiteY119-47742" fmla="*/ 1016103 h 6858000"/>
              <a:gd name="connsiteX120-47743" fmla="*/ 223514 w 1508539"/>
              <a:gd name="connsiteY120-47744" fmla="*/ 932283 h 6858000"/>
              <a:gd name="connsiteX121-47745" fmla="*/ 225750 w 1508539"/>
              <a:gd name="connsiteY121-47746" fmla="*/ 915925 h 6858000"/>
              <a:gd name="connsiteX122-47747" fmla="*/ 218379 w 1508539"/>
              <a:gd name="connsiteY122-47748" fmla="*/ 896999 h 6858000"/>
              <a:gd name="connsiteX123-47749" fmla="*/ 187787 w 1508539"/>
              <a:gd name="connsiteY123-47750" fmla="*/ 821517 h 6858000"/>
              <a:gd name="connsiteX124-47751" fmla="*/ 166737 w 1508539"/>
              <a:gd name="connsiteY124-47752" fmla="*/ 751353 h 6858000"/>
              <a:gd name="connsiteX125-47753" fmla="*/ 166295 w 1508539"/>
              <a:gd name="connsiteY125-47754" fmla="*/ 721230 h 6858000"/>
              <a:gd name="connsiteX126-47755" fmla="*/ 151966 w 1508539"/>
              <a:gd name="connsiteY126-47756" fmla="*/ 681659 h 6858000"/>
              <a:gd name="connsiteX127-47757" fmla="*/ 137385 w 1508539"/>
              <a:gd name="connsiteY127-47758" fmla="*/ 635218 h 6858000"/>
              <a:gd name="connsiteX128-47759" fmla="*/ 142396 w 1508539"/>
              <a:gd name="connsiteY128-47760" fmla="*/ 613763 h 6858000"/>
              <a:gd name="connsiteX129-47761" fmla="*/ 128338 w 1508539"/>
              <a:gd name="connsiteY129-47762" fmla="*/ 598582 h 6858000"/>
              <a:gd name="connsiteX130-47763" fmla="*/ 128019 w 1508539"/>
              <a:gd name="connsiteY130-47764" fmla="*/ 576846 h 6858000"/>
              <a:gd name="connsiteX131-47765" fmla="*/ 107645 w 1508539"/>
              <a:gd name="connsiteY131-47766" fmla="*/ 530055 h 6858000"/>
              <a:gd name="connsiteX132-47767" fmla="*/ 106893 w 1508539"/>
              <a:gd name="connsiteY132-47768" fmla="*/ 465389 h 6858000"/>
              <a:gd name="connsiteX133-47769" fmla="*/ 89816 w 1508539"/>
              <a:gd name="connsiteY133-47770" fmla="*/ 424699 h 6858000"/>
              <a:gd name="connsiteX134-47771" fmla="*/ 90191 w 1508539"/>
              <a:gd name="connsiteY134-47772" fmla="*/ 404917 h 6858000"/>
              <a:gd name="connsiteX135-47773" fmla="*/ 70148 w 1508539"/>
              <a:gd name="connsiteY135-47774" fmla="*/ 367211 h 6858000"/>
              <a:gd name="connsiteX136-47775" fmla="*/ 36452 w 1508539"/>
              <a:gd name="connsiteY136-47776" fmla="*/ 268519 h 6858000"/>
              <a:gd name="connsiteX137-47777" fmla="*/ 23935 w 1508539"/>
              <a:gd name="connsiteY137-47778" fmla="*/ 160886 h 6858000"/>
              <a:gd name="connsiteX138-47779" fmla="*/ 19312 w 1508539"/>
              <a:gd name="connsiteY138-47780" fmla="*/ 47336 h 6858000"/>
              <a:gd name="connsiteX139-47781" fmla="*/ 0 w 1508539"/>
              <a:gd name="connsiteY139-47782" fmla="*/ 0 h 6858000"/>
              <a:gd name="connsiteX0-47783" fmla="*/ 0 w 1508539"/>
              <a:gd name="connsiteY0-47784" fmla="*/ 0 h 6858000"/>
              <a:gd name="connsiteX1-47785" fmla="*/ 1508539 w 1508539"/>
              <a:gd name="connsiteY1-47786" fmla="*/ 0 h 6858000"/>
              <a:gd name="connsiteX2-47787" fmla="*/ 1508539 w 1508539"/>
              <a:gd name="connsiteY2-47788" fmla="*/ 6858000 h 6858000"/>
              <a:gd name="connsiteX3-47789" fmla="*/ 245233 w 1508539"/>
              <a:gd name="connsiteY3-47790" fmla="*/ 6857735 h 6858000"/>
              <a:gd name="connsiteX4-47791" fmla="*/ 243784 w 1508539"/>
              <a:gd name="connsiteY4-47792" fmla="*/ 6776847 h 6858000"/>
              <a:gd name="connsiteX5-47793" fmla="*/ 255284 w 1508539"/>
              <a:gd name="connsiteY5-47794" fmla="*/ 6737706 h 6858000"/>
              <a:gd name="connsiteX6-47795" fmla="*/ 267342 w 1508539"/>
              <a:gd name="connsiteY6-47796" fmla="*/ 6683638 h 6858000"/>
              <a:gd name="connsiteX7-47797" fmla="*/ 295622 w 1508539"/>
              <a:gd name="connsiteY7-47798" fmla="*/ 6659970 h 6858000"/>
              <a:gd name="connsiteX8-47799" fmla="*/ 310713 w 1508539"/>
              <a:gd name="connsiteY8-47800" fmla="*/ 6636211 h 6858000"/>
              <a:gd name="connsiteX9-47801" fmla="*/ 328157 w 1508539"/>
              <a:gd name="connsiteY9-47802" fmla="*/ 6594177 h 6858000"/>
              <a:gd name="connsiteX10-47803" fmla="*/ 215389 w 1508539"/>
              <a:gd name="connsiteY10-47804" fmla="*/ 6478062 h 6858000"/>
              <a:gd name="connsiteX11-47805" fmla="*/ 226078 w 1508539"/>
              <a:gd name="connsiteY11-47806" fmla="*/ 6460325 h 6858000"/>
              <a:gd name="connsiteX12-47807" fmla="*/ 233311 w 1508539"/>
              <a:gd name="connsiteY12-47808" fmla="*/ 6451488 h 6858000"/>
              <a:gd name="connsiteX13-47809" fmla="*/ 234746 w 1508539"/>
              <a:gd name="connsiteY13-47810" fmla="*/ 6451348 h 6858000"/>
              <a:gd name="connsiteX14-47811" fmla="*/ 239104 w 1508539"/>
              <a:gd name="connsiteY14-47812" fmla="*/ 6414240 h 6858000"/>
              <a:gd name="connsiteX15-47813" fmla="*/ 241880 w 1508539"/>
              <a:gd name="connsiteY15-47814" fmla="*/ 6384857 h 6858000"/>
              <a:gd name="connsiteX16-47815" fmla="*/ 240591 w 1508539"/>
              <a:gd name="connsiteY16-47816" fmla="*/ 6367510 h 6858000"/>
              <a:gd name="connsiteX17-47817" fmla="*/ 244471 w 1508539"/>
              <a:gd name="connsiteY17-47818" fmla="*/ 6349778 h 6858000"/>
              <a:gd name="connsiteX18-47819" fmla="*/ 246136 w 1508539"/>
              <a:gd name="connsiteY18-47820" fmla="*/ 6348250 h 6858000"/>
              <a:gd name="connsiteX19-47821" fmla="*/ 262170 w 1508539"/>
              <a:gd name="connsiteY19-47822" fmla="*/ 6281972 h 6858000"/>
              <a:gd name="connsiteX20-47823" fmla="*/ 290557 w 1508539"/>
              <a:gd name="connsiteY20-47824" fmla="*/ 6153037 h 6858000"/>
              <a:gd name="connsiteX21-47825" fmla="*/ 314428 w 1508539"/>
              <a:gd name="connsiteY21-47826" fmla="*/ 6113913 h 6858000"/>
              <a:gd name="connsiteX22-47827" fmla="*/ 318721 w 1508539"/>
              <a:gd name="connsiteY22-47828" fmla="*/ 6028119 h 6858000"/>
              <a:gd name="connsiteX23-47829" fmla="*/ 363126 w 1508539"/>
              <a:gd name="connsiteY23-47830" fmla="*/ 5934687 h 6858000"/>
              <a:gd name="connsiteX24-47831" fmla="*/ 408411 w 1508539"/>
              <a:gd name="connsiteY24-47832" fmla="*/ 5704905 h 6858000"/>
              <a:gd name="connsiteX25-47833" fmla="*/ 425529 w 1508539"/>
              <a:gd name="connsiteY25-47834" fmla="*/ 5676393 h 6858000"/>
              <a:gd name="connsiteX26-47835" fmla="*/ 465121 w 1508539"/>
              <a:gd name="connsiteY26-47836" fmla="*/ 5563435 h 6858000"/>
              <a:gd name="connsiteX27-47837" fmla="*/ 512251 w 1508539"/>
              <a:gd name="connsiteY27-47838" fmla="*/ 5437125 h 6858000"/>
              <a:gd name="connsiteX28-47839" fmla="*/ 525819 w 1508539"/>
              <a:gd name="connsiteY28-47840" fmla="*/ 5396260 h 6858000"/>
              <a:gd name="connsiteX29-47841" fmla="*/ 541800 w 1508539"/>
              <a:gd name="connsiteY29-47842" fmla="*/ 5330009 h 6858000"/>
              <a:gd name="connsiteX30-47843" fmla="*/ 575293 w 1508539"/>
              <a:gd name="connsiteY30-47844" fmla="*/ 5273739 h 6858000"/>
              <a:gd name="connsiteX31-47845" fmla="*/ 584892 w 1508539"/>
              <a:gd name="connsiteY31-47846" fmla="*/ 5241779 h 6858000"/>
              <a:gd name="connsiteX32-47847" fmla="*/ 596118 w 1508539"/>
              <a:gd name="connsiteY32-47848" fmla="*/ 5225268 h 6858000"/>
              <a:gd name="connsiteX33-47849" fmla="*/ 597138 w 1508539"/>
              <a:gd name="connsiteY33-47850" fmla="*/ 5217684 h 6858000"/>
              <a:gd name="connsiteX34-47851" fmla="*/ 604479 w 1508539"/>
              <a:gd name="connsiteY34-47852" fmla="*/ 5193377 h 6858000"/>
              <a:gd name="connsiteX35-47853" fmla="*/ 607782 w 1508539"/>
              <a:gd name="connsiteY35-47854" fmla="*/ 5179288 h 6858000"/>
              <a:gd name="connsiteX36-47855" fmla="*/ 608766 w 1508539"/>
              <a:gd name="connsiteY36-47856" fmla="*/ 5173621 h 6858000"/>
              <a:gd name="connsiteX37-47857" fmla="*/ 604400 w 1508539"/>
              <a:gd name="connsiteY37-47858" fmla="*/ 5159961 h 6858000"/>
              <a:gd name="connsiteX38-47859" fmla="*/ 611077 w 1508539"/>
              <a:gd name="connsiteY38-47860" fmla="*/ 5144295 h 6858000"/>
              <a:gd name="connsiteX39-47861" fmla="*/ 608010 w 1508539"/>
              <a:gd name="connsiteY39-47862" fmla="*/ 5125185 h 6858000"/>
              <a:gd name="connsiteX40-47863" fmla="*/ 614840 w 1508539"/>
              <a:gd name="connsiteY40-47864" fmla="*/ 5121884 h 6858000"/>
              <a:gd name="connsiteX41-47865" fmla="*/ 621876 w 1508539"/>
              <a:gd name="connsiteY41-47866" fmla="*/ 5067850 h 6858000"/>
              <a:gd name="connsiteX42-47867" fmla="*/ 624607 w 1508539"/>
              <a:gd name="connsiteY42-47868" fmla="*/ 5060861 h 6858000"/>
              <a:gd name="connsiteX43-47869" fmla="*/ 621311 w 1508539"/>
              <a:gd name="connsiteY43-47870" fmla="*/ 5034192 h 6858000"/>
              <a:gd name="connsiteX44-47871" fmla="*/ 622865 w 1508539"/>
              <a:gd name="connsiteY44-47872" fmla="*/ 4993030 h 6858000"/>
              <a:gd name="connsiteX45-47873" fmla="*/ 629774 w 1508539"/>
              <a:gd name="connsiteY45-47874" fmla="*/ 4946844 h 6858000"/>
              <a:gd name="connsiteX46-47875" fmla="*/ 625630 w 1508539"/>
              <a:gd name="connsiteY46-47876" fmla="*/ 4932692 h 6858000"/>
              <a:gd name="connsiteX47-47877" fmla="*/ 641033 w 1508539"/>
              <a:gd name="connsiteY47-47878" fmla="*/ 4858827 h 6858000"/>
              <a:gd name="connsiteX48-47879" fmla="*/ 646936 w 1508539"/>
              <a:gd name="connsiteY48-47880" fmla="*/ 4821170 h 6858000"/>
              <a:gd name="connsiteX49-47881" fmla="*/ 651669 w 1508539"/>
              <a:gd name="connsiteY49-47882" fmla="*/ 4780965 h 6858000"/>
              <a:gd name="connsiteX50-47883" fmla="*/ 652962 w 1508539"/>
              <a:gd name="connsiteY50-47884" fmla="*/ 4750867 h 6858000"/>
              <a:gd name="connsiteX51-47885" fmla="*/ 650769 w 1508539"/>
              <a:gd name="connsiteY51-47886" fmla="*/ 4690749 h 6858000"/>
              <a:gd name="connsiteX52-47887" fmla="*/ 646249 w 1508539"/>
              <a:gd name="connsiteY52-47888" fmla="*/ 4584173 h 6858000"/>
              <a:gd name="connsiteX53-47889" fmla="*/ 641332 w 1508539"/>
              <a:gd name="connsiteY53-47890" fmla="*/ 4444346 h 6858000"/>
              <a:gd name="connsiteX54-47891" fmla="*/ 637897 w 1508539"/>
              <a:gd name="connsiteY54-47892" fmla="*/ 4375228 h 6858000"/>
              <a:gd name="connsiteX55-47893" fmla="*/ 618550 w 1508539"/>
              <a:gd name="connsiteY55-47894" fmla="*/ 4214165 h 6858000"/>
              <a:gd name="connsiteX56-47895" fmla="*/ 622623 w 1508539"/>
              <a:gd name="connsiteY56-47896" fmla="*/ 4090296 h 6858000"/>
              <a:gd name="connsiteX57-47897" fmla="*/ 607879 w 1508539"/>
              <a:gd name="connsiteY57-47898" fmla="*/ 4033999 h 6858000"/>
              <a:gd name="connsiteX58-47899" fmla="*/ 609028 w 1508539"/>
              <a:gd name="connsiteY58-47900" fmla="*/ 4031933 h 6858000"/>
              <a:gd name="connsiteX59-47901" fmla="*/ 607604 w 1508539"/>
              <a:gd name="connsiteY59-47902" fmla="*/ 4013953 h 6858000"/>
              <a:gd name="connsiteX60-47903" fmla="*/ 593899 w 1508539"/>
              <a:gd name="connsiteY60-47904" fmla="*/ 3974753 h 6858000"/>
              <a:gd name="connsiteX61-47905" fmla="*/ 595497 w 1508539"/>
              <a:gd name="connsiteY61-47906" fmla="*/ 3969950 h 6858000"/>
              <a:gd name="connsiteX62-47907" fmla="*/ 588919 w 1508539"/>
              <a:gd name="connsiteY62-47908" fmla="*/ 3933779 h 6858000"/>
              <a:gd name="connsiteX63-47909" fmla="*/ 590250 w 1508539"/>
              <a:gd name="connsiteY63-47910" fmla="*/ 3933093 h 6858000"/>
              <a:gd name="connsiteX64-47911" fmla="*/ 594604 w 1508539"/>
              <a:gd name="connsiteY64-47912" fmla="*/ 3922082 h 6858000"/>
              <a:gd name="connsiteX65-47913" fmla="*/ 599682 w 1508539"/>
              <a:gd name="connsiteY65-47914" fmla="*/ 3901461 h 6858000"/>
              <a:gd name="connsiteX66-47915" fmla="*/ 622276 w 1508539"/>
              <a:gd name="connsiteY66-47916" fmla="*/ 3813873 h 6858000"/>
              <a:gd name="connsiteX67-47917" fmla="*/ 621701 w 1508539"/>
              <a:gd name="connsiteY67-47918" fmla="*/ 3806161 h 6858000"/>
              <a:gd name="connsiteX68-47919" fmla="*/ 622008 w 1508539"/>
              <a:gd name="connsiteY68-47920" fmla="*/ 3805957 h 6858000"/>
              <a:gd name="connsiteX69-47921" fmla="*/ 622035 w 1508539"/>
              <a:gd name="connsiteY69-47922" fmla="*/ 3797724 h 6858000"/>
              <a:gd name="connsiteX70-47923" fmla="*/ 620650 w 1508539"/>
              <a:gd name="connsiteY70-47924" fmla="*/ 3792098 h 6858000"/>
              <a:gd name="connsiteX71-47925" fmla="*/ 619534 w 1508539"/>
              <a:gd name="connsiteY71-47926" fmla="*/ 3777135 h 6858000"/>
              <a:gd name="connsiteX72-47927" fmla="*/ 621267 w 1508539"/>
              <a:gd name="connsiteY72-47928" fmla="*/ 3771656 h 6858000"/>
              <a:gd name="connsiteX73-47929" fmla="*/ 625010 w 1508539"/>
              <a:gd name="connsiteY73-47930" fmla="*/ 3769007 h 6858000"/>
              <a:gd name="connsiteX74-47931" fmla="*/ 624476 w 1508539"/>
              <a:gd name="connsiteY74-47932" fmla="*/ 3767709 h 6858000"/>
              <a:gd name="connsiteX75-47933" fmla="*/ 633172 w 1508539"/>
              <a:gd name="connsiteY75-47934" fmla="*/ 3738082 h 6858000"/>
              <a:gd name="connsiteX76-47935" fmla="*/ 640518 w 1508539"/>
              <a:gd name="connsiteY76-47936" fmla="*/ 3673397 h 6858000"/>
              <a:gd name="connsiteX77-47937" fmla="*/ 639814 w 1508539"/>
              <a:gd name="connsiteY77-47938" fmla="*/ 3637109 h 6858000"/>
              <a:gd name="connsiteX78-47939" fmla="*/ 643257 w 1508539"/>
              <a:gd name="connsiteY78-47940" fmla="*/ 3536883 h 6858000"/>
              <a:gd name="connsiteX79-47941" fmla="*/ 650795 w 1508539"/>
              <a:gd name="connsiteY79-47942" fmla="*/ 3435652 h 6858000"/>
              <a:gd name="connsiteX80-47943" fmla="*/ 652466 w 1508539"/>
              <a:gd name="connsiteY80-47944" fmla="*/ 3307769 h 6858000"/>
              <a:gd name="connsiteX81-47945" fmla="*/ 670029 w 1508539"/>
              <a:gd name="connsiteY81-47946" fmla="*/ 3250522 h 6858000"/>
              <a:gd name="connsiteX82-47947" fmla="*/ 670454 w 1508539"/>
              <a:gd name="connsiteY82-47948" fmla="*/ 3229163 h 6858000"/>
              <a:gd name="connsiteX83-47949" fmla="*/ 672277 w 1508539"/>
              <a:gd name="connsiteY83-47950" fmla="*/ 3217217 h 6858000"/>
              <a:gd name="connsiteX84-47951" fmla="*/ 659112 w 1508539"/>
              <a:gd name="connsiteY84-47952" fmla="*/ 3183755 h 6858000"/>
              <a:gd name="connsiteX85-47953" fmla="*/ 659613 w 1508539"/>
              <a:gd name="connsiteY85-47954" fmla="*/ 3178642 h 6858000"/>
              <a:gd name="connsiteX86-47955" fmla="*/ 647213 w 1508539"/>
              <a:gd name="connsiteY86-47956" fmla="*/ 3158586 h 6858000"/>
              <a:gd name="connsiteX87-47957" fmla="*/ 632398 w 1508539"/>
              <a:gd name="connsiteY87-47958" fmla="*/ 3129034 h 6858000"/>
              <a:gd name="connsiteX88-47959" fmla="*/ 633063 w 1508539"/>
              <a:gd name="connsiteY88-47960" fmla="*/ 3126682 h 6858000"/>
              <a:gd name="connsiteX89-47961" fmla="*/ 623931 w 1508539"/>
              <a:gd name="connsiteY89-47962" fmla="*/ 3114519 h 6858000"/>
              <a:gd name="connsiteX90-47963" fmla="*/ 610540 w 1508539"/>
              <a:gd name="connsiteY90-47964" fmla="*/ 3106272 h 6858000"/>
              <a:gd name="connsiteX91-47965" fmla="*/ 583270 w 1508539"/>
              <a:gd name="connsiteY91-47966" fmla="*/ 2958185 h 6858000"/>
              <a:gd name="connsiteX92-47967" fmla="*/ 525884 w 1508539"/>
              <a:gd name="connsiteY92-47968" fmla="*/ 2762989 h 6858000"/>
              <a:gd name="connsiteX93-47969" fmla="*/ 474802 w 1508539"/>
              <a:gd name="connsiteY93-47970" fmla="*/ 2554718 h 6858000"/>
              <a:gd name="connsiteX94-47971" fmla="*/ 454896 w 1508539"/>
              <a:gd name="connsiteY94-47972" fmla="*/ 2485734 h 6858000"/>
              <a:gd name="connsiteX95-47973" fmla="*/ 445619 w 1508539"/>
              <a:gd name="connsiteY95-47974" fmla="*/ 2447068 h 6858000"/>
              <a:gd name="connsiteX96-47975" fmla="*/ 432580 w 1508539"/>
              <a:gd name="connsiteY96-47976" fmla="*/ 2425819 h 6858000"/>
              <a:gd name="connsiteX97-47977" fmla="*/ 438579 w 1508539"/>
              <a:gd name="connsiteY97-47978" fmla="*/ 2402874 h 6858000"/>
              <a:gd name="connsiteX98-47979" fmla="*/ 441191 w 1508539"/>
              <a:gd name="connsiteY98-47980" fmla="*/ 2381443 h 6858000"/>
              <a:gd name="connsiteX99-47981" fmla="*/ 417520 w 1508539"/>
              <a:gd name="connsiteY99-47982" fmla="*/ 2261920 h 6858000"/>
              <a:gd name="connsiteX100-47983" fmla="*/ 407407 w 1508539"/>
              <a:gd name="connsiteY100-47984" fmla="*/ 2195378 h 6858000"/>
              <a:gd name="connsiteX101-47985" fmla="*/ 391624 w 1508539"/>
              <a:gd name="connsiteY101-47986" fmla="*/ 2155135 h 6858000"/>
              <a:gd name="connsiteX102-47987" fmla="*/ 389082 w 1508539"/>
              <a:gd name="connsiteY102-47988" fmla="*/ 2118008 h 6858000"/>
              <a:gd name="connsiteX103-47989" fmla="*/ 390075 w 1508539"/>
              <a:gd name="connsiteY103-47990" fmla="*/ 2050531 h 6858000"/>
              <a:gd name="connsiteX104-47991" fmla="*/ 381881 w 1508539"/>
              <a:gd name="connsiteY104-47992" fmla="*/ 1963269 h 6858000"/>
              <a:gd name="connsiteX105-47993" fmla="*/ 363059 w 1508539"/>
              <a:gd name="connsiteY105-47994" fmla="*/ 1906352 h 6858000"/>
              <a:gd name="connsiteX106-47995" fmla="*/ 339616 w 1508539"/>
              <a:gd name="connsiteY106-47996" fmla="*/ 1861531 h 6858000"/>
              <a:gd name="connsiteX107-47997" fmla="*/ 293415 w 1508539"/>
              <a:gd name="connsiteY107-47998" fmla="*/ 1732919 h 6858000"/>
              <a:gd name="connsiteX108-47999" fmla="*/ 265726 w 1508539"/>
              <a:gd name="connsiteY108-48000" fmla="*/ 1663540 h 6858000"/>
              <a:gd name="connsiteX109-48001" fmla="*/ 264852 w 1508539"/>
              <a:gd name="connsiteY109-48002" fmla="*/ 1615777 h 6858000"/>
              <a:gd name="connsiteX110-48003" fmla="*/ 245647 w 1508539"/>
              <a:gd name="connsiteY110-48004" fmla="*/ 1563678 h 6858000"/>
              <a:gd name="connsiteX111-48005" fmla="*/ 258727 w 1508539"/>
              <a:gd name="connsiteY111-48006" fmla="*/ 1519474 h 6858000"/>
              <a:gd name="connsiteX112-48007" fmla="*/ 251469 w 1508539"/>
              <a:gd name="connsiteY112-48008" fmla="*/ 1477995 h 6858000"/>
              <a:gd name="connsiteX113-48009" fmla="*/ 237554 w 1508539"/>
              <a:gd name="connsiteY113-48010" fmla="*/ 1373769 h 6858000"/>
              <a:gd name="connsiteX114-48011" fmla="*/ 245861 w 1508539"/>
              <a:gd name="connsiteY114-48012" fmla="*/ 1307086 h 6858000"/>
              <a:gd name="connsiteX115-48013" fmla="*/ 247049 w 1508539"/>
              <a:gd name="connsiteY115-48014" fmla="*/ 1189033 h 6858000"/>
              <a:gd name="connsiteX116-48015" fmla="*/ 251734 w 1508539"/>
              <a:gd name="connsiteY116-48016" fmla="*/ 1168288 h 6858000"/>
              <a:gd name="connsiteX117-48017" fmla="*/ 244016 w 1508539"/>
              <a:gd name="connsiteY117-48018" fmla="*/ 1142577 h 6858000"/>
              <a:gd name="connsiteX118-48019" fmla="*/ 233322 w 1508539"/>
              <a:gd name="connsiteY118-48020" fmla="*/ 1088484 h 6858000"/>
              <a:gd name="connsiteX119-48021" fmla="*/ 222058 w 1508539"/>
              <a:gd name="connsiteY119-48022" fmla="*/ 1016103 h 6858000"/>
              <a:gd name="connsiteX120-48023" fmla="*/ 223514 w 1508539"/>
              <a:gd name="connsiteY120-48024" fmla="*/ 932283 h 6858000"/>
              <a:gd name="connsiteX121-48025" fmla="*/ 225750 w 1508539"/>
              <a:gd name="connsiteY121-48026" fmla="*/ 915925 h 6858000"/>
              <a:gd name="connsiteX122-48027" fmla="*/ 218379 w 1508539"/>
              <a:gd name="connsiteY122-48028" fmla="*/ 896999 h 6858000"/>
              <a:gd name="connsiteX123-48029" fmla="*/ 187787 w 1508539"/>
              <a:gd name="connsiteY123-48030" fmla="*/ 821517 h 6858000"/>
              <a:gd name="connsiteX124-48031" fmla="*/ 166737 w 1508539"/>
              <a:gd name="connsiteY124-48032" fmla="*/ 751353 h 6858000"/>
              <a:gd name="connsiteX125-48033" fmla="*/ 166295 w 1508539"/>
              <a:gd name="connsiteY125-48034" fmla="*/ 721230 h 6858000"/>
              <a:gd name="connsiteX126-48035" fmla="*/ 151966 w 1508539"/>
              <a:gd name="connsiteY126-48036" fmla="*/ 681659 h 6858000"/>
              <a:gd name="connsiteX127-48037" fmla="*/ 137385 w 1508539"/>
              <a:gd name="connsiteY127-48038" fmla="*/ 635218 h 6858000"/>
              <a:gd name="connsiteX128-48039" fmla="*/ 142396 w 1508539"/>
              <a:gd name="connsiteY128-48040" fmla="*/ 613763 h 6858000"/>
              <a:gd name="connsiteX129-48041" fmla="*/ 128338 w 1508539"/>
              <a:gd name="connsiteY129-48042" fmla="*/ 598582 h 6858000"/>
              <a:gd name="connsiteX130-48043" fmla="*/ 128019 w 1508539"/>
              <a:gd name="connsiteY130-48044" fmla="*/ 576846 h 6858000"/>
              <a:gd name="connsiteX131-48045" fmla="*/ 107645 w 1508539"/>
              <a:gd name="connsiteY131-48046" fmla="*/ 530055 h 6858000"/>
              <a:gd name="connsiteX132-48047" fmla="*/ 106893 w 1508539"/>
              <a:gd name="connsiteY132-48048" fmla="*/ 465389 h 6858000"/>
              <a:gd name="connsiteX133-48049" fmla="*/ 89816 w 1508539"/>
              <a:gd name="connsiteY133-48050" fmla="*/ 424699 h 6858000"/>
              <a:gd name="connsiteX134-48051" fmla="*/ 90191 w 1508539"/>
              <a:gd name="connsiteY134-48052" fmla="*/ 404917 h 6858000"/>
              <a:gd name="connsiteX135-48053" fmla="*/ 70148 w 1508539"/>
              <a:gd name="connsiteY135-48054" fmla="*/ 367211 h 6858000"/>
              <a:gd name="connsiteX136-48055" fmla="*/ 36452 w 1508539"/>
              <a:gd name="connsiteY136-48056" fmla="*/ 268519 h 6858000"/>
              <a:gd name="connsiteX137-48057" fmla="*/ 23935 w 1508539"/>
              <a:gd name="connsiteY137-48058" fmla="*/ 160886 h 6858000"/>
              <a:gd name="connsiteX138-48059" fmla="*/ 19312 w 1508539"/>
              <a:gd name="connsiteY138-48060" fmla="*/ 47336 h 6858000"/>
              <a:gd name="connsiteX139-48061" fmla="*/ 0 w 1508539"/>
              <a:gd name="connsiteY139-48062" fmla="*/ 0 h 6858000"/>
              <a:gd name="connsiteX0-48063" fmla="*/ 0 w 1508539"/>
              <a:gd name="connsiteY0-48064" fmla="*/ 0 h 6858000"/>
              <a:gd name="connsiteX1-48065" fmla="*/ 1508539 w 1508539"/>
              <a:gd name="connsiteY1-48066" fmla="*/ 0 h 6858000"/>
              <a:gd name="connsiteX2-48067" fmla="*/ 1508539 w 1508539"/>
              <a:gd name="connsiteY2-48068" fmla="*/ 6858000 h 6858000"/>
              <a:gd name="connsiteX3-48069" fmla="*/ 245233 w 1508539"/>
              <a:gd name="connsiteY3-48070" fmla="*/ 6857735 h 6858000"/>
              <a:gd name="connsiteX4-48071" fmla="*/ 243784 w 1508539"/>
              <a:gd name="connsiteY4-48072" fmla="*/ 6776847 h 6858000"/>
              <a:gd name="connsiteX5-48073" fmla="*/ 255284 w 1508539"/>
              <a:gd name="connsiteY5-48074" fmla="*/ 6737706 h 6858000"/>
              <a:gd name="connsiteX6-48075" fmla="*/ 267342 w 1508539"/>
              <a:gd name="connsiteY6-48076" fmla="*/ 6683638 h 6858000"/>
              <a:gd name="connsiteX7-48077" fmla="*/ 295622 w 1508539"/>
              <a:gd name="connsiteY7-48078" fmla="*/ 6659970 h 6858000"/>
              <a:gd name="connsiteX8-48079" fmla="*/ 310713 w 1508539"/>
              <a:gd name="connsiteY8-48080" fmla="*/ 6636211 h 6858000"/>
              <a:gd name="connsiteX9-48081" fmla="*/ 328157 w 1508539"/>
              <a:gd name="connsiteY9-48082" fmla="*/ 6594177 h 6858000"/>
              <a:gd name="connsiteX10-48083" fmla="*/ 325289 w 1508539"/>
              <a:gd name="connsiteY10-48084" fmla="*/ 6525770 h 6858000"/>
              <a:gd name="connsiteX11-48085" fmla="*/ 226078 w 1508539"/>
              <a:gd name="connsiteY11-48086" fmla="*/ 6460325 h 6858000"/>
              <a:gd name="connsiteX12-48087" fmla="*/ 233311 w 1508539"/>
              <a:gd name="connsiteY12-48088" fmla="*/ 6451488 h 6858000"/>
              <a:gd name="connsiteX13-48089" fmla="*/ 234746 w 1508539"/>
              <a:gd name="connsiteY13-48090" fmla="*/ 6451348 h 6858000"/>
              <a:gd name="connsiteX14-48091" fmla="*/ 239104 w 1508539"/>
              <a:gd name="connsiteY14-48092" fmla="*/ 6414240 h 6858000"/>
              <a:gd name="connsiteX15-48093" fmla="*/ 241880 w 1508539"/>
              <a:gd name="connsiteY15-48094" fmla="*/ 6384857 h 6858000"/>
              <a:gd name="connsiteX16-48095" fmla="*/ 240591 w 1508539"/>
              <a:gd name="connsiteY16-48096" fmla="*/ 6367510 h 6858000"/>
              <a:gd name="connsiteX17-48097" fmla="*/ 244471 w 1508539"/>
              <a:gd name="connsiteY17-48098" fmla="*/ 6349778 h 6858000"/>
              <a:gd name="connsiteX18-48099" fmla="*/ 246136 w 1508539"/>
              <a:gd name="connsiteY18-48100" fmla="*/ 6348250 h 6858000"/>
              <a:gd name="connsiteX19-48101" fmla="*/ 262170 w 1508539"/>
              <a:gd name="connsiteY19-48102" fmla="*/ 6281972 h 6858000"/>
              <a:gd name="connsiteX20-48103" fmla="*/ 290557 w 1508539"/>
              <a:gd name="connsiteY20-48104" fmla="*/ 6153037 h 6858000"/>
              <a:gd name="connsiteX21-48105" fmla="*/ 314428 w 1508539"/>
              <a:gd name="connsiteY21-48106" fmla="*/ 6113913 h 6858000"/>
              <a:gd name="connsiteX22-48107" fmla="*/ 318721 w 1508539"/>
              <a:gd name="connsiteY22-48108" fmla="*/ 6028119 h 6858000"/>
              <a:gd name="connsiteX23-48109" fmla="*/ 363126 w 1508539"/>
              <a:gd name="connsiteY23-48110" fmla="*/ 5934687 h 6858000"/>
              <a:gd name="connsiteX24-48111" fmla="*/ 408411 w 1508539"/>
              <a:gd name="connsiteY24-48112" fmla="*/ 5704905 h 6858000"/>
              <a:gd name="connsiteX25-48113" fmla="*/ 425529 w 1508539"/>
              <a:gd name="connsiteY25-48114" fmla="*/ 5676393 h 6858000"/>
              <a:gd name="connsiteX26-48115" fmla="*/ 465121 w 1508539"/>
              <a:gd name="connsiteY26-48116" fmla="*/ 5563435 h 6858000"/>
              <a:gd name="connsiteX27-48117" fmla="*/ 512251 w 1508539"/>
              <a:gd name="connsiteY27-48118" fmla="*/ 5437125 h 6858000"/>
              <a:gd name="connsiteX28-48119" fmla="*/ 525819 w 1508539"/>
              <a:gd name="connsiteY28-48120" fmla="*/ 5396260 h 6858000"/>
              <a:gd name="connsiteX29-48121" fmla="*/ 541800 w 1508539"/>
              <a:gd name="connsiteY29-48122" fmla="*/ 5330009 h 6858000"/>
              <a:gd name="connsiteX30-48123" fmla="*/ 575293 w 1508539"/>
              <a:gd name="connsiteY30-48124" fmla="*/ 5273739 h 6858000"/>
              <a:gd name="connsiteX31-48125" fmla="*/ 584892 w 1508539"/>
              <a:gd name="connsiteY31-48126" fmla="*/ 5241779 h 6858000"/>
              <a:gd name="connsiteX32-48127" fmla="*/ 596118 w 1508539"/>
              <a:gd name="connsiteY32-48128" fmla="*/ 5225268 h 6858000"/>
              <a:gd name="connsiteX33-48129" fmla="*/ 597138 w 1508539"/>
              <a:gd name="connsiteY33-48130" fmla="*/ 5217684 h 6858000"/>
              <a:gd name="connsiteX34-48131" fmla="*/ 604479 w 1508539"/>
              <a:gd name="connsiteY34-48132" fmla="*/ 5193377 h 6858000"/>
              <a:gd name="connsiteX35-48133" fmla="*/ 607782 w 1508539"/>
              <a:gd name="connsiteY35-48134" fmla="*/ 5179288 h 6858000"/>
              <a:gd name="connsiteX36-48135" fmla="*/ 608766 w 1508539"/>
              <a:gd name="connsiteY36-48136" fmla="*/ 5173621 h 6858000"/>
              <a:gd name="connsiteX37-48137" fmla="*/ 604400 w 1508539"/>
              <a:gd name="connsiteY37-48138" fmla="*/ 5159961 h 6858000"/>
              <a:gd name="connsiteX38-48139" fmla="*/ 611077 w 1508539"/>
              <a:gd name="connsiteY38-48140" fmla="*/ 5144295 h 6858000"/>
              <a:gd name="connsiteX39-48141" fmla="*/ 608010 w 1508539"/>
              <a:gd name="connsiteY39-48142" fmla="*/ 5125185 h 6858000"/>
              <a:gd name="connsiteX40-48143" fmla="*/ 614840 w 1508539"/>
              <a:gd name="connsiteY40-48144" fmla="*/ 5121884 h 6858000"/>
              <a:gd name="connsiteX41-48145" fmla="*/ 621876 w 1508539"/>
              <a:gd name="connsiteY41-48146" fmla="*/ 5067850 h 6858000"/>
              <a:gd name="connsiteX42-48147" fmla="*/ 624607 w 1508539"/>
              <a:gd name="connsiteY42-48148" fmla="*/ 5060861 h 6858000"/>
              <a:gd name="connsiteX43-48149" fmla="*/ 621311 w 1508539"/>
              <a:gd name="connsiteY43-48150" fmla="*/ 5034192 h 6858000"/>
              <a:gd name="connsiteX44-48151" fmla="*/ 622865 w 1508539"/>
              <a:gd name="connsiteY44-48152" fmla="*/ 4993030 h 6858000"/>
              <a:gd name="connsiteX45-48153" fmla="*/ 629774 w 1508539"/>
              <a:gd name="connsiteY45-48154" fmla="*/ 4946844 h 6858000"/>
              <a:gd name="connsiteX46-48155" fmla="*/ 625630 w 1508539"/>
              <a:gd name="connsiteY46-48156" fmla="*/ 4932692 h 6858000"/>
              <a:gd name="connsiteX47-48157" fmla="*/ 641033 w 1508539"/>
              <a:gd name="connsiteY47-48158" fmla="*/ 4858827 h 6858000"/>
              <a:gd name="connsiteX48-48159" fmla="*/ 646936 w 1508539"/>
              <a:gd name="connsiteY48-48160" fmla="*/ 4821170 h 6858000"/>
              <a:gd name="connsiteX49-48161" fmla="*/ 651669 w 1508539"/>
              <a:gd name="connsiteY49-48162" fmla="*/ 4780965 h 6858000"/>
              <a:gd name="connsiteX50-48163" fmla="*/ 652962 w 1508539"/>
              <a:gd name="connsiteY50-48164" fmla="*/ 4750867 h 6858000"/>
              <a:gd name="connsiteX51-48165" fmla="*/ 650769 w 1508539"/>
              <a:gd name="connsiteY51-48166" fmla="*/ 4690749 h 6858000"/>
              <a:gd name="connsiteX52-48167" fmla="*/ 646249 w 1508539"/>
              <a:gd name="connsiteY52-48168" fmla="*/ 4584173 h 6858000"/>
              <a:gd name="connsiteX53-48169" fmla="*/ 641332 w 1508539"/>
              <a:gd name="connsiteY53-48170" fmla="*/ 4444346 h 6858000"/>
              <a:gd name="connsiteX54-48171" fmla="*/ 637897 w 1508539"/>
              <a:gd name="connsiteY54-48172" fmla="*/ 4375228 h 6858000"/>
              <a:gd name="connsiteX55-48173" fmla="*/ 618550 w 1508539"/>
              <a:gd name="connsiteY55-48174" fmla="*/ 4214165 h 6858000"/>
              <a:gd name="connsiteX56-48175" fmla="*/ 622623 w 1508539"/>
              <a:gd name="connsiteY56-48176" fmla="*/ 4090296 h 6858000"/>
              <a:gd name="connsiteX57-48177" fmla="*/ 607879 w 1508539"/>
              <a:gd name="connsiteY57-48178" fmla="*/ 4033999 h 6858000"/>
              <a:gd name="connsiteX58-48179" fmla="*/ 609028 w 1508539"/>
              <a:gd name="connsiteY58-48180" fmla="*/ 4031933 h 6858000"/>
              <a:gd name="connsiteX59-48181" fmla="*/ 607604 w 1508539"/>
              <a:gd name="connsiteY59-48182" fmla="*/ 4013953 h 6858000"/>
              <a:gd name="connsiteX60-48183" fmla="*/ 593899 w 1508539"/>
              <a:gd name="connsiteY60-48184" fmla="*/ 3974753 h 6858000"/>
              <a:gd name="connsiteX61-48185" fmla="*/ 595497 w 1508539"/>
              <a:gd name="connsiteY61-48186" fmla="*/ 3969950 h 6858000"/>
              <a:gd name="connsiteX62-48187" fmla="*/ 588919 w 1508539"/>
              <a:gd name="connsiteY62-48188" fmla="*/ 3933779 h 6858000"/>
              <a:gd name="connsiteX63-48189" fmla="*/ 590250 w 1508539"/>
              <a:gd name="connsiteY63-48190" fmla="*/ 3933093 h 6858000"/>
              <a:gd name="connsiteX64-48191" fmla="*/ 594604 w 1508539"/>
              <a:gd name="connsiteY64-48192" fmla="*/ 3922082 h 6858000"/>
              <a:gd name="connsiteX65-48193" fmla="*/ 599682 w 1508539"/>
              <a:gd name="connsiteY65-48194" fmla="*/ 3901461 h 6858000"/>
              <a:gd name="connsiteX66-48195" fmla="*/ 622276 w 1508539"/>
              <a:gd name="connsiteY66-48196" fmla="*/ 3813873 h 6858000"/>
              <a:gd name="connsiteX67-48197" fmla="*/ 621701 w 1508539"/>
              <a:gd name="connsiteY67-48198" fmla="*/ 3806161 h 6858000"/>
              <a:gd name="connsiteX68-48199" fmla="*/ 622008 w 1508539"/>
              <a:gd name="connsiteY68-48200" fmla="*/ 3805957 h 6858000"/>
              <a:gd name="connsiteX69-48201" fmla="*/ 622035 w 1508539"/>
              <a:gd name="connsiteY69-48202" fmla="*/ 3797724 h 6858000"/>
              <a:gd name="connsiteX70-48203" fmla="*/ 620650 w 1508539"/>
              <a:gd name="connsiteY70-48204" fmla="*/ 3792098 h 6858000"/>
              <a:gd name="connsiteX71-48205" fmla="*/ 619534 w 1508539"/>
              <a:gd name="connsiteY71-48206" fmla="*/ 3777135 h 6858000"/>
              <a:gd name="connsiteX72-48207" fmla="*/ 621267 w 1508539"/>
              <a:gd name="connsiteY72-48208" fmla="*/ 3771656 h 6858000"/>
              <a:gd name="connsiteX73-48209" fmla="*/ 625010 w 1508539"/>
              <a:gd name="connsiteY73-48210" fmla="*/ 3769007 h 6858000"/>
              <a:gd name="connsiteX74-48211" fmla="*/ 624476 w 1508539"/>
              <a:gd name="connsiteY74-48212" fmla="*/ 3767709 h 6858000"/>
              <a:gd name="connsiteX75-48213" fmla="*/ 633172 w 1508539"/>
              <a:gd name="connsiteY75-48214" fmla="*/ 3738082 h 6858000"/>
              <a:gd name="connsiteX76-48215" fmla="*/ 640518 w 1508539"/>
              <a:gd name="connsiteY76-48216" fmla="*/ 3673397 h 6858000"/>
              <a:gd name="connsiteX77-48217" fmla="*/ 639814 w 1508539"/>
              <a:gd name="connsiteY77-48218" fmla="*/ 3637109 h 6858000"/>
              <a:gd name="connsiteX78-48219" fmla="*/ 643257 w 1508539"/>
              <a:gd name="connsiteY78-48220" fmla="*/ 3536883 h 6858000"/>
              <a:gd name="connsiteX79-48221" fmla="*/ 650795 w 1508539"/>
              <a:gd name="connsiteY79-48222" fmla="*/ 3435652 h 6858000"/>
              <a:gd name="connsiteX80-48223" fmla="*/ 652466 w 1508539"/>
              <a:gd name="connsiteY80-48224" fmla="*/ 3307769 h 6858000"/>
              <a:gd name="connsiteX81-48225" fmla="*/ 670029 w 1508539"/>
              <a:gd name="connsiteY81-48226" fmla="*/ 3250522 h 6858000"/>
              <a:gd name="connsiteX82-48227" fmla="*/ 670454 w 1508539"/>
              <a:gd name="connsiteY82-48228" fmla="*/ 3229163 h 6858000"/>
              <a:gd name="connsiteX83-48229" fmla="*/ 672277 w 1508539"/>
              <a:gd name="connsiteY83-48230" fmla="*/ 3217217 h 6858000"/>
              <a:gd name="connsiteX84-48231" fmla="*/ 659112 w 1508539"/>
              <a:gd name="connsiteY84-48232" fmla="*/ 3183755 h 6858000"/>
              <a:gd name="connsiteX85-48233" fmla="*/ 659613 w 1508539"/>
              <a:gd name="connsiteY85-48234" fmla="*/ 3178642 h 6858000"/>
              <a:gd name="connsiteX86-48235" fmla="*/ 647213 w 1508539"/>
              <a:gd name="connsiteY86-48236" fmla="*/ 3158586 h 6858000"/>
              <a:gd name="connsiteX87-48237" fmla="*/ 632398 w 1508539"/>
              <a:gd name="connsiteY87-48238" fmla="*/ 3129034 h 6858000"/>
              <a:gd name="connsiteX88-48239" fmla="*/ 633063 w 1508539"/>
              <a:gd name="connsiteY88-48240" fmla="*/ 3126682 h 6858000"/>
              <a:gd name="connsiteX89-48241" fmla="*/ 623931 w 1508539"/>
              <a:gd name="connsiteY89-48242" fmla="*/ 3114519 h 6858000"/>
              <a:gd name="connsiteX90-48243" fmla="*/ 610540 w 1508539"/>
              <a:gd name="connsiteY90-48244" fmla="*/ 3106272 h 6858000"/>
              <a:gd name="connsiteX91-48245" fmla="*/ 583270 w 1508539"/>
              <a:gd name="connsiteY91-48246" fmla="*/ 2958185 h 6858000"/>
              <a:gd name="connsiteX92-48247" fmla="*/ 525884 w 1508539"/>
              <a:gd name="connsiteY92-48248" fmla="*/ 2762989 h 6858000"/>
              <a:gd name="connsiteX93-48249" fmla="*/ 474802 w 1508539"/>
              <a:gd name="connsiteY93-48250" fmla="*/ 2554718 h 6858000"/>
              <a:gd name="connsiteX94-48251" fmla="*/ 454896 w 1508539"/>
              <a:gd name="connsiteY94-48252" fmla="*/ 2485734 h 6858000"/>
              <a:gd name="connsiteX95-48253" fmla="*/ 445619 w 1508539"/>
              <a:gd name="connsiteY95-48254" fmla="*/ 2447068 h 6858000"/>
              <a:gd name="connsiteX96-48255" fmla="*/ 432580 w 1508539"/>
              <a:gd name="connsiteY96-48256" fmla="*/ 2425819 h 6858000"/>
              <a:gd name="connsiteX97-48257" fmla="*/ 438579 w 1508539"/>
              <a:gd name="connsiteY97-48258" fmla="*/ 2402874 h 6858000"/>
              <a:gd name="connsiteX98-48259" fmla="*/ 441191 w 1508539"/>
              <a:gd name="connsiteY98-48260" fmla="*/ 2381443 h 6858000"/>
              <a:gd name="connsiteX99-48261" fmla="*/ 417520 w 1508539"/>
              <a:gd name="connsiteY99-48262" fmla="*/ 2261920 h 6858000"/>
              <a:gd name="connsiteX100-48263" fmla="*/ 407407 w 1508539"/>
              <a:gd name="connsiteY100-48264" fmla="*/ 2195378 h 6858000"/>
              <a:gd name="connsiteX101-48265" fmla="*/ 391624 w 1508539"/>
              <a:gd name="connsiteY101-48266" fmla="*/ 2155135 h 6858000"/>
              <a:gd name="connsiteX102-48267" fmla="*/ 389082 w 1508539"/>
              <a:gd name="connsiteY102-48268" fmla="*/ 2118008 h 6858000"/>
              <a:gd name="connsiteX103-48269" fmla="*/ 390075 w 1508539"/>
              <a:gd name="connsiteY103-48270" fmla="*/ 2050531 h 6858000"/>
              <a:gd name="connsiteX104-48271" fmla="*/ 381881 w 1508539"/>
              <a:gd name="connsiteY104-48272" fmla="*/ 1963269 h 6858000"/>
              <a:gd name="connsiteX105-48273" fmla="*/ 363059 w 1508539"/>
              <a:gd name="connsiteY105-48274" fmla="*/ 1906352 h 6858000"/>
              <a:gd name="connsiteX106-48275" fmla="*/ 339616 w 1508539"/>
              <a:gd name="connsiteY106-48276" fmla="*/ 1861531 h 6858000"/>
              <a:gd name="connsiteX107-48277" fmla="*/ 293415 w 1508539"/>
              <a:gd name="connsiteY107-48278" fmla="*/ 1732919 h 6858000"/>
              <a:gd name="connsiteX108-48279" fmla="*/ 265726 w 1508539"/>
              <a:gd name="connsiteY108-48280" fmla="*/ 1663540 h 6858000"/>
              <a:gd name="connsiteX109-48281" fmla="*/ 264852 w 1508539"/>
              <a:gd name="connsiteY109-48282" fmla="*/ 1615777 h 6858000"/>
              <a:gd name="connsiteX110-48283" fmla="*/ 245647 w 1508539"/>
              <a:gd name="connsiteY110-48284" fmla="*/ 1563678 h 6858000"/>
              <a:gd name="connsiteX111-48285" fmla="*/ 258727 w 1508539"/>
              <a:gd name="connsiteY111-48286" fmla="*/ 1519474 h 6858000"/>
              <a:gd name="connsiteX112-48287" fmla="*/ 251469 w 1508539"/>
              <a:gd name="connsiteY112-48288" fmla="*/ 1477995 h 6858000"/>
              <a:gd name="connsiteX113-48289" fmla="*/ 237554 w 1508539"/>
              <a:gd name="connsiteY113-48290" fmla="*/ 1373769 h 6858000"/>
              <a:gd name="connsiteX114-48291" fmla="*/ 245861 w 1508539"/>
              <a:gd name="connsiteY114-48292" fmla="*/ 1307086 h 6858000"/>
              <a:gd name="connsiteX115-48293" fmla="*/ 247049 w 1508539"/>
              <a:gd name="connsiteY115-48294" fmla="*/ 1189033 h 6858000"/>
              <a:gd name="connsiteX116-48295" fmla="*/ 251734 w 1508539"/>
              <a:gd name="connsiteY116-48296" fmla="*/ 1168288 h 6858000"/>
              <a:gd name="connsiteX117-48297" fmla="*/ 244016 w 1508539"/>
              <a:gd name="connsiteY117-48298" fmla="*/ 1142577 h 6858000"/>
              <a:gd name="connsiteX118-48299" fmla="*/ 233322 w 1508539"/>
              <a:gd name="connsiteY118-48300" fmla="*/ 1088484 h 6858000"/>
              <a:gd name="connsiteX119-48301" fmla="*/ 222058 w 1508539"/>
              <a:gd name="connsiteY119-48302" fmla="*/ 1016103 h 6858000"/>
              <a:gd name="connsiteX120-48303" fmla="*/ 223514 w 1508539"/>
              <a:gd name="connsiteY120-48304" fmla="*/ 932283 h 6858000"/>
              <a:gd name="connsiteX121-48305" fmla="*/ 225750 w 1508539"/>
              <a:gd name="connsiteY121-48306" fmla="*/ 915925 h 6858000"/>
              <a:gd name="connsiteX122-48307" fmla="*/ 218379 w 1508539"/>
              <a:gd name="connsiteY122-48308" fmla="*/ 896999 h 6858000"/>
              <a:gd name="connsiteX123-48309" fmla="*/ 187787 w 1508539"/>
              <a:gd name="connsiteY123-48310" fmla="*/ 821517 h 6858000"/>
              <a:gd name="connsiteX124-48311" fmla="*/ 166737 w 1508539"/>
              <a:gd name="connsiteY124-48312" fmla="*/ 751353 h 6858000"/>
              <a:gd name="connsiteX125-48313" fmla="*/ 166295 w 1508539"/>
              <a:gd name="connsiteY125-48314" fmla="*/ 721230 h 6858000"/>
              <a:gd name="connsiteX126-48315" fmla="*/ 151966 w 1508539"/>
              <a:gd name="connsiteY126-48316" fmla="*/ 681659 h 6858000"/>
              <a:gd name="connsiteX127-48317" fmla="*/ 137385 w 1508539"/>
              <a:gd name="connsiteY127-48318" fmla="*/ 635218 h 6858000"/>
              <a:gd name="connsiteX128-48319" fmla="*/ 142396 w 1508539"/>
              <a:gd name="connsiteY128-48320" fmla="*/ 613763 h 6858000"/>
              <a:gd name="connsiteX129-48321" fmla="*/ 128338 w 1508539"/>
              <a:gd name="connsiteY129-48322" fmla="*/ 598582 h 6858000"/>
              <a:gd name="connsiteX130-48323" fmla="*/ 128019 w 1508539"/>
              <a:gd name="connsiteY130-48324" fmla="*/ 576846 h 6858000"/>
              <a:gd name="connsiteX131-48325" fmla="*/ 107645 w 1508539"/>
              <a:gd name="connsiteY131-48326" fmla="*/ 530055 h 6858000"/>
              <a:gd name="connsiteX132-48327" fmla="*/ 106893 w 1508539"/>
              <a:gd name="connsiteY132-48328" fmla="*/ 465389 h 6858000"/>
              <a:gd name="connsiteX133-48329" fmla="*/ 89816 w 1508539"/>
              <a:gd name="connsiteY133-48330" fmla="*/ 424699 h 6858000"/>
              <a:gd name="connsiteX134-48331" fmla="*/ 90191 w 1508539"/>
              <a:gd name="connsiteY134-48332" fmla="*/ 404917 h 6858000"/>
              <a:gd name="connsiteX135-48333" fmla="*/ 70148 w 1508539"/>
              <a:gd name="connsiteY135-48334" fmla="*/ 367211 h 6858000"/>
              <a:gd name="connsiteX136-48335" fmla="*/ 36452 w 1508539"/>
              <a:gd name="connsiteY136-48336" fmla="*/ 268519 h 6858000"/>
              <a:gd name="connsiteX137-48337" fmla="*/ 23935 w 1508539"/>
              <a:gd name="connsiteY137-48338" fmla="*/ 160886 h 6858000"/>
              <a:gd name="connsiteX138-48339" fmla="*/ 19312 w 1508539"/>
              <a:gd name="connsiteY138-48340" fmla="*/ 47336 h 6858000"/>
              <a:gd name="connsiteX139-48341" fmla="*/ 0 w 1508539"/>
              <a:gd name="connsiteY139-48342" fmla="*/ 0 h 6858000"/>
              <a:gd name="connsiteX0-48343" fmla="*/ 0 w 1508539"/>
              <a:gd name="connsiteY0-48344" fmla="*/ 0 h 6858000"/>
              <a:gd name="connsiteX1-48345" fmla="*/ 1508539 w 1508539"/>
              <a:gd name="connsiteY1-48346" fmla="*/ 0 h 6858000"/>
              <a:gd name="connsiteX2-48347" fmla="*/ 1508539 w 1508539"/>
              <a:gd name="connsiteY2-48348" fmla="*/ 6858000 h 6858000"/>
              <a:gd name="connsiteX3-48349" fmla="*/ 245233 w 1508539"/>
              <a:gd name="connsiteY3-48350" fmla="*/ 6857735 h 6858000"/>
              <a:gd name="connsiteX4-48351" fmla="*/ 243784 w 1508539"/>
              <a:gd name="connsiteY4-48352" fmla="*/ 6776847 h 6858000"/>
              <a:gd name="connsiteX5-48353" fmla="*/ 255284 w 1508539"/>
              <a:gd name="connsiteY5-48354" fmla="*/ 6737706 h 6858000"/>
              <a:gd name="connsiteX6-48355" fmla="*/ 267342 w 1508539"/>
              <a:gd name="connsiteY6-48356" fmla="*/ 6683638 h 6858000"/>
              <a:gd name="connsiteX7-48357" fmla="*/ 295622 w 1508539"/>
              <a:gd name="connsiteY7-48358" fmla="*/ 6659970 h 6858000"/>
              <a:gd name="connsiteX8-48359" fmla="*/ 310713 w 1508539"/>
              <a:gd name="connsiteY8-48360" fmla="*/ 6636211 h 6858000"/>
              <a:gd name="connsiteX9-48361" fmla="*/ 328157 w 1508539"/>
              <a:gd name="connsiteY9-48362" fmla="*/ 6594177 h 6858000"/>
              <a:gd name="connsiteX10-48363" fmla="*/ 325289 w 1508539"/>
              <a:gd name="connsiteY10-48364" fmla="*/ 6525770 h 6858000"/>
              <a:gd name="connsiteX11-48365" fmla="*/ 226078 w 1508539"/>
              <a:gd name="connsiteY11-48366" fmla="*/ 6460325 h 6858000"/>
              <a:gd name="connsiteX12-48367" fmla="*/ 233311 w 1508539"/>
              <a:gd name="connsiteY12-48368" fmla="*/ 6451488 h 6858000"/>
              <a:gd name="connsiteX13-48369" fmla="*/ 454546 w 1508539"/>
              <a:gd name="connsiteY13-48370" fmla="*/ 6379786 h 6858000"/>
              <a:gd name="connsiteX14-48371" fmla="*/ 239104 w 1508539"/>
              <a:gd name="connsiteY14-48372" fmla="*/ 6414240 h 6858000"/>
              <a:gd name="connsiteX15-48373" fmla="*/ 241880 w 1508539"/>
              <a:gd name="connsiteY15-48374" fmla="*/ 6384857 h 6858000"/>
              <a:gd name="connsiteX16-48375" fmla="*/ 240591 w 1508539"/>
              <a:gd name="connsiteY16-48376" fmla="*/ 6367510 h 6858000"/>
              <a:gd name="connsiteX17-48377" fmla="*/ 244471 w 1508539"/>
              <a:gd name="connsiteY17-48378" fmla="*/ 6349778 h 6858000"/>
              <a:gd name="connsiteX18-48379" fmla="*/ 246136 w 1508539"/>
              <a:gd name="connsiteY18-48380" fmla="*/ 6348250 h 6858000"/>
              <a:gd name="connsiteX19-48381" fmla="*/ 262170 w 1508539"/>
              <a:gd name="connsiteY19-48382" fmla="*/ 6281972 h 6858000"/>
              <a:gd name="connsiteX20-48383" fmla="*/ 290557 w 1508539"/>
              <a:gd name="connsiteY20-48384" fmla="*/ 6153037 h 6858000"/>
              <a:gd name="connsiteX21-48385" fmla="*/ 314428 w 1508539"/>
              <a:gd name="connsiteY21-48386" fmla="*/ 6113913 h 6858000"/>
              <a:gd name="connsiteX22-48387" fmla="*/ 318721 w 1508539"/>
              <a:gd name="connsiteY22-48388" fmla="*/ 6028119 h 6858000"/>
              <a:gd name="connsiteX23-48389" fmla="*/ 363126 w 1508539"/>
              <a:gd name="connsiteY23-48390" fmla="*/ 5934687 h 6858000"/>
              <a:gd name="connsiteX24-48391" fmla="*/ 408411 w 1508539"/>
              <a:gd name="connsiteY24-48392" fmla="*/ 5704905 h 6858000"/>
              <a:gd name="connsiteX25-48393" fmla="*/ 425529 w 1508539"/>
              <a:gd name="connsiteY25-48394" fmla="*/ 5676393 h 6858000"/>
              <a:gd name="connsiteX26-48395" fmla="*/ 465121 w 1508539"/>
              <a:gd name="connsiteY26-48396" fmla="*/ 5563435 h 6858000"/>
              <a:gd name="connsiteX27-48397" fmla="*/ 512251 w 1508539"/>
              <a:gd name="connsiteY27-48398" fmla="*/ 5437125 h 6858000"/>
              <a:gd name="connsiteX28-48399" fmla="*/ 525819 w 1508539"/>
              <a:gd name="connsiteY28-48400" fmla="*/ 5396260 h 6858000"/>
              <a:gd name="connsiteX29-48401" fmla="*/ 541800 w 1508539"/>
              <a:gd name="connsiteY29-48402" fmla="*/ 5330009 h 6858000"/>
              <a:gd name="connsiteX30-48403" fmla="*/ 575293 w 1508539"/>
              <a:gd name="connsiteY30-48404" fmla="*/ 5273739 h 6858000"/>
              <a:gd name="connsiteX31-48405" fmla="*/ 584892 w 1508539"/>
              <a:gd name="connsiteY31-48406" fmla="*/ 5241779 h 6858000"/>
              <a:gd name="connsiteX32-48407" fmla="*/ 596118 w 1508539"/>
              <a:gd name="connsiteY32-48408" fmla="*/ 5225268 h 6858000"/>
              <a:gd name="connsiteX33-48409" fmla="*/ 597138 w 1508539"/>
              <a:gd name="connsiteY33-48410" fmla="*/ 5217684 h 6858000"/>
              <a:gd name="connsiteX34-48411" fmla="*/ 604479 w 1508539"/>
              <a:gd name="connsiteY34-48412" fmla="*/ 5193377 h 6858000"/>
              <a:gd name="connsiteX35-48413" fmla="*/ 607782 w 1508539"/>
              <a:gd name="connsiteY35-48414" fmla="*/ 5179288 h 6858000"/>
              <a:gd name="connsiteX36-48415" fmla="*/ 608766 w 1508539"/>
              <a:gd name="connsiteY36-48416" fmla="*/ 5173621 h 6858000"/>
              <a:gd name="connsiteX37-48417" fmla="*/ 604400 w 1508539"/>
              <a:gd name="connsiteY37-48418" fmla="*/ 5159961 h 6858000"/>
              <a:gd name="connsiteX38-48419" fmla="*/ 611077 w 1508539"/>
              <a:gd name="connsiteY38-48420" fmla="*/ 5144295 h 6858000"/>
              <a:gd name="connsiteX39-48421" fmla="*/ 608010 w 1508539"/>
              <a:gd name="connsiteY39-48422" fmla="*/ 5125185 h 6858000"/>
              <a:gd name="connsiteX40-48423" fmla="*/ 614840 w 1508539"/>
              <a:gd name="connsiteY40-48424" fmla="*/ 5121884 h 6858000"/>
              <a:gd name="connsiteX41-48425" fmla="*/ 621876 w 1508539"/>
              <a:gd name="connsiteY41-48426" fmla="*/ 5067850 h 6858000"/>
              <a:gd name="connsiteX42-48427" fmla="*/ 624607 w 1508539"/>
              <a:gd name="connsiteY42-48428" fmla="*/ 5060861 h 6858000"/>
              <a:gd name="connsiteX43-48429" fmla="*/ 621311 w 1508539"/>
              <a:gd name="connsiteY43-48430" fmla="*/ 5034192 h 6858000"/>
              <a:gd name="connsiteX44-48431" fmla="*/ 622865 w 1508539"/>
              <a:gd name="connsiteY44-48432" fmla="*/ 4993030 h 6858000"/>
              <a:gd name="connsiteX45-48433" fmla="*/ 629774 w 1508539"/>
              <a:gd name="connsiteY45-48434" fmla="*/ 4946844 h 6858000"/>
              <a:gd name="connsiteX46-48435" fmla="*/ 625630 w 1508539"/>
              <a:gd name="connsiteY46-48436" fmla="*/ 4932692 h 6858000"/>
              <a:gd name="connsiteX47-48437" fmla="*/ 641033 w 1508539"/>
              <a:gd name="connsiteY47-48438" fmla="*/ 4858827 h 6858000"/>
              <a:gd name="connsiteX48-48439" fmla="*/ 646936 w 1508539"/>
              <a:gd name="connsiteY48-48440" fmla="*/ 4821170 h 6858000"/>
              <a:gd name="connsiteX49-48441" fmla="*/ 651669 w 1508539"/>
              <a:gd name="connsiteY49-48442" fmla="*/ 4780965 h 6858000"/>
              <a:gd name="connsiteX50-48443" fmla="*/ 652962 w 1508539"/>
              <a:gd name="connsiteY50-48444" fmla="*/ 4750867 h 6858000"/>
              <a:gd name="connsiteX51-48445" fmla="*/ 650769 w 1508539"/>
              <a:gd name="connsiteY51-48446" fmla="*/ 4690749 h 6858000"/>
              <a:gd name="connsiteX52-48447" fmla="*/ 646249 w 1508539"/>
              <a:gd name="connsiteY52-48448" fmla="*/ 4584173 h 6858000"/>
              <a:gd name="connsiteX53-48449" fmla="*/ 641332 w 1508539"/>
              <a:gd name="connsiteY53-48450" fmla="*/ 4444346 h 6858000"/>
              <a:gd name="connsiteX54-48451" fmla="*/ 637897 w 1508539"/>
              <a:gd name="connsiteY54-48452" fmla="*/ 4375228 h 6858000"/>
              <a:gd name="connsiteX55-48453" fmla="*/ 618550 w 1508539"/>
              <a:gd name="connsiteY55-48454" fmla="*/ 4214165 h 6858000"/>
              <a:gd name="connsiteX56-48455" fmla="*/ 622623 w 1508539"/>
              <a:gd name="connsiteY56-48456" fmla="*/ 4090296 h 6858000"/>
              <a:gd name="connsiteX57-48457" fmla="*/ 607879 w 1508539"/>
              <a:gd name="connsiteY57-48458" fmla="*/ 4033999 h 6858000"/>
              <a:gd name="connsiteX58-48459" fmla="*/ 609028 w 1508539"/>
              <a:gd name="connsiteY58-48460" fmla="*/ 4031933 h 6858000"/>
              <a:gd name="connsiteX59-48461" fmla="*/ 607604 w 1508539"/>
              <a:gd name="connsiteY59-48462" fmla="*/ 4013953 h 6858000"/>
              <a:gd name="connsiteX60-48463" fmla="*/ 593899 w 1508539"/>
              <a:gd name="connsiteY60-48464" fmla="*/ 3974753 h 6858000"/>
              <a:gd name="connsiteX61-48465" fmla="*/ 595497 w 1508539"/>
              <a:gd name="connsiteY61-48466" fmla="*/ 3969950 h 6858000"/>
              <a:gd name="connsiteX62-48467" fmla="*/ 588919 w 1508539"/>
              <a:gd name="connsiteY62-48468" fmla="*/ 3933779 h 6858000"/>
              <a:gd name="connsiteX63-48469" fmla="*/ 590250 w 1508539"/>
              <a:gd name="connsiteY63-48470" fmla="*/ 3933093 h 6858000"/>
              <a:gd name="connsiteX64-48471" fmla="*/ 594604 w 1508539"/>
              <a:gd name="connsiteY64-48472" fmla="*/ 3922082 h 6858000"/>
              <a:gd name="connsiteX65-48473" fmla="*/ 599682 w 1508539"/>
              <a:gd name="connsiteY65-48474" fmla="*/ 3901461 h 6858000"/>
              <a:gd name="connsiteX66-48475" fmla="*/ 622276 w 1508539"/>
              <a:gd name="connsiteY66-48476" fmla="*/ 3813873 h 6858000"/>
              <a:gd name="connsiteX67-48477" fmla="*/ 621701 w 1508539"/>
              <a:gd name="connsiteY67-48478" fmla="*/ 3806161 h 6858000"/>
              <a:gd name="connsiteX68-48479" fmla="*/ 622008 w 1508539"/>
              <a:gd name="connsiteY68-48480" fmla="*/ 3805957 h 6858000"/>
              <a:gd name="connsiteX69-48481" fmla="*/ 622035 w 1508539"/>
              <a:gd name="connsiteY69-48482" fmla="*/ 3797724 h 6858000"/>
              <a:gd name="connsiteX70-48483" fmla="*/ 620650 w 1508539"/>
              <a:gd name="connsiteY70-48484" fmla="*/ 3792098 h 6858000"/>
              <a:gd name="connsiteX71-48485" fmla="*/ 619534 w 1508539"/>
              <a:gd name="connsiteY71-48486" fmla="*/ 3777135 h 6858000"/>
              <a:gd name="connsiteX72-48487" fmla="*/ 621267 w 1508539"/>
              <a:gd name="connsiteY72-48488" fmla="*/ 3771656 h 6858000"/>
              <a:gd name="connsiteX73-48489" fmla="*/ 625010 w 1508539"/>
              <a:gd name="connsiteY73-48490" fmla="*/ 3769007 h 6858000"/>
              <a:gd name="connsiteX74-48491" fmla="*/ 624476 w 1508539"/>
              <a:gd name="connsiteY74-48492" fmla="*/ 3767709 h 6858000"/>
              <a:gd name="connsiteX75-48493" fmla="*/ 633172 w 1508539"/>
              <a:gd name="connsiteY75-48494" fmla="*/ 3738082 h 6858000"/>
              <a:gd name="connsiteX76-48495" fmla="*/ 640518 w 1508539"/>
              <a:gd name="connsiteY76-48496" fmla="*/ 3673397 h 6858000"/>
              <a:gd name="connsiteX77-48497" fmla="*/ 639814 w 1508539"/>
              <a:gd name="connsiteY77-48498" fmla="*/ 3637109 h 6858000"/>
              <a:gd name="connsiteX78-48499" fmla="*/ 643257 w 1508539"/>
              <a:gd name="connsiteY78-48500" fmla="*/ 3536883 h 6858000"/>
              <a:gd name="connsiteX79-48501" fmla="*/ 650795 w 1508539"/>
              <a:gd name="connsiteY79-48502" fmla="*/ 3435652 h 6858000"/>
              <a:gd name="connsiteX80-48503" fmla="*/ 652466 w 1508539"/>
              <a:gd name="connsiteY80-48504" fmla="*/ 3307769 h 6858000"/>
              <a:gd name="connsiteX81-48505" fmla="*/ 670029 w 1508539"/>
              <a:gd name="connsiteY81-48506" fmla="*/ 3250522 h 6858000"/>
              <a:gd name="connsiteX82-48507" fmla="*/ 670454 w 1508539"/>
              <a:gd name="connsiteY82-48508" fmla="*/ 3229163 h 6858000"/>
              <a:gd name="connsiteX83-48509" fmla="*/ 672277 w 1508539"/>
              <a:gd name="connsiteY83-48510" fmla="*/ 3217217 h 6858000"/>
              <a:gd name="connsiteX84-48511" fmla="*/ 659112 w 1508539"/>
              <a:gd name="connsiteY84-48512" fmla="*/ 3183755 h 6858000"/>
              <a:gd name="connsiteX85-48513" fmla="*/ 659613 w 1508539"/>
              <a:gd name="connsiteY85-48514" fmla="*/ 3178642 h 6858000"/>
              <a:gd name="connsiteX86-48515" fmla="*/ 647213 w 1508539"/>
              <a:gd name="connsiteY86-48516" fmla="*/ 3158586 h 6858000"/>
              <a:gd name="connsiteX87-48517" fmla="*/ 632398 w 1508539"/>
              <a:gd name="connsiteY87-48518" fmla="*/ 3129034 h 6858000"/>
              <a:gd name="connsiteX88-48519" fmla="*/ 633063 w 1508539"/>
              <a:gd name="connsiteY88-48520" fmla="*/ 3126682 h 6858000"/>
              <a:gd name="connsiteX89-48521" fmla="*/ 623931 w 1508539"/>
              <a:gd name="connsiteY89-48522" fmla="*/ 3114519 h 6858000"/>
              <a:gd name="connsiteX90-48523" fmla="*/ 610540 w 1508539"/>
              <a:gd name="connsiteY90-48524" fmla="*/ 3106272 h 6858000"/>
              <a:gd name="connsiteX91-48525" fmla="*/ 583270 w 1508539"/>
              <a:gd name="connsiteY91-48526" fmla="*/ 2958185 h 6858000"/>
              <a:gd name="connsiteX92-48527" fmla="*/ 525884 w 1508539"/>
              <a:gd name="connsiteY92-48528" fmla="*/ 2762989 h 6858000"/>
              <a:gd name="connsiteX93-48529" fmla="*/ 474802 w 1508539"/>
              <a:gd name="connsiteY93-48530" fmla="*/ 2554718 h 6858000"/>
              <a:gd name="connsiteX94-48531" fmla="*/ 454896 w 1508539"/>
              <a:gd name="connsiteY94-48532" fmla="*/ 2485734 h 6858000"/>
              <a:gd name="connsiteX95-48533" fmla="*/ 445619 w 1508539"/>
              <a:gd name="connsiteY95-48534" fmla="*/ 2447068 h 6858000"/>
              <a:gd name="connsiteX96-48535" fmla="*/ 432580 w 1508539"/>
              <a:gd name="connsiteY96-48536" fmla="*/ 2425819 h 6858000"/>
              <a:gd name="connsiteX97-48537" fmla="*/ 438579 w 1508539"/>
              <a:gd name="connsiteY97-48538" fmla="*/ 2402874 h 6858000"/>
              <a:gd name="connsiteX98-48539" fmla="*/ 441191 w 1508539"/>
              <a:gd name="connsiteY98-48540" fmla="*/ 2381443 h 6858000"/>
              <a:gd name="connsiteX99-48541" fmla="*/ 417520 w 1508539"/>
              <a:gd name="connsiteY99-48542" fmla="*/ 2261920 h 6858000"/>
              <a:gd name="connsiteX100-48543" fmla="*/ 407407 w 1508539"/>
              <a:gd name="connsiteY100-48544" fmla="*/ 2195378 h 6858000"/>
              <a:gd name="connsiteX101-48545" fmla="*/ 391624 w 1508539"/>
              <a:gd name="connsiteY101-48546" fmla="*/ 2155135 h 6858000"/>
              <a:gd name="connsiteX102-48547" fmla="*/ 389082 w 1508539"/>
              <a:gd name="connsiteY102-48548" fmla="*/ 2118008 h 6858000"/>
              <a:gd name="connsiteX103-48549" fmla="*/ 390075 w 1508539"/>
              <a:gd name="connsiteY103-48550" fmla="*/ 2050531 h 6858000"/>
              <a:gd name="connsiteX104-48551" fmla="*/ 381881 w 1508539"/>
              <a:gd name="connsiteY104-48552" fmla="*/ 1963269 h 6858000"/>
              <a:gd name="connsiteX105-48553" fmla="*/ 363059 w 1508539"/>
              <a:gd name="connsiteY105-48554" fmla="*/ 1906352 h 6858000"/>
              <a:gd name="connsiteX106-48555" fmla="*/ 339616 w 1508539"/>
              <a:gd name="connsiteY106-48556" fmla="*/ 1861531 h 6858000"/>
              <a:gd name="connsiteX107-48557" fmla="*/ 293415 w 1508539"/>
              <a:gd name="connsiteY107-48558" fmla="*/ 1732919 h 6858000"/>
              <a:gd name="connsiteX108-48559" fmla="*/ 265726 w 1508539"/>
              <a:gd name="connsiteY108-48560" fmla="*/ 1663540 h 6858000"/>
              <a:gd name="connsiteX109-48561" fmla="*/ 264852 w 1508539"/>
              <a:gd name="connsiteY109-48562" fmla="*/ 1615777 h 6858000"/>
              <a:gd name="connsiteX110-48563" fmla="*/ 245647 w 1508539"/>
              <a:gd name="connsiteY110-48564" fmla="*/ 1563678 h 6858000"/>
              <a:gd name="connsiteX111-48565" fmla="*/ 258727 w 1508539"/>
              <a:gd name="connsiteY111-48566" fmla="*/ 1519474 h 6858000"/>
              <a:gd name="connsiteX112-48567" fmla="*/ 251469 w 1508539"/>
              <a:gd name="connsiteY112-48568" fmla="*/ 1477995 h 6858000"/>
              <a:gd name="connsiteX113-48569" fmla="*/ 237554 w 1508539"/>
              <a:gd name="connsiteY113-48570" fmla="*/ 1373769 h 6858000"/>
              <a:gd name="connsiteX114-48571" fmla="*/ 245861 w 1508539"/>
              <a:gd name="connsiteY114-48572" fmla="*/ 1307086 h 6858000"/>
              <a:gd name="connsiteX115-48573" fmla="*/ 247049 w 1508539"/>
              <a:gd name="connsiteY115-48574" fmla="*/ 1189033 h 6858000"/>
              <a:gd name="connsiteX116-48575" fmla="*/ 251734 w 1508539"/>
              <a:gd name="connsiteY116-48576" fmla="*/ 1168288 h 6858000"/>
              <a:gd name="connsiteX117-48577" fmla="*/ 244016 w 1508539"/>
              <a:gd name="connsiteY117-48578" fmla="*/ 1142577 h 6858000"/>
              <a:gd name="connsiteX118-48579" fmla="*/ 233322 w 1508539"/>
              <a:gd name="connsiteY118-48580" fmla="*/ 1088484 h 6858000"/>
              <a:gd name="connsiteX119-48581" fmla="*/ 222058 w 1508539"/>
              <a:gd name="connsiteY119-48582" fmla="*/ 1016103 h 6858000"/>
              <a:gd name="connsiteX120-48583" fmla="*/ 223514 w 1508539"/>
              <a:gd name="connsiteY120-48584" fmla="*/ 932283 h 6858000"/>
              <a:gd name="connsiteX121-48585" fmla="*/ 225750 w 1508539"/>
              <a:gd name="connsiteY121-48586" fmla="*/ 915925 h 6858000"/>
              <a:gd name="connsiteX122-48587" fmla="*/ 218379 w 1508539"/>
              <a:gd name="connsiteY122-48588" fmla="*/ 896999 h 6858000"/>
              <a:gd name="connsiteX123-48589" fmla="*/ 187787 w 1508539"/>
              <a:gd name="connsiteY123-48590" fmla="*/ 821517 h 6858000"/>
              <a:gd name="connsiteX124-48591" fmla="*/ 166737 w 1508539"/>
              <a:gd name="connsiteY124-48592" fmla="*/ 751353 h 6858000"/>
              <a:gd name="connsiteX125-48593" fmla="*/ 166295 w 1508539"/>
              <a:gd name="connsiteY125-48594" fmla="*/ 721230 h 6858000"/>
              <a:gd name="connsiteX126-48595" fmla="*/ 151966 w 1508539"/>
              <a:gd name="connsiteY126-48596" fmla="*/ 681659 h 6858000"/>
              <a:gd name="connsiteX127-48597" fmla="*/ 137385 w 1508539"/>
              <a:gd name="connsiteY127-48598" fmla="*/ 635218 h 6858000"/>
              <a:gd name="connsiteX128-48599" fmla="*/ 142396 w 1508539"/>
              <a:gd name="connsiteY128-48600" fmla="*/ 613763 h 6858000"/>
              <a:gd name="connsiteX129-48601" fmla="*/ 128338 w 1508539"/>
              <a:gd name="connsiteY129-48602" fmla="*/ 598582 h 6858000"/>
              <a:gd name="connsiteX130-48603" fmla="*/ 128019 w 1508539"/>
              <a:gd name="connsiteY130-48604" fmla="*/ 576846 h 6858000"/>
              <a:gd name="connsiteX131-48605" fmla="*/ 107645 w 1508539"/>
              <a:gd name="connsiteY131-48606" fmla="*/ 530055 h 6858000"/>
              <a:gd name="connsiteX132-48607" fmla="*/ 106893 w 1508539"/>
              <a:gd name="connsiteY132-48608" fmla="*/ 465389 h 6858000"/>
              <a:gd name="connsiteX133-48609" fmla="*/ 89816 w 1508539"/>
              <a:gd name="connsiteY133-48610" fmla="*/ 424699 h 6858000"/>
              <a:gd name="connsiteX134-48611" fmla="*/ 90191 w 1508539"/>
              <a:gd name="connsiteY134-48612" fmla="*/ 404917 h 6858000"/>
              <a:gd name="connsiteX135-48613" fmla="*/ 70148 w 1508539"/>
              <a:gd name="connsiteY135-48614" fmla="*/ 367211 h 6858000"/>
              <a:gd name="connsiteX136-48615" fmla="*/ 36452 w 1508539"/>
              <a:gd name="connsiteY136-48616" fmla="*/ 268519 h 6858000"/>
              <a:gd name="connsiteX137-48617" fmla="*/ 23935 w 1508539"/>
              <a:gd name="connsiteY137-48618" fmla="*/ 160886 h 6858000"/>
              <a:gd name="connsiteX138-48619" fmla="*/ 19312 w 1508539"/>
              <a:gd name="connsiteY138-48620" fmla="*/ 47336 h 6858000"/>
              <a:gd name="connsiteX139-48621" fmla="*/ 0 w 1508539"/>
              <a:gd name="connsiteY139-48622" fmla="*/ 0 h 6858000"/>
              <a:gd name="connsiteX0-48623" fmla="*/ 0 w 1508539"/>
              <a:gd name="connsiteY0-48624" fmla="*/ 0 h 6858000"/>
              <a:gd name="connsiteX1-48625" fmla="*/ 1508539 w 1508539"/>
              <a:gd name="connsiteY1-48626" fmla="*/ 0 h 6858000"/>
              <a:gd name="connsiteX2-48627" fmla="*/ 1508539 w 1508539"/>
              <a:gd name="connsiteY2-48628" fmla="*/ 6858000 h 6858000"/>
              <a:gd name="connsiteX3-48629" fmla="*/ 245233 w 1508539"/>
              <a:gd name="connsiteY3-48630" fmla="*/ 6857735 h 6858000"/>
              <a:gd name="connsiteX4-48631" fmla="*/ 243784 w 1508539"/>
              <a:gd name="connsiteY4-48632" fmla="*/ 6776847 h 6858000"/>
              <a:gd name="connsiteX5-48633" fmla="*/ 255284 w 1508539"/>
              <a:gd name="connsiteY5-48634" fmla="*/ 6737706 h 6858000"/>
              <a:gd name="connsiteX6-48635" fmla="*/ 267342 w 1508539"/>
              <a:gd name="connsiteY6-48636" fmla="*/ 6683638 h 6858000"/>
              <a:gd name="connsiteX7-48637" fmla="*/ 295622 w 1508539"/>
              <a:gd name="connsiteY7-48638" fmla="*/ 6659970 h 6858000"/>
              <a:gd name="connsiteX8-48639" fmla="*/ 310713 w 1508539"/>
              <a:gd name="connsiteY8-48640" fmla="*/ 6636211 h 6858000"/>
              <a:gd name="connsiteX9-48641" fmla="*/ 328157 w 1508539"/>
              <a:gd name="connsiteY9-48642" fmla="*/ 6594177 h 6858000"/>
              <a:gd name="connsiteX10-48643" fmla="*/ 325289 w 1508539"/>
              <a:gd name="connsiteY10-48644" fmla="*/ 6525770 h 6858000"/>
              <a:gd name="connsiteX11-48645" fmla="*/ 226078 w 1508539"/>
              <a:gd name="connsiteY11-48646" fmla="*/ 6460325 h 6858000"/>
              <a:gd name="connsiteX12-48647" fmla="*/ 410841 w 1508539"/>
              <a:gd name="connsiteY12-48648" fmla="*/ 6431610 h 6858000"/>
              <a:gd name="connsiteX13-48649" fmla="*/ 454546 w 1508539"/>
              <a:gd name="connsiteY13-48650" fmla="*/ 6379786 h 6858000"/>
              <a:gd name="connsiteX14-48651" fmla="*/ 239104 w 1508539"/>
              <a:gd name="connsiteY14-48652" fmla="*/ 6414240 h 6858000"/>
              <a:gd name="connsiteX15-48653" fmla="*/ 241880 w 1508539"/>
              <a:gd name="connsiteY15-48654" fmla="*/ 6384857 h 6858000"/>
              <a:gd name="connsiteX16-48655" fmla="*/ 240591 w 1508539"/>
              <a:gd name="connsiteY16-48656" fmla="*/ 6367510 h 6858000"/>
              <a:gd name="connsiteX17-48657" fmla="*/ 244471 w 1508539"/>
              <a:gd name="connsiteY17-48658" fmla="*/ 6349778 h 6858000"/>
              <a:gd name="connsiteX18-48659" fmla="*/ 246136 w 1508539"/>
              <a:gd name="connsiteY18-48660" fmla="*/ 6348250 h 6858000"/>
              <a:gd name="connsiteX19-48661" fmla="*/ 262170 w 1508539"/>
              <a:gd name="connsiteY19-48662" fmla="*/ 6281972 h 6858000"/>
              <a:gd name="connsiteX20-48663" fmla="*/ 290557 w 1508539"/>
              <a:gd name="connsiteY20-48664" fmla="*/ 6153037 h 6858000"/>
              <a:gd name="connsiteX21-48665" fmla="*/ 314428 w 1508539"/>
              <a:gd name="connsiteY21-48666" fmla="*/ 6113913 h 6858000"/>
              <a:gd name="connsiteX22-48667" fmla="*/ 318721 w 1508539"/>
              <a:gd name="connsiteY22-48668" fmla="*/ 6028119 h 6858000"/>
              <a:gd name="connsiteX23-48669" fmla="*/ 363126 w 1508539"/>
              <a:gd name="connsiteY23-48670" fmla="*/ 5934687 h 6858000"/>
              <a:gd name="connsiteX24-48671" fmla="*/ 408411 w 1508539"/>
              <a:gd name="connsiteY24-48672" fmla="*/ 5704905 h 6858000"/>
              <a:gd name="connsiteX25-48673" fmla="*/ 425529 w 1508539"/>
              <a:gd name="connsiteY25-48674" fmla="*/ 5676393 h 6858000"/>
              <a:gd name="connsiteX26-48675" fmla="*/ 465121 w 1508539"/>
              <a:gd name="connsiteY26-48676" fmla="*/ 5563435 h 6858000"/>
              <a:gd name="connsiteX27-48677" fmla="*/ 512251 w 1508539"/>
              <a:gd name="connsiteY27-48678" fmla="*/ 5437125 h 6858000"/>
              <a:gd name="connsiteX28-48679" fmla="*/ 525819 w 1508539"/>
              <a:gd name="connsiteY28-48680" fmla="*/ 5396260 h 6858000"/>
              <a:gd name="connsiteX29-48681" fmla="*/ 541800 w 1508539"/>
              <a:gd name="connsiteY29-48682" fmla="*/ 5330009 h 6858000"/>
              <a:gd name="connsiteX30-48683" fmla="*/ 575293 w 1508539"/>
              <a:gd name="connsiteY30-48684" fmla="*/ 5273739 h 6858000"/>
              <a:gd name="connsiteX31-48685" fmla="*/ 584892 w 1508539"/>
              <a:gd name="connsiteY31-48686" fmla="*/ 5241779 h 6858000"/>
              <a:gd name="connsiteX32-48687" fmla="*/ 596118 w 1508539"/>
              <a:gd name="connsiteY32-48688" fmla="*/ 5225268 h 6858000"/>
              <a:gd name="connsiteX33-48689" fmla="*/ 597138 w 1508539"/>
              <a:gd name="connsiteY33-48690" fmla="*/ 5217684 h 6858000"/>
              <a:gd name="connsiteX34-48691" fmla="*/ 604479 w 1508539"/>
              <a:gd name="connsiteY34-48692" fmla="*/ 5193377 h 6858000"/>
              <a:gd name="connsiteX35-48693" fmla="*/ 607782 w 1508539"/>
              <a:gd name="connsiteY35-48694" fmla="*/ 5179288 h 6858000"/>
              <a:gd name="connsiteX36-48695" fmla="*/ 608766 w 1508539"/>
              <a:gd name="connsiteY36-48696" fmla="*/ 5173621 h 6858000"/>
              <a:gd name="connsiteX37-48697" fmla="*/ 604400 w 1508539"/>
              <a:gd name="connsiteY37-48698" fmla="*/ 5159961 h 6858000"/>
              <a:gd name="connsiteX38-48699" fmla="*/ 611077 w 1508539"/>
              <a:gd name="connsiteY38-48700" fmla="*/ 5144295 h 6858000"/>
              <a:gd name="connsiteX39-48701" fmla="*/ 608010 w 1508539"/>
              <a:gd name="connsiteY39-48702" fmla="*/ 5125185 h 6858000"/>
              <a:gd name="connsiteX40-48703" fmla="*/ 614840 w 1508539"/>
              <a:gd name="connsiteY40-48704" fmla="*/ 5121884 h 6858000"/>
              <a:gd name="connsiteX41-48705" fmla="*/ 621876 w 1508539"/>
              <a:gd name="connsiteY41-48706" fmla="*/ 5067850 h 6858000"/>
              <a:gd name="connsiteX42-48707" fmla="*/ 624607 w 1508539"/>
              <a:gd name="connsiteY42-48708" fmla="*/ 5060861 h 6858000"/>
              <a:gd name="connsiteX43-48709" fmla="*/ 621311 w 1508539"/>
              <a:gd name="connsiteY43-48710" fmla="*/ 5034192 h 6858000"/>
              <a:gd name="connsiteX44-48711" fmla="*/ 622865 w 1508539"/>
              <a:gd name="connsiteY44-48712" fmla="*/ 4993030 h 6858000"/>
              <a:gd name="connsiteX45-48713" fmla="*/ 629774 w 1508539"/>
              <a:gd name="connsiteY45-48714" fmla="*/ 4946844 h 6858000"/>
              <a:gd name="connsiteX46-48715" fmla="*/ 625630 w 1508539"/>
              <a:gd name="connsiteY46-48716" fmla="*/ 4932692 h 6858000"/>
              <a:gd name="connsiteX47-48717" fmla="*/ 641033 w 1508539"/>
              <a:gd name="connsiteY47-48718" fmla="*/ 4858827 h 6858000"/>
              <a:gd name="connsiteX48-48719" fmla="*/ 646936 w 1508539"/>
              <a:gd name="connsiteY48-48720" fmla="*/ 4821170 h 6858000"/>
              <a:gd name="connsiteX49-48721" fmla="*/ 651669 w 1508539"/>
              <a:gd name="connsiteY49-48722" fmla="*/ 4780965 h 6858000"/>
              <a:gd name="connsiteX50-48723" fmla="*/ 652962 w 1508539"/>
              <a:gd name="connsiteY50-48724" fmla="*/ 4750867 h 6858000"/>
              <a:gd name="connsiteX51-48725" fmla="*/ 650769 w 1508539"/>
              <a:gd name="connsiteY51-48726" fmla="*/ 4690749 h 6858000"/>
              <a:gd name="connsiteX52-48727" fmla="*/ 646249 w 1508539"/>
              <a:gd name="connsiteY52-48728" fmla="*/ 4584173 h 6858000"/>
              <a:gd name="connsiteX53-48729" fmla="*/ 641332 w 1508539"/>
              <a:gd name="connsiteY53-48730" fmla="*/ 4444346 h 6858000"/>
              <a:gd name="connsiteX54-48731" fmla="*/ 637897 w 1508539"/>
              <a:gd name="connsiteY54-48732" fmla="*/ 4375228 h 6858000"/>
              <a:gd name="connsiteX55-48733" fmla="*/ 618550 w 1508539"/>
              <a:gd name="connsiteY55-48734" fmla="*/ 4214165 h 6858000"/>
              <a:gd name="connsiteX56-48735" fmla="*/ 622623 w 1508539"/>
              <a:gd name="connsiteY56-48736" fmla="*/ 4090296 h 6858000"/>
              <a:gd name="connsiteX57-48737" fmla="*/ 607879 w 1508539"/>
              <a:gd name="connsiteY57-48738" fmla="*/ 4033999 h 6858000"/>
              <a:gd name="connsiteX58-48739" fmla="*/ 609028 w 1508539"/>
              <a:gd name="connsiteY58-48740" fmla="*/ 4031933 h 6858000"/>
              <a:gd name="connsiteX59-48741" fmla="*/ 607604 w 1508539"/>
              <a:gd name="connsiteY59-48742" fmla="*/ 4013953 h 6858000"/>
              <a:gd name="connsiteX60-48743" fmla="*/ 593899 w 1508539"/>
              <a:gd name="connsiteY60-48744" fmla="*/ 3974753 h 6858000"/>
              <a:gd name="connsiteX61-48745" fmla="*/ 595497 w 1508539"/>
              <a:gd name="connsiteY61-48746" fmla="*/ 3969950 h 6858000"/>
              <a:gd name="connsiteX62-48747" fmla="*/ 588919 w 1508539"/>
              <a:gd name="connsiteY62-48748" fmla="*/ 3933779 h 6858000"/>
              <a:gd name="connsiteX63-48749" fmla="*/ 590250 w 1508539"/>
              <a:gd name="connsiteY63-48750" fmla="*/ 3933093 h 6858000"/>
              <a:gd name="connsiteX64-48751" fmla="*/ 594604 w 1508539"/>
              <a:gd name="connsiteY64-48752" fmla="*/ 3922082 h 6858000"/>
              <a:gd name="connsiteX65-48753" fmla="*/ 599682 w 1508539"/>
              <a:gd name="connsiteY65-48754" fmla="*/ 3901461 h 6858000"/>
              <a:gd name="connsiteX66-48755" fmla="*/ 622276 w 1508539"/>
              <a:gd name="connsiteY66-48756" fmla="*/ 3813873 h 6858000"/>
              <a:gd name="connsiteX67-48757" fmla="*/ 621701 w 1508539"/>
              <a:gd name="connsiteY67-48758" fmla="*/ 3806161 h 6858000"/>
              <a:gd name="connsiteX68-48759" fmla="*/ 622008 w 1508539"/>
              <a:gd name="connsiteY68-48760" fmla="*/ 3805957 h 6858000"/>
              <a:gd name="connsiteX69-48761" fmla="*/ 622035 w 1508539"/>
              <a:gd name="connsiteY69-48762" fmla="*/ 3797724 h 6858000"/>
              <a:gd name="connsiteX70-48763" fmla="*/ 620650 w 1508539"/>
              <a:gd name="connsiteY70-48764" fmla="*/ 3792098 h 6858000"/>
              <a:gd name="connsiteX71-48765" fmla="*/ 619534 w 1508539"/>
              <a:gd name="connsiteY71-48766" fmla="*/ 3777135 h 6858000"/>
              <a:gd name="connsiteX72-48767" fmla="*/ 621267 w 1508539"/>
              <a:gd name="connsiteY72-48768" fmla="*/ 3771656 h 6858000"/>
              <a:gd name="connsiteX73-48769" fmla="*/ 625010 w 1508539"/>
              <a:gd name="connsiteY73-48770" fmla="*/ 3769007 h 6858000"/>
              <a:gd name="connsiteX74-48771" fmla="*/ 624476 w 1508539"/>
              <a:gd name="connsiteY74-48772" fmla="*/ 3767709 h 6858000"/>
              <a:gd name="connsiteX75-48773" fmla="*/ 633172 w 1508539"/>
              <a:gd name="connsiteY75-48774" fmla="*/ 3738082 h 6858000"/>
              <a:gd name="connsiteX76-48775" fmla="*/ 640518 w 1508539"/>
              <a:gd name="connsiteY76-48776" fmla="*/ 3673397 h 6858000"/>
              <a:gd name="connsiteX77-48777" fmla="*/ 639814 w 1508539"/>
              <a:gd name="connsiteY77-48778" fmla="*/ 3637109 h 6858000"/>
              <a:gd name="connsiteX78-48779" fmla="*/ 643257 w 1508539"/>
              <a:gd name="connsiteY78-48780" fmla="*/ 3536883 h 6858000"/>
              <a:gd name="connsiteX79-48781" fmla="*/ 650795 w 1508539"/>
              <a:gd name="connsiteY79-48782" fmla="*/ 3435652 h 6858000"/>
              <a:gd name="connsiteX80-48783" fmla="*/ 652466 w 1508539"/>
              <a:gd name="connsiteY80-48784" fmla="*/ 3307769 h 6858000"/>
              <a:gd name="connsiteX81-48785" fmla="*/ 670029 w 1508539"/>
              <a:gd name="connsiteY81-48786" fmla="*/ 3250522 h 6858000"/>
              <a:gd name="connsiteX82-48787" fmla="*/ 670454 w 1508539"/>
              <a:gd name="connsiteY82-48788" fmla="*/ 3229163 h 6858000"/>
              <a:gd name="connsiteX83-48789" fmla="*/ 672277 w 1508539"/>
              <a:gd name="connsiteY83-48790" fmla="*/ 3217217 h 6858000"/>
              <a:gd name="connsiteX84-48791" fmla="*/ 659112 w 1508539"/>
              <a:gd name="connsiteY84-48792" fmla="*/ 3183755 h 6858000"/>
              <a:gd name="connsiteX85-48793" fmla="*/ 659613 w 1508539"/>
              <a:gd name="connsiteY85-48794" fmla="*/ 3178642 h 6858000"/>
              <a:gd name="connsiteX86-48795" fmla="*/ 647213 w 1508539"/>
              <a:gd name="connsiteY86-48796" fmla="*/ 3158586 h 6858000"/>
              <a:gd name="connsiteX87-48797" fmla="*/ 632398 w 1508539"/>
              <a:gd name="connsiteY87-48798" fmla="*/ 3129034 h 6858000"/>
              <a:gd name="connsiteX88-48799" fmla="*/ 633063 w 1508539"/>
              <a:gd name="connsiteY88-48800" fmla="*/ 3126682 h 6858000"/>
              <a:gd name="connsiteX89-48801" fmla="*/ 623931 w 1508539"/>
              <a:gd name="connsiteY89-48802" fmla="*/ 3114519 h 6858000"/>
              <a:gd name="connsiteX90-48803" fmla="*/ 610540 w 1508539"/>
              <a:gd name="connsiteY90-48804" fmla="*/ 3106272 h 6858000"/>
              <a:gd name="connsiteX91-48805" fmla="*/ 583270 w 1508539"/>
              <a:gd name="connsiteY91-48806" fmla="*/ 2958185 h 6858000"/>
              <a:gd name="connsiteX92-48807" fmla="*/ 525884 w 1508539"/>
              <a:gd name="connsiteY92-48808" fmla="*/ 2762989 h 6858000"/>
              <a:gd name="connsiteX93-48809" fmla="*/ 474802 w 1508539"/>
              <a:gd name="connsiteY93-48810" fmla="*/ 2554718 h 6858000"/>
              <a:gd name="connsiteX94-48811" fmla="*/ 454896 w 1508539"/>
              <a:gd name="connsiteY94-48812" fmla="*/ 2485734 h 6858000"/>
              <a:gd name="connsiteX95-48813" fmla="*/ 445619 w 1508539"/>
              <a:gd name="connsiteY95-48814" fmla="*/ 2447068 h 6858000"/>
              <a:gd name="connsiteX96-48815" fmla="*/ 432580 w 1508539"/>
              <a:gd name="connsiteY96-48816" fmla="*/ 2425819 h 6858000"/>
              <a:gd name="connsiteX97-48817" fmla="*/ 438579 w 1508539"/>
              <a:gd name="connsiteY97-48818" fmla="*/ 2402874 h 6858000"/>
              <a:gd name="connsiteX98-48819" fmla="*/ 441191 w 1508539"/>
              <a:gd name="connsiteY98-48820" fmla="*/ 2381443 h 6858000"/>
              <a:gd name="connsiteX99-48821" fmla="*/ 417520 w 1508539"/>
              <a:gd name="connsiteY99-48822" fmla="*/ 2261920 h 6858000"/>
              <a:gd name="connsiteX100-48823" fmla="*/ 407407 w 1508539"/>
              <a:gd name="connsiteY100-48824" fmla="*/ 2195378 h 6858000"/>
              <a:gd name="connsiteX101-48825" fmla="*/ 391624 w 1508539"/>
              <a:gd name="connsiteY101-48826" fmla="*/ 2155135 h 6858000"/>
              <a:gd name="connsiteX102-48827" fmla="*/ 389082 w 1508539"/>
              <a:gd name="connsiteY102-48828" fmla="*/ 2118008 h 6858000"/>
              <a:gd name="connsiteX103-48829" fmla="*/ 390075 w 1508539"/>
              <a:gd name="connsiteY103-48830" fmla="*/ 2050531 h 6858000"/>
              <a:gd name="connsiteX104-48831" fmla="*/ 381881 w 1508539"/>
              <a:gd name="connsiteY104-48832" fmla="*/ 1963269 h 6858000"/>
              <a:gd name="connsiteX105-48833" fmla="*/ 363059 w 1508539"/>
              <a:gd name="connsiteY105-48834" fmla="*/ 1906352 h 6858000"/>
              <a:gd name="connsiteX106-48835" fmla="*/ 339616 w 1508539"/>
              <a:gd name="connsiteY106-48836" fmla="*/ 1861531 h 6858000"/>
              <a:gd name="connsiteX107-48837" fmla="*/ 293415 w 1508539"/>
              <a:gd name="connsiteY107-48838" fmla="*/ 1732919 h 6858000"/>
              <a:gd name="connsiteX108-48839" fmla="*/ 265726 w 1508539"/>
              <a:gd name="connsiteY108-48840" fmla="*/ 1663540 h 6858000"/>
              <a:gd name="connsiteX109-48841" fmla="*/ 264852 w 1508539"/>
              <a:gd name="connsiteY109-48842" fmla="*/ 1615777 h 6858000"/>
              <a:gd name="connsiteX110-48843" fmla="*/ 245647 w 1508539"/>
              <a:gd name="connsiteY110-48844" fmla="*/ 1563678 h 6858000"/>
              <a:gd name="connsiteX111-48845" fmla="*/ 258727 w 1508539"/>
              <a:gd name="connsiteY111-48846" fmla="*/ 1519474 h 6858000"/>
              <a:gd name="connsiteX112-48847" fmla="*/ 251469 w 1508539"/>
              <a:gd name="connsiteY112-48848" fmla="*/ 1477995 h 6858000"/>
              <a:gd name="connsiteX113-48849" fmla="*/ 237554 w 1508539"/>
              <a:gd name="connsiteY113-48850" fmla="*/ 1373769 h 6858000"/>
              <a:gd name="connsiteX114-48851" fmla="*/ 245861 w 1508539"/>
              <a:gd name="connsiteY114-48852" fmla="*/ 1307086 h 6858000"/>
              <a:gd name="connsiteX115-48853" fmla="*/ 247049 w 1508539"/>
              <a:gd name="connsiteY115-48854" fmla="*/ 1189033 h 6858000"/>
              <a:gd name="connsiteX116-48855" fmla="*/ 251734 w 1508539"/>
              <a:gd name="connsiteY116-48856" fmla="*/ 1168288 h 6858000"/>
              <a:gd name="connsiteX117-48857" fmla="*/ 244016 w 1508539"/>
              <a:gd name="connsiteY117-48858" fmla="*/ 1142577 h 6858000"/>
              <a:gd name="connsiteX118-48859" fmla="*/ 233322 w 1508539"/>
              <a:gd name="connsiteY118-48860" fmla="*/ 1088484 h 6858000"/>
              <a:gd name="connsiteX119-48861" fmla="*/ 222058 w 1508539"/>
              <a:gd name="connsiteY119-48862" fmla="*/ 1016103 h 6858000"/>
              <a:gd name="connsiteX120-48863" fmla="*/ 223514 w 1508539"/>
              <a:gd name="connsiteY120-48864" fmla="*/ 932283 h 6858000"/>
              <a:gd name="connsiteX121-48865" fmla="*/ 225750 w 1508539"/>
              <a:gd name="connsiteY121-48866" fmla="*/ 915925 h 6858000"/>
              <a:gd name="connsiteX122-48867" fmla="*/ 218379 w 1508539"/>
              <a:gd name="connsiteY122-48868" fmla="*/ 896999 h 6858000"/>
              <a:gd name="connsiteX123-48869" fmla="*/ 187787 w 1508539"/>
              <a:gd name="connsiteY123-48870" fmla="*/ 821517 h 6858000"/>
              <a:gd name="connsiteX124-48871" fmla="*/ 166737 w 1508539"/>
              <a:gd name="connsiteY124-48872" fmla="*/ 751353 h 6858000"/>
              <a:gd name="connsiteX125-48873" fmla="*/ 166295 w 1508539"/>
              <a:gd name="connsiteY125-48874" fmla="*/ 721230 h 6858000"/>
              <a:gd name="connsiteX126-48875" fmla="*/ 151966 w 1508539"/>
              <a:gd name="connsiteY126-48876" fmla="*/ 681659 h 6858000"/>
              <a:gd name="connsiteX127-48877" fmla="*/ 137385 w 1508539"/>
              <a:gd name="connsiteY127-48878" fmla="*/ 635218 h 6858000"/>
              <a:gd name="connsiteX128-48879" fmla="*/ 142396 w 1508539"/>
              <a:gd name="connsiteY128-48880" fmla="*/ 613763 h 6858000"/>
              <a:gd name="connsiteX129-48881" fmla="*/ 128338 w 1508539"/>
              <a:gd name="connsiteY129-48882" fmla="*/ 598582 h 6858000"/>
              <a:gd name="connsiteX130-48883" fmla="*/ 128019 w 1508539"/>
              <a:gd name="connsiteY130-48884" fmla="*/ 576846 h 6858000"/>
              <a:gd name="connsiteX131-48885" fmla="*/ 107645 w 1508539"/>
              <a:gd name="connsiteY131-48886" fmla="*/ 530055 h 6858000"/>
              <a:gd name="connsiteX132-48887" fmla="*/ 106893 w 1508539"/>
              <a:gd name="connsiteY132-48888" fmla="*/ 465389 h 6858000"/>
              <a:gd name="connsiteX133-48889" fmla="*/ 89816 w 1508539"/>
              <a:gd name="connsiteY133-48890" fmla="*/ 424699 h 6858000"/>
              <a:gd name="connsiteX134-48891" fmla="*/ 90191 w 1508539"/>
              <a:gd name="connsiteY134-48892" fmla="*/ 404917 h 6858000"/>
              <a:gd name="connsiteX135-48893" fmla="*/ 70148 w 1508539"/>
              <a:gd name="connsiteY135-48894" fmla="*/ 367211 h 6858000"/>
              <a:gd name="connsiteX136-48895" fmla="*/ 36452 w 1508539"/>
              <a:gd name="connsiteY136-48896" fmla="*/ 268519 h 6858000"/>
              <a:gd name="connsiteX137-48897" fmla="*/ 23935 w 1508539"/>
              <a:gd name="connsiteY137-48898" fmla="*/ 160886 h 6858000"/>
              <a:gd name="connsiteX138-48899" fmla="*/ 19312 w 1508539"/>
              <a:gd name="connsiteY138-48900" fmla="*/ 47336 h 6858000"/>
              <a:gd name="connsiteX139-48901" fmla="*/ 0 w 1508539"/>
              <a:gd name="connsiteY139-48902" fmla="*/ 0 h 6858000"/>
              <a:gd name="connsiteX0-48903" fmla="*/ 0 w 1508539"/>
              <a:gd name="connsiteY0-48904" fmla="*/ 0 h 6858000"/>
              <a:gd name="connsiteX1-48905" fmla="*/ 1508539 w 1508539"/>
              <a:gd name="connsiteY1-48906" fmla="*/ 0 h 6858000"/>
              <a:gd name="connsiteX2-48907" fmla="*/ 1508539 w 1508539"/>
              <a:gd name="connsiteY2-48908" fmla="*/ 6858000 h 6858000"/>
              <a:gd name="connsiteX3-48909" fmla="*/ 245233 w 1508539"/>
              <a:gd name="connsiteY3-48910" fmla="*/ 6857735 h 6858000"/>
              <a:gd name="connsiteX4-48911" fmla="*/ 243784 w 1508539"/>
              <a:gd name="connsiteY4-48912" fmla="*/ 6776847 h 6858000"/>
              <a:gd name="connsiteX5-48913" fmla="*/ 255284 w 1508539"/>
              <a:gd name="connsiteY5-48914" fmla="*/ 6737706 h 6858000"/>
              <a:gd name="connsiteX6-48915" fmla="*/ 267342 w 1508539"/>
              <a:gd name="connsiteY6-48916" fmla="*/ 6683638 h 6858000"/>
              <a:gd name="connsiteX7-48917" fmla="*/ 295622 w 1508539"/>
              <a:gd name="connsiteY7-48918" fmla="*/ 6659970 h 6858000"/>
              <a:gd name="connsiteX8-48919" fmla="*/ 310713 w 1508539"/>
              <a:gd name="connsiteY8-48920" fmla="*/ 6636211 h 6858000"/>
              <a:gd name="connsiteX9-48921" fmla="*/ 328157 w 1508539"/>
              <a:gd name="connsiteY9-48922" fmla="*/ 6594177 h 6858000"/>
              <a:gd name="connsiteX10-48923" fmla="*/ 325289 w 1508539"/>
              <a:gd name="connsiteY10-48924" fmla="*/ 6525770 h 6858000"/>
              <a:gd name="connsiteX11-48925" fmla="*/ 395154 w 1508539"/>
              <a:gd name="connsiteY11-48926" fmla="*/ 6504057 h 6858000"/>
              <a:gd name="connsiteX12-48927" fmla="*/ 410841 w 1508539"/>
              <a:gd name="connsiteY12-48928" fmla="*/ 6431610 h 6858000"/>
              <a:gd name="connsiteX13-48929" fmla="*/ 454546 w 1508539"/>
              <a:gd name="connsiteY13-48930" fmla="*/ 6379786 h 6858000"/>
              <a:gd name="connsiteX14-48931" fmla="*/ 239104 w 1508539"/>
              <a:gd name="connsiteY14-48932" fmla="*/ 6414240 h 6858000"/>
              <a:gd name="connsiteX15-48933" fmla="*/ 241880 w 1508539"/>
              <a:gd name="connsiteY15-48934" fmla="*/ 6384857 h 6858000"/>
              <a:gd name="connsiteX16-48935" fmla="*/ 240591 w 1508539"/>
              <a:gd name="connsiteY16-48936" fmla="*/ 6367510 h 6858000"/>
              <a:gd name="connsiteX17-48937" fmla="*/ 244471 w 1508539"/>
              <a:gd name="connsiteY17-48938" fmla="*/ 6349778 h 6858000"/>
              <a:gd name="connsiteX18-48939" fmla="*/ 246136 w 1508539"/>
              <a:gd name="connsiteY18-48940" fmla="*/ 6348250 h 6858000"/>
              <a:gd name="connsiteX19-48941" fmla="*/ 262170 w 1508539"/>
              <a:gd name="connsiteY19-48942" fmla="*/ 6281972 h 6858000"/>
              <a:gd name="connsiteX20-48943" fmla="*/ 290557 w 1508539"/>
              <a:gd name="connsiteY20-48944" fmla="*/ 6153037 h 6858000"/>
              <a:gd name="connsiteX21-48945" fmla="*/ 314428 w 1508539"/>
              <a:gd name="connsiteY21-48946" fmla="*/ 6113913 h 6858000"/>
              <a:gd name="connsiteX22-48947" fmla="*/ 318721 w 1508539"/>
              <a:gd name="connsiteY22-48948" fmla="*/ 6028119 h 6858000"/>
              <a:gd name="connsiteX23-48949" fmla="*/ 363126 w 1508539"/>
              <a:gd name="connsiteY23-48950" fmla="*/ 5934687 h 6858000"/>
              <a:gd name="connsiteX24-48951" fmla="*/ 408411 w 1508539"/>
              <a:gd name="connsiteY24-48952" fmla="*/ 5704905 h 6858000"/>
              <a:gd name="connsiteX25-48953" fmla="*/ 425529 w 1508539"/>
              <a:gd name="connsiteY25-48954" fmla="*/ 5676393 h 6858000"/>
              <a:gd name="connsiteX26-48955" fmla="*/ 465121 w 1508539"/>
              <a:gd name="connsiteY26-48956" fmla="*/ 5563435 h 6858000"/>
              <a:gd name="connsiteX27-48957" fmla="*/ 512251 w 1508539"/>
              <a:gd name="connsiteY27-48958" fmla="*/ 5437125 h 6858000"/>
              <a:gd name="connsiteX28-48959" fmla="*/ 525819 w 1508539"/>
              <a:gd name="connsiteY28-48960" fmla="*/ 5396260 h 6858000"/>
              <a:gd name="connsiteX29-48961" fmla="*/ 541800 w 1508539"/>
              <a:gd name="connsiteY29-48962" fmla="*/ 5330009 h 6858000"/>
              <a:gd name="connsiteX30-48963" fmla="*/ 575293 w 1508539"/>
              <a:gd name="connsiteY30-48964" fmla="*/ 5273739 h 6858000"/>
              <a:gd name="connsiteX31-48965" fmla="*/ 584892 w 1508539"/>
              <a:gd name="connsiteY31-48966" fmla="*/ 5241779 h 6858000"/>
              <a:gd name="connsiteX32-48967" fmla="*/ 596118 w 1508539"/>
              <a:gd name="connsiteY32-48968" fmla="*/ 5225268 h 6858000"/>
              <a:gd name="connsiteX33-48969" fmla="*/ 597138 w 1508539"/>
              <a:gd name="connsiteY33-48970" fmla="*/ 5217684 h 6858000"/>
              <a:gd name="connsiteX34-48971" fmla="*/ 604479 w 1508539"/>
              <a:gd name="connsiteY34-48972" fmla="*/ 5193377 h 6858000"/>
              <a:gd name="connsiteX35-48973" fmla="*/ 607782 w 1508539"/>
              <a:gd name="connsiteY35-48974" fmla="*/ 5179288 h 6858000"/>
              <a:gd name="connsiteX36-48975" fmla="*/ 608766 w 1508539"/>
              <a:gd name="connsiteY36-48976" fmla="*/ 5173621 h 6858000"/>
              <a:gd name="connsiteX37-48977" fmla="*/ 604400 w 1508539"/>
              <a:gd name="connsiteY37-48978" fmla="*/ 5159961 h 6858000"/>
              <a:gd name="connsiteX38-48979" fmla="*/ 611077 w 1508539"/>
              <a:gd name="connsiteY38-48980" fmla="*/ 5144295 h 6858000"/>
              <a:gd name="connsiteX39-48981" fmla="*/ 608010 w 1508539"/>
              <a:gd name="connsiteY39-48982" fmla="*/ 5125185 h 6858000"/>
              <a:gd name="connsiteX40-48983" fmla="*/ 614840 w 1508539"/>
              <a:gd name="connsiteY40-48984" fmla="*/ 5121884 h 6858000"/>
              <a:gd name="connsiteX41-48985" fmla="*/ 621876 w 1508539"/>
              <a:gd name="connsiteY41-48986" fmla="*/ 5067850 h 6858000"/>
              <a:gd name="connsiteX42-48987" fmla="*/ 624607 w 1508539"/>
              <a:gd name="connsiteY42-48988" fmla="*/ 5060861 h 6858000"/>
              <a:gd name="connsiteX43-48989" fmla="*/ 621311 w 1508539"/>
              <a:gd name="connsiteY43-48990" fmla="*/ 5034192 h 6858000"/>
              <a:gd name="connsiteX44-48991" fmla="*/ 622865 w 1508539"/>
              <a:gd name="connsiteY44-48992" fmla="*/ 4993030 h 6858000"/>
              <a:gd name="connsiteX45-48993" fmla="*/ 629774 w 1508539"/>
              <a:gd name="connsiteY45-48994" fmla="*/ 4946844 h 6858000"/>
              <a:gd name="connsiteX46-48995" fmla="*/ 625630 w 1508539"/>
              <a:gd name="connsiteY46-48996" fmla="*/ 4932692 h 6858000"/>
              <a:gd name="connsiteX47-48997" fmla="*/ 641033 w 1508539"/>
              <a:gd name="connsiteY47-48998" fmla="*/ 4858827 h 6858000"/>
              <a:gd name="connsiteX48-48999" fmla="*/ 646936 w 1508539"/>
              <a:gd name="connsiteY48-49000" fmla="*/ 4821170 h 6858000"/>
              <a:gd name="connsiteX49-49001" fmla="*/ 651669 w 1508539"/>
              <a:gd name="connsiteY49-49002" fmla="*/ 4780965 h 6858000"/>
              <a:gd name="connsiteX50-49003" fmla="*/ 652962 w 1508539"/>
              <a:gd name="connsiteY50-49004" fmla="*/ 4750867 h 6858000"/>
              <a:gd name="connsiteX51-49005" fmla="*/ 650769 w 1508539"/>
              <a:gd name="connsiteY51-49006" fmla="*/ 4690749 h 6858000"/>
              <a:gd name="connsiteX52-49007" fmla="*/ 646249 w 1508539"/>
              <a:gd name="connsiteY52-49008" fmla="*/ 4584173 h 6858000"/>
              <a:gd name="connsiteX53-49009" fmla="*/ 641332 w 1508539"/>
              <a:gd name="connsiteY53-49010" fmla="*/ 4444346 h 6858000"/>
              <a:gd name="connsiteX54-49011" fmla="*/ 637897 w 1508539"/>
              <a:gd name="connsiteY54-49012" fmla="*/ 4375228 h 6858000"/>
              <a:gd name="connsiteX55-49013" fmla="*/ 618550 w 1508539"/>
              <a:gd name="connsiteY55-49014" fmla="*/ 4214165 h 6858000"/>
              <a:gd name="connsiteX56-49015" fmla="*/ 622623 w 1508539"/>
              <a:gd name="connsiteY56-49016" fmla="*/ 4090296 h 6858000"/>
              <a:gd name="connsiteX57-49017" fmla="*/ 607879 w 1508539"/>
              <a:gd name="connsiteY57-49018" fmla="*/ 4033999 h 6858000"/>
              <a:gd name="connsiteX58-49019" fmla="*/ 609028 w 1508539"/>
              <a:gd name="connsiteY58-49020" fmla="*/ 4031933 h 6858000"/>
              <a:gd name="connsiteX59-49021" fmla="*/ 607604 w 1508539"/>
              <a:gd name="connsiteY59-49022" fmla="*/ 4013953 h 6858000"/>
              <a:gd name="connsiteX60-49023" fmla="*/ 593899 w 1508539"/>
              <a:gd name="connsiteY60-49024" fmla="*/ 3974753 h 6858000"/>
              <a:gd name="connsiteX61-49025" fmla="*/ 595497 w 1508539"/>
              <a:gd name="connsiteY61-49026" fmla="*/ 3969950 h 6858000"/>
              <a:gd name="connsiteX62-49027" fmla="*/ 588919 w 1508539"/>
              <a:gd name="connsiteY62-49028" fmla="*/ 3933779 h 6858000"/>
              <a:gd name="connsiteX63-49029" fmla="*/ 590250 w 1508539"/>
              <a:gd name="connsiteY63-49030" fmla="*/ 3933093 h 6858000"/>
              <a:gd name="connsiteX64-49031" fmla="*/ 594604 w 1508539"/>
              <a:gd name="connsiteY64-49032" fmla="*/ 3922082 h 6858000"/>
              <a:gd name="connsiteX65-49033" fmla="*/ 599682 w 1508539"/>
              <a:gd name="connsiteY65-49034" fmla="*/ 3901461 h 6858000"/>
              <a:gd name="connsiteX66-49035" fmla="*/ 622276 w 1508539"/>
              <a:gd name="connsiteY66-49036" fmla="*/ 3813873 h 6858000"/>
              <a:gd name="connsiteX67-49037" fmla="*/ 621701 w 1508539"/>
              <a:gd name="connsiteY67-49038" fmla="*/ 3806161 h 6858000"/>
              <a:gd name="connsiteX68-49039" fmla="*/ 622008 w 1508539"/>
              <a:gd name="connsiteY68-49040" fmla="*/ 3805957 h 6858000"/>
              <a:gd name="connsiteX69-49041" fmla="*/ 622035 w 1508539"/>
              <a:gd name="connsiteY69-49042" fmla="*/ 3797724 h 6858000"/>
              <a:gd name="connsiteX70-49043" fmla="*/ 620650 w 1508539"/>
              <a:gd name="connsiteY70-49044" fmla="*/ 3792098 h 6858000"/>
              <a:gd name="connsiteX71-49045" fmla="*/ 619534 w 1508539"/>
              <a:gd name="connsiteY71-49046" fmla="*/ 3777135 h 6858000"/>
              <a:gd name="connsiteX72-49047" fmla="*/ 621267 w 1508539"/>
              <a:gd name="connsiteY72-49048" fmla="*/ 3771656 h 6858000"/>
              <a:gd name="connsiteX73-49049" fmla="*/ 625010 w 1508539"/>
              <a:gd name="connsiteY73-49050" fmla="*/ 3769007 h 6858000"/>
              <a:gd name="connsiteX74-49051" fmla="*/ 624476 w 1508539"/>
              <a:gd name="connsiteY74-49052" fmla="*/ 3767709 h 6858000"/>
              <a:gd name="connsiteX75-49053" fmla="*/ 633172 w 1508539"/>
              <a:gd name="connsiteY75-49054" fmla="*/ 3738082 h 6858000"/>
              <a:gd name="connsiteX76-49055" fmla="*/ 640518 w 1508539"/>
              <a:gd name="connsiteY76-49056" fmla="*/ 3673397 h 6858000"/>
              <a:gd name="connsiteX77-49057" fmla="*/ 639814 w 1508539"/>
              <a:gd name="connsiteY77-49058" fmla="*/ 3637109 h 6858000"/>
              <a:gd name="connsiteX78-49059" fmla="*/ 643257 w 1508539"/>
              <a:gd name="connsiteY78-49060" fmla="*/ 3536883 h 6858000"/>
              <a:gd name="connsiteX79-49061" fmla="*/ 650795 w 1508539"/>
              <a:gd name="connsiteY79-49062" fmla="*/ 3435652 h 6858000"/>
              <a:gd name="connsiteX80-49063" fmla="*/ 652466 w 1508539"/>
              <a:gd name="connsiteY80-49064" fmla="*/ 3307769 h 6858000"/>
              <a:gd name="connsiteX81-49065" fmla="*/ 670029 w 1508539"/>
              <a:gd name="connsiteY81-49066" fmla="*/ 3250522 h 6858000"/>
              <a:gd name="connsiteX82-49067" fmla="*/ 670454 w 1508539"/>
              <a:gd name="connsiteY82-49068" fmla="*/ 3229163 h 6858000"/>
              <a:gd name="connsiteX83-49069" fmla="*/ 672277 w 1508539"/>
              <a:gd name="connsiteY83-49070" fmla="*/ 3217217 h 6858000"/>
              <a:gd name="connsiteX84-49071" fmla="*/ 659112 w 1508539"/>
              <a:gd name="connsiteY84-49072" fmla="*/ 3183755 h 6858000"/>
              <a:gd name="connsiteX85-49073" fmla="*/ 659613 w 1508539"/>
              <a:gd name="connsiteY85-49074" fmla="*/ 3178642 h 6858000"/>
              <a:gd name="connsiteX86-49075" fmla="*/ 647213 w 1508539"/>
              <a:gd name="connsiteY86-49076" fmla="*/ 3158586 h 6858000"/>
              <a:gd name="connsiteX87-49077" fmla="*/ 632398 w 1508539"/>
              <a:gd name="connsiteY87-49078" fmla="*/ 3129034 h 6858000"/>
              <a:gd name="connsiteX88-49079" fmla="*/ 633063 w 1508539"/>
              <a:gd name="connsiteY88-49080" fmla="*/ 3126682 h 6858000"/>
              <a:gd name="connsiteX89-49081" fmla="*/ 623931 w 1508539"/>
              <a:gd name="connsiteY89-49082" fmla="*/ 3114519 h 6858000"/>
              <a:gd name="connsiteX90-49083" fmla="*/ 610540 w 1508539"/>
              <a:gd name="connsiteY90-49084" fmla="*/ 3106272 h 6858000"/>
              <a:gd name="connsiteX91-49085" fmla="*/ 583270 w 1508539"/>
              <a:gd name="connsiteY91-49086" fmla="*/ 2958185 h 6858000"/>
              <a:gd name="connsiteX92-49087" fmla="*/ 525884 w 1508539"/>
              <a:gd name="connsiteY92-49088" fmla="*/ 2762989 h 6858000"/>
              <a:gd name="connsiteX93-49089" fmla="*/ 474802 w 1508539"/>
              <a:gd name="connsiteY93-49090" fmla="*/ 2554718 h 6858000"/>
              <a:gd name="connsiteX94-49091" fmla="*/ 454896 w 1508539"/>
              <a:gd name="connsiteY94-49092" fmla="*/ 2485734 h 6858000"/>
              <a:gd name="connsiteX95-49093" fmla="*/ 445619 w 1508539"/>
              <a:gd name="connsiteY95-49094" fmla="*/ 2447068 h 6858000"/>
              <a:gd name="connsiteX96-49095" fmla="*/ 432580 w 1508539"/>
              <a:gd name="connsiteY96-49096" fmla="*/ 2425819 h 6858000"/>
              <a:gd name="connsiteX97-49097" fmla="*/ 438579 w 1508539"/>
              <a:gd name="connsiteY97-49098" fmla="*/ 2402874 h 6858000"/>
              <a:gd name="connsiteX98-49099" fmla="*/ 441191 w 1508539"/>
              <a:gd name="connsiteY98-49100" fmla="*/ 2381443 h 6858000"/>
              <a:gd name="connsiteX99-49101" fmla="*/ 417520 w 1508539"/>
              <a:gd name="connsiteY99-49102" fmla="*/ 2261920 h 6858000"/>
              <a:gd name="connsiteX100-49103" fmla="*/ 407407 w 1508539"/>
              <a:gd name="connsiteY100-49104" fmla="*/ 2195378 h 6858000"/>
              <a:gd name="connsiteX101-49105" fmla="*/ 391624 w 1508539"/>
              <a:gd name="connsiteY101-49106" fmla="*/ 2155135 h 6858000"/>
              <a:gd name="connsiteX102-49107" fmla="*/ 389082 w 1508539"/>
              <a:gd name="connsiteY102-49108" fmla="*/ 2118008 h 6858000"/>
              <a:gd name="connsiteX103-49109" fmla="*/ 390075 w 1508539"/>
              <a:gd name="connsiteY103-49110" fmla="*/ 2050531 h 6858000"/>
              <a:gd name="connsiteX104-49111" fmla="*/ 381881 w 1508539"/>
              <a:gd name="connsiteY104-49112" fmla="*/ 1963269 h 6858000"/>
              <a:gd name="connsiteX105-49113" fmla="*/ 363059 w 1508539"/>
              <a:gd name="connsiteY105-49114" fmla="*/ 1906352 h 6858000"/>
              <a:gd name="connsiteX106-49115" fmla="*/ 339616 w 1508539"/>
              <a:gd name="connsiteY106-49116" fmla="*/ 1861531 h 6858000"/>
              <a:gd name="connsiteX107-49117" fmla="*/ 293415 w 1508539"/>
              <a:gd name="connsiteY107-49118" fmla="*/ 1732919 h 6858000"/>
              <a:gd name="connsiteX108-49119" fmla="*/ 265726 w 1508539"/>
              <a:gd name="connsiteY108-49120" fmla="*/ 1663540 h 6858000"/>
              <a:gd name="connsiteX109-49121" fmla="*/ 264852 w 1508539"/>
              <a:gd name="connsiteY109-49122" fmla="*/ 1615777 h 6858000"/>
              <a:gd name="connsiteX110-49123" fmla="*/ 245647 w 1508539"/>
              <a:gd name="connsiteY110-49124" fmla="*/ 1563678 h 6858000"/>
              <a:gd name="connsiteX111-49125" fmla="*/ 258727 w 1508539"/>
              <a:gd name="connsiteY111-49126" fmla="*/ 1519474 h 6858000"/>
              <a:gd name="connsiteX112-49127" fmla="*/ 251469 w 1508539"/>
              <a:gd name="connsiteY112-49128" fmla="*/ 1477995 h 6858000"/>
              <a:gd name="connsiteX113-49129" fmla="*/ 237554 w 1508539"/>
              <a:gd name="connsiteY113-49130" fmla="*/ 1373769 h 6858000"/>
              <a:gd name="connsiteX114-49131" fmla="*/ 245861 w 1508539"/>
              <a:gd name="connsiteY114-49132" fmla="*/ 1307086 h 6858000"/>
              <a:gd name="connsiteX115-49133" fmla="*/ 247049 w 1508539"/>
              <a:gd name="connsiteY115-49134" fmla="*/ 1189033 h 6858000"/>
              <a:gd name="connsiteX116-49135" fmla="*/ 251734 w 1508539"/>
              <a:gd name="connsiteY116-49136" fmla="*/ 1168288 h 6858000"/>
              <a:gd name="connsiteX117-49137" fmla="*/ 244016 w 1508539"/>
              <a:gd name="connsiteY117-49138" fmla="*/ 1142577 h 6858000"/>
              <a:gd name="connsiteX118-49139" fmla="*/ 233322 w 1508539"/>
              <a:gd name="connsiteY118-49140" fmla="*/ 1088484 h 6858000"/>
              <a:gd name="connsiteX119-49141" fmla="*/ 222058 w 1508539"/>
              <a:gd name="connsiteY119-49142" fmla="*/ 1016103 h 6858000"/>
              <a:gd name="connsiteX120-49143" fmla="*/ 223514 w 1508539"/>
              <a:gd name="connsiteY120-49144" fmla="*/ 932283 h 6858000"/>
              <a:gd name="connsiteX121-49145" fmla="*/ 225750 w 1508539"/>
              <a:gd name="connsiteY121-49146" fmla="*/ 915925 h 6858000"/>
              <a:gd name="connsiteX122-49147" fmla="*/ 218379 w 1508539"/>
              <a:gd name="connsiteY122-49148" fmla="*/ 896999 h 6858000"/>
              <a:gd name="connsiteX123-49149" fmla="*/ 187787 w 1508539"/>
              <a:gd name="connsiteY123-49150" fmla="*/ 821517 h 6858000"/>
              <a:gd name="connsiteX124-49151" fmla="*/ 166737 w 1508539"/>
              <a:gd name="connsiteY124-49152" fmla="*/ 751353 h 6858000"/>
              <a:gd name="connsiteX125-49153" fmla="*/ 166295 w 1508539"/>
              <a:gd name="connsiteY125-49154" fmla="*/ 721230 h 6858000"/>
              <a:gd name="connsiteX126-49155" fmla="*/ 151966 w 1508539"/>
              <a:gd name="connsiteY126-49156" fmla="*/ 681659 h 6858000"/>
              <a:gd name="connsiteX127-49157" fmla="*/ 137385 w 1508539"/>
              <a:gd name="connsiteY127-49158" fmla="*/ 635218 h 6858000"/>
              <a:gd name="connsiteX128-49159" fmla="*/ 142396 w 1508539"/>
              <a:gd name="connsiteY128-49160" fmla="*/ 613763 h 6858000"/>
              <a:gd name="connsiteX129-49161" fmla="*/ 128338 w 1508539"/>
              <a:gd name="connsiteY129-49162" fmla="*/ 598582 h 6858000"/>
              <a:gd name="connsiteX130-49163" fmla="*/ 128019 w 1508539"/>
              <a:gd name="connsiteY130-49164" fmla="*/ 576846 h 6858000"/>
              <a:gd name="connsiteX131-49165" fmla="*/ 107645 w 1508539"/>
              <a:gd name="connsiteY131-49166" fmla="*/ 530055 h 6858000"/>
              <a:gd name="connsiteX132-49167" fmla="*/ 106893 w 1508539"/>
              <a:gd name="connsiteY132-49168" fmla="*/ 465389 h 6858000"/>
              <a:gd name="connsiteX133-49169" fmla="*/ 89816 w 1508539"/>
              <a:gd name="connsiteY133-49170" fmla="*/ 424699 h 6858000"/>
              <a:gd name="connsiteX134-49171" fmla="*/ 90191 w 1508539"/>
              <a:gd name="connsiteY134-49172" fmla="*/ 404917 h 6858000"/>
              <a:gd name="connsiteX135-49173" fmla="*/ 70148 w 1508539"/>
              <a:gd name="connsiteY135-49174" fmla="*/ 367211 h 6858000"/>
              <a:gd name="connsiteX136-49175" fmla="*/ 36452 w 1508539"/>
              <a:gd name="connsiteY136-49176" fmla="*/ 268519 h 6858000"/>
              <a:gd name="connsiteX137-49177" fmla="*/ 23935 w 1508539"/>
              <a:gd name="connsiteY137-49178" fmla="*/ 160886 h 6858000"/>
              <a:gd name="connsiteX138-49179" fmla="*/ 19312 w 1508539"/>
              <a:gd name="connsiteY138-49180" fmla="*/ 47336 h 6858000"/>
              <a:gd name="connsiteX139-49181" fmla="*/ 0 w 1508539"/>
              <a:gd name="connsiteY139-49182" fmla="*/ 0 h 6858000"/>
              <a:gd name="connsiteX0-49183" fmla="*/ 0 w 1508539"/>
              <a:gd name="connsiteY0-49184" fmla="*/ 0 h 6858000"/>
              <a:gd name="connsiteX1-49185" fmla="*/ 1508539 w 1508539"/>
              <a:gd name="connsiteY1-49186" fmla="*/ 0 h 6858000"/>
              <a:gd name="connsiteX2-49187" fmla="*/ 1508539 w 1508539"/>
              <a:gd name="connsiteY2-49188" fmla="*/ 6858000 h 6858000"/>
              <a:gd name="connsiteX3-49189" fmla="*/ 245233 w 1508539"/>
              <a:gd name="connsiteY3-49190" fmla="*/ 6857735 h 6858000"/>
              <a:gd name="connsiteX4-49191" fmla="*/ 243784 w 1508539"/>
              <a:gd name="connsiteY4-49192" fmla="*/ 6776847 h 6858000"/>
              <a:gd name="connsiteX5-49193" fmla="*/ 255284 w 1508539"/>
              <a:gd name="connsiteY5-49194" fmla="*/ 6737706 h 6858000"/>
              <a:gd name="connsiteX6-49195" fmla="*/ 267342 w 1508539"/>
              <a:gd name="connsiteY6-49196" fmla="*/ 6683638 h 6858000"/>
              <a:gd name="connsiteX7-49197" fmla="*/ 295622 w 1508539"/>
              <a:gd name="connsiteY7-49198" fmla="*/ 6659970 h 6858000"/>
              <a:gd name="connsiteX8-49199" fmla="*/ 310713 w 1508539"/>
              <a:gd name="connsiteY8-49200" fmla="*/ 6636211 h 6858000"/>
              <a:gd name="connsiteX9-49201" fmla="*/ 328157 w 1508539"/>
              <a:gd name="connsiteY9-49202" fmla="*/ 6594177 h 6858000"/>
              <a:gd name="connsiteX10-49203" fmla="*/ 325289 w 1508539"/>
              <a:gd name="connsiteY10-49204" fmla="*/ 6525770 h 6858000"/>
              <a:gd name="connsiteX11-49205" fmla="*/ 395154 w 1508539"/>
              <a:gd name="connsiteY11-49206" fmla="*/ 6492130 h 6858000"/>
              <a:gd name="connsiteX12-49207" fmla="*/ 410841 w 1508539"/>
              <a:gd name="connsiteY12-49208" fmla="*/ 6431610 h 6858000"/>
              <a:gd name="connsiteX13-49209" fmla="*/ 454546 w 1508539"/>
              <a:gd name="connsiteY13-49210" fmla="*/ 6379786 h 6858000"/>
              <a:gd name="connsiteX14-49211" fmla="*/ 239104 w 1508539"/>
              <a:gd name="connsiteY14-49212" fmla="*/ 6414240 h 6858000"/>
              <a:gd name="connsiteX15-49213" fmla="*/ 241880 w 1508539"/>
              <a:gd name="connsiteY15-49214" fmla="*/ 6384857 h 6858000"/>
              <a:gd name="connsiteX16-49215" fmla="*/ 240591 w 1508539"/>
              <a:gd name="connsiteY16-49216" fmla="*/ 6367510 h 6858000"/>
              <a:gd name="connsiteX17-49217" fmla="*/ 244471 w 1508539"/>
              <a:gd name="connsiteY17-49218" fmla="*/ 6349778 h 6858000"/>
              <a:gd name="connsiteX18-49219" fmla="*/ 246136 w 1508539"/>
              <a:gd name="connsiteY18-49220" fmla="*/ 6348250 h 6858000"/>
              <a:gd name="connsiteX19-49221" fmla="*/ 262170 w 1508539"/>
              <a:gd name="connsiteY19-49222" fmla="*/ 6281972 h 6858000"/>
              <a:gd name="connsiteX20-49223" fmla="*/ 290557 w 1508539"/>
              <a:gd name="connsiteY20-49224" fmla="*/ 6153037 h 6858000"/>
              <a:gd name="connsiteX21-49225" fmla="*/ 314428 w 1508539"/>
              <a:gd name="connsiteY21-49226" fmla="*/ 6113913 h 6858000"/>
              <a:gd name="connsiteX22-49227" fmla="*/ 318721 w 1508539"/>
              <a:gd name="connsiteY22-49228" fmla="*/ 6028119 h 6858000"/>
              <a:gd name="connsiteX23-49229" fmla="*/ 363126 w 1508539"/>
              <a:gd name="connsiteY23-49230" fmla="*/ 5934687 h 6858000"/>
              <a:gd name="connsiteX24-49231" fmla="*/ 408411 w 1508539"/>
              <a:gd name="connsiteY24-49232" fmla="*/ 5704905 h 6858000"/>
              <a:gd name="connsiteX25-49233" fmla="*/ 425529 w 1508539"/>
              <a:gd name="connsiteY25-49234" fmla="*/ 5676393 h 6858000"/>
              <a:gd name="connsiteX26-49235" fmla="*/ 465121 w 1508539"/>
              <a:gd name="connsiteY26-49236" fmla="*/ 5563435 h 6858000"/>
              <a:gd name="connsiteX27-49237" fmla="*/ 512251 w 1508539"/>
              <a:gd name="connsiteY27-49238" fmla="*/ 5437125 h 6858000"/>
              <a:gd name="connsiteX28-49239" fmla="*/ 525819 w 1508539"/>
              <a:gd name="connsiteY28-49240" fmla="*/ 5396260 h 6858000"/>
              <a:gd name="connsiteX29-49241" fmla="*/ 541800 w 1508539"/>
              <a:gd name="connsiteY29-49242" fmla="*/ 5330009 h 6858000"/>
              <a:gd name="connsiteX30-49243" fmla="*/ 575293 w 1508539"/>
              <a:gd name="connsiteY30-49244" fmla="*/ 5273739 h 6858000"/>
              <a:gd name="connsiteX31-49245" fmla="*/ 584892 w 1508539"/>
              <a:gd name="connsiteY31-49246" fmla="*/ 5241779 h 6858000"/>
              <a:gd name="connsiteX32-49247" fmla="*/ 596118 w 1508539"/>
              <a:gd name="connsiteY32-49248" fmla="*/ 5225268 h 6858000"/>
              <a:gd name="connsiteX33-49249" fmla="*/ 597138 w 1508539"/>
              <a:gd name="connsiteY33-49250" fmla="*/ 5217684 h 6858000"/>
              <a:gd name="connsiteX34-49251" fmla="*/ 604479 w 1508539"/>
              <a:gd name="connsiteY34-49252" fmla="*/ 5193377 h 6858000"/>
              <a:gd name="connsiteX35-49253" fmla="*/ 607782 w 1508539"/>
              <a:gd name="connsiteY35-49254" fmla="*/ 5179288 h 6858000"/>
              <a:gd name="connsiteX36-49255" fmla="*/ 608766 w 1508539"/>
              <a:gd name="connsiteY36-49256" fmla="*/ 5173621 h 6858000"/>
              <a:gd name="connsiteX37-49257" fmla="*/ 604400 w 1508539"/>
              <a:gd name="connsiteY37-49258" fmla="*/ 5159961 h 6858000"/>
              <a:gd name="connsiteX38-49259" fmla="*/ 611077 w 1508539"/>
              <a:gd name="connsiteY38-49260" fmla="*/ 5144295 h 6858000"/>
              <a:gd name="connsiteX39-49261" fmla="*/ 608010 w 1508539"/>
              <a:gd name="connsiteY39-49262" fmla="*/ 5125185 h 6858000"/>
              <a:gd name="connsiteX40-49263" fmla="*/ 614840 w 1508539"/>
              <a:gd name="connsiteY40-49264" fmla="*/ 5121884 h 6858000"/>
              <a:gd name="connsiteX41-49265" fmla="*/ 621876 w 1508539"/>
              <a:gd name="connsiteY41-49266" fmla="*/ 5067850 h 6858000"/>
              <a:gd name="connsiteX42-49267" fmla="*/ 624607 w 1508539"/>
              <a:gd name="connsiteY42-49268" fmla="*/ 5060861 h 6858000"/>
              <a:gd name="connsiteX43-49269" fmla="*/ 621311 w 1508539"/>
              <a:gd name="connsiteY43-49270" fmla="*/ 5034192 h 6858000"/>
              <a:gd name="connsiteX44-49271" fmla="*/ 622865 w 1508539"/>
              <a:gd name="connsiteY44-49272" fmla="*/ 4993030 h 6858000"/>
              <a:gd name="connsiteX45-49273" fmla="*/ 629774 w 1508539"/>
              <a:gd name="connsiteY45-49274" fmla="*/ 4946844 h 6858000"/>
              <a:gd name="connsiteX46-49275" fmla="*/ 625630 w 1508539"/>
              <a:gd name="connsiteY46-49276" fmla="*/ 4932692 h 6858000"/>
              <a:gd name="connsiteX47-49277" fmla="*/ 641033 w 1508539"/>
              <a:gd name="connsiteY47-49278" fmla="*/ 4858827 h 6858000"/>
              <a:gd name="connsiteX48-49279" fmla="*/ 646936 w 1508539"/>
              <a:gd name="connsiteY48-49280" fmla="*/ 4821170 h 6858000"/>
              <a:gd name="connsiteX49-49281" fmla="*/ 651669 w 1508539"/>
              <a:gd name="connsiteY49-49282" fmla="*/ 4780965 h 6858000"/>
              <a:gd name="connsiteX50-49283" fmla="*/ 652962 w 1508539"/>
              <a:gd name="connsiteY50-49284" fmla="*/ 4750867 h 6858000"/>
              <a:gd name="connsiteX51-49285" fmla="*/ 650769 w 1508539"/>
              <a:gd name="connsiteY51-49286" fmla="*/ 4690749 h 6858000"/>
              <a:gd name="connsiteX52-49287" fmla="*/ 646249 w 1508539"/>
              <a:gd name="connsiteY52-49288" fmla="*/ 4584173 h 6858000"/>
              <a:gd name="connsiteX53-49289" fmla="*/ 641332 w 1508539"/>
              <a:gd name="connsiteY53-49290" fmla="*/ 4444346 h 6858000"/>
              <a:gd name="connsiteX54-49291" fmla="*/ 637897 w 1508539"/>
              <a:gd name="connsiteY54-49292" fmla="*/ 4375228 h 6858000"/>
              <a:gd name="connsiteX55-49293" fmla="*/ 618550 w 1508539"/>
              <a:gd name="connsiteY55-49294" fmla="*/ 4214165 h 6858000"/>
              <a:gd name="connsiteX56-49295" fmla="*/ 622623 w 1508539"/>
              <a:gd name="connsiteY56-49296" fmla="*/ 4090296 h 6858000"/>
              <a:gd name="connsiteX57-49297" fmla="*/ 607879 w 1508539"/>
              <a:gd name="connsiteY57-49298" fmla="*/ 4033999 h 6858000"/>
              <a:gd name="connsiteX58-49299" fmla="*/ 609028 w 1508539"/>
              <a:gd name="connsiteY58-49300" fmla="*/ 4031933 h 6858000"/>
              <a:gd name="connsiteX59-49301" fmla="*/ 607604 w 1508539"/>
              <a:gd name="connsiteY59-49302" fmla="*/ 4013953 h 6858000"/>
              <a:gd name="connsiteX60-49303" fmla="*/ 593899 w 1508539"/>
              <a:gd name="connsiteY60-49304" fmla="*/ 3974753 h 6858000"/>
              <a:gd name="connsiteX61-49305" fmla="*/ 595497 w 1508539"/>
              <a:gd name="connsiteY61-49306" fmla="*/ 3969950 h 6858000"/>
              <a:gd name="connsiteX62-49307" fmla="*/ 588919 w 1508539"/>
              <a:gd name="connsiteY62-49308" fmla="*/ 3933779 h 6858000"/>
              <a:gd name="connsiteX63-49309" fmla="*/ 590250 w 1508539"/>
              <a:gd name="connsiteY63-49310" fmla="*/ 3933093 h 6858000"/>
              <a:gd name="connsiteX64-49311" fmla="*/ 594604 w 1508539"/>
              <a:gd name="connsiteY64-49312" fmla="*/ 3922082 h 6858000"/>
              <a:gd name="connsiteX65-49313" fmla="*/ 599682 w 1508539"/>
              <a:gd name="connsiteY65-49314" fmla="*/ 3901461 h 6858000"/>
              <a:gd name="connsiteX66-49315" fmla="*/ 622276 w 1508539"/>
              <a:gd name="connsiteY66-49316" fmla="*/ 3813873 h 6858000"/>
              <a:gd name="connsiteX67-49317" fmla="*/ 621701 w 1508539"/>
              <a:gd name="connsiteY67-49318" fmla="*/ 3806161 h 6858000"/>
              <a:gd name="connsiteX68-49319" fmla="*/ 622008 w 1508539"/>
              <a:gd name="connsiteY68-49320" fmla="*/ 3805957 h 6858000"/>
              <a:gd name="connsiteX69-49321" fmla="*/ 622035 w 1508539"/>
              <a:gd name="connsiteY69-49322" fmla="*/ 3797724 h 6858000"/>
              <a:gd name="connsiteX70-49323" fmla="*/ 620650 w 1508539"/>
              <a:gd name="connsiteY70-49324" fmla="*/ 3792098 h 6858000"/>
              <a:gd name="connsiteX71-49325" fmla="*/ 619534 w 1508539"/>
              <a:gd name="connsiteY71-49326" fmla="*/ 3777135 h 6858000"/>
              <a:gd name="connsiteX72-49327" fmla="*/ 621267 w 1508539"/>
              <a:gd name="connsiteY72-49328" fmla="*/ 3771656 h 6858000"/>
              <a:gd name="connsiteX73-49329" fmla="*/ 625010 w 1508539"/>
              <a:gd name="connsiteY73-49330" fmla="*/ 3769007 h 6858000"/>
              <a:gd name="connsiteX74-49331" fmla="*/ 624476 w 1508539"/>
              <a:gd name="connsiteY74-49332" fmla="*/ 3767709 h 6858000"/>
              <a:gd name="connsiteX75-49333" fmla="*/ 633172 w 1508539"/>
              <a:gd name="connsiteY75-49334" fmla="*/ 3738082 h 6858000"/>
              <a:gd name="connsiteX76-49335" fmla="*/ 640518 w 1508539"/>
              <a:gd name="connsiteY76-49336" fmla="*/ 3673397 h 6858000"/>
              <a:gd name="connsiteX77-49337" fmla="*/ 639814 w 1508539"/>
              <a:gd name="connsiteY77-49338" fmla="*/ 3637109 h 6858000"/>
              <a:gd name="connsiteX78-49339" fmla="*/ 643257 w 1508539"/>
              <a:gd name="connsiteY78-49340" fmla="*/ 3536883 h 6858000"/>
              <a:gd name="connsiteX79-49341" fmla="*/ 650795 w 1508539"/>
              <a:gd name="connsiteY79-49342" fmla="*/ 3435652 h 6858000"/>
              <a:gd name="connsiteX80-49343" fmla="*/ 652466 w 1508539"/>
              <a:gd name="connsiteY80-49344" fmla="*/ 3307769 h 6858000"/>
              <a:gd name="connsiteX81-49345" fmla="*/ 670029 w 1508539"/>
              <a:gd name="connsiteY81-49346" fmla="*/ 3250522 h 6858000"/>
              <a:gd name="connsiteX82-49347" fmla="*/ 670454 w 1508539"/>
              <a:gd name="connsiteY82-49348" fmla="*/ 3229163 h 6858000"/>
              <a:gd name="connsiteX83-49349" fmla="*/ 672277 w 1508539"/>
              <a:gd name="connsiteY83-49350" fmla="*/ 3217217 h 6858000"/>
              <a:gd name="connsiteX84-49351" fmla="*/ 659112 w 1508539"/>
              <a:gd name="connsiteY84-49352" fmla="*/ 3183755 h 6858000"/>
              <a:gd name="connsiteX85-49353" fmla="*/ 659613 w 1508539"/>
              <a:gd name="connsiteY85-49354" fmla="*/ 3178642 h 6858000"/>
              <a:gd name="connsiteX86-49355" fmla="*/ 647213 w 1508539"/>
              <a:gd name="connsiteY86-49356" fmla="*/ 3158586 h 6858000"/>
              <a:gd name="connsiteX87-49357" fmla="*/ 632398 w 1508539"/>
              <a:gd name="connsiteY87-49358" fmla="*/ 3129034 h 6858000"/>
              <a:gd name="connsiteX88-49359" fmla="*/ 633063 w 1508539"/>
              <a:gd name="connsiteY88-49360" fmla="*/ 3126682 h 6858000"/>
              <a:gd name="connsiteX89-49361" fmla="*/ 623931 w 1508539"/>
              <a:gd name="connsiteY89-49362" fmla="*/ 3114519 h 6858000"/>
              <a:gd name="connsiteX90-49363" fmla="*/ 610540 w 1508539"/>
              <a:gd name="connsiteY90-49364" fmla="*/ 3106272 h 6858000"/>
              <a:gd name="connsiteX91-49365" fmla="*/ 583270 w 1508539"/>
              <a:gd name="connsiteY91-49366" fmla="*/ 2958185 h 6858000"/>
              <a:gd name="connsiteX92-49367" fmla="*/ 525884 w 1508539"/>
              <a:gd name="connsiteY92-49368" fmla="*/ 2762989 h 6858000"/>
              <a:gd name="connsiteX93-49369" fmla="*/ 474802 w 1508539"/>
              <a:gd name="connsiteY93-49370" fmla="*/ 2554718 h 6858000"/>
              <a:gd name="connsiteX94-49371" fmla="*/ 454896 w 1508539"/>
              <a:gd name="connsiteY94-49372" fmla="*/ 2485734 h 6858000"/>
              <a:gd name="connsiteX95-49373" fmla="*/ 445619 w 1508539"/>
              <a:gd name="connsiteY95-49374" fmla="*/ 2447068 h 6858000"/>
              <a:gd name="connsiteX96-49375" fmla="*/ 432580 w 1508539"/>
              <a:gd name="connsiteY96-49376" fmla="*/ 2425819 h 6858000"/>
              <a:gd name="connsiteX97-49377" fmla="*/ 438579 w 1508539"/>
              <a:gd name="connsiteY97-49378" fmla="*/ 2402874 h 6858000"/>
              <a:gd name="connsiteX98-49379" fmla="*/ 441191 w 1508539"/>
              <a:gd name="connsiteY98-49380" fmla="*/ 2381443 h 6858000"/>
              <a:gd name="connsiteX99-49381" fmla="*/ 417520 w 1508539"/>
              <a:gd name="connsiteY99-49382" fmla="*/ 2261920 h 6858000"/>
              <a:gd name="connsiteX100-49383" fmla="*/ 407407 w 1508539"/>
              <a:gd name="connsiteY100-49384" fmla="*/ 2195378 h 6858000"/>
              <a:gd name="connsiteX101-49385" fmla="*/ 391624 w 1508539"/>
              <a:gd name="connsiteY101-49386" fmla="*/ 2155135 h 6858000"/>
              <a:gd name="connsiteX102-49387" fmla="*/ 389082 w 1508539"/>
              <a:gd name="connsiteY102-49388" fmla="*/ 2118008 h 6858000"/>
              <a:gd name="connsiteX103-49389" fmla="*/ 390075 w 1508539"/>
              <a:gd name="connsiteY103-49390" fmla="*/ 2050531 h 6858000"/>
              <a:gd name="connsiteX104-49391" fmla="*/ 381881 w 1508539"/>
              <a:gd name="connsiteY104-49392" fmla="*/ 1963269 h 6858000"/>
              <a:gd name="connsiteX105-49393" fmla="*/ 363059 w 1508539"/>
              <a:gd name="connsiteY105-49394" fmla="*/ 1906352 h 6858000"/>
              <a:gd name="connsiteX106-49395" fmla="*/ 339616 w 1508539"/>
              <a:gd name="connsiteY106-49396" fmla="*/ 1861531 h 6858000"/>
              <a:gd name="connsiteX107-49397" fmla="*/ 293415 w 1508539"/>
              <a:gd name="connsiteY107-49398" fmla="*/ 1732919 h 6858000"/>
              <a:gd name="connsiteX108-49399" fmla="*/ 265726 w 1508539"/>
              <a:gd name="connsiteY108-49400" fmla="*/ 1663540 h 6858000"/>
              <a:gd name="connsiteX109-49401" fmla="*/ 264852 w 1508539"/>
              <a:gd name="connsiteY109-49402" fmla="*/ 1615777 h 6858000"/>
              <a:gd name="connsiteX110-49403" fmla="*/ 245647 w 1508539"/>
              <a:gd name="connsiteY110-49404" fmla="*/ 1563678 h 6858000"/>
              <a:gd name="connsiteX111-49405" fmla="*/ 258727 w 1508539"/>
              <a:gd name="connsiteY111-49406" fmla="*/ 1519474 h 6858000"/>
              <a:gd name="connsiteX112-49407" fmla="*/ 251469 w 1508539"/>
              <a:gd name="connsiteY112-49408" fmla="*/ 1477995 h 6858000"/>
              <a:gd name="connsiteX113-49409" fmla="*/ 237554 w 1508539"/>
              <a:gd name="connsiteY113-49410" fmla="*/ 1373769 h 6858000"/>
              <a:gd name="connsiteX114-49411" fmla="*/ 245861 w 1508539"/>
              <a:gd name="connsiteY114-49412" fmla="*/ 1307086 h 6858000"/>
              <a:gd name="connsiteX115-49413" fmla="*/ 247049 w 1508539"/>
              <a:gd name="connsiteY115-49414" fmla="*/ 1189033 h 6858000"/>
              <a:gd name="connsiteX116-49415" fmla="*/ 251734 w 1508539"/>
              <a:gd name="connsiteY116-49416" fmla="*/ 1168288 h 6858000"/>
              <a:gd name="connsiteX117-49417" fmla="*/ 244016 w 1508539"/>
              <a:gd name="connsiteY117-49418" fmla="*/ 1142577 h 6858000"/>
              <a:gd name="connsiteX118-49419" fmla="*/ 233322 w 1508539"/>
              <a:gd name="connsiteY118-49420" fmla="*/ 1088484 h 6858000"/>
              <a:gd name="connsiteX119-49421" fmla="*/ 222058 w 1508539"/>
              <a:gd name="connsiteY119-49422" fmla="*/ 1016103 h 6858000"/>
              <a:gd name="connsiteX120-49423" fmla="*/ 223514 w 1508539"/>
              <a:gd name="connsiteY120-49424" fmla="*/ 932283 h 6858000"/>
              <a:gd name="connsiteX121-49425" fmla="*/ 225750 w 1508539"/>
              <a:gd name="connsiteY121-49426" fmla="*/ 915925 h 6858000"/>
              <a:gd name="connsiteX122-49427" fmla="*/ 218379 w 1508539"/>
              <a:gd name="connsiteY122-49428" fmla="*/ 896999 h 6858000"/>
              <a:gd name="connsiteX123-49429" fmla="*/ 187787 w 1508539"/>
              <a:gd name="connsiteY123-49430" fmla="*/ 821517 h 6858000"/>
              <a:gd name="connsiteX124-49431" fmla="*/ 166737 w 1508539"/>
              <a:gd name="connsiteY124-49432" fmla="*/ 751353 h 6858000"/>
              <a:gd name="connsiteX125-49433" fmla="*/ 166295 w 1508539"/>
              <a:gd name="connsiteY125-49434" fmla="*/ 721230 h 6858000"/>
              <a:gd name="connsiteX126-49435" fmla="*/ 151966 w 1508539"/>
              <a:gd name="connsiteY126-49436" fmla="*/ 681659 h 6858000"/>
              <a:gd name="connsiteX127-49437" fmla="*/ 137385 w 1508539"/>
              <a:gd name="connsiteY127-49438" fmla="*/ 635218 h 6858000"/>
              <a:gd name="connsiteX128-49439" fmla="*/ 142396 w 1508539"/>
              <a:gd name="connsiteY128-49440" fmla="*/ 613763 h 6858000"/>
              <a:gd name="connsiteX129-49441" fmla="*/ 128338 w 1508539"/>
              <a:gd name="connsiteY129-49442" fmla="*/ 598582 h 6858000"/>
              <a:gd name="connsiteX130-49443" fmla="*/ 128019 w 1508539"/>
              <a:gd name="connsiteY130-49444" fmla="*/ 576846 h 6858000"/>
              <a:gd name="connsiteX131-49445" fmla="*/ 107645 w 1508539"/>
              <a:gd name="connsiteY131-49446" fmla="*/ 530055 h 6858000"/>
              <a:gd name="connsiteX132-49447" fmla="*/ 106893 w 1508539"/>
              <a:gd name="connsiteY132-49448" fmla="*/ 465389 h 6858000"/>
              <a:gd name="connsiteX133-49449" fmla="*/ 89816 w 1508539"/>
              <a:gd name="connsiteY133-49450" fmla="*/ 424699 h 6858000"/>
              <a:gd name="connsiteX134-49451" fmla="*/ 90191 w 1508539"/>
              <a:gd name="connsiteY134-49452" fmla="*/ 404917 h 6858000"/>
              <a:gd name="connsiteX135-49453" fmla="*/ 70148 w 1508539"/>
              <a:gd name="connsiteY135-49454" fmla="*/ 367211 h 6858000"/>
              <a:gd name="connsiteX136-49455" fmla="*/ 36452 w 1508539"/>
              <a:gd name="connsiteY136-49456" fmla="*/ 268519 h 6858000"/>
              <a:gd name="connsiteX137-49457" fmla="*/ 23935 w 1508539"/>
              <a:gd name="connsiteY137-49458" fmla="*/ 160886 h 6858000"/>
              <a:gd name="connsiteX138-49459" fmla="*/ 19312 w 1508539"/>
              <a:gd name="connsiteY138-49460" fmla="*/ 47336 h 6858000"/>
              <a:gd name="connsiteX139-49461" fmla="*/ 0 w 1508539"/>
              <a:gd name="connsiteY139-49462" fmla="*/ 0 h 6858000"/>
              <a:gd name="connsiteX0-49463" fmla="*/ 0 w 1508539"/>
              <a:gd name="connsiteY0-49464" fmla="*/ 0 h 6858000"/>
              <a:gd name="connsiteX1-49465" fmla="*/ 1508539 w 1508539"/>
              <a:gd name="connsiteY1-49466" fmla="*/ 0 h 6858000"/>
              <a:gd name="connsiteX2-49467" fmla="*/ 1508539 w 1508539"/>
              <a:gd name="connsiteY2-49468" fmla="*/ 6858000 h 6858000"/>
              <a:gd name="connsiteX3-49469" fmla="*/ 245233 w 1508539"/>
              <a:gd name="connsiteY3-49470" fmla="*/ 6857735 h 6858000"/>
              <a:gd name="connsiteX4-49471" fmla="*/ 243784 w 1508539"/>
              <a:gd name="connsiteY4-49472" fmla="*/ 6776847 h 6858000"/>
              <a:gd name="connsiteX5-49473" fmla="*/ 255284 w 1508539"/>
              <a:gd name="connsiteY5-49474" fmla="*/ 6737706 h 6858000"/>
              <a:gd name="connsiteX6-49475" fmla="*/ 267342 w 1508539"/>
              <a:gd name="connsiteY6-49476" fmla="*/ 6683638 h 6858000"/>
              <a:gd name="connsiteX7-49477" fmla="*/ 295622 w 1508539"/>
              <a:gd name="connsiteY7-49478" fmla="*/ 6659970 h 6858000"/>
              <a:gd name="connsiteX8-49479" fmla="*/ 310713 w 1508539"/>
              <a:gd name="connsiteY8-49480" fmla="*/ 6636211 h 6858000"/>
              <a:gd name="connsiteX9-49481" fmla="*/ 328157 w 1508539"/>
              <a:gd name="connsiteY9-49482" fmla="*/ 6594177 h 6858000"/>
              <a:gd name="connsiteX10-49483" fmla="*/ 325289 w 1508539"/>
              <a:gd name="connsiteY10-49484" fmla="*/ 6525770 h 6858000"/>
              <a:gd name="connsiteX11-49485" fmla="*/ 395154 w 1508539"/>
              <a:gd name="connsiteY11-49486" fmla="*/ 6492130 h 6858000"/>
              <a:gd name="connsiteX12-49487" fmla="*/ 410841 w 1508539"/>
              <a:gd name="connsiteY12-49488" fmla="*/ 6431610 h 6858000"/>
              <a:gd name="connsiteX13-49489" fmla="*/ 454546 w 1508539"/>
              <a:gd name="connsiteY13-49490" fmla="*/ 6379786 h 6858000"/>
              <a:gd name="connsiteX14-49491" fmla="*/ 239104 w 1508539"/>
              <a:gd name="connsiteY14-49492" fmla="*/ 6414240 h 6858000"/>
              <a:gd name="connsiteX15-49493" fmla="*/ 241880 w 1508539"/>
              <a:gd name="connsiteY15-49494" fmla="*/ 6384857 h 6858000"/>
              <a:gd name="connsiteX16-49495" fmla="*/ 240591 w 1508539"/>
              <a:gd name="connsiteY16-49496" fmla="*/ 6367510 h 6858000"/>
              <a:gd name="connsiteX17-49497" fmla="*/ 244471 w 1508539"/>
              <a:gd name="connsiteY17-49498" fmla="*/ 6349778 h 6858000"/>
              <a:gd name="connsiteX18-49499" fmla="*/ 246136 w 1508539"/>
              <a:gd name="connsiteY18-49500" fmla="*/ 6348250 h 6858000"/>
              <a:gd name="connsiteX19-49501" fmla="*/ 262170 w 1508539"/>
              <a:gd name="connsiteY19-49502" fmla="*/ 6281972 h 6858000"/>
              <a:gd name="connsiteX20-49503" fmla="*/ 290557 w 1508539"/>
              <a:gd name="connsiteY20-49504" fmla="*/ 6153037 h 6858000"/>
              <a:gd name="connsiteX21-49505" fmla="*/ 314428 w 1508539"/>
              <a:gd name="connsiteY21-49506" fmla="*/ 6113913 h 6858000"/>
              <a:gd name="connsiteX22-49507" fmla="*/ 318721 w 1508539"/>
              <a:gd name="connsiteY22-49508" fmla="*/ 6028119 h 6858000"/>
              <a:gd name="connsiteX23-49509" fmla="*/ 363126 w 1508539"/>
              <a:gd name="connsiteY23-49510" fmla="*/ 5934687 h 6858000"/>
              <a:gd name="connsiteX24-49511" fmla="*/ 408411 w 1508539"/>
              <a:gd name="connsiteY24-49512" fmla="*/ 5704905 h 6858000"/>
              <a:gd name="connsiteX25-49513" fmla="*/ 425529 w 1508539"/>
              <a:gd name="connsiteY25-49514" fmla="*/ 5676393 h 6858000"/>
              <a:gd name="connsiteX26-49515" fmla="*/ 465121 w 1508539"/>
              <a:gd name="connsiteY26-49516" fmla="*/ 5563435 h 6858000"/>
              <a:gd name="connsiteX27-49517" fmla="*/ 512251 w 1508539"/>
              <a:gd name="connsiteY27-49518" fmla="*/ 5437125 h 6858000"/>
              <a:gd name="connsiteX28-49519" fmla="*/ 525819 w 1508539"/>
              <a:gd name="connsiteY28-49520" fmla="*/ 5396260 h 6858000"/>
              <a:gd name="connsiteX29-49521" fmla="*/ 541800 w 1508539"/>
              <a:gd name="connsiteY29-49522" fmla="*/ 5330009 h 6858000"/>
              <a:gd name="connsiteX30-49523" fmla="*/ 575293 w 1508539"/>
              <a:gd name="connsiteY30-49524" fmla="*/ 5273739 h 6858000"/>
              <a:gd name="connsiteX31-49525" fmla="*/ 584892 w 1508539"/>
              <a:gd name="connsiteY31-49526" fmla="*/ 5241779 h 6858000"/>
              <a:gd name="connsiteX32-49527" fmla="*/ 596118 w 1508539"/>
              <a:gd name="connsiteY32-49528" fmla="*/ 5225268 h 6858000"/>
              <a:gd name="connsiteX33-49529" fmla="*/ 597138 w 1508539"/>
              <a:gd name="connsiteY33-49530" fmla="*/ 5217684 h 6858000"/>
              <a:gd name="connsiteX34-49531" fmla="*/ 604479 w 1508539"/>
              <a:gd name="connsiteY34-49532" fmla="*/ 5193377 h 6858000"/>
              <a:gd name="connsiteX35-49533" fmla="*/ 607782 w 1508539"/>
              <a:gd name="connsiteY35-49534" fmla="*/ 5179288 h 6858000"/>
              <a:gd name="connsiteX36-49535" fmla="*/ 608766 w 1508539"/>
              <a:gd name="connsiteY36-49536" fmla="*/ 5173621 h 6858000"/>
              <a:gd name="connsiteX37-49537" fmla="*/ 604400 w 1508539"/>
              <a:gd name="connsiteY37-49538" fmla="*/ 5159961 h 6858000"/>
              <a:gd name="connsiteX38-49539" fmla="*/ 611077 w 1508539"/>
              <a:gd name="connsiteY38-49540" fmla="*/ 5144295 h 6858000"/>
              <a:gd name="connsiteX39-49541" fmla="*/ 608010 w 1508539"/>
              <a:gd name="connsiteY39-49542" fmla="*/ 5125185 h 6858000"/>
              <a:gd name="connsiteX40-49543" fmla="*/ 614840 w 1508539"/>
              <a:gd name="connsiteY40-49544" fmla="*/ 5121884 h 6858000"/>
              <a:gd name="connsiteX41-49545" fmla="*/ 621876 w 1508539"/>
              <a:gd name="connsiteY41-49546" fmla="*/ 5067850 h 6858000"/>
              <a:gd name="connsiteX42-49547" fmla="*/ 624607 w 1508539"/>
              <a:gd name="connsiteY42-49548" fmla="*/ 5060861 h 6858000"/>
              <a:gd name="connsiteX43-49549" fmla="*/ 621311 w 1508539"/>
              <a:gd name="connsiteY43-49550" fmla="*/ 5034192 h 6858000"/>
              <a:gd name="connsiteX44-49551" fmla="*/ 622865 w 1508539"/>
              <a:gd name="connsiteY44-49552" fmla="*/ 4993030 h 6858000"/>
              <a:gd name="connsiteX45-49553" fmla="*/ 629774 w 1508539"/>
              <a:gd name="connsiteY45-49554" fmla="*/ 4946844 h 6858000"/>
              <a:gd name="connsiteX46-49555" fmla="*/ 625630 w 1508539"/>
              <a:gd name="connsiteY46-49556" fmla="*/ 4932692 h 6858000"/>
              <a:gd name="connsiteX47-49557" fmla="*/ 641033 w 1508539"/>
              <a:gd name="connsiteY47-49558" fmla="*/ 4858827 h 6858000"/>
              <a:gd name="connsiteX48-49559" fmla="*/ 646936 w 1508539"/>
              <a:gd name="connsiteY48-49560" fmla="*/ 4821170 h 6858000"/>
              <a:gd name="connsiteX49-49561" fmla="*/ 651669 w 1508539"/>
              <a:gd name="connsiteY49-49562" fmla="*/ 4780965 h 6858000"/>
              <a:gd name="connsiteX50-49563" fmla="*/ 652962 w 1508539"/>
              <a:gd name="connsiteY50-49564" fmla="*/ 4750867 h 6858000"/>
              <a:gd name="connsiteX51-49565" fmla="*/ 650769 w 1508539"/>
              <a:gd name="connsiteY51-49566" fmla="*/ 4690749 h 6858000"/>
              <a:gd name="connsiteX52-49567" fmla="*/ 646249 w 1508539"/>
              <a:gd name="connsiteY52-49568" fmla="*/ 4584173 h 6858000"/>
              <a:gd name="connsiteX53-49569" fmla="*/ 641332 w 1508539"/>
              <a:gd name="connsiteY53-49570" fmla="*/ 4444346 h 6858000"/>
              <a:gd name="connsiteX54-49571" fmla="*/ 637897 w 1508539"/>
              <a:gd name="connsiteY54-49572" fmla="*/ 4375228 h 6858000"/>
              <a:gd name="connsiteX55-49573" fmla="*/ 618550 w 1508539"/>
              <a:gd name="connsiteY55-49574" fmla="*/ 4214165 h 6858000"/>
              <a:gd name="connsiteX56-49575" fmla="*/ 622623 w 1508539"/>
              <a:gd name="connsiteY56-49576" fmla="*/ 4090296 h 6858000"/>
              <a:gd name="connsiteX57-49577" fmla="*/ 607879 w 1508539"/>
              <a:gd name="connsiteY57-49578" fmla="*/ 4033999 h 6858000"/>
              <a:gd name="connsiteX58-49579" fmla="*/ 609028 w 1508539"/>
              <a:gd name="connsiteY58-49580" fmla="*/ 4031933 h 6858000"/>
              <a:gd name="connsiteX59-49581" fmla="*/ 607604 w 1508539"/>
              <a:gd name="connsiteY59-49582" fmla="*/ 4013953 h 6858000"/>
              <a:gd name="connsiteX60-49583" fmla="*/ 593899 w 1508539"/>
              <a:gd name="connsiteY60-49584" fmla="*/ 3974753 h 6858000"/>
              <a:gd name="connsiteX61-49585" fmla="*/ 595497 w 1508539"/>
              <a:gd name="connsiteY61-49586" fmla="*/ 3969950 h 6858000"/>
              <a:gd name="connsiteX62-49587" fmla="*/ 588919 w 1508539"/>
              <a:gd name="connsiteY62-49588" fmla="*/ 3933779 h 6858000"/>
              <a:gd name="connsiteX63-49589" fmla="*/ 590250 w 1508539"/>
              <a:gd name="connsiteY63-49590" fmla="*/ 3933093 h 6858000"/>
              <a:gd name="connsiteX64-49591" fmla="*/ 594604 w 1508539"/>
              <a:gd name="connsiteY64-49592" fmla="*/ 3922082 h 6858000"/>
              <a:gd name="connsiteX65-49593" fmla="*/ 599682 w 1508539"/>
              <a:gd name="connsiteY65-49594" fmla="*/ 3901461 h 6858000"/>
              <a:gd name="connsiteX66-49595" fmla="*/ 622276 w 1508539"/>
              <a:gd name="connsiteY66-49596" fmla="*/ 3813873 h 6858000"/>
              <a:gd name="connsiteX67-49597" fmla="*/ 621701 w 1508539"/>
              <a:gd name="connsiteY67-49598" fmla="*/ 3806161 h 6858000"/>
              <a:gd name="connsiteX68-49599" fmla="*/ 622008 w 1508539"/>
              <a:gd name="connsiteY68-49600" fmla="*/ 3805957 h 6858000"/>
              <a:gd name="connsiteX69-49601" fmla="*/ 622035 w 1508539"/>
              <a:gd name="connsiteY69-49602" fmla="*/ 3797724 h 6858000"/>
              <a:gd name="connsiteX70-49603" fmla="*/ 620650 w 1508539"/>
              <a:gd name="connsiteY70-49604" fmla="*/ 3792098 h 6858000"/>
              <a:gd name="connsiteX71-49605" fmla="*/ 619534 w 1508539"/>
              <a:gd name="connsiteY71-49606" fmla="*/ 3777135 h 6858000"/>
              <a:gd name="connsiteX72-49607" fmla="*/ 621267 w 1508539"/>
              <a:gd name="connsiteY72-49608" fmla="*/ 3771656 h 6858000"/>
              <a:gd name="connsiteX73-49609" fmla="*/ 625010 w 1508539"/>
              <a:gd name="connsiteY73-49610" fmla="*/ 3769007 h 6858000"/>
              <a:gd name="connsiteX74-49611" fmla="*/ 624476 w 1508539"/>
              <a:gd name="connsiteY74-49612" fmla="*/ 3767709 h 6858000"/>
              <a:gd name="connsiteX75-49613" fmla="*/ 633172 w 1508539"/>
              <a:gd name="connsiteY75-49614" fmla="*/ 3738082 h 6858000"/>
              <a:gd name="connsiteX76-49615" fmla="*/ 640518 w 1508539"/>
              <a:gd name="connsiteY76-49616" fmla="*/ 3673397 h 6858000"/>
              <a:gd name="connsiteX77-49617" fmla="*/ 639814 w 1508539"/>
              <a:gd name="connsiteY77-49618" fmla="*/ 3637109 h 6858000"/>
              <a:gd name="connsiteX78-49619" fmla="*/ 643257 w 1508539"/>
              <a:gd name="connsiteY78-49620" fmla="*/ 3536883 h 6858000"/>
              <a:gd name="connsiteX79-49621" fmla="*/ 650795 w 1508539"/>
              <a:gd name="connsiteY79-49622" fmla="*/ 3435652 h 6858000"/>
              <a:gd name="connsiteX80-49623" fmla="*/ 652466 w 1508539"/>
              <a:gd name="connsiteY80-49624" fmla="*/ 3307769 h 6858000"/>
              <a:gd name="connsiteX81-49625" fmla="*/ 670029 w 1508539"/>
              <a:gd name="connsiteY81-49626" fmla="*/ 3250522 h 6858000"/>
              <a:gd name="connsiteX82-49627" fmla="*/ 670454 w 1508539"/>
              <a:gd name="connsiteY82-49628" fmla="*/ 3229163 h 6858000"/>
              <a:gd name="connsiteX83-49629" fmla="*/ 672277 w 1508539"/>
              <a:gd name="connsiteY83-49630" fmla="*/ 3217217 h 6858000"/>
              <a:gd name="connsiteX84-49631" fmla="*/ 659112 w 1508539"/>
              <a:gd name="connsiteY84-49632" fmla="*/ 3183755 h 6858000"/>
              <a:gd name="connsiteX85-49633" fmla="*/ 659613 w 1508539"/>
              <a:gd name="connsiteY85-49634" fmla="*/ 3178642 h 6858000"/>
              <a:gd name="connsiteX86-49635" fmla="*/ 647213 w 1508539"/>
              <a:gd name="connsiteY86-49636" fmla="*/ 3158586 h 6858000"/>
              <a:gd name="connsiteX87-49637" fmla="*/ 632398 w 1508539"/>
              <a:gd name="connsiteY87-49638" fmla="*/ 3129034 h 6858000"/>
              <a:gd name="connsiteX88-49639" fmla="*/ 633063 w 1508539"/>
              <a:gd name="connsiteY88-49640" fmla="*/ 3126682 h 6858000"/>
              <a:gd name="connsiteX89-49641" fmla="*/ 623931 w 1508539"/>
              <a:gd name="connsiteY89-49642" fmla="*/ 3114519 h 6858000"/>
              <a:gd name="connsiteX90-49643" fmla="*/ 610540 w 1508539"/>
              <a:gd name="connsiteY90-49644" fmla="*/ 3106272 h 6858000"/>
              <a:gd name="connsiteX91-49645" fmla="*/ 583270 w 1508539"/>
              <a:gd name="connsiteY91-49646" fmla="*/ 2958185 h 6858000"/>
              <a:gd name="connsiteX92-49647" fmla="*/ 525884 w 1508539"/>
              <a:gd name="connsiteY92-49648" fmla="*/ 2762989 h 6858000"/>
              <a:gd name="connsiteX93-49649" fmla="*/ 474802 w 1508539"/>
              <a:gd name="connsiteY93-49650" fmla="*/ 2554718 h 6858000"/>
              <a:gd name="connsiteX94-49651" fmla="*/ 454896 w 1508539"/>
              <a:gd name="connsiteY94-49652" fmla="*/ 2485734 h 6858000"/>
              <a:gd name="connsiteX95-49653" fmla="*/ 445619 w 1508539"/>
              <a:gd name="connsiteY95-49654" fmla="*/ 2447068 h 6858000"/>
              <a:gd name="connsiteX96-49655" fmla="*/ 432580 w 1508539"/>
              <a:gd name="connsiteY96-49656" fmla="*/ 2425819 h 6858000"/>
              <a:gd name="connsiteX97-49657" fmla="*/ 438579 w 1508539"/>
              <a:gd name="connsiteY97-49658" fmla="*/ 2402874 h 6858000"/>
              <a:gd name="connsiteX98-49659" fmla="*/ 441191 w 1508539"/>
              <a:gd name="connsiteY98-49660" fmla="*/ 2381443 h 6858000"/>
              <a:gd name="connsiteX99-49661" fmla="*/ 417520 w 1508539"/>
              <a:gd name="connsiteY99-49662" fmla="*/ 2261920 h 6858000"/>
              <a:gd name="connsiteX100-49663" fmla="*/ 407407 w 1508539"/>
              <a:gd name="connsiteY100-49664" fmla="*/ 2195378 h 6858000"/>
              <a:gd name="connsiteX101-49665" fmla="*/ 391624 w 1508539"/>
              <a:gd name="connsiteY101-49666" fmla="*/ 2155135 h 6858000"/>
              <a:gd name="connsiteX102-49667" fmla="*/ 389082 w 1508539"/>
              <a:gd name="connsiteY102-49668" fmla="*/ 2118008 h 6858000"/>
              <a:gd name="connsiteX103-49669" fmla="*/ 390075 w 1508539"/>
              <a:gd name="connsiteY103-49670" fmla="*/ 2050531 h 6858000"/>
              <a:gd name="connsiteX104-49671" fmla="*/ 381881 w 1508539"/>
              <a:gd name="connsiteY104-49672" fmla="*/ 1963269 h 6858000"/>
              <a:gd name="connsiteX105-49673" fmla="*/ 363059 w 1508539"/>
              <a:gd name="connsiteY105-49674" fmla="*/ 1906352 h 6858000"/>
              <a:gd name="connsiteX106-49675" fmla="*/ 339616 w 1508539"/>
              <a:gd name="connsiteY106-49676" fmla="*/ 1861531 h 6858000"/>
              <a:gd name="connsiteX107-49677" fmla="*/ 293415 w 1508539"/>
              <a:gd name="connsiteY107-49678" fmla="*/ 1732919 h 6858000"/>
              <a:gd name="connsiteX108-49679" fmla="*/ 265726 w 1508539"/>
              <a:gd name="connsiteY108-49680" fmla="*/ 1663540 h 6858000"/>
              <a:gd name="connsiteX109-49681" fmla="*/ 264852 w 1508539"/>
              <a:gd name="connsiteY109-49682" fmla="*/ 1615777 h 6858000"/>
              <a:gd name="connsiteX110-49683" fmla="*/ 245647 w 1508539"/>
              <a:gd name="connsiteY110-49684" fmla="*/ 1563678 h 6858000"/>
              <a:gd name="connsiteX111-49685" fmla="*/ 258727 w 1508539"/>
              <a:gd name="connsiteY111-49686" fmla="*/ 1519474 h 6858000"/>
              <a:gd name="connsiteX112-49687" fmla="*/ 251469 w 1508539"/>
              <a:gd name="connsiteY112-49688" fmla="*/ 1477995 h 6858000"/>
              <a:gd name="connsiteX113-49689" fmla="*/ 237554 w 1508539"/>
              <a:gd name="connsiteY113-49690" fmla="*/ 1373769 h 6858000"/>
              <a:gd name="connsiteX114-49691" fmla="*/ 245861 w 1508539"/>
              <a:gd name="connsiteY114-49692" fmla="*/ 1307086 h 6858000"/>
              <a:gd name="connsiteX115-49693" fmla="*/ 247049 w 1508539"/>
              <a:gd name="connsiteY115-49694" fmla="*/ 1189033 h 6858000"/>
              <a:gd name="connsiteX116-49695" fmla="*/ 251734 w 1508539"/>
              <a:gd name="connsiteY116-49696" fmla="*/ 1168288 h 6858000"/>
              <a:gd name="connsiteX117-49697" fmla="*/ 244016 w 1508539"/>
              <a:gd name="connsiteY117-49698" fmla="*/ 1142577 h 6858000"/>
              <a:gd name="connsiteX118-49699" fmla="*/ 233322 w 1508539"/>
              <a:gd name="connsiteY118-49700" fmla="*/ 1088484 h 6858000"/>
              <a:gd name="connsiteX119-49701" fmla="*/ 222058 w 1508539"/>
              <a:gd name="connsiteY119-49702" fmla="*/ 1016103 h 6858000"/>
              <a:gd name="connsiteX120-49703" fmla="*/ 223514 w 1508539"/>
              <a:gd name="connsiteY120-49704" fmla="*/ 932283 h 6858000"/>
              <a:gd name="connsiteX121-49705" fmla="*/ 225750 w 1508539"/>
              <a:gd name="connsiteY121-49706" fmla="*/ 915925 h 6858000"/>
              <a:gd name="connsiteX122-49707" fmla="*/ 218379 w 1508539"/>
              <a:gd name="connsiteY122-49708" fmla="*/ 896999 h 6858000"/>
              <a:gd name="connsiteX123-49709" fmla="*/ 187787 w 1508539"/>
              <a:gd name="connsiteY123-49710" fmla="*/ 821517 h 6858000"/>
              <a:gd name="connsiteX124-49711" fmla="*/ 166737 w 1508539"/>
              <a:gd name="connsiteY124-49712" fmla="*/ 751353 h 6858000"/>
              <a:gd name="connsiteX125-49713" fmla="*/ 166295 w 1508539"/>
              <a:gd name="connsiteY125-49714" fmla="*/ 721230 h 6858000"/>
              <a:gd name="connsiteX126-49715" fmla="*/ 151966 w 1508539"/>
              <a:gd name="connsiteY126-49716" fmla="*/ 681659 h 6858000"/>
              <a:gd name="connsiteX127-49717" fmla="*/ 137385 w 1508539"/>
              <a:gd name="connsiteY127-49718" fmla="*/ 635218 h 6858000"/>
              <a:gd name="connsiteX128-49719" fmla="*/ 142396 w 1508539"/>
              <a:gd name="connsiteY128-49720" fmla="*/ 613763 h 6858000"/>
              <a:gd name="connsiteX129-49721" fmla="*/ 128338 w 1508539"/>
              <a:gd name="connsiteY129-49722" fmla="*/ 598582 h 6858000"/>
              <a:gd name="connsiteX130-49723" fmla="*/ 128019 w 1508539"/>
              <a:gd name="connsiteY130-49724" fmla="*/ 576846 h 6858000"/>
              <a:gd name="connsiteX131-49725" fmla="*/ 107645 w 1508539"/>
              <a:gd name="connsiteY131-49726" fmla="*/ 530055 h 6858000"/>
              <a:gd name="connsiteX132-49727" fmla="*/ 106893 w 1508539"/>
              <a:gd name="connsiteY132-49728" fmla="*/ 465389 h 6858000"/>
              <a:gd name="connsiteX133-49729" fmla="*/ 89816 w 1508539"/>
              <a:gd name="connsiteY133-49730" fmla="*/ 424699 h 6858000"/>
              <a:gd name="connsiteX134-49731" fmla="*/ 90191 w 1508539"/>
              <a:gd name="connsiteY134-49732" fmla="*/ 404917 h 6858000"/>
              <a:gd name="connsiteX135-49733" fmla="*/ 70148 w 1508539"/>
              <a:gd name="connsiteY135-49734" fmla="*/ 367211 h 6858000"/>
              <a:gd name="connsiteX136-49735" fmla="*/ 36452 w 1508539"/>
              <a:gd name="connsiteY136-49736" fmla="*/ 268519 h 6858000"/>
              <a:gd name="connsiteX137-49737" fmla="*/ 23935 w 1508539"/>
              <a:gd name="connsiteY137-49738" fmla="*/ 160886 h 6858000"/>
              <a:gd name="connsiteX138-49739" fmla="*/ 19312 w 1508539"/>
              <a:gd name="connsiteY138-49740" fmla="*/ 47336 h 6858000"/>
              <a:gd name="connsiteX139-49741" fmla="*/ 0 w 1508539"/>
              <a:gd name="connsiteY139-49742" fmla="*/ 0 h 6858000"/>
              <a:gd name="connsiteX0-49743" fmla="*/ 0 w 1508539"/>
              <a:gd name="connsiteY0-49744" fmla="*/ 0 h 6858000"/>
              <a:gd name="connsiteX1-49745" fmla="*/ 1508539 w 1508539"/>
              <a:gd name="connsiteY1-49746" fmla="*/ 0 h 6858000"/>
              <a:gd name="connsiteX2-49747" fmla="*/ 1508539 w 1508539"/>
              <a:gd name="connsiteY2-49748" fmla="*/ 6858000 h 6858000"/>
              <a:gd name="connsiteX3-49749" fmla="*/ 245233 w 1508539"/>
              <a:gd name="connsiteY3-49750" fmla="*/ 6857735 h 6858000"/>
              <a:gd name="connsiteX4-49751" fmla="*/ 243784 w 1508539"/>
              <a:gd name="connsiteY4-49752" fmla="*/ 6776847 h 6858000"/>
              <a:gd name="connsiteX5-49753" fmla="*/ 255284 w 1508539"/>
              <a:gd name="connsiteY5-49754" fmla="*/ 6737706 h 6858000"/>
              <a:gd name="connsiteX6-49755" fmla="*/ 267342 w 1508539"/>
              <a:gd name="connsiteY6-49756" fmla="*/ 6683638 h 6858000"/>
              <a:gd name="connsiteX7-49757" fmla="*/ 295622 w 1508539"/>
              <a:gd name="connsiteY7-49758" fmla="*/ 6659970 h 6858000"/>
              <a:gd name="connsiteX8-49759" fmla="*/ 310713 w 1508539"/>
              <a:gd name="connsiteY8-49760" fmla="*/ 6636211 h 6858000"/>
              <a:gd name="connsiteX9-49761" fmla="*/ 328157 w 1508539"/>
              <a:gd name="connsiteY9-49762" fmla="*/ 6594177 h 6858000"/>
              <a:gd name="connsiteX10-49763" fmla="*/ 325289 w 1508539"/>
              <a:gd name="connsiteY10-49764" fmla="*/ 6525770 h 6858000"/>
              <a:gd name="connsiteX11-49765" fmla="*/ 395154 w 1508539"/>
              <a:gd name="connsiteY11-49766" fmla="*/ 6492130 h 6858000"/>
              <a:gd name="connsiteX12-49767" fmla="*/ 410841 w 1508539"/>
              <a:gd name="connsiteY12-49768" fmla="*/ 6431610 h 6858000"/>
              <a:gd name="connsiteX13-49769" fmla="*/ 454546 w 1508539"/>
              <a:gd name="connsiteY13-49770" fmla="*/ 6379786 h 6858000"/>
              <a:gd name="connsiteX14-49771" fmla="*/ 416634 w 1508539"/>
              <a:gd name="connsiteY14-49772" fmla="*/ 6346654 h 6858000"/>
              <a:gd name="connsiteX15-49773" fmla="*/ 241880 w 1508539"/>
              <a:gd name="connsiteY15-49774" fmla="*/ 6384857 h 6858000"/>
              <a:gd name="connsiteX16-49775" fmla="*/ 240591 w 1508539"/>
              <a:gd name="connsiteY16-49776" fmla="*/ 6367510 h 6858000"/>
              <a:gd name="connsiteX17-49777" fmla="*/ 244471 w 1508539"/>
              <a:gd name="connsiteY17-49778" fmla="*/ 6349778 h 6858000"/>
              <a:gd name="connsiteX18-49779" fmla="*/ 246136 w 1508539"/>
              <a:gd name="connsiteY18-49780" fmla="*/ 6348250 h 6858000"/>
              <a:gd name="connsiteX19-49781" fmla="*/ 262170 w 1508539"/>
              <a:gd name="connsiteY19-49782" fmla="*/ 6281972 h 6858000"/>
              <a:gd name="connsiteX20-49783" fmla="*/ 290557 w 1508539"/>
              <a:gd name="connsiteY20-49784" fmla="*/ 6153037 h 6858000"/>
              <a:gd name="connsiteX21-49785" fmla="*/ 314428 w 1508539"/>
              <a:gd name="connsiteY21-49786" fmla="*/ 6113913 h 6858000"/>
              <a:gd name="connsiteX22-49787" fmla="*/ 318721 w 1508539"/>
              <a:gd name="connsiteY22-49788" fmla="*/ 6028119 h 6858000"/>
              <a:gd name="connsiteX23-49789" fmla="*/ 363126 w 1508539"/>
              <a:gd name="connsiteY23-49790" fmla="*/ 5934687 h 6858000"/>
              <a:gd name="connsiteX24-49791" fmla="*/ 408411 w 1508539"/>
              <a:gd name="connsiteY24-49792" fmla="*/ 5704905 h 6858000"/>
              <a:gd name="connsiteX25-49793" fmla="*/ 425529 w 1508539"/>
              <a:gd name="connsiteY25-49794" fmla="*/ 5676393 h 6858000"/>
              <a:gd name="connsiteX26-49795" fmla="*/ 465121 w 1508539"/>
              <a:gd name="connsiteY26-49796" fmla="*/ 5563435 h 6858000"/>
              <a:gd name="connsiteX27-49797" fmla="*/ 512251 w 1508539"/>
              <a:gd name="connsiteY27-49798" fmla="*/ 5437125 h 6858000"/>
              <a:gd name="connsiteX28-49799" fmla="*/ 525819 w 1508539"/>
              <a:gd name="connsiteY28-49800" fmla="*/ 5396260 h 6858000"/>
              <a:gd name="connsiteX29-49801" fmla="*/ 541800 w 1508539"/>
              <a:gd name="connsiteY29-49802" fmla="*/ 5330009 h 6858000"/>
              <a:gd name="connsiteX30-49803" fmla="*/ 575293 w 1508539"/>
              <a:gd name="connsiteY30-49804" fmla="*/ 5273739 h 6858000"/>
              <a:gd name="connsiteX31-49805" fmla="*/ 584892 w 1508539"/>
              <a:gd name="connsiteY31-49806" fmla="*/ 5241779 h 6858000"/>
              <a:gd name="connsiteX32-49807" fmla="*/ 596118 w 1508539"/>
              <a:gd name="connsiteY32-49808" fmla="*/ 5225268 h 6858000"/>
              <a:gd name="connsiteX33-49809" fmla="*/ 597138 w 1508539"/>
              <a:gd name="connsiteY33-49810" fmla="*/ 5217684 h 6858000"/>
              <a:gd name="connsiteX34-49811" fmla="*/ 604479 w 1508539"/>
              <a:gd name="connsiteY34-49812" fmla="*/ 5193377 h 6858000"/>
              <a:gd name="connsiteX35-49813" fmla="*/ 607782 w 1508539"/>
              <a:gd name="connsiteY35-49814" fmla="*/ 5179288 h 6858000"/>
              <a:gd name="connsiteX36-49815" fmla="*/ 608766 w 1508539"/>
              <a:gd name="connsiteY36-49816" fmla="*/ 5173621 h 6858000"/>
              <a:gd name="connsiteX37-49817" fmla="*/ 604400 w 1508539"/>
              <a:gd name="connsiteY37-49818" fmla="*/ 5159961 h 6858000"/>
              <a:gd name="connsiteX38-49819" fmla="*/ 611077 w 1508539"/>
              <a:gd name="connsiteY38-49820" fmla="*/ 5144295 h 6858000"/>
              <a:gd name="connsiteX39-49821" fmla="*/ 608010 w 1508539"/>
              <a:gd name="connsiteY39-49822" fmla="*/ 5125185 h 6858000"/>
              <a:gd name="connsiteX40-49823" fmla="*/ 614840 w 1508539"/>
              <a:gd name="connsiteY40-49824" fmla="*/ 5121884 h 6858000"/>
              <a:gd name="connsiteX41-49825" fmla="*/ 621876 w 1508539"/>
              <a:gd name="connsiteY41-49826" fmla="*/ 5067850 h 6858000"/>
              <a:gd name="connsiteX42-49827" fmla="*/ 624607 w 1508539"/>
              <a:gd name="connsiteY42-49828" fmla="*/ 5060861 h 6858000"/>
              <a:gd name="connsiteX43-49829" fmla="*/ 621311 w 1508539"/>
              <a:gd name="connsiteY43-49830" fmla="*/ 5034192 h 6858000"/>
              <a:gd name="connsiteX44-49831" fmla="*/ 622865 w 1508539"/>
              <a:gd name="connsiteY44-49832" fmla="*/ 4993030 h 6858000"/>
              <a:gd name="connsiteX45-49833" fmla="*/ 629774 w 1508539"/>
              <a:gd name="connsiteY45-49834" fmla="*/ 4946844 h 6858000"/>
              <a:gd name="connsiteX46-49835" fmla="*/ 625630 w 1508539"/>
              <a:gd name="connsiteY46-49836" fmla="*/ 4932692 h 6858000"/>
              <a:gd name="connsiteX47-49837" fmla="*/ 641033 w 1508539"/>
              <a:gd name="connsiteY47-49838" fmla="*/ 4858827 h 6858000"/>
              <a:gd name="connsiteX48-49839" fmla="*/ 646936 w 1508539"/>
              <a:gd name="connsiteY48-49840" fmla="*/ 4821170 h 6858000"/>
              <a:gd name="connsiteX49-49841" fmla="*/ 651669 w 1508539"/>
              <a:gd name="connsiteY49-49842" fmla="*/ 4780965 h 6858000"/>
              <a:gd name="connsiteX50-49843" fmla="*/ 652962 w 1508539"/>
              <a:gd name="connsiteY50-49844" fmla="*/ 4750867 h 6858000"/>
              <a:gd name="connsiteX51-49845" fmla="*/ 650769 w 1508539"/>
              <a:gd name="connsiteY51-49846" fmla="*/ 4690749 h 6858000"/>
              <a:gd name="connsiteX52-49847" fmla="*/ 646249 w 1508539"/>
              <a:gd name="connsiteY52-49848" fmla="*/ 4584173 h 6858000"/>
              <a:gd name="connsiteX53-49849" fmla="*/ 641332 w 1508539"/>
              <a:gd name="connsiteY53-49850" fmla="*/ 4444346 h 6858000"/>
              <a:gd name="connsiteX54-49851" fmla="*/ 637897 w 1508539"/>
              <a:gd name="connsiteY54-49852" fmla="*/ 4375228 h 6858000"/>
              <a:gd name="connsiteX55-49853" fmla="*/ 618550 w 1508539"/>
              <a:gd name="connsiteY55-49854" fmla="*/ 4214165 h 6858000"/>
              <a:gd name="connsiteX56-49855" fmla="*/ 622623 w 1508539"/>
              <a:gd name="connsiteY56-49856" fmla="*/ 4090296 h 6858000"/>
              <a:gd name="connsiteX57-49857" fmla="*/ 607879 w 1508539"/>
              <a:gd name="connsiteY57-49858" fmla="*/ 4033999 h 6858000"/>
              <a:gd name="connsiteX58-49859" fmla="*/ 609028 w 1508539"/>
              <a:gd name="connsiteY58-49860" fmla="*/ 4031933 h 6858000"/>
              <a:gd name="connsiteX59-49861" fmla="*/ 607604 w 1508539"/>
              <a:gd name="connsiteY59-49862" fmla="*/ 4013953 h 6858000"/>
              <a:gd name="connsiteX60-49863" fmla="*/ 593899 w 1508539"/>
              <a:gd name="connsiteY60-49864" fmla="*/ 3974753 h 6858000"/>
              <a:gd name="connsiteX61-49865" fmla="*/ 595497 w 1508539"/>
              <a:gd name="connsiteY61-49866" fmla="*/ 3969950 h 6858000"/>
              <a:gd name="connsiteX62-49867" fmla="*/ 588919 w 1508539"/>
              <a:gd name="connsiteY62-49868" fmla="*/ 3933779 h 6858000"/>
              <a:gd name="connsiteX63-49869" fmla="*/ 590250 w 1508539"/>
              <a:gd name="connsiteY63-49870" fmla="*/ 3933093 h 6858000"/>
              <a:gd name="connsiteX64-49871" fmla="*/ 594604 w 1508539"/>
              <a:gd name="connsiteY64-49872" fmla="*/ 3922082 h 6858000"/>
              <a:gd name="connsiteX65-49873" fmla="*/ 599682 w 1508539"/>
              <a:gd name="connsiteY65-49874" fmla="*/ 3901461 h 6858000"/>
              <a:gd name="connsiteX66-49875" fmla="*/ 622276 w 1508539"/>
              <a:gd name="connsiteY66-49876" fmla="*/ 3813873 h 6858000"/>
              <a:gd name="connsiteX67-49877" fmla="*/ 621701 w 1508539"/>
              <a:gd name="connsiteY67-49878" fmla="*/ 3806161 h 6858000"/>
              <a:gd name="connsiteX68-49879" fmla="*/ 622008 w 1508539"/>
              <a:gd name="connsiteY68-49880" fmla="*/ 3805957 h 6858000"/>
              <a:gd name="connsiteX69-49881" fmla="*/ 622035 w 1508539"/>
              <a:gd name="connsiteY69-49882" fmla="*/ 3797724 h 6858000"/>
              <a:gd name="connsiteX70-49883" fmla="*/ 620650 w 1508539"/>
              <a:gd name="connsiteY70-49884" fmla="*/ 3792098 h 6858000"/>
              <a:gd name="connsiteX71-49885" fmla="*/ 619534 w 1508539"/>
              <a:gd name="connsiteY71-49886" fmla="*/ 3777135 h 6858000"/>
              <a:gd name="connsiteX72-49887" fmla="*/ 621267 w 1508539"/>
              <a:gd name="connsiteY72-49888" fmla="*/ 3771656 h 6858000"/>
              <a:gd name="connsiteX73-49889" fmla="*/ 625010 w 1508539"/>
              <a:gd name="connsiteY73-49890" fmla="*/ 3769007 h 6858000"/>
              <a:gd name="connsiteX74-49891" fmla="*/ 624476 w 1508539"/>
              <a:gd name="connsiteY74-49892" fmla="*/ 3767709 h 6858000"/>
              <a:gd name="connsiteX75-49893" fmla="*/ 633172 w 1508539"/>
              <a:gd name="connsiteY75-49894" fmla="*/ 3738082 h 6858000"/>
              <a:gd name="connsiteX76-49895" fmla="*/ 640518 w 1508539"/>
              <a:gd name="connsiteY76-49896" fmla="*/ 3673397 h 6858000"/>
              <a:gd name="connsiteX77-49897" fmla="*/ 639814 w 1508539"/>
              <a:gd name="connsiteY77-49898" fmla="*/ 3637109 h 6858000"/>
              <a:gd name="connsiteX78-49899" fmla="*/ 643257 w 1508539"/>
              <a:gd name="connsiteY78-49900" fmla="*/ 3536883 h 6858000"/>
              <a:gd name="connsiteX79-49901" fmla="*/ 650795 w 1508539"/>
              <a:gd name="connsiteY79-49902" fmla="*/ 3435652 h 6858000"/>
              <a:gd name="connsiteX80-49903" fmla="*/ 652466 w 1508539"/>
              <a:gd name="connsiteY80-49904" fmla="*/ 3307769 h 6858000"/>
              <a:gd name="connsiteX81-49905" fmla="*/ 670029 w 1508539"/>
              <a:gd name="connsiteY81-49906" fmla="*/ 3250522 h 6858000"/>
              <a:gd name="connsiteX82-49907" fmla="*/ 670454 w 1508539"/>
              <a:gd name="connsiteY82-49908" fmla="*/ 3229163 h 6858000"/>
              <a:gd name="connsiteX83-49909" fmla="*/ 672277 w 1508539"/>
              <a:gd name="connsiteY83-49910" fmla="*/ 3217217 h 6858000"/>
              <a:gd name="connsiteX84-49911" fmla="*/ 659112 w 1508539"/>
              <a:gd name="connsiteY84-49912" fmla="*/ 3183755 h 6858000"/>
              <a:gd name="connsiteX85-49913" fmla="*/ 659613 w 1508539"/>
              <a:gd name="connsiteY85-49914" fmla="*/ 3178642 h 6858000"/>
              <a:gd name="connsiteX86-49915" fmla="*/ 647213 w 1508539"/>
              <a:gd name="connsiteY86-49916" fmla="*/ 3158586 h 6858000"/>
              <a:gd name="connsiteX87-49917" fmla="*/ 632398 w 1508539"/>
              <a:gd name="connsiteY87-49918" fmla="*/ 3129034 h 6858000"/>
              <a:gd name="connsiteX88-49919" fmla="*/ 633063 w 1508539"/>
              <a:gd name="connsiteY88-49920" fmla="*/ 3126682 h 6858000"/>
              <a:gd name="connsiteX89-49921" fmla="*/ 623931 w 1508539"/>
              <a:gd name="connsiteY89-49922" fmla="*/ 3114519 h 6858000"/>
              <a:gd name="connsiteX90-49923" fmla="*/ 610540 w 1508539"/>
              <a:gd name="connsiteY90-49924" fmla="*/ 3106272 h 6858000"/>
              <a:gd name="connsiteX91-49925" fmla="*/ 583270 w 1508539"/>
              <a:gd name="connsiteY91-49926" fmla="*/ 2958185 h 6858000"/>
              <a:gd name="connsiteX92-49927" fmla="*/ 525884 w 1508539"/>
              <a:gd name="connsiteY92-49928" fmla="*/ 2762989 h 6858000"/>
              <a:gd name="connsiteX93-49929" fmla="*/ 474802 w 1508539"/>
              <a:gd name="connsiteY93-49930" fmla="*/ 2554718 h 6858000"/>
              <a:gd name="connsiteX94-49931" fmla="*/ 454896 w 1508539"/>
              <a:gd name="connsiteY94-49932" fmla="*/ 2485734 h 6858000"/>
              <a:gd name="connsiteX95-49933" fmla="*/ 445619 w 1508539"/>
              <a:gd name="connsiteY95-49934" fmla="*/ 2447068 h 6858000"/>
              <a:gd name="connsiteX96-49935" fmla="*/ 432580 w 1508539"/>
              <a:gd name="connsiteY96-49936" fmla="*/ 2425819 h 6858000"/>
              <a:gd name="connsiteX97-49937" fmla="*/ 438579 w 1508539"/>
              <a:gd name="connsiteY97-49938" fmla="*/ 2402874 h 6858000"/>
              <a:gd name="connsiteX98-49939" fmla="*/ 441191 w 1508539"/>
              <a:gd name="connsiteY98-49940" fmla="*/ 2381443 h 6858000"/>
              <a:gd name="connsiteX99-49941" fmla="*/ 417520 w 1508539"/>
              <a:gd name="connsiteY99-49942" fmla="*/ 2261920 h 6858000"/>
              <a:gd name="connsiteX100-49943" fmla="*/ 407407 w 1508539"/>
              <a:gd name="connsiteY100-49944" fmla="*/ 2195378 h 6858000"/>
              <a:gd name="connsiteX101-49945" fmla="*/ 391624 w 1508539"/>
              <a:gd name="connsiteY101-49946" fmla="*/ 2155135 h 6858000"/>
              <a:gd name="connsiteX102-49947" fmla="*/ 389082 w 1508539"/>
              <a:gd name="connsiteY102-49948" fmla="*/ 2118008 h 6858000"/>
              <a:gd name="connsiteX103-49949" fmla="*/ 390075 w 1508539"/>
              <a:gd name="connsiteY103-49950" fmla="*/ 2050531 h 6858000"/>
              <a:gd name="connsiteX104-49951" fmla="*/ 381881 w 1508539"/>
              <a:gd name="connsiteY104-49952" fmla="*/ 1963269 h 6858000"/>
              <a:gd name="connsiteX105-49953" fmla="*/ 363059 w 1508539"/>
              <a:gd name="connsiteY105-49954" fmla="*/ 1906352 h 6858000"/>
              <a:gd name="connsiteX106-49955" fmla="*/ 339616 w 1508539"/>
              <a:gd name="connsiteY106-49956" fmla="*/ 1861531 h 6858000"/>
              <a:gd name="connsiteX107-49957" fmla="*/ 293415 w 1508539"/>
              <a:gd name="connsiteY107-49958" fmla="*/ 1732919 h 6858000"/>
              <a:gd name="connsiteX108-49959" fmla="*/ 265726 w 1508539"/>
              <a:gd name="connsiteY108-49960" fmla="*/ 1663540 h 6858000"/>
              <a:gd name="connsiteX109-49961" fmla="*/ 264852 w 1508539"/>
              <a:gd name="connsiteY109-49962" fmla="*/ 1615777 h 6858000"/>
              <a:gd name="connsiteX110-49963" fmla="*/ 245647 w 1508539"/>
              <a:gd name="connsiteY110-49964" fmla="*/ 1563678 h 6858000"/>
              <a:gd name="connsiteX111-49965" fmla="*/ 258727 w 1508539"/>
              <a:gd name="connsiteY111-49966" fmla="*/ 1519474 h 6858000"/>
              <a:gd name="connsiteX112-49967" fmla="*/ 251469 w 1508539"/>
              <a:gd name="connsiteY112-49968" fmla="*/ 1477995 h 6858000"/>
              <a:gd name="connsiteX113-49969" fmla="*/ 237554 w 1508539"/>
              <a:gd name="connsiteY113-49970" fmla="*/ 1373769 h 6858000"/>
              <a:gd name="connsiteX114-49971" fmla="*/ 245861 w 1508539"/>
              <a:gd name="connsiteY114-49972" fmla="*/ 1307086 h 6858000"/>
              <a:gd name="connsiteX115-49973" fmla="*/ 247049 w 1508539"/>
              <a:gd name="connsiteY115-49974" fmla="*/ 1189033 h 6858000"/>
              <a:gd name="connsiteX116-49975" fmla="*/ 251734 w 1508539"/>
              <a:gd name="connsiteY116-49976" fmla="*/ 1168288 h 6858000"/>
              <a:gd name="connsiteX117-49977" fmla="*/ 244016 w 1508539"/>
              <a:gd name="connsiteY117-49978" fmla="*/ 1142577 h 6858000"/>
              <a:gd name="connsiteX118-49979" fmla="*/ 233322 w 1508539"/>
              <a:gd name="connsiteY118-49980" fmla="*/ 1088484 h 6858000"/>
              <a:gd name="connsiteX119-49981" fmla="*/ 222058 w 1508539"/>
              <a:gd name="connsiteY119-49982" fmla="*/ 1016103 h 6858000"/>
              <a:gd name="connsiteX120-49983" fmla="*/ 223514 w 1508539"/>
              <a:gd name="connsiteY120-49984" fmla="*/ 932283 h 6858000"/>
              <a:gd name="connsiteX121-49985" fmla="*/ 225750 w 1508539"/>
              <a:gd name="connsiteY121-49986" fmla="*/ 915925 h 6858000"/>
              <a:gd name="connsiteX122-49987" fmla="*/ 218379 w 1508539"/>
              <a:gd name="connsiteY122-49988" fmla="*/ 896999 h 6858000"/>
              <a:gd name="connsiteX123-49989" fmla="*/ 187787 w 1508539"/>
              <a:gd name="connsiteY123-49990" fmla="*/ 821517 h 6858000"/>
              <a:gd name="connsiteX124-49991" fmla="*/ 166737 w 1508539"/>
              <a:gd name="connsiteY124-49992" fmla="*/ 751353 h 6858000"/>
              <a:gd name="connsiteX125-49993" fmla="*/ 166295 w 1508539"/>
              <a:gd name="connsiteY125-49994" fmla="*/ 721230 h 6858000"/>
              <a:gd name="connsiteX126-49995" fmla="*/ 151966 w 1508539"/>
              <a:gd name="connsiteY126-49996" fmla="*/ 681659 h 6858000"/>
              <a:gd name="connsiteX127-49997" fmla="*/ 137385 w 1508539"/>
              <a:gd name="connsiteY127-49998" fmla="*/ 635218 h 6858000"/>
              <a:gd name="connsiteX128-49999" fmla="*/ 142396 w 1508539"/>
              <a:gd name="connsiteY128-50000" fmla="*/ 613763 h 6858000"/>
              <a:gd name="connsiteX129-50001" fmla="*/ 128338 w 1508539"/>
              <a:gd name="connsiteY129-50002" fmla="*/ 598582 h 6858000"/>
              <a:gd name="connsiteX130-50003" fmla="*/ 128019 w 1508539"/>
              <a:gd name="connsiteY130-50004" fmla="*/ 576846 h 6858000"/>
              <a:gd name="connsiteX131-50005" fmla="*/ 107645 w 1508539"/>
              <a:gd name="connsiteY131-50006" fmla="*/ 530055 h 6858000"/>
              <a:gd name="connsiteX132-50007" fmla="*/ 106893 w 1508539"/>
              <a:gd name="connsiteY132-50008" fmla="*/ 465389 h 6858000"/>
              <a:gd name="connsiteX133-50009" fmla="*/ 89816 w 1508539"/>
              <a:gd name="connsiteY133-50010" fmla="*/ 424699 h 6858000"/>
              <a:gd name="connsiteX134-50011" fmla="*/ 90191 w 1508539"/>
              <a:gd name="connsiteY134-50012" fmla="*/ 404917 h 6858000"/>
              <a:gd name="connsiteX135-50013" fmla="*/ 70148 w 1508539"/>
              <a:gd name="connsiteY135-50014" fmla="*/ 367211 h 6858000"/>
              <a:gd name="connsiteX136-50015" fmla="*/ 36452 w 1508539"/>
              <a:gd name="connsiteY136-50016" fmla="*/ 268519 h 6858000"/>
              <a:gd name="connsiteX137-50017" fmla="*/ 23935 w 1508539"/>
              <a:gd name="connsiteY137-50018" fmla="*/ 160886 h 6858000"/>
              <a:gd name="connsiteX138-50019" fmla="*/ 19312 w 1508539"/>
              <a:gd name="connsiteY138-50020" fmla="*/ 47336 h 6858000"/>
              <a:gd name="connsiteX139-50021" fmla="*/ 0 w 1508539"/>
              <a:gd name="connsiteY139-50022" fmla="*/ 0 h 6858000"/>
              <a:gd name="connsiteX0-50023" fmla="*/ 0 w 1508539"/>
              <a:gd name="connsiteY0-50024" fmla="*/ 0 h 6858000"/>
              <a:gd name="connsiteX1-50025" fmla="*/ 1508539 w 1508539"/>
              <a:gd name="connsiteY1-50026" fmla="*/ 0 h 6858000"/>
              <a:gd name="connsiteX2-50027" fmla="*/ 1508539 w 1508539"/>
              <a:gd name="connsiteY2-50028" fmla="*/ 6858000 h 6858000"/>
              <a:gd name="connsiteX3-50029" fmla="*/ 245233 w 1508539"/>
              <a:gd name="connsiteY3-50030" fmla="*/ 6857735 h 6858000"/>
              <a:gd name="connsiteX4-50031" fmla="*/ 243784 w 1508539"/>
              <a:gd name="connsiteY4-50032" fmla="*/ 6776847 h 6858000"/>
              <a:gd name="connsiteX5-50033" fmla="*/ 255284 w 1508539"/>
              <a:gd name="connsiteY5-50034" fmla="*/ 6737706 h 6858000"/>
              <a:gd name="connsiteX6-50035" fmla="*/ 267342 w 1508539"/>
              <a:gd name="connsiteY6-50036" fmla="*/ 6683638 h 6858000"/>
              <a:gd name="connsiteX7-50037" fmla="*/ 295622 w 1508539"/>
              <a:gd name="connsiteY7-50038" fmla="*/ 6659970 h 6858000"/>
              <a:gd name="connsiteX8-50039" fmla="*/ 310713 w 1508539"/>
              <a:gd name="connsiteY8-50040" fmla="*/ 6636211 h 6858000"/>
              <a:gd name="connsiteX9-50041" fmla="*/ 328157 w 1508539"/>
              <a:gd name="connsiteY9-50042" fmla="*/ 6594177 h 6858000"/>
              <a:gd name="connsiteX10-50043" fmla="*/ 325289 w 1508539"/>
              <a:gd name="connsiteY10-50044" fmla="*/ 6525770 h 6858000"/>
              <a:gd name="connsiteX11-50045" fmla="*/ 395154 w 1508539"/>
              <a:gd name="connsiteY11-50046" fmla="*/ 6492130 h 6858000"/>
              <a:gd name="connsiteX12-50047" fmla="*/ 410841 w 1508539"/>
              <a:gd name="connsiteY12-50048" fmla="*/ 6431610 h 6858000"/>
              <a:gd name="connsiteX13-50049" fmla="*/ 454546 w 1508539"/>
              <a:gd name="connsiteY13-50050" fmla="*/ 6379786 h 6858000"/>
              <a:gd name="connsiteX14-50051" fmla="*/ 416634 w 1508539"/>
              <a:gd name="connsiteY14-50052" fmla="*/ 6346654 h 6858000"/>
              <a:gd name="connsiteX15-50053" fmla="*/ 241880 w 1508539"/>
              <a:gd name="connsiteY15-50054" fmla="*/ 6384857 h 6858000"/>
              <a:gd name="connsiteX16-50055" fmla="*/ 240591 w 1508539"/>
              <a:gd name="connsiteY16-50056" fmla="*/ 6367510 h 6858000"/>
              <a:gd name="connsiteX17-50057" fmla="*/ 244471 w 1508539"/>
              <a:gd name="connsiteY17-50058" fmla="*/ 6349778 h 6858000"/>
              <a:gd name="connsiteX18-50059" fmla="*/ 246136 w 1508539"/>
              <a:gd name="connsiteY18-50060" fmla="*/ 6348250 h 6858000"/>
              <a:gd name="connsiteX19-50061" fmla="*/ 410113 w 1508539"/>
              <a:gd name="connsiteY19-50062" fmla="*/ 6202459 h 6858000"/>
              <a:gd name="connsiteX20-50063" fmla="*/ 290557 w 1508539"/>
              <a:gd name="connsiteY20-50064" fmla="*/ 6153037 h 6858000"/>
              <a:gd name="connsiteX21-50065" fmla="*/ 314428 w 1508539"/>
              <a:gd name="connsiteY21-50066" fmla="*/ 6113913 h 6858000"/>
              <a:gd name="connsiteX22-50067" fmla="*/ 318721 w 1508539"/>
              <a:gd name="connsiteY22-50068" fmla="*/ 6028119 h 6858000"/>
              <a:gd name="connsiteX23-50069" fmla="*/ 363126 w 1508539"/>
              <a:gd name="connsiteY23-50070" fmla="*/ 5934687 h 6858000"/>
              <a:gd name="connsiteX24-50071" fmla="*/ 408411 w 1508539"/>
              <a:gd name="connsiteY24-50072" fmla="*/ 5704905 h 6858000"/>
              <a:gd name="connsiteX25-50073" fmla="*/ 425529 w 1508539"/>
              <a:gd name="connsiteY25-50074" fmla="*/ 5676393 h 6858000"/>
              <a:gd name="connsiteX26-50075" fmla="*/ 465121 w 1508539"/>
              <a:gd name="connsiteY26-50076" fmla="*/ 5563435 h 6858000"/>
              <a:gd name="connsiteX27-50077" fmla="*/ 512251 w 1508539"/>
              <a:gd name="connsiteY27-50078" fmla="*/ 5437125 h 6858000"/>
              <a:gd name="connsiteX28-50079" fmla="*/ 525819 w 1508539"/>
              <a:gd name="connsiteY28-50080" fmla="*/ 5396260 h 6858000"/>
              <a:gd name="connsiteX29-50081" fmla="*/ 541800 w 1508539"/>
              <a:gd name="connsiteY29-50082" fmla="*/ 5330009 h 6858000"/>
              <a:gd name="connsiteX30-50083" fmla="*/ 575293 w 1508539"/>
              <a:gd name="connsiteY30-50084" fmla="*/ 5273739 h 6858000"/>
              <a:gd name="connsiteX31-50085" fmla="*/ 584892 w 1508539"/>
              <a:gd name="connsiteY31-50086" fmla="*/ 5241779 h 6858000"/>
              <a:gd name="connsiteX32-50087" fmla="*/ 596118 w 1508539"/>
              <a:gd name="connsiteY32-50088" fmla="*/ 5225268 h 6858000"/>
              <a:gd name="connsiteX33-50089" fmla="*/ 597138 w 1508539"/>
              <a:gd name="connsiteY33-50090" fmla="*/ 5217684 h 6858000"/>
              <a:gd name="connsiteX34-50091" fmla="*/ 604479 w 1508539"/>
              <a:gd name="connsiteY34-50092" fmla="*/ 5193377 h 6858000"/>
              <a:gd name="connsiteX35-50093" fmla="*/ 607782 w 1508539"/>
              <a:gd name="connsiteY35-50094" fmla="*/ 5179288 h 6858000"/>
              <a:gd name="connsiteX36-50095" fmla="*/ 608766 w 1508539"/>
              <a:gd name="connsiteY36-50096" fmla="*/ 5173621 h 6858000"/>
              <a:gd name="connsiteX37-50097" fmla="*/ 604400 w 1508539"/>
              <a:gd name="connsiteY37-50098" fmla="*/ 5159961 h 6858000"/>
              <a:gd name="connsiteX38-50099" fmla="*/ 611077 w 1508539"/>
              <a:gd name="connsiteY38-50100" fmla="*/ 5144295 h 6858000"/>
              <a:gd name="connsiteX39-50101" fmla="*/ 608010 w 1508539"/>
              <a:gd name="connsiteY39-50102" fmla="*/ 5125185 h 6858000"/>
              <a:gd name="connsiteX40-50103" fmla="*/ 614840 w 1508539"/>
              <a:gd name="connsiteY40-50104" fmla="*/ 5121884 h 6858000"/>
              <a:gd name="connsiteX41-50105" fmla="*/ 621876 w 1508539"/>
              <a:gd name="connsiteY41-50106" fmla="*/ 5067850 h 6858000"/>
              <a:gd name="connsiteX42-50107" fmla="*/ 624607 w 1508539"/>
              <a:gd name="connsiteY42-50108" fmla="*/ 5060861 h 6858000"/>
              <a:gd name="connsiteX43-50109" fmla="*/ 621311 w 1508539"/>
              <a:gd name="connsiteY43-50110" fmla="*/ 5034192 h 6858000"/>
              <a:gd name="connsiteX44-50111" fmla="*/ 622865 w 1508539"/>
              <a:gd name="connsiteY44-50112" fmla="*/ 4993030 h 6858000"/>
              <a:gd name="connsiteX45-50113" fmla="*/ 629774 w 1508539"/>
              <a:gd name="connsiteY45-50114" fmla="*/ 4946844 h 6858000"/>
              <a:gd name="connsiteX46-50115" fmla="*/ 625630 w 1508539"/>
              <a:gd name="connsiteY46-50116" fmla="*/ 4932692 h 6858000"/>
              <a:gd name="connsiteX47-50117" fmla="*/ 641033 w 1508539"/>
              <a:gd name="connsiteY47-50118" fmla="*/ 4858827 h 6858000"/>
              <a:gd name="connsiteX48-50119" fmla="*/ 646936 w 1508539"/>
              <a:gd name="connsiteY48-50120" fmla="*/ 4821170 h 6858000"/>
              <a:gd name="connsiteX49-50121" fmla="*/ 651669 w 1508539"/>
              <a:gd name="connsiteY49-50122" fmla="*/ 4780965 h 6858000"/>
              <a:gd name="connsiteX50-50123" fmla="*/ 652962 w 1508539"/>
              <a:gd name="connsiteY50-50124" fmla="*/ 4750867 h 6858000"/>
              <a:gd name="connsiteX51-50125" fmla="*/ 650769 w 1508539"/>
              <a:gd name="connsiteY51-50126" fmla="*/ 4690749 h 6858000"/>
              <a:gd name="connsiteX52-50127" fmla="*/ 646249 w 1508539"/>
              <a:gd name="connsiteY52-50128" fmla="*/ 4584173 h 6858000"/>
              <a:gd name="connsiteX53-50129" fmla="*/ 641332 w 1508539"/>
              <a:gd name="connsiteY53-50130" fmla="*/ 4444346 h 6858000"/>
              <a:gd name="connsiteX54-50131" fmla="*/ 637897 w 1508539"/>
              <a:gd name="connsiteY54-50132" fmla="*/ 4375228 h 6858000"/>
              <a:gd name="connsiteX55-50133" fmla="*/ 618550 w 1508539"/>
              <a:gd name="connsiteY55-50134" fmla="*/ 4214165 h 6858000"/>
              <a:gd name="connsiteX56-50135" fmla="*/ 622623 w 1508539"/>
              <a:gd name="connsiteY56-50136" fmla="*/ 4090296 h 6858000"/>
              <a:gd name="connsiteX57-50137" fmla="*/ 607879 w 1508539"/>
              <a:gd name="connsiteY57-50138" fmla="*/ 4033999 h 6858000"/>
              <a:gd name="connsiteX58-50139" fmla="*/ 609028 w 1508539"/>
              <a:gd name="connsiteY58-50140" fmla="*/ 4031933 h 6858000"/>
              <a:gd name="connsiteX59-50141" fmla="*/ 607604 w 1508539"/>
              <a:gd name="connsiteY59-50142" fmla="*/ 4013953 h 6858000"/>
              <a:gd name="connsiteX60-50143" fmla="*/ 593899 w 1508539"/>
              <a:gd name="connsiteY60-50144" fmla="*/ 3974753 h 6858000"/>
              <a:gd name="connsiteX61-50145" fmla="*/ 595497 w 1508539"/>
              <a:gd name="connsiteY61-50146" fmla="*/ 3969950 h 6858000"/>
              <a:gd name="connsiteX62-50147" fmla="*/ 588919 w 1508539"/>
              <a:gd name="connsiteY62-50148" fmla="*/ 3933779 h 6858000"/>
              <a:gd name="connsiteX63-50149" fmla="*/ 590250 w 1508539"/>
              <a:gd name="connsiteY63-50150" fmla="*/ 3933093 h 6858000"/>
              <a:gd name="connsiteX64-50151" fmla="*/ 594604 w 1508539"/>
              <a:gd name="connsiteY64-50152" fmla="*/ 3922082 h 6858000"/>
              <a:gd name="connsiteX65-50153" fmla="*/ 599682 w 1508539"/>
              <a:gd name="connsiteY65-50154" fmla="*/ 3901461 h 6858000"/>
              <a:gd name="connsiteX66-50155" fmla="*/ 622276 w 1508539"/>
              <a:gd name="connsiteY66-50156" fmla="*/ 3813873 h 6858000"/>
              <a:gd name="connsiteX67-50157" fmla="*/ 621701 w 1508539"/>
              <a:gd name="connsiteY67-50158" fmla="*/ 3806161 h 6858000"/>
              <a:gd name="connsiteX68-50159" fmla="*/ 622008 w 1508539"/>
              <a:gd name="connsiteY68-50160" fmla="*/ 3805957 h 6858000"/>
              <a:gd name="connsiteX69-50161" fmla="*/ 622035 w 1508539"/>
              <a:gd name="connsiteY69-50162" fmla="*/ 3797724 h 6858000"/>
              <a:gd name="connsiteX70-50163" fmla="*/ 620650 w 1508539"/>
              <a:gd name="connsiteY70-50164" fmla="*/ 3792098 h 6858000"/>
              <a:gd name="connsiteX71-50165" fmla="*/ 619534 w 1508539"/>
              <a:gd name="connsiteY71-50166" fmla="*/ 3777135 h 6858000"/>
              <a:gd name="connsiteX72-50167" fmla="*/ 621267 w 1508539"/>
              <a:gd name="connsiteY72-50168" fmla="*/ 3771656 h 6858000"/>
              <a:gd name="connsiteX73-50169" fmla="*/ 625010 w 1508539"/>
              <a:gd name="connsiteY73-50170" fmla="*/ 3769007 h 6858000"/>
              <a:gd name="connsiteX74-50171" fmla="*/ 624476 w 1508539"/>
              <a:gd name="connsiteY74-50172" fmla="*/ 3767709 h 6858000"/>
              <a:gd name="connsiteX75-50173" fmla="*/ 633172 w 1508539"/>
              <a:gd name="connsiteY75-50174" fmla="*/ 3738082 h 6858000"/>
              <a:gd name="connsiteX76-50175" fmla="*/ 640518 w 1508539"/>
              <a:gd name="connsiteY76-50176" fmla="*/ 3673397 h 6858000"/>
              <a:gd name="connsiteX77-50177" fmla="*/ 639814 w 1508539"/>
              <a:gd name="connsiteY77-50178" fmla="*/ 3637109 h 6858000"/>
              <a:gd name="connsiteX78-50179" fmla="*/ 643257 w 1508539"/>
              <a:gd name="connsiteY78-50180" fmla="*/ 3536883 h 6858000"/>
              <a:gd name="connsiteX79-50181" fmla="*/ 650795 w 1508539"/>
              <a:gd name="connsiteY79-50182" fmla="*/ 3435652 h 6858000"/>
              <a:gd name="connsiteX80-50183" fmla="*/ 652466 w 1508539"/>
              <a:gd name="connsiteY80-50184" fmla="*/ 3307769 h 6858000"/>
              <a:gd name="connsiteX81-50185" fmla="*/ 670029 w 1508539"/>
              <a:gd name="connsiteY81-50186" fmla="*/ 3250522 h 6858000"/>
              <a:gd name="connsiteX82-50187" fmla="*/ 670454 w 1508539"/>
              <a:gd name="connsiteY82-50188" fmla="*/ 3229163 h 6858000"/>
              <a:gd name="connsiteX83-50189" fmla="*/ 672277 w 1508539"/>
              <a:gd name="connsiteY83-50190" fmla="*/ 3217217 h 6858000"/>
              <a:gd name="connsiteX84-50191" fmla="*/ 659112 w 1508539"/>
              <a:gd name="connsiteY84-50192" fmla="*/ 3183755 h 6858000"/>
              <a:gd name="connsiteX85-50193" fmla="*/ 659613 w 1508539"/>
              <a:gd name="connsiteY85-50194" fmla="*/ 3178642 h 6858000"/>
              <a:gd name="connsiteX86-50195" fmla="*/ 647213 w 1508539"/>
              <a:gd name="connsiteY86-50196" fmla="*/ 3158586 h 6858000"/>
              <a:gd name="connsiteX87-50197" fmla="*/ 632398 w 1508539"/>
              <a:gd name="connsiteY87-50198" fmla="*/ 3129034 h 6858000"/>
              <a:gd name="connsiteX88-50199" fmla="*/ 633063 w 1508539"/>
              <a:gd name="connsiteY88-50200" fmla="*/ 3126682 h 6858000"/>
              <a:gd name="connsiteX89-50201" fmla="*/ 623931 w 1508539"/>
              <a:gd name="connsiteY89-50202" fmla="*/ 3114519 h 6858000"/>
              <a:gd name="connsiteX90-50203" fmla="*/ 610540 w 1508539"/>
              <a:gd name="connsiteY90-50204" fmla="*/ 3106272 h 6858000"/>
              <a:gd name="connsiteX91-50205" fmla="*/ 583270 w 1508539"/>
              <a:gd name="connsiteY91-50206" fmla="*/ 2958185 h 6858000"/>
              <a:gd name="connsiteX92-50207" fmla="*/ 525884 w 1508539"/>
              <a:gd name="connsiteY92-50208" fmla="*/ 2762989 h 6858000"/>
              <a:gd name="connsiteX93-50209" fmla="*/ 474802 w 1508539"/>
              <a:gd name="connsiteY93-50210" fmla="*/ 2554718 h 6858000"/>
              <a:gd name="connsiteX94-50211" fmla="*/ 454896 w 1508539"/>
              <a:gd name="connsiteY94-50212" fmla="*/ 2485734 h 6858000"/>
              <a:gd name="connsiteX95-50213" fmla="*/ 445619 w 1508539"/>
              <a:gd name="connsiteY95-50214" fmla="*/ 2447068 h 6858000"/>
              <a:gd name="connsiteX96-50215" fmla="*/ 432580 w 1508539"/>
              <a:gd name="connsiteY96-50216" fmla="*/ 2425819 h 6858000"/>
              <a:gd name="connsiteX97-50217" fmla="*/ 438579 w 1508539"/>
              <a:gd name="connsiteY97-50218" fmla="*/ 2402874 h 6858000"/>
              <a:gd name="connsiteX98-50219" fmla="*/ 441191 w 1508539"/>
              <a:gd name="connsiteY98-50220" fmla="*/ 2381443 h 6858000"/>
              <a:gd name="connsiteX99-50221" fmla="*/ 417520 w 1508539"/>
              <a:gd name="connsiteY99-50222" fmla="*/ 2261920 h 6858000"/>
              <a:gd name="connsiteX100-50223" fmla="*/ 407407 w 1508539"/>
              <a:gd name="connsiteY100-50224" fmla="*/ 2195378 h 6858000"/>
              <a:gd name="connsiteX101-50225" fmla="*/ 391624 w 1508539"/>
              <a:gd name="connsiteY101-50226" fmla="*/ 2155135 h 6858000"/>
              <a:gd name="connsiteX102-50227" fmla="*/ 389082 w 1508539"/>
              <a:gd name="connsiteY102-50228" fmla="*/ 2118008 h 6858000"/>
              <a:gd name="connsiteX103-50229" fmla="*/ 390075 w 1508539"/>
              <a:gd name="connsiteY103-50230" fmla="*/ 2050531 h 6858000"/>
              <a:gd name="connsiteX104-50231" fmla="*/ 381881 w 1508539"/>
              <a:gd name="connsiteY104-50232" fmla="*/ 1963269 h 6858000"/>
              <a:gd name="connsiteX105-50233" fmla="*/ 363059 w 1508539"/>
              <a:gd name="connsiteY105-50234" fmla="*/ 1906352 h 6858000"/>
              <a:gd name="connsiteX106-50235" fmla="*/ 339616 w 1508539"/>
              <a:gd name="connsiteY106-50236" fmla="*/ 1861531 h 6858000"/>
              <a:gd name="connsiteX107-50237" fmla="*/ 293415 w 1508539"/>
              <a:gd name="connsiteY107-50238" fmla="*/ 1732919 h 6858000"/>
              <a:gd name="connsiteX108-50239" fmla="*/ 265726 w 1508539"/>
              <a:gd name="connsiteY108-50240" fmla="*/ 1663540 h 6858000"/>
              <a:gd name="connsiteX109-50241" fmla="*/ 264852 w 1508539"/>
              <a:gd name="connsiteY109-50242" fmla="*/ 1615777 h 6858000"/>
              <a:gd name="connsiteX110-50243" fmla="*/ 245647 w 1508539"/>
              <a:gd name="connsiteY110-50244" fmla="*/ 1563678 h 6858000"/>
              <a:gd name="connsiteX111-50245" fmla="*/ 258727 w 1508539"/>
              <a:gd name="connsiteY111-50246" fmla="*/ 1519474 h 6858000"/>
              <a:gd name="connsiteX112-50247" fmla="*/ 251469 w 1508539"/>
              <a:gd name="connsiteY112-50248" fmla="*/ 1477995 h 6858000"/>
              <a:gd name="connsiteX113-50249" fmla="*/ 237554 w 1508539"/>
              <a:gd name="connsiteY113-50250" fmla="*/ 1373769 h 6858000"/>
              <a:gd name="connsiteX114-50251" fmla="*/ 245861 w 1508539"/>
              <a:gd name="connsiteY114-50252" fmla="*/ 1307086 h 6858000"/>
              <a:gd name="connsiteX115-50253" fmla="*/ 247049 w 1508539"/>
              <a:gd name="connsiteY115-50254" fmla="*/ 1189033 h 6858000"/>
              <a:gd name="connsiteX116-50255" fmla="*/ 251734 w 1508539"/>
              <a:gd name="connsiteY116-50256" fmla="*/ 1168288 h 6858000"/>
              <a:gd name="connsiteX117-50257" fmla="*/ 244016 w 1508539"/>
              <a:gd name="connsiteY117-50258" fmla="*/ 1142577 h 6858000"/>
              <a:gd name="connsiteX118-50259" fmla="*/ 233322 w 1508539"/>
              <a:gd name="connsiteY118-50260" fmla="*/ 1088484 h 6858000"/>
              <a:gd name="connsiteX119-50261" fmla="*/ 222058 w 1508539"/>
              <a:gd name="connsiteY119-50262" fmla="*/ 1016103 h 6858000"/>
              <a:gd name="connsiteX120-50263" fmla="*/ 223514 w 1508539"/>
              <a:gd name="connsiteY120-50264" fmla="*/ 932283 h 6858000"/>
              <a:gd name="connsiteX121-50265" fmla="*/ 225750 w 1508539"/>
              <a:gd name="connsiteY121-50266" fmla="*/ 915925 h 6858000"/>
              <a:gd name="connsiteX122-50267" fmla="*/ 218379 w 1508539"/>
              <a:gd name="connsiteY122-50268" fmla="*/ 896999 h 6858000"/>
              <a:gd name="connsiteX123-50269" fmla="*/ 187787 w 1508539"/>
              <a:gd name="connsiteY123-50270" fmla="*/ 821517 h 6858000"/>
              <a:gd name="connsiteX124-50271" fmla="*/ 166737 w 1508539"/>
              <a:gd name="connsiteY124-50272" fmla="*/ 751353 h 6858000"/>
              <a:gd name="connsiteX125-50273" fmla="*/ 166295 w 1508539"/>
              <a:gd name="connsiteY125-50274" fmla="*/ 721230 h 6858000"/>
              <a:gd name="connsiteX126-50275" fmla="*/ 151966 w 1508539"/>
              <a:gd name="connsiteY126-50276" fmla="*/ 681659 h 6858000"/>
              <a:gd name="connsiteX127-50277" fmla="*/ 137385 w 1508539"/>
              <a:gd name="connsiteY127-50278" fmla="*/ 635218 h 6858000"/>
              <a:gd name="connsiteX128-50279" fmla="*/ 142396 w 1508539"/>
              <a:gd name="connsiteY128-50280" fmla="*/ 613763 h 6858000"/>
              <a:gd name="connsiteX129-50281" fmla="*/ 128338 w 1508539"/>
              <a:gd name="connsiteY129-50282" fmla="*/ 598582 h 6858000"/>
              <a:gd name="connsiteX130-50283" fmla="*/ 128019 w 1508539"/>
              <a:gd name="connsiteY130-50284" fmla="*/ 576846 h 6858000"/>
              <a:gd name="connsiteX131-50285" fmla="*/ 107645 w 1508539"/>
              <a:gd name="connsiteY131-50286" fmla="*/ 530055 h 6858000"/>
              <a:gd name="connsiteX132-50287" fmla="*/ 106893 w 1508539"/>
              <a:gd name="connsiteY132-50288" fmla="*/ 465389 h 6858000"/>
              <a:gd name="connsiteX133-50289" fmla="*/ 89816 w 1508539"/>
              <a:gd name="connsiteY133-50290" fmla="*/ 424699 h 6858000"/>
              <a:gd name="connsiteX134-50291" fmla="*/ 90191 w 1508539"/>
              <a:gd name="connsiteY134-50292" fmla="*/ 404917 h 6858000"/>
              <a:gd name="connsiteX135-50293" fmla="*/ 70148 w 1508539"/>
              <a:gd name="connsiteY135-50294" fmla="*/ 367211 h 6858000"/>
              <a:gd name="connsiteX136-50295" fmla="*/ 36452 w 1508539"/>
              <a:gd name="connsiteY136-50296" fmla="*/ 268519 h 6858000"/>
              <a:gd name="connsiteX137-50297" fmla="*/ 23935 w 1508539"/>
              <a:gd name="connsiteY137-50298" fmla="*/ 160886 h 6858000"/>
              <a:gd name="connsiteX138-50299" fmla="*/ 19312 w 1508539"/>
              <a:gd name="connsiteY138-50300" fmla="*/ 47336 h 6858000"/>
              <a:gd name="connsiteX139-50301" fmla="*/ 0 w 1508539"/>
              <a:gd name="connsiteY139-50302" fmla="*/ 0 h 6858000"/>
              <a:gd name="connsiteX0-50303" fmla="*/ 0 w 1508539"/>
              <a:gd name="connsiteY0-50304" fmla="*/ 0 h 6858000"/>
              <a:gd name="connsiteX1-50305" fmla="*/ 1508539 w 1508539"/>
              <a:gd name="connsiteY1-50306" fmla="*/ 0 h 6858000"/>
              <a:gd name="connsiteX2-50307" fmla="*/ 1508539 w 1508539"/>
              <a:gd name="connsiteY2-50308" fmla="*/ 6858000 h 6858000"/>
              <a:gd name="connsiteX3-50309" fmla="*/ 245233 w 1508539"/>
              <a:gd name="connsiteY3-50310" fmla="*/ 6857735 h 6858000"/>
              <a:gd name="connsiteX4-50311" fmla="*/ 243784 w 1508539"/>
              <a:gd name="connsiteY4-50312" fmla="*/ 6776847 h 6858000"/>
              <a:gd name="connsiteX5-50313" fmla="*/ 255284 w 1508539"/>
              <a:gd name="connsiteY5-50314" fmla="*/ 6737706 h 6858000"/>
              <a:gd name="connsiteX6-50315" fmla="*/ 267342 w 1508539"/>
              <a:gd name="connsiteY6-50316" fmla="*/ 6683638 h 6858000"/>
              <a:gd name="connsiteX7-50317" fmla="*/ 295622 w 1508539"/>
              <a:gd name="connsiteY7-50318" fmla="*/ 6659970 h 6858000"/>
              <a:gd name="connsiteX8-50319" fmla="*/ 310713 w 1508539"/>
              <a:gd name="connsiteY8-50320" fmla="*/ 6636211 h 6858000"/>
              <a:gd name="connsiteX9-50321" fmla="*/ 328157 w 1508539"/>
              <a:gd name="connsiteY9-50322" fmla="*/ 6594177 h 6858000"/>
              <a:gd name="connsiteX10-50323" fmla="*/ 325289 w 1508539"/>
              <a:gd name="connsiteY10-50324" fmla="*/ 6525770 h 6858000"/>
              <a:gd name="connsiteX11-50325" fmla="*/ 395154 w 1508539"/>
              <a:gd name="connsiteY11-50326" fmla="*/ 6492130 h 6858000"/>
              <a:gd name="connsiteX12-50327" fmla="*/ 410841 w 1508539"/>
              <a:gd name="connsiteY12-50328" fmla="*/ 6431610 h 6858000"/>
              <a:gd name="connsiteX13-50329" fmla="*/ 454546 w 1508539"/>
              <a:gd name="connsiteY13-50330" fmla="*/ 6379786 h 6858000"/>
              <a:gd name="connsiteX14-50331" fmla="*/ 416634 w 1508539"/>
              <a:gd name="connsiteY14-50332" fmla="*/ 6346654 h 6858000"/>
              <a:gd name="connsiteX15-50333" fmla="*/ 241880 w 1508539"/>
              <a:gd name="connsiteY15-50334" fmla="*/ 6384857 h 6858000"/>
              <a:gd name="connsiteX16-50335" fmla="*/ 240591 w 1508539"/>
              <a:gd name="connsiteY16-50336" fmla="*/ 6367510 h 6858000"/>
              <a:gd name="connsiteX17-50337" fmla="*/ 244471 w 1508539"/>
              <a:gd name="connsiteY17-50338" fmla="*/ 6349778 h 6858000"/>
              <a:gd name="connsiteX18-50339" fmla="*/ 432121 w 1508539"/>
              <a:gd name="connsiteY18-50340" fmla="*/ 6252834 h 6858000"/>
              <a:gd name="connsiteX19-50341" fmla="*/ 410113 w 1508539"/>
              <a:gd name="connsiteY19-50342" fmla="*/ 6202459 h 6858000"/>
              <a:gd name="connsiteX20-50343" fmla="*/ 290557 w 1508539"/>
              <a:gd name="connsiteY20-50344" fmla="*/ 6153037 h 6858000"/>
              <a:gd name="connsiteX21-50345" fmla="*/ 314428 w 1508539"/>
              <a:gd name="connsiteY21-50346" fmla="*/ 6113913 h 6858000"/>
              <a:gd name="connsiteX22-50347" fmla="*/ 318721 w 1508539"/>
              <a:gd name="connsiteY22-50348" fmla="*/ 6028119 h 6858000"/>
              <a:gd name="connsiteX23-50349" fmla="*/ 363126 w 1508539"/>
              <a:gd name="connsiteY23-50350" fmla="*/ 5934687 h 6858000"/>
              <a:gd name="connsiteX24-50351" fmla="*/ 408411 w 1508539"/>
              <a:gd name="connsiteY24-50352" fmla="*/ 5704905 h 6858000"/>
              <a:gd name="connsiteX25-50353" fmla="*/ 425529 w 1508539"/>
              <a:gd name="connsiteY25-50354" fmla="*/ 5676393 h 6858000"/>
              <a:gd name="connsiteX26-50355" fmla="*/ 465121 w 1508539"/>
              <a:gd name="connsiteY26-50356" fmla="*/ 5563435 h 6858000"/>
              <a:gd name="connsiteX27-50357" fmla="*/ 512251 w 1508539"/>
              <a:gd name="connsiteY27-50358" fmla="*/ 5437125 h 6858000"/>
              <a:gd name="connsiteX28-50359" fmla="*/ 525819 w 1508539"/>
              <a:gd name="connsiteY28-50360" fmla="*/ 5396260 h 6858000"/>
              <a:gd name="connsiteX29-50361" fmla="*/ 541800 w 1508539"/>
              <a:gd name="connsiteY29-50362" fmla="*/ 5330009 h 6858000"/>
              <a:gd name="connsiteX30-50363" fmla="*/ 575293 w 1508539"/>
              <a:gd name="connsiteY30-50364" fmla="*/ 5273739 h 6858000"/>
              <a:gd name="connsiteX31-50365" fmla="*/ 584892 w 1508539"/>
              <a:gd name="connsiteY31-50366" fmla="*/ 5241779 h 6858000"/>
              <a:gd name="connsiteX32-50367" fmla="*/ 596118 w 1508539"/>
              <a:gd name="connsiteY32-50368" fmla="*/ 5225268 h 6858000"/>
              <a:gd name="connsiteX33-50369" fmla="*/ 597138 w 1508539"/>
              <a:gd name="connsiteY33-50370" fmla="*/ 5217684 h 6858000"/>
              <a:gd name="connsiteX34-50371" fmla="*/ 604479 w 1508539"/>
              <a:gd name="connsiteY34-50372" fmla="*/ 5193377 h 6858000"/>
              <a:gd name="connsiteX35-50373" fmla="*/ 607782 w 1508539"/>
              <a:gd name="connsiteY35-50374" fmla="*/ 5179288 h 6858000"/>
              <a:gd name="connsiteX36-50375" fmla="*/ 608766 w 1508539"/>
              <a:gd name="connsiteY36-50376" fmla="*/ 5173621 h 6858000"/>
              <a:gd name="connsiteX37-50377" fmla="*/ 604400 w 1508539"/>
              <a:gd name="connsiteY37-50378" fmla="*/ 5159961 h 6858000"/>
              <a:gd name="connsiteX38-50379" fmla="*/ 611077 w 1508539"/>
              <a:gd name="connsiteY38-50380" fmla="*/ 5144295 h 6858000"/>
              <a:gd name="connsiteX39-50381" fmla="*/ 608010 w 1508539"/>
              <a:gd name="connsiteY39-50382" fmla="*/ 5125185 h 6858000"/>
              <a:gd name="connsiteX40-50383" fmla="*/ 614840 w 1508539"/>
              <a:gd name="connsiteY40-50384" fmla="*/ 5121884 h 6858000"/>
              <a:gd name="connsiteX41-50385" fmla="*/ 621876 w 1508539"/>
              <a:gd name="connsiteY41-50386" fmla="*/ 5067850 h 6858000"/>
              <a:gd name="connsiteX42-50387" fmla="*/ 624607 w 1508539"/>
              <a:gd name="connsiteY42-50388" fmla="*/ 5060861 h 6858000"/>
              <a:gd name="connsiteX43-50389" fmla="*/ 621311 w 1508539"/>
              <a:gd name="connsiteY43-50390" fmla="*/ 5034192 h 6858000"/>
              <a:gd name="connsiteX44-50391" fmla="*/ 622865 w 1508539"/>
              <a:gd name="connsiteY44-50392" fmla="*/ 4993030 h 6858000"/>
              <a:gd name="connsiteX45-50393" fmla="*/ 629774 w 1508539"/>
              <a:gd name="connsiteY45-50394" fmla="*/ 4946844 h 6858000"/>
              <a:gd name="connsiteX46-50395" fmla="*/ 625630 w 1508539"/>
              <a:gd name="connsiteY46-50396" fmla="*/ 4932692 h 6858000"/>
              <a:gd name="connsiteX47-50397" fmla="*/ 641033 w 1508539"/>
              <a:gd name="connsiteY47-50398" fmla="*/ 4858827 h 6858000"/>
              <a:gd name="connsiteX48-50399" fmla="*/ 646936 w 1508539"/>
              <a:gd name="connsiteY48-50400" fmla="*/ 4821170 h 6858000"/>
              <a:gd name="connsiteX49-50401" fmla="*/ 651669 w 1508539"/>
              <a:gd name="connsiteY49-50402" fmla="*/ 4780965 h 6858000"/>
              <a:gd name="connsiteX50-50403" fmla="*/ 652962 w 1508539"/>
              <a:gd name="connsiteY50-50404" fmla="*/ 4750867 h 6858000"/>
              <a:gd name="connsiteX51-50405" fmla="*/ 650769 w 1508539"/>
              <a:gd name="connsiteY51-50406" fmla="*/ 4690749 h 6858000"/>
              <a:gd name="connsiteX52-50407" fmla="*/ 646249 w 1508539"/>
              <a:gd name="connsiteY52-50408" fmla="*/ 4584173 h 6858000"/>
              <a:gd name="connsiteX53-50409" fmla="*/ 641332 w 1508539"/>
              <a:gd name="connsiteY53-50410" fmla="*/ 4444346 h 6858000"/>
              <a:gd name="connsiteX54-50411" fmla="*/ 637897 w 1508539"/>
              <a:gd name="connsiteY54-50412" fmla="*/ 4375228 h 6858000"/>
              <a:gd name="connsiteX55-50413" fmla="*/ 618550 w 1508539"/>
              <a:gd name="connsiteY55-50414" fmla="*/ 4214165 h 6858000"/>
              <a:gd name="connsiteX56-50415" fmla="*/ 622623 w 1508539"/>
              <a:gd name="connsiteY56-50416" fmla="*/ 4090296 h 6858000"/>
              <a:gd name="connsiteX57-50417" fmla="*/ 607879 w 1508539"/>
              <a:gd name="connsiteY57-50418" fmla="*/ 4033999 h 6858000"/>
              <a:gd name="connsiteX58-50419" fmla="*/ 609028 w 1508539"/>
              <a:gd name="connsiteY58-50420" fmla="*/ 4031933 h 6858000"/>
              <a:gd name="connsiteX59-50421" fmla="*/ 607604 w 1508539"/>
              <a:gd name="connsiteY59-50422" fmla="*/ 4013953 h 6858000"/>
              <a:gd name="connsiteX60-50423" fmla="*/ 593899 w 1508539"/>
              <a:gd name="connsiteY60-50424" fmla="*/ 3974753 h 6858000"/>
              <a:gd name="connsiteX61-50425" fmla="*/ 595497 w 1508539"/>
              <a:gd name="connsiteY61-50426" fmla="*/ 3969950 h 6858000"/>
              <a:gd name="connsiteX62-50427" fmla="*/ 588919 w 1508539"/>
              <a:gd name="connsiteY62-50428" fmla="*/ 3933779 h 6858000"/>
              <a:gd name="connsiteX63-50429" fmla="*/ 590250 w 1508539"/>
              <a:gd name="connsiteY63-50430" fmla="*/ 3933093 h 6858000"/>
              <a:gd name="connsiteX64-50431" fmla="*/ 594604 w 1508539"/>
              <a:gd name="connsiteY64-50432" fmla="*/ 3922082 h 6858000"/>
              <a:gd name="connsiteX65-50433" fmla="*/ 599682 w 1508539"/>
              <a:gd name="connsiteY65-50434" fmla="*/ 3901461 h 6858000"/>
              <a:gd name="connsiteX66-50435" fmla="*/ 622276 w 1508539"/>
              <a:gd name="connsiteY66-50436" fmla="*/ 3813873 h 6858000"/>
              <a:gd name="connsiteX67-50437" fmla="*/ 621701 w 1508539"/>
              <a:gd name="connsiteY67-50438" fmla="*/ 3806161 h 6858000"/>
              <a:gd name="connsiteX68-50439" fmla="*/ 622008 w 1508539"/>
              <a:gd name="connsiteY68-50440" fmla="*/ 3805957 h 6858000"/>
              <a:gd name="connsiteX69-50441" fmla="*/ 622035 w 1508539"/>
              <a:gd name="connsiteY69-50442" fmla="*/ 3797724 h 6858000"/>
              <a:gd name="connsiteX70-50443" fmla="*/ 620650 w 1508539"/>
              <a:gd name="connsiteY70-50444" fmla="*/ 3792098 h 6858000"/>
              <a:gd name="connsiteX71-50445" fmla="*/ 619534 w 1508539"/>
              <a:gd name="connsiteY71-50446" fmla="*/ 3777135 h 6858000"/>
              <a:gd name="connsiteX72-50447" fmla="*/ 621267 w 1508539"/>
              <a:gd name="connsiteY72-50448" fmla="*/ 3771656 h 6858000"/>
              <a:gd name="connsiteX73-50449" fmla="*/ 625010 w 1508539"/>
              <a:gd name="connsiteY73-50450" fmla="*/ 3769007 h 6858000"/>
              <a:gd name="connsiteX74-50451" fmla="*/ 624476 w 1508539"/>
              <a:gd name="connsiteY74-50452" fmla="*/ 3767709 h 6858000"/>
              <a:gd name="connsiteX75-50453" fmla="*/ 633172 w 1508539"/>
              <a:gd name="connsiteY75-50454" fmla="*/ 3738082 h 6858000"/>
              <a:gd name="connsiteX76-50455" fmla="*/ 640518 w 1508539"/>
              <a:gd name="connsiteY76-50456" fmla="*/ 3673397 h 6858000"/>
              <a:gd name="connsiteX77-50457" fmla="*/ 639814 w 1508539"/>
              <a:gd name="connsiteY77-50458" fmla="*/ 3637109 h 6858000"/>
              <a:gd name="connsiteX78-50459" fmla="*/ 643257 w 1508539"/>
              <a:gd name="connsiteY78-50460" fmla="*/ 3536883 h 6858000"/>
              <a:gd name="connsiteX79-50461" fmla="*/ 650795 w 1508539"/>
              <a:gd name="connsiteY79-50462" fmla="*/ 3435652 h 6858000"/>
              <a:gd name="connsiteX80-50463" fmla="*/ 652466 w 1508539"/>
              <a:gd name="connsiteY80-50464" fmla="*/ 3307769 h 6858000"/>
              <a:gd name="connsiteX81-50465" fmla="*/ 670029 w 1508539"/>
              <a:gd name="connsiteY81-50466" fmla="*/ 3250522 h 6858000"/>
              <a:gd name="connsiteX82-50467" fmla="*/ 670454 w 1508539"/>
              <a:gd name="connsiteY82-50468" fmla="*/ 3229163 h 6858000"/>
              <a:gd name="connsiteX83-50469" fmla="*/ 672277 w 1508539"/>
              <a:gd name="connsiteY83-50470" fmla="*/ 3217217 h 6858000"/>
              <a:gd name="connsiteX84-50471" fmla="*/ 659112 w 1508539"/>
              <a:gd name="connsiteY84-50472" fmla="*/ 3183755 h 6858000"/>
              <a:gd name="connsiteX85-50473" fmla="*/ 659613 w 1508539"/>
              <a:gd name="connsiteY85-50474" fmla="*/ 3178642 h 6858000"/>
              <a:gd name="connsiteX86-50475" fmla="*/ 647213 w 1508539"/>
              <a:gd name="connsiteY86-50476" fmla="*/ 3158586 h 6858000"/>
              <a:gd name="connsiteX87-50477" fmla="*/ 632398 w 1508539"/>
              <a:gd name="connsiteY87-50478" fmla="*/ 3129034 h 6858000"/>
              <a:gd name="connsiteX88-50479" fmla="*/ 633063 w 1508539"/>
              <a:gd name="connsiteY88-50480" fmla="*/ 3126682 h 6858000"/>
              <a:gd name="connsiteX89-50481" fmla="*/ 623931 w 1508539"/>
              <a:gd name="connsiteY89-50482" fmla="*/ 3114519 h 6858000"/>
              <a:gd name="connsiteX90-50483" fmla="*/ 610540 w 1508539"/>
              <a:gd name="connsiteY90-50484" fmla="*/ 3106272 h 6858000"/>
              <a:gd name="connsiteX91-50485" fmla="*/ 583270 w 1508539"/>
              <a:gd name="connsiteY91-50486" fmla="*/ 2958185 h 6858000"/>
              <a:gd name="connsiteX92-50487" fmla="*/ 525884 w 1508539"/>
              <a:gd name="connsiteY92-50488" fmla="*/ 2762989 h 6858000"/>
              <a:gd name="connsiteX93-50489" fmla="*/ 474802 w 1508539"/>
              <a:gd name="connsiteY93-50490" fmla="*/ 2554718 h 6858000"/>
              <a:gd name="connsiteX94-50491" fmla="*/ 454896 w 1508539"/>
              <a:gd name="connsiteY94-50492" fmla="*/ 2485734 h 6858000"/>
              <a:gd name="connsiteX95-50493" fmla="*/ 445619 w 1508539"/>
              <a:gd name="connsiteY95-50494" fmla="*/ 2447068 h 6858000"/>
              <a:gd name="connsiteX96-50495" fmla="*/ 432580 w 1508539"/>
              <a:gd name="connsiteY96-50496" fmla="*/ 2425819 h 6858000"/>
              <a:gd name="connsiteX97-50497" fmla="*/ 438579 w 1508539"/>
              <a:gd name="connsiteY97-50498" fmla="*/ 2402874 h 6858000"/>
              <a:gd name="connsiteX98-50499" fmla="*/ 441191 w 1508539"/>
              <a:gd name="connsiteY98-50500" fmla="*/ 2381443 h 6858000"/>
              <a:gd name="connsiteX99-50501" fmla="*/ 417520 w 1508539"/>
              <a:gd name="connsiteY99-50502" fmla="*/ 2261920 h 6858000"/>
              <a:gd name="connsiteX100-50503" fmla="*/ 407407 w 1508539"/>
              <a:gd name="connsiteY100-50504" fmla="*/ 2195378 h 6858000"/>
              <a:gd name="connsiteX101-50505" fmla="*/ 391624 w 1508539"/>
              <a:gd name="connsiteY101-50506" fmla="*/ 2155135 h 6858000"/>
              <a:gd name="connsiteX102-50507" fmla="*/ 389082 w 1508539"/>
              <a:gd name="connsiteY102-50508" fmla="*/ 2118008 h 6858000"/>
              <a:gd name="connsiteX103-50509" fmla="*/ 390075 w 1508539"/>
              <a:gd name="connsiteY103-50510" fmla="*/ 2050531 h 6858000"/>
              <a:gd name="connsiteX104-50511" fmla="*/ 381881 w 1508539"/>
              <a:gd name="connsiteY104-50512" fmla="*/ 1963269 h 6858000"/>
              <a:gd name="connsiteX105-50513" fmla="*/ 363059 w 1508539"/>
              <a:gd name="connsiteY105-50514" fmla="*/ 1906352 h 6858000"/>
              <a:gd name="connsiteX106-50515" fmla="*/ 339616 w 1508539"/>
              <a:gd name="connsiteY106-50516" fmla="*/ 1861531 h 6858000"/>
              <a:gd name="connsiteX107-50517" fmla="*/ 293415 w 1508539"/>
              <a:gd name="connsiteY107-50518" fmla="*/ 1732919 h 6858000"/>
              <a:gd name="connsiteX108-50519" fmla="*/ 265726 w 1508539"/>
              <a:gd name="connsiteY108-50520" fmla="*/ 1663540 h 6858000"/>
              <a:gd name="connsiteX109-50521" fmla="*/ 264852 w 1508539"/>
              <a:gd name="connsiteY109-50522" fmla="*/ 1615777 h 6858000"/>
              <a:gd name="connsiteX110-50523" fmla="*/ 245647 w 1508539"/>
              <a:gd name="connsiteY110-50524" fmla="*/ 1563678 h 6858000"/>
              <a:gd name="connsiteX111-50525" fmla="*/ 258727 w 1508539"/>
              <a:gd name="connsiteY111-50526" fmla="*/ 1519474 h 6858000"/>
              <a:gd name="connsiteX112-50527" fmla="*/ 251469 w 1508539"/>
              <a:gd name="connsiteY112-50528" fmla="*/ 1477995 h 6858000"/>
              <a:gd name="connsiteX113-50529" fmla="*/ 237554 w 1508539"/>
              <a:gd name="connsiteY113-50530" fmla="*/ 1373769 h 6858000"/>
              <a:gd name="connsiteX114-50531" fmla="*/ 245861 w 1508539"/>
              <a:gd name="connsiteY114-50532" fmla="*/ 1307086 h 6858000"/>
              <a:gd name="connsiteX115-50533" fmla="*/ 247049 w 1508539"/>
              <a:gd name="connsiteY115-50534" fmla="*/ 1189033 h 6858000"/>
              <a:gd name="connsiteX116-50535" fmla="*/ 251734 w 1508539"/>
              <a:gd name="connsiteY116-50536" fmla="*/ 1168288 h 6858000"/>
              <a:gd name="connsiteX117-50537" fmla="*/ 244016 w 1508539"/>
              <a:gd name="connsiteY117-50538" fmla="*/ 1142577 h 6858000"/>
              <a:gd name="connsiteX118-50539" fmla="*/ 233322 w 1508539"/>
              <a:gd name="connsiteY118-50540" fmla="*/ 1088484 h 6858000"/>
              <a:gd name="connsiteX119-50541" fmla="*/ 222058 w 1508539"/>
              <a:gd name="connsiteY119-50542" fmla="*/ 1016103 h 6858000"/>
              <a:gd name="connsiteX120-50543" fmla="*/ 223514 w 1508539"/>
              <a:gd name="connsiteY120-50544" fmla="*/ 932283 h 6858000"/>
              <a:gd name="connsiteX121-50545" fmla="*/ 225750 w 1508539"/>
              <a:gd name="connsiteY121-50546" fmla="*/ 915925 h 6858000"/>
              <a:gd name="connsiteX122-50547" fmla="*/ 218379 w 1508539"/>
              <a:gd name="connsiteY122-50548" fmla="*/ 896999 h 6858000"/>
              <a:gd name="connsiteX123-50549" fmla="*/ 187787 w 1508539"/>
              <a:gd name="connsiteY123-50550" fmla="*/ 821517 h 6858000"/>
              <a:gd name="connsiteX124-50551" fmla="*/ 166737 w 1508539"/>
              <a:gd name="connsiteY124-50552" fmla="*/ 751353 h 6858000"/>
              <a:gd name="connsiteX125-50553" fmla="*/ 166295 w 1508539"/>
              <a:gd name="connsiteY125-50554" fmla="*/ 721230 h 6858000"/>
              <a:gd name="connsiteX126-50555" fmla="*/ 151966 w 1508539"/>
              <a:gd name="connsiteY126-50556" fmla="*/ 681659 h 6858000"/>
              <a:gd name="connsiteX127-50557" fmla="*/ 137385 w 1508539"/>
              <a:gd name="connsiteY127-50558" fmla="*/ 635218 h 6858000"/>
              <a:gd name="connsiteX128-50559" fmla="*/ 142396 w 1508539"/>
              <a:gd name="connsiteY128-50560" fmla="*/ 613763 h 6858000"/>
              <a:gd name="connsiteX129-50561" fmla="*/ 128338 w 1508539"/>
              <a:gd name="connsiteY129-50562" fmla="*/ 598582 h 6858000"/>
              <a:gd name="connsiteX130-50563" fmla="*/ 128019 w 1508539"/>
              <a:gd name="connsiteY130-50564" fmla="*/ 576846 h 6858000"/>
              <a:gd name="connsiteX131-50565" fmla="*/ 107645 w 1508539"/>
              <a:gd name="connsiteY131-50566" fmla="*/ 530055 h 6858000"/>
              <a:gd name="connsiteX132-50567" fmla="*/ 106893 w 1508539"/>
              <a:gd name="connsiteY132-50568" fmla="*/ 465389 h 6858000"/>
              <a:gd name="connsiteX133-50569" fmla="*/ 89816 w 1508539"/>
              <a:gd name="connsiteY133-50570" fmla="*/ 424699 h 6858000"/>
              <a:gd name="connsiteX134-50571" fmla="*/ 90191 w 1508539"/>
              <a:gd name="connsiteY134-50572" fmla="*/ 404917 h 6858000"/>
              <a:gd name="connsiteX135-50573" fmla="*/ 70148 w 1508539"/>
              <a:gd name="connsiteY135-50574" fmla="*/ 367211 h 6858000"/>
              <a:gd name="connsiteX136-50575" fmla="*/ 36452 w 1508539"/>
              <a:gd name="connsiteY136-50576" fmla="*/ 268519 h 6858000"/>
              <a:gd name="connsiteX137-50577" fmla="*/ 23935 w 1508539"/>
              <a:gd name="connsiteY137-50578" fmla="*/ 160886 h 6858000"/>
              <a:gd name="connsiteX138-50579" fmla="*/ 19312 w 1508539"/>
              <a:gd name="connsiteY138-50580" fmla="*/ 47336 h 6858000"/>
              <a:gd name="connsiteX139-50581" fmla="*/ 0 w 1508539"/>
              <a:gd name="connsiteY139-50582" fmla="*/ 0 h 6858000"/>
              <a:gd name="connsiteX0-50583" fmla="*/ 0 w 1508539"/>
              <a:gd name="connsiteY0-50584" fmla="*/ 0 h 6858000"/>
              <a:gd name="connsiteX1-50585" fmla="*/ 1508539 w 1508539"/>
              <a:gd name="connsiteY1-50586" fmla="*/ 0 h 6858000"/>
              <a:gd name="connsiteX2-50587" fmla="*/ 1508539 w 1508539"/>
              <a:gd name="connsiteY2-50588" fmla="*/ 6858000 h 6858000"/>
              <a:gd name="connsiteX3-50589" fmla="*/ 245233 w 1508539"/>
              <a:gd name="connsiteY3-50590" fmla="*/ 6857735 h 6858000"/>
              <a:gd name="connsiteX4-50591" fmla="*/ 243784 w 1508539"/>
              <a:gd name="connsiteY4-50592" fmla="*/ 6776847 h 6858000"/>
              <a:gd name="connsiteX5-50593" fmla="*/ 255284 w 1508539"/>
              <a:gd name="connsiteY5-50594" fmla="*/ 6737706 h 6858000"/>
              <a:gd name="connsiteX6-50595" fmla="*/ 267342 w 1508539"/>
              <a:gd name="connsiteY6-50596" fmla="*/ 6683638 h 6858000"/>
              <a:gd name="connsiteX7-50597" fmla="*/ 295622 w 1508539"/>
              <a:gd name="connsiteY7-50598" fmla="*/ 6659970 h 6858000"/>
              <a:gd name="connsiteX8-50599" fmla="*/ 310713 w 1508539"/>
              <a:gd name="connsiteY8-50600" fmla="*/ 6636211 h 6858000"/>
              <a:gd name="connsiteX9-50601" fmla="*/ 328157 w 1508539"/>
              <a:gd name="connsiteY9-50602" fmla="*/ 6594177 h 6858000"/>
              <a:gd name="connsiteX10-50603" fmla="*/ 325289 w 1508539"/>
              <a:gd name="connsiteY10-50604" fmla="*/ 6525770 h 6858000"/>
              <a:gd name="connsiteX11-50605" fmla="*/ 395154 w 1508539"/>
              <a:gd name="connsiteY11-50606" fmla="*/ 6492130 h 6858000"/>
              <a:gd name="connsiteX12-50607" fmla="*/ 410841 w 1508539"/>
              <a:gd name="connsiteY12-50608" fmla="*/ 6431610 h 6858000"/>
              <a:gd name="connsiteX13-50609" fmla="*/ 454546 w 1508539"/>
              <a:gd name="connsiteY13-50610" fmla="*/ 6379786 h 6858000"/>
              <a:gd name="connsiteX14-50611" fmla="*/ 416634 w 1508539"/>
              <a:gd name="connsiteY14-50612" fmla="*/ 6346654 h 6858000"/>
              <a:gd name="connsiteX15-50613" fmla="*/ 241880 w 1508539"/>
              <a:gd name="connsiteY15-50614" fmla="*/ 6384857 h 6858000"/>
              <a:gd name="connsiteX16-50615" fmla="*/ 240591 w 1508539"/>
              <a:gd name="connsiteY16-50616" fmla="*/ 6367510 h 6858000"/>
              <a:gd name="connsiteX17-50617" fmla="*/ 244471 w 1508539"/>
              <a:gd name="connsiteY17-50618" fmla="*/ 6349778 h 6858000"/>
              <a:gd name="connsiteX18-50619" fmla="*/ 432121 w 1508539"/>
              <a:gd name="connsiteY18-50620" fmla="*/ 6252834 h 6858000"/>
              <a:gd name="connsiteX19-50621" fmla="*/ 410113 w 1508539"/>
              <a:gd name="connsiteY19-50622" fmla="*/ 6202459 h 6858000"/>
              <a:gd name="connsiteX20-50623" fmla="*/ 290557 w 1508539"/>
              <a:gd name="connsiteY20-50624" fmla="*/ 6153037 h 6858000"/>
              <a:gd name="connsiteX21-50625" fmla="*/ 314428 w 1508539"/>
              <a:gd name="connsiteY21-50626" fmla="*/ 6113913 h 6858000"/>
              <a:gd name="connsiteX22-50627" fmla="*/ 318721 w 1508539"/>
              <a:gd name="connsiteY22-50628" fmla="*/ 6028119 h 6858000"/>
              <a:gd name="connsiteX23-50629" fmla="*/ 363126 w 1508539"/>
              <a:gd name="connsiteY23-50630" fmla="*/ 5934687 h 6858000"/>
              <a:gd name="connsiteX24-50631" fmla="*/ 408411 w 1508539"/>
              <a:gd name="connsiteY24-50632" fmla="*/ 5704905 h 6858000"/>
              <a:gd name="connsiteX25-50633" fmla="*/ 425529 w 1508539"/>
              <a:gd name="connsiteY25-50634" fmla="*/ 5676393 h 6858000"/>
              <a:gd name="connsiteX26-50635" fmla="*/ 465121 w 1508539"/>
              <a:gd name="connsiteY26-50636" fmla="*/ 5563435 h 6858000"/>
              <a:gd name="connsiteX27-50637" fmla="*/ 512251 w 1508539"/>
              <a:gd name="connsiteY27-50638" fmla="*/ 5437125 h 6858000"/>
              <a:gd name="connsiteX28-50639" fmla="*/ 525819 w 1508539"/>
              <a:gd name="connsiteY28-50640" fmla="*/ 5396260 h 6858000"/>
              <a:gd name="connsiteX29-50641" fmla="*/ 541800 w 1508539"/>
              <a:gd name="connsiteY29-50642" fmla="*/ 5330009 h 6858000"/>
              <a:gd name="connsiteX30-50643" fmla="*/ 575293 w 1508539"/>
              <a:gd name="connsiteY30-50644" fmla="*/ 5273739 h 6858000"/>
              <a:gd name="connsiteX31-50645" fmla="*/ 584892 w 1508539"/>
              <a:gd name="connsiteY31-50646" fmla="*/ 5241779 h 6858000"/>
              <a:gd name="connsiteX32-50647" fmla="*/ 596118 w 1508539"/>
              <a:gd name="connsiteY32-50648" fmla="*/ 5225268 h 6858000"/>
              <a:gd name="connsiteX33-50649" fmla="*/ 597138 w 1508539"/>
              <a:gd name="connsiteY33-50650" fmla="*/ 5217684 h 6858000"/>
              <a:gd name="connsiteX34-50651" fmla="*/ 604479 w 1508539"/>
              <a:gd name="connsiteY34-50652" fmla="*/ 5193377 h 6858000"/>
              <a:gd name="connsiteX35-50653" fmla="*/ 607782 w 1508539"/>
              <a:gd name="connsiteY35-50654" fmla="*/ 5179288 h 6858000"/>
              <a:gd name="connsiteX36-50655" fmla="*/ 608766 w 1508539"/>
              <a:gd name="connsiteY36-50656" fmla="*/ 5173621 h 6858000"/>
              <a:gd name="connsiteX37-50657" fmla="*/ 604400 w 1508539"/>
              <a:gd name="connsiteY37-50658" fmla="*/ 5159961 h 6858000"/>
              <a:gd name="connsiteX38-50659" fmla="*/ 611077 w 1508539"/>
              <a:gd name="connsiteY38-50660" fmla="*/ 5144295 h 6858000"/>
              <a:gd name="connsiteX39-50661" fmla="*/ 608010 w 1508539"/>
              <a:gd name="connsiteY39-50662" fmla="*/ 5125185 h 6858000"/>
              <a:gd name="connsiteX40-50663" fmla="*/ 614840 w 1508539"/>
              <a:gd name="connsiteY40-50664" fmla="*/ 5121884 h 6858000"/>
              <a:gd name="connsiteX41-50665" fmla="*/ 621876 w 1508539"/>
              <a:gd name="connsiteY41-50666" fmla="*/ 5067850 h 6858000"/>
              <a:gd name="connsiteX42-50667" fmla="*/ 624607 w 1508539"/>
              <a:gd name="connsiteY42-50668" fmla="*/ 5060861 h 6858000"/>
              <a:gd name="connsiteX43-50669" fmla="*/ 621311 w 1508539"/>
              <a:gd name="connsiteY43-50670" fmla="*/ 5034192 h 6858000"/>
              <a:gd name="connsiteX44-50671" fmla="*/ 622865 w 1508539"/>
              <a:gd name="connsiteY44-50672" fmla="*/ 4993030 h 6858000"/>
              <a:gd name="connsiteX45-50673" fmla="*/ 629774 w 1508539"/>
              <a:gd name="connsiteY45-50674" fmla="*/ 4946844 h 6858000"/>
              <a:gd name="connsiteX46-50675" fmla="*/ 625630 w 1508539"/>
              <a:gd name="connsiteY46-50676" fmla="*/ 4932692 h 6858000"/>
              <a:gd name="connsiteX47-50677" fmla="*/ 641033 w 1508539"/>
              <a:gd name="connsiteY47-50678" fmla="*/ 4858827 h 6858000"/>
              <a:gd name="connsiteX48-50679" fmla="*/ 646936 w 1508539"/>
              <a:gd name="connsiteY48-50680" fmla="*/ 4821170 h 6858000"/>
              <a:gd name="connsiteX49-50681" fmla="*/ 651669 w 1508539"/>
              <a:gd name="connsiteY49-50682" fmla="*/ 4780965 h 6858000"/>
              <a:gd name="connsiteX50-50683" fmla="*/ 652962 w 1508539"/>
              <a:gd name="connsiteY50-50684" fmla="*/ 4750867 h 6858000"/>
              <a:gd name="connsiteX51-50685" fmla="*/ 650769 w 1508539"/>
              <a:gd name="connsiteY51-50686" fmla="*/ 4690749 h 6858000"/>
              <a:gd name="connsiteX52-50687" fmla="*/ 646249 w 1508539"/>
              <a:gd name="connsiteY52-50688" fmla="*/ 4584173 h 6858000"/>
              <a:gd name="connsiteX53-50689" fmla="*/ 641332 w 1508539"/>
              <a:gd name="connsiteY53-50690" fmla="*/ 4444346 h 6858000"/>
              <a:gd name="connsiteX54-50691" fmla="*/ 637897 w 1508539"/>
              <a:gd name="connsiteY54-50692" fmla="*/ 4375228 h 6858000"/>
              <a:gd name="connsiteX55-50693" fmla="*/ 618550 w 1508539"/>
              <a:gd name="connsiteY55-50694" fmla="*/ 4214165 h 6858000"/>
              <a:gd name="connsiteX56-50695" fmla="*/ 622623 w 1508539"/>
              <a:gd name="connsiteY56-50696" fmla="*/ 4090296 h 6858000"/>
              <a:gd name="connsiteX57-50697" fmla="*/ 607879 w 1508539"/>
              <a:gd name="connsiteY57-50698" fmla="*/ 4033999 h 6858000"/>
              <a:gd name="connsiteX58-50699" fmla="*/ 609028 w 1508539"/>
              <a:gd name="connsiteY58-50700" fmla="*/ 4031933 h 6858000"/>
              <a:gd name="connsiteX59-50701" fmla="*/ 607604 w 1508539"/>
              <a:gd name="connsiteY59-50702" fmla="*/ 4013953 h 6858000"/>
              <a:gd name="connsiteX60-50703" fmla="*/ 593899 w 1508539"/>
              <a:gd name="connsiteY60-50704" fmla="*/ 3974753 h 6858000"/>
              <a:gd name="connsiteX61-50705" fmla="*/ 595497 w 1508539"/>
              <a:gd name="connsiteY61-50706" fmla="*/ 3969950 h 6858000"/>
              <a:gd name="connsiteX62-50707" fmla="*/ 588919 w 1508539"/>
              <a:gd name="connsiteY62-50708" fmla="*/ 3933779 h 6858000"/>
              <a:gd name="connsiteX63-50709" fmla="*/ 590250 w 1508539"/>
              <a:gd name="connsiteY63-50710" fmla="*/ 3933093 h 6858000"/>
              <a:gd name="connsiteX64-50711" fmla="*/ 594604 w 1508539"/>
              <a:gd name="connsiteY64-50712" fmla="*/ 3922082 h 6858000"/>
              <a:gd name="connsiteX65-50713" fmla="*/ 599682 w 1508539"/>
              <a:gd name="connsiteY65-50714" fmla="*/ 3901461 h 6858000"/>
              <a:gd name="connsiteX66-50715" fmla="*/ 622276 w 1508539"/>
              <a:gd name="connsiteY66-50716" fmla="*/ 3813873 h 6858000"/>
              <a:gd name="connsiteX67-50717" fmla="*/ 621701 w 1508539"/>
              <a:gd name="connsiteY67-50718" fmla="*/ 3806161 h 6858000"/>
              <a:gd name="connsiteX68-50719" fmla="*/ 622008 w 1508539"/>
              <a:gd name="connsiteY68-50720" fmla="*/ 3805957 h 6858000"/>
              <a:gd name="connsiteX69-50721" fmla="*/ 622035 w 1508539"/>
              <a:gd name="connsiteY69-50722" fmla="*/ 3797724 h 6858000"/>
              <a:gd name="connsiteX70-50723" fmla="*/ 620650 w 1508539"/>
              <a:gd name="connsiteY70-50724" fmla="*/ 3792098 h 6858000"/>
              <a:gd name="connsiteX71-50725" fmla="*/ 619534 w 1508539"/>
              <a:gd name="connsiteY71-50726" fmla="*/ 3777135 h 6858000"/>
              <a:gd name="connsiteX72-50727" fmla="*/ 621267 w 1508539"/>
              <a:gd name="connsiteY72-50728" fmla="*/ 3771656 h 6858000"/>
              <a:gd name="connsiteX73-50729" fmla="*/ 625010 w 1508539"/>
              <a:gd name="connsiteY73-50730" fmla="*/ 3769007 h 6858000"/>
              <a:gd name="connsiteX74-50731" fmla="*/ 624476 w 1508539"/>
              <a:gd name="connsiteY74-50732" fmla="*/ 3767709 h 6858000"/>
              <a:gd name="connsiteX75-50733" fmla="*/ 633172 w 1508539"/>
              <a:gd name="connsiteY75-50734" fmla="*/ 3738082 h 6858000"/>
              <a:gd name="connsiteX76-50735" fmla="*/ 640518 w 1508539"/>
              <a:gd name="connsiteY76-50736" fmla="*/ 3673397 h 6858000"/>
              <a:gd name="connsiteX77-50737" fmla="*/ 639814 w 1508539"/>
              <a:gd name="connsiteY77-50738" fmla="*/ 3637109 h 6858000"/>
              <a:gd name="connsiteX78-50739" fmla="*/ 643257 w 1508539"/>
              <a:gd name="connsiteY78-50740" fmla="*/ 3536883 h 6858000"/>
              <a:gd name="connsiteX79-50741" fmla="*/ 650795 w 1508539"/>
              <a:gd name="connsiteY79-50742" fmla="*/ 3435652 h 6858000"/>
              <a:gd name="connsiteX80-50743" fmla="*/ 652466 w 1508539"/>
              <a:gd name="connsiteY80-50744" fmla="*/ 3307769 h 6858000"/>
              <a:gd name="connsiteX81-50745" fmla="*/ 670029 w 1508539"/>
              <a:gd name="connsiteY81-50746" fmla="*/ 3250522 h 6858000"/>
              <a:gd name="connsiteX82-50747" fmla="*/ 670454 w 1508539"/>
              <a:gd name="connsiteY82-50748" fmla="*/ 3229163 h 6858000"/>
              <a:gd name="connsiteX83-50749" fmla="*/ 672277 w 1508539"/>
              <a:gd name="connsiteY83-50750" fmla="*/ 3217217 h 6858000"/>
              <a:gd name="connsiteX84-50751" fmla="*/ 659112 w 1508539"/>
              <a:gd name="connsiteY84-50752" fmla="*/ 3183755 h 6858000"/>
              <a:gd name="connsiteX85-50753" fmla="*/ 659613 w 1508539"/>
              <a:gd name="connsiteY85-50754" fmla="*/ 3178642 h 6858000"/>
              <a:gd name="connsiteX86-50755" fmla="*/ 647213 w 1508539"/>
              <a:gd name="connsiteY86-50756" fmla="*/ 3158586 h 6858000"/>
              <a:gd name="connsiteX87-50757" fmla="*/ 632398 w 1508539"/>
              <a:gd name="connsiteY87-50758" fmla="*/ 3129034 h 6858000"/>
              <a:gd name="connsiteX88-50759" fmla="*/ 633063 w 1508539"/>
              <a:gd name="connsiteY88-50760" fmla="*/ 3126682 h 6858000"/>
              <a:gd name="connsiteX89-50761" fmla="*/ 623931 w 1508539"/>
              <a:gd name="connsiteY89-50762" fmla="*/ 3114519 h 6858000"/>
              <a:gd name="connsiteX90-50763" fmla="*/ 610540 w 1508539"/>
              <a:gd name="connsiteY90-50764" fmla="*/ 3106272 h 6858000"/>
              <a:gd name="connsiteX91-50765" fmla="*/ 583270 w 1508539"/>
              <a:gd name="connsiteY91-50766" fmla="*/ 2958185 h 6858000"/>
              <a:gd name="connsiteX92-50767" fmla="*/ 525884 w 1508539"/>
              <a:gd name="connsiteY92-50768" fmla="*/ 2762989 h 6858000"/>
              <a:gd name="connsiteX93-50769" fmla="*/ 474802 w 1508539"/>
              <a:gd name="connsiteY93-50770" fmla="*/ 2554718 h 6858000"/>
              <a:gd name="connsiteX94-50771" fmla="*/ 454896 w 1508539"/>
              <a:gd name="connsiteY94-50772" fmla="*/ 2485734 h 6858000"/>
              <a:gd name="connsiteX95-50773" fmla="*/ 445619 w 1508539"/>
              <a:gd name="connsiteY95-50774" fmla="*/ 2447068 h 6858000"/>
              <a:gd name="connsiteX96-50775" fmla="*/ 432580 w 1508539"/>
              <a:gd name="connsiteY96-50776" fmla="*/ 2425819 h 6858000"/>
              <a:gd name="connsiteX97-50777" fmla="*/ 438579 w 1508539"/>
              <a:gd name="connsiteY97-50778" fmla="*/ 2402874 h 6858000"/>
              <a:gd name="connsiteX98-50779" fmla="*/ 441191 w 1508539"/>
              <a:gd name="connsiteY98-50780" fmla="*/ 2381443 h 6858000"/>
              <a:gd name="connsiteX99-50781" fmla="*/ 417520 w 1508539"/>
              <a:gd name="connsiteY99-50782" fmla="*/ 2261920 h 6858000"/>
              <a:gd name="connsiteX100-50783" fmla="*/ 407407 w 1508539"/>
              <a:gd name="connsiteY100-50784" fmla="*/ 2195378 h 6858000"/>
              <a:gd name="connsiteX101-50785" fmla="*/ 391624 w 1508539"/>
              <a:gd name="connsiteY101-50786" fmla="*/ 2155135 h 6858000"/>
              <a:gd name="connsiteX102-50787" fmla="*/ 389082 w 1508539"/>
              <a:gd name="connsiteY102-50788" fmla="*/ 2118008 h 6858000"/>
              <a:gd name="connsiteX103-50789" fmla="*/ 390075 w 1508539"/>
              <a:gd name="connsiteY103-50790" fmla="*/ 2050531 h 6858000"/>
              <a:gd name="connsiteX104-50791" fmla="*/ 381881 w 1508539"/>
              <a:gd name="connsiteY104-50792" fmla="*/ 1963269 h 6858000"/>
              <a:gd name="connsiteX105-50793" fmla="*/ 363059 w 1508539"/>
              <a:gd name="connsiteY105-50794" fmla="*/ 1906352 h 6858000"/>
              <a:gd name="connsiteX106-50795" fmla="*/ 339616 w 1508539"/>
              <a:gd name="connsiteY106-50796" fmla="*/ 1861531 h 6858000"/>
              <a:gd name="connsiteX107-50797" fmla="*/ 293415 w 1508539"/>
              <a:gd name="connsiteY107-50798" fmla="*/ 1732919 h 6858000"/>
              <a:gd name="connsiteX108-50799" fmla="*/ 265726 w 1508539"/>
              <a:gd name="connsiteY108-50800" fmla="*/ 1663540 h 6858000"/>
              <a:gd name="connsiteX109-50801" fmla="*/ 264852 w 1508539"/>
              <a:gd name="connsiteY109-50802" fmla="*/ 1615777 h 6858000"/>
              <a:gd name="connsiteX110-50803" fmla="*/ 245647 w 1508539"/>
              <a:gd name="connsiteY110-50804" fmla="*/ 1563678 h 6858000"/>
              <a:gd name="connsiteX111-50805" fmla="*/ 258727 w 1508539"/>
              <a:gd name="connsiteY111-50806" fmla="*/ 1519474 h 6858000"/>
              <a:gd name="connsiteX112-50807" fmla="*/ 251469 w 1508539"/>
              <a:gd name="connsiteY112-50808" fmla="*/ 1477995 h 6858000"/>
              <a:gd name="connsiteX113-50809" fmla="*/ 237554 w 1508539"/>
              <a:gd name="connsiteY113-50810" fmla="*/ 1373769 h 6858000"/>
              <a:gd name="connsiteX114-50811" fmla="*/ 245861 w 1508539"/>
              <a:gd name="connsiteY114-50812" fmla="*/ 1307086 h 6858000"/>
              <a:gd name="connsiteX115-50813" fmla="*/ 247049 w 1508539"/>
              <a:gd name="connsiteY115-50814" fmla="*/ 1189033 h 6858000"/>
              <a:gd name="connsiteX116-50815" fmla="*/ 251734 w 1508539"/>
              <a:gd name="connsiteY116-50816" fmla="*/ 1168288 h 6858000"/>
              <a:gd name="connsiteX117-50817" fmla="*/ 244016 w 1508539"/>
              <a:gd name="connsiteY117-50818" fmla="*/ 1142577 h 6858000"/>
              <a:gd name="connsiteX118-50819" fmla="*/ 233322 w 1508539"/>
              <a:gd name="connsiteY118-50820" fmla="*/ 1088484 h 6858000"/>
              <a:gd name="connsiteX119-50821" fmla="*/ 222058 w 1508539"/>
              <a:gd name="connsiteY119-50822" fmla="*/ 1016103 h 6858000"/>
              <a:gd name="connsiteX120-50823" fmla="*/ 223514 w 1508539"/>
              <a:gd name="connsiteY120-50824" fmla="*/ 932283 h 6858000"/>
              <a:gd name="connsiteX121-50825" fmla="*/ 225750 w 1508539"/>
              <a:gd name="connsiteY121-50826" fmla="*/ 915925 h 6858000"/>
              <a:gd name="connsiteX122-50827" fmla="*/ 218379 w 1508539"/>
              <a:gd name="connsiteY122-50828" fmla="*/ 896999 h 6858000"/>
              <a:gd name="connsiteX123-50829" fmla="*/ 187787 w 1508539"/>
              <a:gd name="connsiteY123-50830" fmla="*/ 821517 h 6858000"/>
              <a:gd name="connsiteX124-50831" fmla="*/ 166737 w 1508539"/>
              <a:gd name="connsiteY124-50832" fmla="*/ 751353 h 6858000"/>
              <a:gd name="connsiteX125-50833" fmla="*/ 166295 w 1508539"/>
              <a:gd name="connsiteY125-50834" fmla="*/ 721230 h 6858000"/>
              <a:gd name="connsiteX126-50835" fmla="*/ 151966 w 1508539"/>
              <a:gd name="connsiteY126-50836" fmla="*/ 681659 h 6858000"/>
              <a:gd name="connsiteX127-50837" fmla="*/ 137385 w 1508539"/>
              <a:gd name="connsiteY127-50838" fmla="*/ 635218 h 6858000"/>
              <a:gd name="connsiteX128-50839" fmla="*/ 142396 w 1508539"/>
              <a:gd name="connsiteY128-50840" fmla="*/ 613763 h 6858000"/>
              <a:gd name="connsiteX129-50841" fmla="*/ 128338 w 1508539"/>
              <a:gd name="connsiteY129-50842" fmla="*/ 598582 h 6858000"/>
              <a:gd name="connsiteX130-50843" fmla="*/ 128019 w 1508539"/>
              <a:gd name="connsiteY130-50844" fmla="*/ 576846 h 6858000"/>
              <a:gd name="connsiteX131-50845" fmla="*/ 107645 w 1508539"/>
              <a:gd name="connsiteY131-50846" fmla="*/ 530055 h 6858000"/>
              <a:gd name="connsiteX132-50847" fmla="*/ 106893 w 1508539"/>
              <a:gd name="connsiteY132-50848" fmla="*/ 465389 h 6858000"/>
              <a:gd name="connsiteX133-50849" fmla="*/ 89816 w 1508539"/>
              <a:gd name="connsiteY133-50850" fmla="*/ 424699 h 6858000"/>
              <a:gd name="connsiteX134-50851" fmla="*/ 90191 w 1508539"/>
              <a:gd name="connsiteY134-50852" fmla="*/ 404917 h 6858000"/>
              <a:gd name="connsiteX135-50853" fmla="*/ 70148 w 1508539"/>
              <a:gd name="connsiteY135-50854" fmla="*/ 367211 h 6858000"/>
              <a:gd name="connsiteX136-50855" fmla="*/ 36452 w 1508539"/>
              <a:gd name="connsiteY136-50856" fmla="*/ 268519 h 6858000"/>
              <a:gd name="connsiteX137-50857" fmla="*/ 23935 w 1508539"/>
              <a:gd name="connsiteY137-50858" fmla="*/ 160886 h 6858000"/>
              <a:gd name="connsiteX138-50859" fmla="*/ 19312 w 1508539"/>
              <a:gd name="connsiteY138-50860" fmla="*/ 47336 h 6858000"/>
              <a:gd name="connsiteX139-50861" fmla="*/ 0 w 1508539"/>
              <a:gd name="connsiteY139-50862" fmla="*/ 0 h 6858000"/>
              <a:gd name="connsiteX0-50863" fmla="*/ 0 w 1508539"/>
              <a:gd name="connsiteY0-50864" fmla="*/ 0 h 6858000"/>
              <a:gd name="connsiteX1-50865" fmla="*/ 1508539 w 1508539"/>
              <a:gd name="connsiteY1-50866" fmla="*/ 0 h 6858000"/>
              <a:gd name="connsiteX2-50867" fmla="*/ 1508539 w 1508539"/>
              <a:gd name="connsiteY2-50868" fmla="*/ 6858000 h 6858000"/>
              <a:gd name="connsiteX3-50869" fmla="*/ 245233 w 1508539"/>
              <a:gd name="connsiteY3-50870" fmla="*/ 6857735 h 6858000"/>
              <a:gd name="connsiteX4-50871" fmla="*/ 243784 w 1508539"/>
              <a:gd name="connsiteY4-50872" fmla="*/ 6776847 h 6858000"/>
              <a:gd name="connsiteX5-50873" fmla="*/ 255284 w 1508539"/>
              <a:gd name="connsiteY5-50874" fmla="*/ 6737706 h 6858000"/>
              <a:gd name="connsiteX6-50875" fmla="*/ 267342 w 1508539"/>
              <a:gd name="connsiteY6-50876" fmla="*/ 6683638 h 6858000"/>
              <a:gd name="connsiteX7-50877" fmla="*/ 295622 w 1508539"/>
              <a:gd name="connsiteY7-50878" fmla="*/ 6659970 h 6858000"/>
              <a:gd name="connsiteX8-50879" fmla="*/ 310713 w 1508539"/>
              <a:gd name="connsiteY8-50880" fmla="*/ 6636211 h 6858000"/>
              <a:gd name="connsiteX9-50881" fmla="*/ 328157 w 1508539"/>
              <a:gd name="connsiteY9-50882" fmla="*/ 6594177 h 6858000"/>
              <a:gd name="connsiteX10-50883" fmla="*/ 325289 w 1508539"/>
              <a:gd name="connsiteY10-50884" fmla="*/ 6525770 h 6858000"/>
              <a:gd name="connsiteX11-50885" fmla="*/ 395154 w 1508539"/>
              <a:gd name="connsiteY11-50886" fmla="*/ 6492130 h 6858000"/>
              <a:gd name="connsiteX12-50887" fmla="*/ 410841 w 1508539"/>
              <a:gd name="connsiteY12-50888" fmla="*/ 6431610 h 6858000"/>
              <a:gd name="connsiteX13-50889" fmla="*/ 454546 w 1508539"/>
              <a:gd name="connsiteY13-50890" fmla="*/ 6379786 h 6858000"/>
              <a:gd name="connsiteX14-50891" fmla="*/ 416634 w 1508539"/>
              <a:gd name="connsiteY14-50892" fmla="*/ 6346654 h 6858000"/>
              <a:gd name="connsiteX15-50893" fmla="*/ 241880 w 1508539"/>
              <a:gd name="connsiteY15-50894" fmla="*/ 6384857 h 6858000"/>
              <a:gd name="connsiteX16-50895" fmla="*/ 240591 w 1508539"/>
              <a:gd name="connsiteY16-50896" fmla="*/ 6367510 h 6858000"/>
              <a:gd name="connsiteX17-50897" fmla="*/ 244471 w 1508539"/>
              <a:gd name="connsiteY17-50898" fmla="*/ 6349778 h 6858000"/>
              <a:gd name="connsiteX18-50899" fmla="*/ 432121 w 1508539"/>
              <a:gd name="connsiteY18-50900" fmla="*/ 6252834 h 6858000"/>
              <a:gd name="connsiteX19-50901" fmla="*/ 410113 w 1508539"/>
              <a:gd name="connsiteY19-50902" fmla="*/ 6202459 h 6858000"/>
              <a:gd name="connsiteX20-50903" fmla="*/ 290557 w 1508539"/>
              <a:gd name="connsiteY20-50904" fmla="*/ 6153037 h 6858000"/>
              <a:gd name="connsiteX21-50905" fmla="*/ 314428 w 1508539"/>
              <a:gd name="connsiteY21-50906" fmla="*/ 6113913 h 6858000"/>
              <a:gd name="connsiteX22-50907" fmla="*/ 318721 w 1508539"/>
              <a:gd name="connsiteY22-50908" fmla="*/ 6028119 h 6858000"/>
              <a:gd name="connsiteX23-50909" fmla="*/ 396942 w 1508539"/>
              <a:gd name="connsiteY23-50910" fmla="*/ 5926735 h 6858000"/>
              <a:gd name="connsiteX24-50911" fmla="*/ 408411 w 1508539"/>
              <a:gd name="connsiteY24-50912" fmla="*/ 5704905 h 6858000"/>
              <a:gd name="connsiteX25-50913" fmla="*/ 425529 w 1508539"/>
              <a:gd name="connsiteY25-50914" fmla="*/ 5676393 h 6858000"/>
              <a:gd name="connsiteX26-50915" fmla="*/ 465121 w 1508539"/>
              <a:gd name="connsiteY26-50916" fmla="*/ 5563435 h 6858000"/>
              <a:gd name="connsiteX27-50917" fmla="*/ 512251 w 1508539"/>
              <a:gd name="connsiteY27-50918" fmla="*/ 5437125 h 6858000"/>
              <a:gd name="connsiteX28-50919" fmla="*/ 525819 w 1508539"/>
              <a:gd name="connsiteY28-50920" fmla="*/ 5396260 h 6858000"/>
              <a:gd name="connsiteX29-50921" fmla="*/ 541800 w 1508539"/>
              <a:gd name="connsiteY29-50922" fmla="*/ 5330009 h 6858000"/>
              <a:gd name="connsiteX30-50923" fmla="*/ 575293 w 1508539"/>
              <a:gd name="connsiteY30-50924" fmla="*/ 5273739 h 6858000"/>
              <a:gd name="connsiteX31-50925" fmla="*/ 584892 w 1508539"/>
              <a:gd name="connsiteY31-50926" fmla="*/ 5241779 h 6858000"/>
              <a:gd name="connsiteX32-50927" fmla="*/ 596118 w 1508539"/>
              <a:gd name="connsiteY32-50928" fmla="*/ 5225268 h 6858000"/>
              <a:gd name="connsiteX33-50929" fmla="*/ 597138 w 1508539"/>
              <a:gd name="connsiteY33-50930" fmla="*/ 5217684 h 6858000"/>
              <a:gd name="connsiteX34-50931" fmla="*/ 604479 w 1508539"/>
              <a:gd name="connsiteY34-50932" fmla="*/ 5193377 h 6858000"/>
              <a:gd name="connsiteX35-50933" fmla="*/ 607782 w 1508539"/>
              <a:gd name="connsiteY35-50934" fmla="*/ 5179288 h 6858000"/>
              <a:gd name="connsiteX36-50935" fmla="*/ 608766 w 1508539"/>
              <a:gd name="connsiteY36-50936" fmla="*/ 5173621 h 6858000"/>
              <a:gd name="connsiteX37-50937" fmla="*/ 604400 w 1508539"/>
              <a:gd name="connsiteY37-50938" fmla="*/ 5159961 h 6858000"/>
              <a:gd name="connsiteX38-50939" fmla="*/ 611077 w 1508539"/>
              <a:gd name="connsiteY38-50940" fmla="*/ 5144295 h 6858000"/>
              <a:gd name="connsiteX39-50941" fmla="*/ 608010 w 1508539"/>
              <a:gd name="connsiteY39-50942" fmla="*/ 5125185 h 6858000"/>
              <a:gd name="connsiteX40-50943" fmla="*/ 614840 w 1508539"/>
              <a:gd name="connsiteY40-50944" fmla="*/ 5121884 h 6858000"/>
              <a:gd name="connsiteX41-50945" fmla="*/ 621876 w 1508539"/>
              <a:gd name="connsiteY41-50946" fmla="*/ 5067850 h 6858000"/>
              <a:gd name="connsiteX42-50947" fmla="*/ 624607 w 1508539"/>
              <a:gd name="connsiteY42-50948" fmla="*/ 5060861 h 6858000"/>
              <a:gd name="connsiteX43-50949" fmla="*/ 621311 w 1508539"/>
              <a:gd name="connsiteY43-50950" fmla="*/ 5034192 h 6858000"/>
              <a:gd name="connsiteX44-50951" fmla="*/ 622865 w 1508539"/>
              <a:gd name="connsiteY44-50952" fmla="*/ 4993030 h 6858000"/>
              <a:gd name="connsiteX45-50953" fmla="*/ 629774 w 1508539"/>
              <a:gd name="connsiteY45-50954" fmla="*/ 4946844 h 6858000"/>
              <a:gd name="connsiteX46-50955" fmla="*/ 625630 w 1508539"/>
              <a:gd name="connsiteY46-50956" fmla="*/ 4932692 h 6858000"/>
              <a:gd name="connsiteX47-50957" fmla="*/ 641033 w 1508539"/>
              <a:gd name="connsiteY47-50958" fmla="*/ 4858827 h 6858000"/>
              <a:gd name="connsiteX48-50959" fmla="*/ 646936 w 1508539"/>
              <a:gd name="connsiteY48-50960" fmla="*/ 4821170 h 6858000"/>
              <a:gd name="connsiteX49-50961" fmla="*/ 651669 w 1508539"/>
              <a:gd name="connsiteY49-50962" fmla="*/ 4780965 h 6858000"/>
              <a:gd name="connsiteX50-50963" fmla="*/ 652962 w 1508539"/>
              <a:gd name="connsiteY50-50964" fmla="*/ 4750867 h 6858000"/>
              <a:gd name="connsiteX51-50965" fmla="*/ 650769 w 1508539"/>
              <a:gd name="connsiteY51-50966" fmla="*/ 4690749 h 6858000"/>
              <a:gd name="connsiteX52-50967" fmla="*/ 646249 w 1508539"/>
              <a:gd name="connsiteY52-50968" fmla="*/ 4584173 h 6858000"/>
              <a:gd name="connsiteX53-50969" fmla="*/ 641332 w 1508539"/>
              <a:gd name="connsiteY53-50970" fmla="*/ 4444346 h 6858000"/>
              <a:gd name="connsiteX54-50971" fmla="*/ 637897 w 1508539"/>
              <a:gd name="connsiteY54-50972" fmla="*/ 4375228 h 6858000"/>
              <a:gd name="connsiteX55-50973" fmla="*/ 618550 w 1508539"/>
              <a:gd name="connsiteY55-50974" fmla="*/ 4214165 h 6858000"/>
              <a:gd name="connsiteX56-50975" fmla="*/ 622623 w 1508539"/>
              <a:gd name="connsiteY56-50976" fmla="*/ 4090296 h 6858000"/>
              <a:gd name="connsiteX57-50977" fmla="*/ 607879 w 1508539"/>
              <a:gd name="connsiteY57-50978" fmla="*/ 4033999 h 6858000"/>
              <a:gd name="connsiteX58-50979" fmla="*/ 609028 w 1508539"/>
              <a:gd name="connsiteY58-50980" fmla="*/ 4031933 h 6858000"/>
              <a:gd name="connsiteX59-50981" fmla="*/ 607604 w 1508539"/>
              <a:gd name="connsiteY59-50982" fmla="*/ 4013953 h 6858000"/>
              <a:gd name="connsiteX60-50983" fmla="*/ 593899 w 1508539"/>
              <a:gd name="connsiteY60-50984" fmla="*/ 3974753 h 6858000"/>
              <a:gd name="connsiteX61-50985" fmla="*/ 595497 w 1508539"/>
              <a:gd name="connsiteY61-50986" fmla="*/ 3969950 h 6858000"/>
              <a:gd name="connsiteX62-50987" fmla="*/ 588919 w 1508539"/>
              <a:gd name="connsiteY62-50988" fmla="*/ 3933779 h 6858000"/>
              <a:gd name="connsiteX63-50989" fmla="*/ 590250 w 1508539"/>
              <a:gd name="connsiteY63-50990" fmla="*/ 3933093 h 6858000"/>
              <a:gd name="connsiteX64-50991" fmla="*/ 594604 w 1508539"/>
              <a:gd name="connsiteY64-50992" fmla="*/ 3922082 h 6858000"/>
              <a:gd name="connsiteX65-50993" fmla="*/ 599682 w 1508539"/>
              <a:gd name="connsiteY65-50994" fmla="*/ 3901461 h 6858000"/>
              <a:gd name="connsiteX66-50995" fmla="*/ 622276 w 1508539"/>
              <a:gd name="connsiteY66-50996" fmla="*/ 3813873 h 6858000"/>
              <a:gd name="connsiteX67-50997" fmla="*/ 621701 w 1508539"/>
              <a:gd name="connsiteY67-50998" fmla="*/ 3806161 h 6858000"/>
              <a:gd name="connsiteX68-50999" fmla="*/ 622008 w 1508539"/>
              <a:gd name="connsiteY68-51000" fmla="*/ 3805957 h 6858000"/>
              <a:gd name="connsiteX69-51001" fmla="*/ 622035 w 1508539"/>
              <a:gd name="connsiteY69-51002" fmla="*/ 3797724 h 6858000"/>
              <a:gd name="connsiteX70-51003" fmla="*/ 620650 w 1508539"/>
              <a:gd name="connsiteY70-51004" fmla="*/ 3792098 h 6858000"/>
              <a:gd name="connsiteX71-51005" fmla="*/ 619534 w 1508539"/>
              <a:gd name="connsiteY71-51006" fmla="*/ 3777135 h 6858000"/>
              <a:gd name="connsiteX72-51007" fmla="*/ 621267 w 1508539"/>
              <a:gd name="connsiteY72-51008" fmla="*/ 3771656 h 6858000"/>
              <a:gd name="connsiteX73-51009" fmla="*/ 625010 w 1508539"/>
              <a:gd name="connsiteY73-51010" fmla="*/ 3769007 h 6858000"/>
              <a:gd name="connsiteX74-51011" fmla="*/ 624476 w 1508539"/>
              <a:gd name="connsiteY74-51012" fmla="*/ 3767709 h 6858000"/>
              <a:gd name="connsiteX75-51013" fmla="*/ 633172 w 1508539"/>
              <a:gd name="connsiteY75-51014" fmla="*/ 3738082 h 6858000"/>
              <a:gd name="connsiteX76-51015" fmla="*/ 640518 w 1508539"/>
              <a:gd name="connsiteY76-51016" fmla="*/ 3673397 h 6858000"/>
              <a:gd name="connsiteX77-51017" fmla="*/ 639814 w 1508539"/>
              <a:gd name="connsiteY77-51018" fmla="*/ 3637109 h 6858000"/>
              <a:gd name="connsiteX78-51019" fmla="*/ 643257 w 1508539"/>
              <a:gd name="connsiteY78-51020" fmla="*/ 3536883 h 6858000"/>
              <a:gd name="connsiteX79-51021" fmla="*/ 650795 w 1508539"/>
              <a:gd name="connsiteY79-51022" fmla="*/ 3435652 h 6858000"/>
              <a:gd name="connsiteX80-51023" fmla="*/ 652466 w 1508539"/>
              <a:gd name="connsiteY80-51024" fmla="*/ 3307769 h 6858000"/>
              <a:gd name="connsiteX81-51025" fmla="*/ 670029 w 1508539"/>
              <a:gd name="connsiteY81-51026" fmla="*/ 3250522 h 6858000"/>
              <a:gd name="connsiteX82-51027" fmla="*/ 670454 w 1508539"/>
              <a:gd name="connsiteY82-51028" fmla="*/ 3229163 h 6858000"/>
              <a:gd name="connsiteX83-51029" fmla="*/ 672277 w 1508539"/>
              <a:gd name="connsiteY83-51030" fmla="*/ 3217217 h 6858000"/>
              <a:gd name="connsiteX84-51031" fmla="*/ 659112 w 1508539"/>
              <a:gd name="connsiteY84-51032" fmla="*/ 3183755 h 6858000"/>
              <a:gd name="connsiteX85-51033" fmla="*/ 659613 w 1508539"/>
              <a:gd name="connsiteY85-51034" fmla="*/ 3178642 h 6858000"/>
              <a:gd name="connsiteX86-51035" fmla="*/ 647213 w 1508539"/>
              <a:gd name="connsiteY86-51036" fmla="*/ 3158586 h 6858000"/>
              <a:gd name="connsiteX87-51037" fmla="*/ 632398 w 1508539"/>
              <a:gd name="connsiteY87-51038" fmla="*/ 3129034 h 6858000"/>
              <a:gd name="connsiteX88-51039" fmla="*/ 633063 w 1508539"/>
              <a:gd name="connsiteY88-51040" fmla="*/ 3126682 h 6858000"/>
              <a:gd name="connsiteX89-51041" fmla="*/ 623931 w 1508539"/>
              <a:gd name="connsiteY89-51042" fmla="*/ 3114519 h 6858000"/>
              <a:gd name="connsiteX90-51043" fmla="*/ 610540 w 1508539"/>
              <a:gd name="connsiteY90-51044" fmla="*/ 3106272 h 6858000"/>
              <a:gd name="connsiteX91-51045" fmla="*/ 583270 w 1508539"/>
              <a:gd name="connsiteY91-51046" fmla="*/ 2958185 h 6858000"/>
              <a:gd name="connsiteX92-51047" fmla="*/ 525884 w 1508539"/>
              <a:gd name="connsiteY92-51048" fmla="*/ 2762989 h 6858000"/>
              <a:gd name="connsiteX93-51049" fmla="*/ 474802 w 1508539"/>
              <a:gd name="connsiteY93-51050" fmla="*/ 2554718 h 6858000"/>
              <a:gd name="connsiteX94-51051" fmla="*/ 454896 w 1508539"/>
              <a:gd name="connsiteY94-51052" fmla="*/ 2485734 h 6858000"/>
              <a:gd name="connsiteX95-51053" fmla="*/ 445619 w 1508539"/>
              <a:gd name="connsiteY95-51054" fmla="*/ 2447068 h 6858000"/>
              <a:gd name="connsiteX96-51055" fmla="*/ 432580 w 1508539"/>
              <a:gd name="connsiteY96-51056" fmla="*/ 2425819 h 6858000"/>
              <a:gd name="connsiteX97-51057" fmla="*/ 438579 w 1508539"/>
              <a:gd name="connsiteY97-51058" fmla="*/ 2402874 h 6858000"/>
              <a:gd name="connsiteX98-51059" fmla="*/ 441191 w 1508539"/>
              <a:gd name="connsiteY98-51060" fmla="*/ 2381443 h 6858000"/>
              <a:gd name="connsiteX99-51061" fmla="*/ 417520 w 1508539"/>
              <a:gd name="connsiteY99-51062" fmla="*/ 2261920 h 6858000"/>
              <a:gd name="connsiteX100-51063" fmla="*/ 407407 w 1508539"/>
              <a:gd name="connsiteY100-51064" fmla="*/ 2195378 h 6858000"/>
              <a:gd name="connsiteX101-51065" fmla="*/ 391624 w 1508539"/>
              <a:gd name="connsiteY101-51066" fmla="*/ 2155135 h 6858000"/>
              <a:gd name="connsiteX102-51067" fmla="*/ 389082 w 1508539"/>
              <a:gd name="connsiteY102-51068" fmla="*/ 2118008 h 6858000"/>
              <a:gd name="connsiteX103-51069" fmla="*/ 390075 w 1508539"/>
              <a:gd name="connsiteY103-51070" fmla="*/ 2050531 h 6858000"/>
              <a:gd name="connsiteX104-51071" fmla="*/ 381881 w 1508539"/>
              <a:gd name="connsiteY104-51072" fmla="*/ 1963269 h 6858000"/>
              <a:gd name="connsiteX105-51073" fmla="*/ 363059 w 1508539"/>
              <a:gd name="connsiteY105-51074" fmla="*/ 1906352 h 6858000"/>
              <a:gd name="connsiteX106-51075" fmla="*/ 339616 w 1508539"/>
              <a:gd name="connsiteY106-51076" fmla="*/ 1861531 h 6858000"/>
              <a:gd name="connsiteX107-51077" fmla="*/ 293415 w 1508539"/>
              <a:gd name="connsiteY107-51078" fmla="*/ 1732919 h 6858000"/>
              <a:gd name="connsiteX108-51079" fmla="*/ 265726 w 1508539"/>
              <a:gd name="connsiteY108-51080" fmla="*/ 1663540 h 6858000"/>
              <a:gd name="connsiteX109-51081" fmla="*/ 264852 w 1508539"/>
              <a:gd name="connsiteY109-51082" fmla="*/ 1615777 h 6858000"/>
              <a:gd name="connsiteX110-51083" fmla="*/ 245647 w 1508539"/>
              <a:gd name="connsiteY110-51084" fmla="*/ 1563678 h 6858000"/>
              <a:gd name="connsiteX111-51085" fmla="*/ 258727 w 1508539"/>
              <a:gd name="connsiteY111-51086" fmla="*/ 1519474 h 6858000"/>
              <a:gd name="connsiteX112-51087" fmla="*/ 251469 w 1508539"/>
              <a:gd name="connsiteY112-51088" fmla="*/ 1477995 h 6858000"/>
              <a:gd name="connsiteX113-51089" fmla="*/ 237554 w 1508539"/>
              <a:gd name="connsiteY113-51090" fmla="*/ 1373769 h 6858000"/>
              <a:gd name="connsiteX114-51091" fmla="*/ 245861 w 1508539"/>
              <a:gd name="connsiteY114-51092" fmla="*/ 1307086 h 6858000"/>
              <a:gd name="connsiteX115-51093" fmla="*/ 247049 w 1508539"/>
              <a:gd name="connsiteY115-51094" fmla="*/ 1189033 h 6858000"/>
              <a:gd name="connsiteX116-51095" fmla="*/ 251734 w 1508539"/>
              <a:gd name="connsiteY116-51096" fmla="*/ 1168288 h 6858000"/>
              <a:gd name="connsiteX117-51097" fmla="*/ 244016 w 1508539"/>
              <a:gd name="connsiteY117-51098" fmla="*/ 1142577 h 6858000"/>
              <a:gd name="connsiteX118-51099" fmla="*/ 233322 w 1508539"/>
              <a:gd name="connsiteY118-51100" fmla="*/ 1088484 h 6858000"/>
              <a:gd name="connsiteX119-51101" fmla="*/ 222058 w 1508539"/>
              <a:gd name="connsiteY119-51102" fmla="*/ 1016103 h 6858000"/>
              <a:gd name="connsiteX120-51103" fmla="*/ 223514 w 1508539"/>
              <a:gd name="connsiteY120-51104" fmla="*/ 932283 h 6858000"/>
              <a:gd name="connsiteX121-51105" fmla="*/ 225750 w 1508539"/>
              <a:gd name="connsiteY121-51106" fmla="*/ 915925 h 6858000"/>
              <a:gd name="connsiteX122-51107" fmla="*/ 218379 w 1508539"/>
              <a:gd name="connsiteY122-51108" fmla="*/ 896999 h 6858000"/>
              <a:gd name="connsiteX123-51109" fmla="*/ 187787 w 1508539"/>
              <a:gd name="connsiteY123-51110" fmla="*/ 821517 h 6858000"/>
              <a:gd name="connsiteX124-51111" fmla="*/ 166737 w 1508539"/>
              <a:gd name="connsiteY124-51112" fmla="*/ 751353 h 6858000"/>
              <a:gd name="connsiteX125-51113" fmla="*/ 166295 w 1508539"/>
              <a:gd name="connsiteY125-51114" fmla="*/ 721230 h 6858000"/>
              <a:gd name="connsiteX126-51115" fmla="*/ 151966 w 1508539"/>
              <a:gd name="connsiteY126-51116" fmla="*/ 681659 h 6858000"/>
              <a:gd name="connsiteX127-51117" fmla="*/ 137385 w 1508539"/>
              <a:gd name="connsiteY127-51118" fmla="*/ 635218 h 6858000"/>
              <a:gd name="connsiteX128-51119" fmla="*/ 142396 w 1508539"/>
              <a:gd name="connsiteY128-51120" fmla="*/ 613763 h 6858000"/>
              <a:gd name="connsiteX129-51121" fmla="*/ 128338 w 1508539"/>
              <a:gd name="connsiteY129-51122" fmla="*/ 598582 h 6858000"/>
              <a:gd name="connsiteX130-51123" fmla="*/ 128019 w 1508539"/>
              <a:gd name="connsiteY130-51124" fmla="*/ 576846 h 6858000"/>
              <a:gd name="connsiteX131-51125" fmla="*/ 107645 w 1508539"/>
              <a:gd name="connsiteY131-51126" fmla="*/ 530055 h 6858000"/>
              <a:gd name="connsiteX132-51127" fmla="*/ 106893 w 1508539"/>
              <a:gd name="connsiteY132-51128" fmla="*/ 465389 h 6858000"/>
              <a:gd name="connsiteX133-51129" fmla="*/ 89816 w 1508539"/>
              <a:gd name="connsiteY133-51130" fmla="*/ 424699 h 6858000"/>
              <a:gd name="connsiteX134-51131" fmla="*/ 90191 w 1508539"/>
              <a:gd name="connsiteY134-51132" fmla="*/ 404917 h 6858000"/>
              <a:gd name="connsiteX135-51133" fmla="*/ 70148 w 1508539"/>
              <a:gd name="connsiteY135-51134" fmla="*/ 367211 h 6858000"/>
              <a:gd name="connsiteX136-51135" fmla="*/ 36452 w 1508539"/>
              <a:gd name="connsiteY136-51136" fmla="*/ 268519 h 6858000"/>
              <a:gd name="connsiteX137-51137" fmla="*/ 23935 w 1508539"/>
              <a:gd name="connsiteY137-51138" fmla="*/ 160886 h 6858000"/>
              <a:gd name="connsiteX138-51139" fmla="*/ 19312 w 1508539"/>
              <a:gd name="connsiteY138-51140" fmla="*/ 47336 h 6858000"/>
              <a:gd name="connsiteX139-51141" fmla="*/ 0 w 1508539"/>
              <a:gd name="connsiteY139-51142" fmla="*/ 0 h 6858000"/>
              <a:gd name="connsiteX0-51143" fmla="*/ 0 w 1508539"/>
              <a:gd name="connsiteY0-51144" fmla="*/ 0 h 6858000"/>
              <a:gd name="connsiteX1-51145" fmla="*/ 1508539 w 1508539"/>
              <a:gd name="connsiteY1-51146" fmla="*/ 0 h 6858000"/>
              <a:gd name="connsiteX2-51147" fmla="*/ 1508539 w 1508539"/>
              <a:gd name="connsiteY2-51148" fmla="*/ 6858000 h 6858000"/>
              <a:gd name="connsiteX3-51149" fmla="*/ 245233 w 1508539"/>
              <a:gd name="connsiteY3-51150" fmla="*/ 6857735 h 6858000"/>
              <a:gd name="connsiteX4-51151" fmla="*/ 243784 w 1508539"/>
              <a:gd name="connsiteY4-51152" fmla="*/ 6776847 h 6858000"/>
              <a:gd name="connsiteX5-51153" fmla="*/ 255284 w 1508539"/>
              <a:gd name="connsiteY5-51154" fmla="*/ 6737706 h 6858000"/>
              <a:gd name="connsiteX6-51155" fmla="*/ 267342 w 1508539"/>
              <a:gd name="connsiteY6-51156" fmla="*/ 6683638 h 6858000"/>
              <a:gd name="connsiteX7-51157" fmla="*/ 295622 w 1508539"/>
              <a:gd name="connsiteY7-51158" fmla="*/ 6659970 h 6858000"/>
              <a:gd name="connsiteX8-51159" fmla="*/ 310713 w 1508539"/>
              <a:gd name="connsiteY8-51160" fmla="*/ 6636211 h 6858000"/>
              <a:gd name="connsiteX9-51161" fmla="*/ 328157 w 1508539"/>
              <a:gd name="connsiteY9-51162" fmla="*/ 6594177 h 6858000"/>
              <a:gd name="connsiteX10-51163" fmla="*/ 325289 w 1508539"/>
              <a:gd name="connsiteY10-51164" fmla="*/ 6525770 h 6858000"/>
              <a:gd name="connsiteX11-51165" fmla="*/ 395154 w 1508539"/>
              <a:gd name="connsiteY11-51166" fmla="*/ 6492130 h 6858000"/>
              <a:gd name="connsiteX12-51167" fmla="*/ 410841 w 1508539"/>
              <a:gd name="connsiteY12-51168" fmla="*/ 6431610 h 6858000"/>
              <a:gd name="connsiteX13-51169" fmla="*/ 454546 w 1508539"/>
              <a:gd name="connsiteY13-51170" fmla="*/ 6379786 h 6858000"/>
              <a:gd name="connsiteX14-51171" fmla="*/ 416634 w 1508539"/>
              <a:gd name="connsiteY14-51172" fmla="*/ 6346654 h 6858000"/>
              <a:gd name="connsiteX15-51173" fmla="*/ 241880 w 1508539"/>
              <a:gd name="connsiteY15-51174" fmla="*/ 6384857 h 6858000"/>
              <a:gd name="connsiteX16-51175" fmla="*/ 240591 w 1508539"/>
              <a:gd name="connsiteY16-51176" fmla="*/ 6367510 h 6858000"/>
              <a:gd name="connsiteX17-51177" fmla="*/ 244471 w 1508539"/>
              <a:gd name="connsiteY17-51178" fmla="*/ 6349778 h 6858000"/>
              <a:gd name="connsiteX18-51179" fmla="*/ 432121 w 1508539"/>
              <a:gd name="connsiteY18-51180" fmla="*/ 6252834 h 6858000"/>
              <a:gd name="connsiteX19-51181" fmla="*/ 410113 w 1508539"/>
              <a:gd name="connsiteY19-51182" fmla="*/ 6202459 h 6858000"/>
              <a:gd name="connsiteX20-51183" fmla="*/ 392003 w 1508539"/>
              <a:gd name="connsiteY20-51184" fmla="*/ 6153037 h 6858000"/>
              <a:gd name="connsiteX21-51185" fmla="*/ 314428 w 1508539"/>
              <a:gd name="connsiteY21-51186" fmla="*/ 6113913 h 6858000"/>
              <a:gd name="connsiteX22-51187" fmla="*/ 318721 w 1508539"/>
              <a:gd name="connsiteY22-51188" fmla="*/ 6028119 h 6858000"/>
              <a:gd name="connsiteX23-51189" fmla="*/ 396942 w 1508539"/>
              <a:gd name="connsiteY23-51190" fmla="*/ 5926735 h 6858000"/>
              <a:gd name="connsiteX24-51191" fmla="*/ 408411 w 1508539"/>
              <a:gd name="connsiteY24-51192" fmla="*/ 5704905 h 6858000"/>
              <a:gd name="connsiteX25-51193" fmla="*/ 425529 w 1508539"/>
              <a:gd name="connsiteY25-51194" fmla="*/ 5676393 h 6858000"/>
              <a:gd name="connsiteX26-51195" fmla="*/ 465121 w 1508539"/>
              <a:gd name="connsiteY26-51196" fmla="*/ 5563435 h 6858000"/>
              <a:gd name="connsiteX27-51197" fmla="*/ 512251 w 1508539"/>
              <a:gd name="connsiteY27-51198" fmla="*/ 5437125 h 6858000"/>
              <a:gd name="connsiteX28-51199" fmla="*/ 525819 w 1508539"/>
              <a:gd name="connsiteY28-51200" fmla="*/ 5396260 h 6858000"/>
              <a:gd name="connsiteX29-51201" fmla="*/ 541800 w 1508539"/>
              <a:gd name="connsiteY29-51202" fmla="*/ 5330009 h 6858000"/>
              <a:gd name="connsiteX30-51203" fmla="*/ 575293 w 1508539"/>
              <a:gd name="connsiteY30-51204" fmla="*/ 5273739 h 6858000"/>
              <a:gd name="connsiteX31-51205" fmla="*/ 584892 w 1508539"/>
              <a:gd name="connsiteY31-51206" fmla="*/ 5241779 h 6858000"/>
              <a:gd name="connsiteX32-51207" fmla="*/ 596118 w 1508539"/>
              <a:gd name="connsiteY32-51208" fmla="*/ 5225268 h 6858000"/>
              <a:gd name="connsiteX33-51209" fmla="*/ 597138 w 1508539"/>
              <a:gd name="connsiteY33-51210" fmla="*/ 5217684 h 6858000"/>
              <a:gd name="connsiteX34-51211" fmla="*/ 604479 w 1508539"/>
              <a:gd name="connsiteY34-51212" fmla="*/ 5193377 h 6858000"/>
              <a:gd name="connsiteX35-51213" fmla="*/ 607782 w 1508539"/>
              <a:gd name="connsiteY35-51214" fmla="*/ 5179288 h 6858000"/>
              <a:gd name="connsiteX36-51215" fmla="*/ 608766 w 1508539"/>
              <a:gd name="connsiteY36-51216" fmla="*/ 5173621 h 6858000"/>
              <a:gd name="connsiteX37-51217" fmla="*/ 604400 w 1508539"/>
              <a:gd name="connsiteY37-51218" fmla="*/ 5159961 h 6858000"/>
              <a:gd name="connsiteX38-51219" fmla="*/ 611077 w 1508539"/>
              <a:gd name="connsiteY38-51220" fmla="*/ 5144295 h 6858000"/>
              <a:gd name="connsiteX39-51221" fmla="*/ 608010 w 1508539"/>
              <a:gd name="connsiteY39-51222" fmla="*/ 5125185 h 6858000"/>
              <a:gd name="connsiteX40-51223" fmla="*/ 614840 w 1508539"/>
              <a:gd name="connsiteY40-51224" fmla="*/ 5121884 h 6858000"/>
              <a:gd name="connsiteX41-51225" fmla="*/ 621876 w 1508539"/>
              <a:gd name="connsiteY41-51226" fmla="*/ 5067850 h 6858000"/>
              <a:gd name="connsiteX42-51227" fmla="*/ 624607 w 1508539"/>
              <a:gd name="connsiteY42-51228" fmla="*/ 5060861 h 6858000"/>
              <a:gd name="connsiteX43-51229" fmla="*/ 621311 w 1508539"/>
              <a:gd name="connsiteY43-51230" fmla="*/ 5034192 h 6858000"/>
              <a:gd name="connsiteX44-51231" fmla="*/ 622865 w 1508539"/>
              <a:gd name="connsiteY44-51232" fmla="*/ 4993030 h 6858000"/>
              <a:gd name="connsiteX45-51233" fmla="*/ 629774 w 1508539"/>
              <a:gd name="connsiteY45-51234" fmla="*/ 4946844 h 6858000"/>
              <a:gd name="connsiteX46-51235" fmla="*/ 625630 w 1508539"/>
              <a:gd name="connsiteY46-51236" fmla="*/ 4932692 h 6858000"/>
              <a:gd name="connsiteX47-51237" fmla="*/ 641033 w 1508539"/>
              <a:gd name="connsiteY47-51238" fmla="*/ 4858827 h 6858000"/>
              <a:gd name="connsiteX48-51239" fmla="*/ 646936 w 1508539"/>
              <a:gd name="connsiteY48-51240" fmla="*/ 4821170 h 6858000"/>
              <a:gd name="connsiteX49-51241" fmla="*/ 651669 w 1508539"/>
              <a:gd name="connsiteY49-51242" fmla="*/ 4780965 h 6858000"/>
              <a:gd name="connsiteX50-51243" fmla="*/ 652962 w 1508539"/>
              <a:gd name="connsiteY50-51244" fmla="*/ 4750867 h 6858000"/>
              <a:gd name="connsiteX51-51245" fmla="*/ 650769 w 1508539"/>
              <a:gd name="connsiteY51-51246" fmla="*/ 4690749 h 6858000"/>
              <a:gd name="connsiteX52-51247" fmla="*/ 646249 w 1508539"/>
              <a:gd name="connsiteY52-51248" fmla="*/ 4584173 h 6858000"/>
              <a:gd name="connsiteX53-51249" fmla="*/ 641332 w 1508539"/>
              <a:gd name="connsiteY53-51250" fmla="*/ 4444346 h 6858000"/>
              <a:gd name="connsiteX54-51251" fmla="*/ 637897 w 1508539"/>
              <a:gd name="connsiteY54-51252" fmla="*/ 4375228 h 6858000"/>
              <a:gd name="connsiteX55-51253" fmla="*/ 618550 w 1508539"/>
              <a:gd name="connsiteY55-51254" fmla="*/ 4214165 h 6858000"/>
              <a:gd name="connsiteX56-51255" fmla="*/ 622623 w 1508539"/>
              <a:gd name="connsiteY56-51256" fmla="*/ 4090296 h 6858000"/>
              <a:gd name="connsiteX57-51257" fmla="*/ 607879 w 1508539"/>
              <a:gd name="connsiteY57-51258" fmla="*/ 4033999 h 6858000"/>
              <a:gd name="connsiteX58-51259" fmla="*/ 609028 w 1508539"/>
              <a:gd name="connsiteY58-51260" fmla="*/ 4031933 h 6858000"/>
              <a:gd name="connsiteX59-51261" fmla="*/ 607604 w 1508539"/>
              <a:gd name="connsiteY59-51262" fmla="*/ 4013953 h 6858000"/>
              <a:gd name="connsiteX60-51263" fmla="*/ 593899 w 1508539"/>
              <a:gd name="connsiteY60-51264" fmla="*/ 3974753 h 6858000"/>
              <a:gd name="connsiteX61-51265" fmla="*/ 595497 w 1508539"/>
              <a:gd name="connsiteY61-51266" fmla="*/ 3969950 h 6858000"/>
              <a:gd name="connsiteX62-51267" fmla="*/ 588919 w 1508539"/>
              <a:gd name="connsiteY62-51268" fmla="*/ 3933779 h 6858000"/>
              <a:gd name="connsiteX63-51269" fmla="*/ 590250 w 1508539"/>
              <a:gd name="connsiteY63-51270" fmla="*/ 3933093 h 6858000"/>
              <a:gd name="connsiteX64-51271" fmla="*/ 594604 w 1508539"/>
              <a:gd name="connsiteY64-51272" fmla="*/ 3922082 h 6858000"/>
              <a:gd name="connsiteX65-51273" fmla="*/ 599682 w 1508539"/>
              <a:gd name="connsiteY65-51274" fmla="*/ 3901461 h 6858000"/>
              <a:gd name="connsiteX66-51275" fmla="*/ 622276 w 1508539"/>
              <a:gd name="connsiteY66-51276" fmla="*/ 3813873 h 6858000"/>
              <a:gd name="connsiteX67-51277" fmla="*/ 621701 w 1508539"/>
              <a:gd name="connsiteY67-51278" fmla="*/ 3806161 h 6858000"/>
              <a:gd name="connsiteX68-51279" fmla="*/ 622008 w 1508539"/>
              <a:gd name="connsiteY68-51280" fmla="*/ 3805957 h 6858000"/>
              <a:gd name="connsiteX69-51281" fmla="*/ 622035 w 1508539"/>
              <a:gd name="connsiteY69-51282" fmla="*/ 3797724 h 6858000"/>
              <a:gd name="connsiteX70-51283" fmla="*/ 620650 w 1508539"/>
              <a:gd name="connsiteY70-51284" fmla="*/ 3792098 h 6858000"/>
              <a:gd name="connsiteX71-51285" fmla="*/ 619534 w 1508539"/>
              <a:gd name="connsiteY71-51286" fmla="*/ 3777135 h 6858000"/>
              <a:gd name="connsiteX72-51287" fmla="*/ 621267 w 1508539"/>
              <a:gd name="connsiteY72-51288" fmla="*/ 3771656 h 6858000"/>
              <a:gd name="connsiteX73-51289" fmla="*/ 625010 w 1508539"/>
              <a:gd name="connsiteY73-51290" fmla="*/ 3769007 h 6858000"/>
              <a:gd name="connsiteX74-51291" fmla="*/ 624476 w 1508539"/>
              <a:gd name="connsiteY74-51292" fmla="*/ 3767709 h 6858000"/>
              <a:gd name="connsiteX75-51293" fmla="*/ 633172 w 1508539"/>
              <a:gd name="connsiteY75-51294" fmla="*/ 3738082 h 6858000"/>
              <a:gd name="connsiteX76-51295" fmla="*/ 640518 w 1508539"/>
              <a:gd name="connsiteY76-51296" fmla="*/ 3673397 h 6858000"/>
              <a:gd name="connsiteX77-51297" fmla="*/ 639814 w 1508539"/>
              <a:gd name="connsiteY77-51298" fmla="*/ 3637109 h 6858000"/>
              <a:gd name="connsiteX78-51299" fmla="*/ 643257 w 1508539"/>
              <a:gd name="connsiteY78-51300" fmla="*/ 3536883 h 6858000"/>
              <a:gd name="connsiteX79-51301" fmla="*/ 650795 w 1508539"/>
              <a:gd name="connsiteY79-51302" fmla="*/ 3435652 h 6858000"/>
              <a:gd name="connsiteX80-51303" fmla="*/ 652466 w 1508539"/>
              <a:gd name="connsiteY80-51304" fmla="*/ 3307769 h 6858000"/>
              <a:gd name="connsiteX81-51305" fmla="*/ 670029 w 1508539"/>
              <a:gd name="connsiteY81-51306" fmla="*/ 3250522 h 6858000"/>
              <a:gd name="connsiteX82-51307" fmla="*/ 670454 w 1508539"/>
              <a:gd name="connsiteY82-51308" fmla="*/ 3229163 h 6858000"/>
              <a:gd name="connsiteX83-51309" fmla="*/ 672277 w 1508539"/>
              <a:gd name="connsiteY83-51310" fmla="*/ 3217217 h 6858000"/>
              <a:gd name="connsiteX84-51311" fmla="*/ 659112 w 1508539"/>
              <a:gd name="connsiteY84-51312" fmla="*/ 3183755 h 6858000"/>
              <a:gd name="connsiteX85-51313" fmla="*/ 659613 w 1508539"/>
              <a:gd name="connsiteY85-51314" fmla="*/ 3178642 h 6858000"/>
              <a:gd name="connsiteX86-51315" fmla="*/ 647213 w 1508539"/>
              <a:gd name="connsiteY86-51316" fmla="*/ 3158586 h 6858000"/>
              <a:gd name="connsiteX87-51317" fmla="*/ 632398 w 1508539"/>
              <a:gd name="connsiteY87-51318" fmla="*/ 3129034 h 6858000"/>
              <a:gd name="connsiteX88-51319" fmla="*/ 633063 w 1508539"/>
              <a:gd name="connsiteY88-51320" fmla="*/ 3126682 h 6858000"/>
              <a:gd name="connsiteX89-51321" fmla="*/ 623931 w 1508539"/>
              <a:gd name="connsiteY89-51322" fmla="*/ 3114519 h 6858000"/>
              <a:gd name="connsiteX90-51323" fmla="*/ 610540 w 1508539"/>
              <a:gd name="connsiteY90-51324" fmla="*/ 3106272 h 6858000"/>
              <a:gd name="connsiteX91-51325" fmla="*/ 583270 w 1508539"/>
              <a:gd name="connsiteY91-51326" fmla="*/ 2958185 h 6858000"/>
              <a:gd name="connsiteX92-51327" fmla="*/ 525884 w 1508539"/>
              <a:gd name="connsiteY92-51328" fmla="*/ 2762989 h 6858000"/>
              <a:gd name="connsiteX93-51329" fmla="*/ 474802 w 1508539"/>
              <a:gd name="connsiteY93-51330" fmla="*/ 2554718 h 6858000"/>
              <a:gd name="connsiteX94-51331" fmla="*/ 454896 w 1508539"/>
              <a:gd name="connsiteY94-51332" fmla="*/ 2485734 h 6858000"/>
              <a:gd name="connsiteX95-51333" fmla="*/ 445619 w 1508539"/>
              <a:gd name="connsiteY95-51334" fmla="*/ 2447068 h 6858000"/>
              <a:gd name="connsiteX96-51335" fmla="*/ 432580 w 1508539"/>
              <a:gd name="connsiteY96-51336" fmla="*/ 2425819 h 6858000"/>
              <a:gd name="connsiteX97-51337" fmla="*/ 438579 w 1508539"/>
              <a:gd name="connsiteY97-51338" fmla="*/ 2402874 h 6858000"/>
              <a:gd name="connsiteX98-51339" fmla="*/ 441191 w 1508539"/>
              <a:gd name="connsiteY98-51340" fmla="*/ 2381443 h 6858000"/>
              <a:gd name="connsiteX99-51341" fmla="*/ 417520 w 1508539"/>
              <a:gd name="connsiteY99-51342" fmla="*/ 2261920 h 6858000"/>
              <a:gd name="connsiteX100-51343" fmla="*/ 407407 w 1508539"/>
              <a:gd name="connsiteY100-51344" fmla="*/ 2195378 h 6858000"/>
              <a:gd name="connsiteX101-51345" fmla="*/ 391624 w 1508539"/>
              <a:gd name="connsiteY101-51346" fmla="*/ 2155135 h 6858000"/>
              <a:gd name="connsiteX102-51347" fmla="*/ 389082 w 1508539"/>
              <a:gd name="connsiteY102-51348" fmla="*/ 2118008 h 6858000"/>
              <a:gd name="connsiteX103-51349" fmla="*/ 390075 w 1508539"/>
              <a:gd name="connsiteY103-51350" fmla="*/ 2050531 h 6858000"/>
              <a:gd name="connsiteX104-51351" fmla="*/ 381881 w 1508539"/>
              <a:gd name="connsiteY104-51352" fmla="*/ 1963269 h 6858000"/>
              <a:gd name="connsiteX105-51353" fmla="*/ 363059 w 1508539"/>
              <a:gd name="connsiteY105-51354" fmla="*/ 1906352 h 6858000"/>
              <a:gd name="connsiteX106-51355" fmla="*/ 339616 w 1508539"/>
              <a:gd name="connsiteY106-51356" fmla="*/ 1861531 h 6858000"/>
              <a:gd name="connsiteX107-51357" fmla="*/ 293415 w 1508539"/>
              <a:gd name="connsiteY107-51358" fmla="*/ 1732919 h 6858000"/>
              <a:gd name="connsiteX108-51359" fmla="*/ 265726 w 1508539"/>
              <a:gd name="connsiteY108-51360" fmla="*/ 1663540 h 6858000"/>
              <a:gd name="connsiteX109-51361" fmla="*/ 264852 w 1508539"/>
              <a:gd name="connsiteY109-51362" fmla="*/ 1615777 h 6858000"/>
              <a:gd name="connsiteX110-51363" fmla="*/ 245647 w 1508539"/>
              <a:gd name="connsiteY110-51364" fmla="*/ 1563678 h 6858000"/>
              <a:gd name="connsiteX111-51365" fmla="*/ 258727 w 1508539"/>
              <a:gd name="connsiteY111-51366" fmla="*/ 1519474 h 6858000"/>
              <a:gd name="connsiteX112-51367" fmla="*/ 251469 w 1508539"/>
              <a:gd name="connsiteY112-51368" fmla="*/ 1477995 h 6858000"/>
              <a:gd name="connsiteX113-51369" fmla="*/ 237554 w 1508539"/>
              <a:gd name="connsiteY113-51370" fmla="*/ 1373769 h 6858000"/>
              <a:gd name="connsiteX114-51371" fmla="*/ 245861 w 1508539"/>
              <a:gd name="connsiteY114-51372" fmla="*/ 1307086 h 6858000"/>
              <a:gd name="connsiteX115-51373" fmla="*/ 247049 w 1508539"/>
              <a:gd name="connsiteY115-51374" fmla="*/ 1189033 h 6858000"/>
              <a:gd name="connsiteX116-51375" fmla="*/ 251734 w 1508539"/>
              <a:gd name="connsiteY116-51376" fmla="*/ 1168288 h 6858000"/>
              <a:gd name="connsiteX117-51377" fmla="*/ 244016 w 1508539"/>
              <a:gd name="connsiteY117-51378" fmla="*/ 1142577 h 6858000"/>
              <a:gd name="connsiteX118-51379" fmla="*/ 233322 w 1508539"/>
              <a:gd name="connsiteY118-51380" fmla="*/ 1088484 h 6858000"/>
              <a:gd name="connsiteX119-51381" fmla="*/ 222058 w 1508539"/>
              <a:gd name="connsiteY119-51382" fmla="*/ 1016103 h 6858000"/>
              <a:gd name="connsiteX120-51383" fmla="*/ 223514 w 1508539"/>
              <a:gd name="connsiteY120-51384" fmla="*/ 932283 h 6858000"/>
              <a:gd name="connsiteX121-51385" fmla="*/ 225750 w 1508539"/>
              <a:gd name="connsiteY121-51386" fmla="*/ 915925 h 6858000"/>
              <a:gd name="connsiteX122-51387" fmla="*/ 218379 w 1508539"/>
              <a:gd name="connsiteY122-51388" fmla="*/ 896999 h 6858000"/>
              <a:gd name="connsiteX123-51389" fmla="*/ 187787 w 1508539"/>
              <a:gd name="connsiteY123-51390" fmla="*/ 821517 h 6858000"/>
              <a:gd name="connsiteX124-51391" fmla="*/ 166737 w 1508539"/>
              <a:gd name="connsiteY124-51392" fmla="*/ 751353 h 6858000"/>
              <a:gd name="connsiteX125-51393" fmla="*/ 166295 w 1508539"/>
              <a:gd name="connsiteY125-51394" fmla="*/ 721230 h 6858000"/>
              <a:gd name="connsiteX126-51395" fmla="*/ 151966 w 1508539"/>
              <a:gd name="connsiteY126-51396" fmla="*/ 681659 h 6858000"/>
              <a:gd name="connsiteX127-51397" fmla="*/ 137385 w 1508539"/>
              <a:gd name="connsiteY127-51398" fmla="*/ 635218 h 6858000"/>
              <a:gd name="connsiteX128-51399" fmla="*/ 142396 w 1508539"/>
              <a:gd name="connsiteY128-51400" fmla="*/ 613763 h 6858000"/>
              <a:gd name="connsiteX129-51401" fmla="*/ 128338 w 1508539"/>
              <a:gd name="connsiteY129-51402" fmla="*/ 598582 h 6858000"/>
              <a:gd name="connsiteX130-51403" fmla="*/ 128019 w 1508539"/>
              <a:gd name="connsiteY130-51404" fmla="*/ 576846 h 6858000"/>
              <a:gd name="connsiteX131-51405" fmla="*/ 107645 w 1508539"/>
              <a:gd name="connsiteY131-51406" fmla="*/ 530055 h 6858000"/>
              <a:gd name="connsiteX132-51407" fmla="*/ 106893 w 1508539"/>
              <a:gd name="connsiteY132-51408" fmla="*/ 465389 h 6858000"/>
              <a:gd name="connsiteX133-51409" fmla="*/ 89816 w 1508539"/>
              <a:gd name="connsiteY133-51410" fmla="*/ 424699 h 6858000"/>
              <a:gd name="connsiteX134-51411" fmla="*/ 90191 w 1508539"/>
              <a:gd name="connsiteY134-51412" fmla="*/ 404917 h 6858000"/>
              <a:gd name="connsiteX135-51413" fmla="*/ 70148 w 1508539"/>
              <a:gd name="connsiteY135-51414" fmla="*/ 367211 h 6858000"/>
              <a:gd name="connsiteX136-51415" fmla="*/ 36452 w 1508539"/>
              <a:gd name="connsiteY136-51416" fmla="*/ 268519 h 6858000"/>
              <a:gd name="connsiteX137-51417" fmla="*/ 23935 w 1508539"/>
              <a:gd name="connsiteY137-51418" fmla="*/ 160886 h 6858000"/>
              <a:gd name="connsiteX138-51419" fmla="*/ 19312 w 1508539"/>
              <a:gd name="connsiteY138-51420" fmla="*/ 47336 h 6858000"/>
              <a:gd name="connsiteX139-51421" fmla="*/ 0 w 1508539"/>
              <a:gd name="connsiteY139-51422" fmla="*/ 0 h 6858000"/>
              <a:gd name="connsiteX0-51423" fmla="*/ 0 w 1508539"/>
              <a:gd name="connsiteY0-51424" fmla="*/ 0 h 6858000"/>
              <a:gd name="connsiteX1-51425" fmla="*/ 1508539 w 1508539"/>
              <a:gd name="connsiteY1-51426" fmla="*/ 0 h 6858000"/>
              <a:gd name="connsiteX2-51427" fmla="*/ 1508539 w 1508539"/>
              <a:gd name="connsiteY2-51428" fmla="*/ 6858000 h 6858000"/>
              <a:gd name="connsiteX3-51429" fmla="*/ 245233 w 1508539"/>
              <a:gd name="connsiteY3-51430" fmla="*/ 6857735 h 6858000"/>
              <a:gd name="connsiteX4-51431" fmla="*/ 243784 w 1508539"/>
              <a:gd name="connsiteY4-51432" fmla="*/ 6776847 h 6858000"/>
              <a:gd name="connsiteX5-51433" fmla="*/ 255284 w 1508539"/>
              <a:gd name="connsiteY5-51434" fmla="*/ 6737706 h 6858000"/>
              <a:gd name="connsiteX6-51435" fmla="*/ 267342 w 1508539"/>
              <a:gd name="connsiteY6-51436" fmla="*/ 6683638 h 6858000"/>
              <a:gd name="connsiteX7-51437" fmla="*/ 295622 w 1508539"/>
              <a:gd name="connsiteY7-51438" fmla="*/ 6659970 h 6858000"/>
              <a:gd name="connsiteX8-51439" fmla="*/ 310713 w 1508539"/>
              <a:gd name="connsiteY8-51440" fmla="*/ 6636211 h 6858000"/>
              <a:gd name="connsiteX9-51441" fmla="*/ 328157 w 1508539"/>
              <a:gd name="connsiteY9-51442" fmla="*/ 6594177 h 6858000"/>
              <a:gd name="connsiteX10-51443" fmla="*/ 325289 w 1508539"/>
              <a:gd name="connsiteY10-51444" fmla="*/ 6525770 h 6858000"/>
              <a:gd name="connsiteX11-51445" fmla="*/ 395154 w 1508539"/>
              <a:gd name="connsiteY11-51446" fmla="*/ 6492130 h 6858000"/>
              <a:gd name="connsiteX12-51447" fmla="*/ 410841 w 1508539"/>
              <a:gd name="connsiteY12-51448" fmla="*/ 6431610 h 6858000"/>
              <a:gd name="connsiteX13-51449" fmla="*/ 454546 w 1508539"/>
              <a:gd name="connsiteY13-51450" fmla="*/ 6379786 h 6858000"/>
              <a:gd name="connsiteX14-51451" fmla="*/ 416634 w 1508539"/>
              <a:gd name="connsiteY14-51452" fmla="*/ 6346654 h 6858000"/>
              <a:gd name="connsiteX15-51453" fmla="*/ 241880 w 1508539"/>
              <a:gd name="connsiteY15-51454" fmla="*/ 6384857 h 6858000"/>
              <a:gd name="connsiteX16-51455" fmla="*/ 240591 w 1508539"/>
              <a:gd name="connsiteY16-51456" fmla="*/ 6367510 h 6858000"/>
              <a:gd name="connsiteX17-51457" fmla="*/ 244471 w 1508539"/>
              <a:gd name="connsiteY17-51458" fmla="*/ 6349778 h 6858000"/>
              <a:gd name="connsiteX18-51459" fmla="*/ 432121 w 1508539"/>
              <a:gd name="connsiteY18-51460" fmla="*/ 6252834 h 6858000"/>
              <a:gd name="connsiteX19-51461" fmla="*/ 410113 w 1508539"/>
              <a:gd name="connsiteY19-51462" fmla="*/ 6202459 h 6858000"/>
              <a:gd name="connsiteX20-51463" fmla="*/ 392003 w 1508539"/>
              <a:gd name="connsiteY20-51464" fmla="*/ 6153037 h 6858000"/>
              <a:gd name="connsiteX21-51465" fmla="*/ 394739 w 1508539"/>
              <a:gd name="connsiteY21-51466" fmla="*/ 6090059 h 6858000"/>
              <a:gd name="connsiteX22-51467" fmla="*/ 318721 w 1508539"/>
              <a:gd name="connsiteY22-51468" fmla="*/ 6028119 h 6858000"/>
              <a:gd name="connsiteX23-51469" fmla="*/ 396942 w 1508539"/>
              <a:gd name="connsiteY23-51470" fmla="*/ 5926735 h 6858000"/>
              <a:gd name="connsiteX24-51471" fmla="*/ 408411 w 1508539"/>
              <a:gd name="connsiteY24-51472" fmla="*/ 5704905 h 6858000"/>
              <a:gd name="connsiteX25-51473" fmla="*/ 425529 w 1508539"/>
              <a:gd name="connsiteY25-51474" fmla="*/ 5676393 h 6858000"/>
              <a:gd name="connsiteX26-51475" fmla="*/ 465121 w 1508539"/>
              <a:gd name="connsiteY26-51476" fmla="*/ 5563435 h 6858000"/>
              <a:gd name="connsiteX27-51477" fmla="*/ 512251 w 1508539"/>
              <a:gd name="connsiteY27-51478" fmla="*/ 5437125 h 6858000"/>
              <a:gd name="connsiteX28-51479" fmla="*/ 525819 w 1508539"/>
              <a:gd name="connsiteY28-51480" fmla="*/ 5396260 h 6858000"/>
              <a:gd name="connsiteX29-51481" fmla="*/ 541800 w 1508539"/>
              <a:gd name="connsiteY29-51482" fmla="*/ 5330009 h 6858000"/>
              <a:gd name="connsiteX30-51483" fmla="*/ 575293 w 1508539"/>
              <a:gd name="connsiteY30-51484" fmla="*/ 5273739 h 6858000"/>
              <a:gd name="connsiteX31-51485" fmla="*/ 584892 w 1508539"/>
              <a:gd name="connsiteY31-51486" fmla="*/ 5241779 h 6858000"/>
              <a:gd name="connsiteX32-51487" fmla="*/ 596118 w 1508539"/>
              <a:gd name="connsiteY32-51488" fmla="*/ 5225268 h 6858000"/>
              <a:gd name="connsiteX33-51489" fmla="*/ 597138 w 1508539"/>
              <a:gd name="connsiteY33-51490" fmla="*/ 5217684 h 6858000"/>
              <a:gd name="connsiteX34-51491" fmla="*/ 604479 w 1508539"/>
              <a:gd name="connsiteY34-51492" fmla="*/ 5193377 h 6858000"/>
              <a:gd name="connsiteX35-51493" fmla="*/ 607782 w 1508539"/>
              <a:gd name="connsiteY35-51494" fmla="*/ 5179288 h 6858000"/>
              <a:gd name="connsiteX36-51495" fmla="*/ 608766 w 1508539"/>
              <a:gd name="connsiteY36-51496" fmla="*/ 5173621 h 6858000"/>
              <a:gd name="connsiteX37-51497" fmla="*/ 604400 w 1508539"/>
              <a:gd name="connsiteY37-51498" fmla="*/ 5159961 h 6858000"/>
              <a:gd name="connsiteX38-51499" fmla="*/ 611077 w 1508539"/>
              <a:gd name="connsiteY38-51500" fmla="*/ 5144295 h 6858000"/>
              <a:gd name="connsiteX39-51501" fmla="*/ 608010 w 1508539"/>
              <a:gd name="connsiteY39-51502" fmla="*/ 5125185 h 6858000"/>
              <a:gd name="connsiteX40-51503" fmla="*/ 614840 w 1508539"/>
              <a:gd name="connsiteY40-51504" fmla="*/ 5121884 h 6858000"/>
              <a:gd name="connsiteX41-51505" fmla="*/ 621876 w 1508539"/>
              <a:gd name="connsiteY41-51506" fmla="*/ 5067850 h 6858000"/>
              <a:gd name="connsiteX42-51507" fmla="*/ 624607 w 1508539"/>
              <a:gd name="connsiteY42-51508" fmla="*/ 5060861 h 6858000"/>
              <a:gd name="connsiteX43-51509" fmla="*/ 621311 w 1508539"/>
              <a:gd name="connsiteY43-51510" fmla="*/ 5034192 h 6858000"/>
              <a:gd name="connsiteX44-51511" fmla="*/ 622865 w 1508539"/>
              <a:gd name="connsiteY44-51512" fmla="*/ 4993030 h 6858000"/>
              <a:gd name="connsiteX45-51513" fmla="*/ 629774 w 1508539"/>
              <a:gd name="connsiteY45-51514" fmla="*/ 4946844 h 6858000"/>
              <a:gd name="connsiteX46-51515" fmla="*/ 625630 w 1508539"/>
              <a:gd name="connsiteY46-51516" fmla="*/ 4932692 h 6858000"/>
              <a:gd name="connsiteX47-51517" fmla="*/ 641033 w 1508539"/>
              <a:gd name="connsiteY47-51518" fmla="*/ 4858827 h 6858000"/>
              <a:gd name="connsiteX48-51519" fmla="*/ 646936 w 1508539"/>
              <a:gd name="connsiteY48-51520" fmla="*/ 4821170 h 6858000"/>
              <a:gd name="connsiteX49-51521" fmla="*/ 651669 w 1508539"/>
              <a:gd name="connsiteY49-51522" fmla="*/ 4780965 h 6858000"/>
              <a:gd name="connsiteX50-51523" fmla="*/ 652962 w 1508539"/>
              <a:gd name="connsiteY50-51524" fmla="*/ 4750867 h 6858000"/>
              <a:gd name="connsiteX51-51525" fmla="*/ 650769 w 1508539"/>
              <a:gd name="connsiteY51-51526" fmla="*/ 4690749 h 6858000"/>
              <a:gd name="connsiteX52-51527" fmla="*/ 646249 w 1508539"/>
              <a:gd name="connsiteY52-51528" fmla="*/ 4584173 h 6858000"/>
              <a:gd name="connsiteX53-51529" fmla="*/ 641332 w 1508539"/>
              <a:gd name="connsiteY53-51530" fmla="*/ 4444346 h 6858000"/>
              <a:gd name="connsiteX54-51531" fmla="*/ 637897 w 1508539"/>
              <a:gd name="connsiteY54-51532" fmla="*/ 4375228 h 6858000"/>
              <a:gd name="connsiteX55-51533" fmla="*/ 618550 w 1508539"/>
              <a:gd name="connsiteY55-51534" fmla="*/ 4214165 h 6858000"/>
              <a:gd name="connsiteX56-51535" fmla="*/ 622623 w 1508539"/>
              <a:gd name="connsiteY56-51536" fmla="*/ 4090296 h 6858000"/>
              <a:gd name="connsiteX57-51537" fmla="*/ 607879 w 1508539"/>
              <a:gd name="connsiteY57-51538" fmla="*/ 4033999 h 6858000"/>
              <a:gd name="connsiteX58-51539" fmla="*/ 609028 w 1508539"/>
              <a:gd name="connsiteY58-51540" fmla="*/ 4031933 h 6858000"/>
              <a:gd name="connsiteX59-51541" fmla="*/ 607604 w 1508539"/>
              <a:gd name="connsiteY59-51542" fmla="*/ 4013953 h 6858000"/>
              <a:gd name="connsiteX60-51543" fmla="*/ 593899 w 1508539"/>
              <a:gd name="connsiteY60-51544" fmla="*/ 3974753 h 6858000"/>
              <a:gd name="connsiteX61-51545" fmla="*/ 595497 w 1508539"/>
              <a:gd name="connsiteY61-51546" fmla="*/ 3969950 h 6858000"/>
              <a:gd name="connsiteX62-51547" fmla="*/ 588919 w 1508539"/>
              <a:gd name="connsiteY62-51548" fmla="*/ 3933779 h 6858000"/>
              <a:gd name="connsiteX63-51549" fmla="*/ 590250 w 1508539"/>
              <a:gd name="connsiteY63-51550" fmla="*/ 3933093 h 6858000"/>
              <a:gd name="connsiteX64-51551" fmla="*/ 594604 w 1508539"/>
              <a:gd name="connsiteY64-51552" fmla="*/ 3922082 h 6858000"/>
              <a:gd name="connsiteX65-51553" fmla="*/ 599682 w 1508539"/>
              <a:gd name="connsiteY65-51554" fmla="*/ 3901461 h 6858000"/>
              <a:gd name="connsiteX66-51555" fmla="*/ 622276 w 1508539"/>
              <a:gd name="connsiteY66-51556" fmla="*/ 3813873 h 6858000"/>
              <a:gd name="connsiteX67-51557" fmla="*/ 621701 w 1508539"/>
              <a:gd name="connsiteY67-51558" fmla="*/ 3806161 h 6858000"/>
              <a:gd name="connsiteX68-51559" fmla="*/ 622008 w 1508539"/>
              <a:gd name="connsiteY68-51560" fmla="*/ 3805957 h 6858000"/>
              <a:gd name="connsiteX69-51561" fmla="*/ 622035 w 1508539"/>
              <a:gd name="connsiteY69-51562" fmla="*/ 3797724 h 6858000"/>
              <a:gd name="connsiteX70-51563" fmla="*/ 620650 w 1508539"/>
              <a:gd name="connsiteY70-51564" fmla="*/ 3792098 h 6858000"/>
              <a:gd name="connsiteX71-51565" fmla="*/ 619534 w 1508539"/>
              <a:gd name="connsiteY71-51566" fmla="*/ 3777135 h 6858000"/>
              <a:gd name="connsiteX72-51567" fmla="*/ 621267 w 1508539"/>
              <a:gd name="connsiteY72-51568" fmla="*/ 3771656 h 6858000"/>
              <a:gd name="connsiteX73-51569" fmla="*/ 625010 w 1508539"/>
              <a:gd name="connsiteY73-51570" fmla="*/ 3769007 h 6858000"/>
              <a:gd name="connsiteX74-51571" fmla="*/ 624476 w 1508539"/>
              <a:gd name="connsiteY74-51572" fmla="*/ 3767709 h 6858000"/>
              <a:gd name="connsiteX75-51573" fmla="*/ 633172 w 1508539"/>
              <a:gd name="connsiteY75-51574" fmla="*/ 3738082 h 6858000"/>
              <a:gd name="connsiteX76-51575" fmla="*/ 640518 w 1508539"/>
              <a:gd name="connsiteY76-51576" fmla="*/ 3673397 h 6858000"/>
              <a:gd name="connsiteX77-51577" fmla="*/ 639814 w 1508539"/>
              <a:gd name="connsiteY77-51578" fmla="*/ 3637109 h 6858000"/>
              <a:gd name="connsiteX78-51579" fmla="*/ 643257 w 1508539"/>
              <a:gd name="connsiteY78-51580" fmla="*/ 3536883 h 6858000"/>
              <a:gd name="connsiteX79-51581" fmla="*/ 650795 w 1508539"/>
              <a:gd name="connsiteY79-51582" fmla="*/ 3435652 h 6858000"/>
              <a:gd name="connsiteX80-51583" fmla="*/ 652466 w 1508539"/>
              <a:gd name="connsiteY80-51584" fmla="*/ 3307769 h 6858000"/>
              <a:gd name="connsiteX81-51585" fmla="*/ 670029 w 1508539"/>
              <a:gd name="connsiteY81-51586" fmla="*/ 3250522 h 6858000"/>
              <a:gd name="connsiteX82-51587" fmla="*/ 670454 w 1508539"/>
              <a:gd name="connsiteY82-51588" fmla="*/ 3229163 h 6858000"/>
              <a:gd name="connsiteX83-51589" fmla="*/ 672277 w 1508539"/>
              <a:gd name="connsiteY83-51590" fmla="*/ 3217217 h 6858000"/>
              <a:gd name="connsiteX84-51591" fmla="*/ 659112 w 1508539"/>
              <a:gd name="connsiteY84-51592" fmla="*/ 3183755 h 6858000"/>
              <a:gd name="connsiteX85-51593" fmla="*/ 659613 w 1508539"/>
              <a:gd name="connsiteY85-51594" fmla="*/ 3178642 h 6858000"/>
              <a:gd name="connsiteX86-51595" fmla="*/ 647213 w 1508539"/>
              <a:gd name="connsiteY86-51596" fmla="*/ 3158586 h 6858000"/>
              <a:gd name="connsiteX87-51597" fmla="*/ 632398 w 1508539"/>
              <a:gd name="connsiteY87-51598" fmla="*/ 3129034 h 6858000"/>
              <a:gd name="connsiteX88-51599" fmla="*/ 633063 w 1508539"/>
              <a:gd name="connsiteY88-51600" fmla="*/ 3126682 h 6858000"/>
              <a:gd name="connsiteX89-51601" fmla="*/ 623931 w 1508539"/>
              <a:gd name="connsiteY89-51602" fmla="*/ 3114519 h 6858000"/>
              <a:gd name="connsiteX90-51603" fmla="*/ 610540 w 1508539"/>
              <a:gd name="connsiteY90-51604" fmla="*/ 3106272 h 6858000"/>
              <a:gd name="connsiteX91-51605" fmla="*/ 583270 w 1508539"/>
              <a:gd name="connsiteY91-51606" fmla="*/ 2958185 h 6858000"/>
              <a:gd name="connsiteX92-51607" fmla="*/ 525884 w 1508539"/>
              <a:gd name="connsiteY92-51608" fmla="*/ 2762989 h 6858000"/>
              <a:gd name="connsiteX93-51609" fmla="*/ 474802 w 1508539"/>
              <a:gd name="connsiteY93-51610" fmla="*/ 2554718 h 6858000"/>
              <a:gd name="connsiteX94-51611" fmla="*/ 454896 w 1508539"/>
              <a:gd name="connsiteY94-51612" fmla="*/ 2485734 h 6858000"/>
              <a:gd name="connsiteX95-51613" fmla="*/ 445619 w 1508539"/>
              <a:gd name="connsiteY95-51614" fmla="*/ 2447068 h 6858000"/>
              <a:gd name="connsiteX96-51615" fmla="*/ 432580 w 1508539"/>
              <a:gd name="connsiteY96-51616" fmla="*/ 2425819 h 6858000"/>
              <a:gd name="connsiteX97-51617" fmla="*/ 438579 w 1508539"/>
              <a:gd name="connsiteY97-51618" fmla="*/ 2402874 h 6858000"/>
              <a:gd name="connsiteX98-51619" fmla="*/ 441191 w 1508539"/>
              <a:gd name="connsiteY98-51620" fmla="*/ 2381443 h 6858000"/>
              <a:gd name="connsiteX99-51621" fmla="*/ 417520 w 1508539"/>
              <a:gd name="connsiteY99-51622" fmla="*/ 2261920 h 6858000"/>
              <a:gd name="connsiteX100-51623" fmla="*/ 407407 w 1508539"/>
              <a:gd name="connsiteY100-51624" fmla="*/ 2195378 h 6858000"/>
              <a:gd name="connsiteX101-51625" fmla="*/ 391624 w 1508539"/>
              <a:gd name="connsiteY101-51626" fmla="*/ 2155135 h 6858000"/>
              <a:gd name="connsiteX102-51627" fmla="*/ 389082 w 1508539"/>
              <a:gd name="connsiteY102-51628" fmla="*/ 2118008 h 6858000"/>
              <a:gd name="connsiteX103-51629" fmla="*/ 390075 w 1508539"/>
              <a:gd name="connsiteY103-51630" fmla="*/ 2050531 h 6858000"/>
              <a:gd name="connsiteX104-51631" fmla="*/ 381881 w 1508539"/>
              <a:gd name="connsiteY104-51632" fmla="*/ 1963269 h 6858000"/>
              <a:gd name="connsiteX105-51633" fmla="*/ 363059 w 1508539"/>
              <a:gd name="connsiteY105-51634" fmla="*/ 1906352 h 6858000"/>
              <a:gd name="connsiteX106-51635" fmla="*/ 339616 w 1508539"/>
              <a:gd name="connsiteY106-51636" fmla="*/ 1861531 h 6858000"/>
              <a:gd name="connsiteX107-51637" fmla="*/ 293415 w 1508539"/>
              <a:gd name="connsiteY107-51638" fmla="*/ 1732919 h 6858000"/>
              <a:gd name="connsiteX108-51639" fmla="*/ 265726 w 1508539"/>
              <a:gd name="connsiteY108-51640" fmla="*/ 1663540 h 6858000"/>
              <a:gd name="connsiteX109-51641" fmla="*/ 264852 w 1508539"/>
              <a:gd name="connsiteY109-51642" fmla="*/ 1615777 h 6858000"/>
              <a:gd name="connsiteX110-51643" fmla="*/ 245647 w 1508539"/>
              <a:gd name="connsiteY110-51644" fmla="*/ 1563678 h 6858000"/>
              <a:gd name="connsiteX111-51645" fmla="*/ 258727 w 1508539"/>
              <a:gd name="connsiteY111-51646" fmla="*/ 1519474 h 6858000"/>
              <a:gd name="connsiteX112-51647" fmla="*/ 251469 w 1508539"/>
              <a:gd name="connsiteY112-51648" fmla="*/ 1477995 h 6858000"/>
              <a:gd name="connsiteX113-51649" fmla="*/ 237554 w 1508539"/>
              <a:gd name="connsiteY113-51650" fmla="*/ 1373769 h 6858000"/>
              <a:gd name="connsiteX114-51651" fmla="*/ 245861 w 1508539"/>
              <a:gd name="connsiteY114-51652" fmla="*/ 1307086 h 6858000"/>
              <a:gd name="connsiteX115-51653" fmla="*/ 247049 w 1508539"/>
              <a:gd name="connsiteY115-51654" fmla="*/ 1189033 h 6858000"/>
              <a:gd name="connsiteX116-51655" fmla="*/ 251734 w 1508539"/>
              <a:gd name="connsiteY116-51656" fmla="*/ 1168288 h 6858000"/>
              <a:gd name="connsiteX117-51657" fmla="*/ 244016 w 1508539"/>
              <a:gd name="connsiteY117-51658" fmla="*/ 1142577 h 6858000"/>
              <a:gd name="connsiteX118-51659" fmla="*/ 233322 w 1508539"/>
              <a:gd name="connsiteY118-51660" fmla="*/ 1088484 h 6858000"/>
              <a:gd name="connsiteX119-51661" fmla="*/ 222058 w 1508539"/>
              <a:gd name="connsiteY119-51662" fmla="*/ 1016103 h 6858000"/>
              <a:gd name="connsiteX120-51663" fmla="*/ 223514 w 1508539"/>
              <a:gd name="connsiteY120-51664" fmla="*/ 932283 h 6858000"/>
              <a:gd name="connsiteX121-51665" fmla="*/ 225750 w 1508539"/>
              <a:gd name="connsiteY121-51666" fmla="*/ 915925 h 6858000"/>
              <a:gd name="connsiteX122-51667" fmla="*/ 218379 w 1508539"/>
              <a:gd name="connsiteY122-51668" fmla="*/ 896999 h 6858000"/>
              <a:gd name="connsiteX123-51669" fmla="*/ 187787 w 1508539"/>
              <a:gd name="connsiteY123-51670" fmla="*/ 821517 h 6858000"/>
              <a:gd name="connsiteX124-51671" fmla="*/ 166737 w 1508539"/>
              <a:gd name="connsiteY124-51672" fmla="*/ 751353 h 6858000"/>
              <a:gd name="connsiteX125-51673" fmla="*/ 166295 w 1508539"/>
              <a:gd name="connsiteY125-51674" fmla="*/ 721230 h 6858000"/>
              <a:gd name="connsiteX126-51675" fmla="*/ 151966 w 1508539"/>
              <a:gd name="connsiteY126-51676" fmla="*/ 681659 h 6858000"/>
              <a:gd name="connsiteX127-51677" fmla="*/ 137385 w 1508539"/>
              <a:gd name="connsiteY127-51678" fmla="*/ 635218 h 6858000"/>
              <a:gd name="connsiteX128-51679" fmla="*/ 142396 w 1508539"/>
              <a:gd name="connsiteY128-51680" fmla="*/ 613763 h 6858000"/>
              <a:gd name="connsiteX129-51681" fmla="*/ 128338 w 1508539"/>
              <a:gd name="connsiteY129-51682" fmla="*/ 598582 h 6858000"/>
              <a:gd name="connsiteX130-51683" fmla="*/ 128019 w 1508539"/>
              <a:gd name="connsiteY130-51684" fmla="*/ 576846 h 6858000"/>
              <a:gd name="connsiteX131-51685" fmla="*/ 107645 w 1508539"/>
              <a:gd name="connsiteY131-51686" fmla="*/ 530055 h 6858000"/>
              <a:gd name="connsiteX132-51687" fmla="*/ 106893 w 1508539"/>
              <a:gd name="connsiteY132-51688" fmla="*/ 465389 h 6858000"/>
              <a:gd name="connsiteX133-51689" fmla="*/ 89816 w 1508539"/>
              <a:gd name="connsiteY133-51690" fmla="*/ 424699 h 6858000"/>
              <a:gd name="connsiteX134-51691" fmla="*/ 90191 w 1508539"/>
              <a:gd name="connsiteY134-51692" fmla="*/ 404917 h 6858000"/>
              <a:gd name="connsiteX135-51693" fmla="*/ 70148 w 1508539"/>
              <a:gd name="connsiteY135-51694" fmla="*/ 367211 h 6858000"/>
              <a:gd name="connsiteX136-51695" fmla="*/ 36452 w 1508539"/>
              <a:gd name="connsiteY136-51696" fmla="*/ 268519 h 6858000"/>
              <a:gd name="connsiteX137-51697" fmla="*/ 23935 w 1508539"/>
              <a:gd name="connsiteY137-51698" fmla="*/ 160886 h 6858000"/>
              <a:gd name="connsiteX138-51699" fmla="*/ 19312 w 1508539"/>
              <a:gd name="connsiteY138-51700" fmla="*/ 47336 h 6858000"/>
              <a:gd name="connsiteX139-51701" fmla="*/ 0 w 1508539"/>
              <a:gd name="connsiteY139-51702" fmla="*/ 0 h 6858000"/>
              <a:gd name="connsiteX0-51703" fmla="*/ 0 w 1508539"/>
              <a:gd name="connsiteY0-51704" fmla="*/ 0 h 6858000"/>
              <a:gd name="connsiteX1-51705" fmla="*/ 1508539 w 1508539"/>
              <a:gd name="connsiteY1-51706" fmla="*/ 0 h 6858000"/>
              <a:gd name="connsiteX2-51707" fmla="*/ 1508539 w 1508539"/>
              <a:gd name="connsiteY2-51708" fmla="*/ 6858000 h 6858000"/>
              <a:gd name="connsiteX3-51709" fmla="*/ 245233 w 1508539"/>
              <a:gd name="connsiteY3-51710" fmla="*/ 6857735 h 6858000"/>
              <a:gd name="connsiteX4-51711" fmla="*/ 243784 w 1508539"/>
              <a:gd name="connsiteY4-51712" fmla="*/ 6776847 h 6858000"/>
              <a:gd name="connsiteX5-51713" fmla="*/ 255284 w 1508539"/>
              <a:gd name="connsiteY5-51714" fmla="*/ 6737706 h 6858000"/>
              <a:gd name="connsiteX6-51715" fmla="*/ 267342 w 1508539"/>
              <a:gd name="connsiteY6-51716" fmla="*/ 6683638 h 6858000"/>
              <a:gd name="connsiteX7-51717" fmla="*/ 295622 w 1508539"/>
              <a:gd name="connsiteY7-51718" fmla="*/ 6659970 h 6858000"/>
              <a:gd name="connsiteX8-51719" fmla="*/ 310713 w 1508539"/>
              <a:gd name="connsiteY8-51720" fmla="*/ 6636211 h 6858000"/>
              <a:gd name="connsiteX9-51721" fmla="*/ 328157 w 1508539"/>
              <a:gd name="connsiteY9-51722" fmla="*/ 6594177 h 6858000"/>
              <a:gd name="connsiteX10-51723" fmla="*/ 325289 w 1508539"/>
              <a:gd name="connsiteY10-51724" fmla="*/ 6525770 h 6858000"/>
              <a:gd name="connsiteX11-51725" fmla="*/ 395154 w 1508539"/>
              <a:gd name="connsiteY11-51726" fmla="*/ 6492130 h 6858000"/>
              <a:gd name="connsiteX12-51727" fmla="*/ 410841 w 1508539"/>
              <a:gd name="connsiteY12-51728" fmla="*/ 6431610 h 6858000"/>
              <a:gd name="connsiteX13-51729" fmla="*/ 454546 w 1508539"/>
              <a:gd name="connsiteY13-51730" fmla="*/ 6379786 h 6858000"/>
              <a:gd name="connsiteX14-51731" fmla="*/ 416634 w 1508539"/>
              <a:gd name="connsiteY14-51732" fmla="*/ 6346654 h 6858000"/>
              <a:gd name="connsiteX15-51733" fmla="*/ 241880 w 1508539"/>
              <a:gd name="connsiteY15-51734" fmla="*/ 6384857 h 6858000"/>
              <a:gd name="connsiteX16-51735" fmla="*/ 240591 w 1508539"/>
              <a:gd name="connsiteY16-51736" fmla="*/ 6367510 h 6858000"/>
              <a:gd name="connsiteX17-51737" fmla="*/ 244471 w 1508539"/>
              <a:gd name="connsiteY17-51738" fmla="*/ 6349778 h 6858000"/>
              <a:gd name="connsiteX18-51739" fmla="*/ 432121 w 1508539"/>
              <a:gd name="connsiteY18-51740" fmla="*/ 6252834 h 6858000"/>
              <a:gd name="connsiteX19-51741" fmla="*/ 410113 w 1508539"/>
              <a:gd name="connsiteY19-51742" fmla="*/ 6202459 h 6858000"/>
              <a:gd name="connsiteX20-51743" fmla="*/ 392003 w 1508539"/>
              <a:gd name="connsiteY20-51744" fmla="*/ 6153037 h 6858000"/>
              <a:gd name="connsiteX21-51745" fmla="*/ 394739 w 1508539"/>
              <a:gd name="connsiteY21-51746" fmla="*/ 6090059 h 6858000"/>
              <a:gd name="connsiteX22-51747" fmla="*/ 386351 w 1508539"/>
              <a:gd name="connsiteY22-51748" fmla="*/ 6028119 h 6858000"/>
              <a:gd name="connsiteX23-51749" fmla="*/ 396942 w 1508539"/>
              <a:gd name="connsiteY23-51750" fmla="*/ 5926735 h 6858000"/>
              <a:gd name="connsiteX24-51751" fmla="*/ 408411 w 1508539"/>
              <a:gd name="connsiteY24-51752" fmla="*/ 5704905 h 6858000"/>
              <a:gd name="connsiteX25-51753" fmla="*/ 425529 w 1508539"/>
              <a:gd name="connsiteY25-51754" fmla="*/ 5676393 h 6858000"/>
              <a:gd name="connsiteX26-51755" fmla="*/ 465121 w 1508539"/>
              <a:gd name="connsiteY26-51756" fmla="*/ 5563435 h 6858000"/>
              <a:gd name="connsiteX27-51757" fmla="*/ 512251 w 1508539"/>
              <a:gd name="connsiteY27-51758" fmla="*/ 5437125 h 6858000"/>
              <a:gd name="connsiteX28-51759" fmla="*/ 525819 w 1508539"/>
              <a:gd name="connsiteY28-51760" fmla="*/ 5396260 h 6858000"/>
              <a:gd name="connsiteX29-51761" fmla="*/ 541800 w 1508539"/>
              <a:gd name="connsiteY29-51762" fmla="*/ 5330009 h 6858000"/>
              <a:gd name="connsiteX30-51763" fmla="*/ 575293 w 1508539"/>
              <a:gd name="connsiteY30-51764" fmla="*/ 5273739 h 6858000"/>
              <a:gd name="connsiteX31-51765" fmla="*/ 584892 w 1508539"/>
              <a:gd name="connsiteY31-51766" fmla="*/ 5241779 h 6858000"/>
              <a:gd name="connsiteX32-51767" fmla="*/ 596118 w 1508539"/>
              <a:gd name="connsiteY32-51768" fmla="*/ 5225268 h 6858000"/>
              <a:gd name="connsiteX33-51769" fmla="*/ 597138 w 1508539"/>
              <a:gd name="connsiteY33-51770" fmla="*/ 5217684 h 6858000"/>
              <a:gd name="connsiteX34-51771" fmla="*/ 604479 w 1508539"/>
              <a:gd name="connsiteY34-51772" fmla="*/ 5193377 h 6858000"/>
              <a:gd name="connsiteX35-51773" fmla="*/ 607782 w 1508539"/>
              <a:gd name="connsiteY35-51774" fmla="*/ 5179288 h 6858000"/>
              <a:gd name="connsiteX36-51775" fmla="*/ 608766 w 1508539"/>
              <a:gd name="connsiteY36-51776" fmla="*/ 5173621 h 6858000"/>
              <a:gd name="connsiteX37-51777" fmla="*/ 604400 w 1508539"/>
              <a:gd name="connsiteY37-51778" fmla="*/ 5159961 h 6858000"/>
              <a:gd name="connsiteX38-51779" fmla="*/ 611077 w 1508539"/>
              <a:gd name="connsiteY38-51780" fmla="*/ 5144295 h 6858000"/>
              <a:gd name="connsiteX39-51781" fmla="*/ 608010 w 1508539"/>
              <a:gd name="connsiteY39-51782" fmla="*/ 5125185 h 6858000"/>
              <a:gd name="connsiteX40-51783" fmla="*/ 614840 w 1508539"/>
              <a:gd name="connsiteY40-51784" fmla="*/ 5121884 h 6858000"/>
              <a:gd name="connsiteX41-51785" fmla="*/ 621876 w 1508539"/>
              <a:gd name="connsiteY41-51786" fmla="*/ 5067850 h 6858000"/>
              <a:gd name="connsiteX42-51787" fmla="*/ 624607 w 1508539"/>
              <a:gd name="connsiteY42-51788" fmla="*/ 5060861 h 6858000"/>
              <a:gd name="connsiteX43-51789" fmla="*/ 621311 w 1508539"/>
              <a:gd name="connsiteY43-51790" fmla="*/ 5034192 h 6858000"/>
              <a:gd name="connsiteX44-51791" fmla="*/ 622865 w 1508539"/>
              <a:gd name="connsiteY44-51792" fmla="*/ 4993030 h 6858000"/>
              <a:gd name="connsiteX45-51793" fmla="*/ 629774 w 1508539"/>
              <a:gd name="connsiteY45-51794" fmla="*/ 4946844 h 6858000"/>
              <a:gd name="connsiteX46-51795" fmla="*/ 625630 w 1508539"/>
              <a:gd name="connsiteY46-51796" fmla="*/ 4932692 h 6858000"/>
              <a:gd name="connsiteX47-51797" fmla="*/ 641033 w 1508539"/>
              <a:gd name="connsiteY47-51798" fmla="*/ 4858827 h 6858000"/>
              <a:gd name="connsiteX48-51799" fmla="*/ 646936 w 1508539"/>
              <a:gd name="connsiteY48-51800" fmla="*/ 4821170 h 6858000"/>
              <a:gd name="connsiteX49-51801" fmla="*/ 651669 w 1508539"/>
              <a:gd name="connsiteY49-51802" fmla="*/ 4780965 h 6858000"/>
              <a:gd name="connsiteX50-51803" fmla="*/ 652962 w 1508539"/>
              <a:gd name="connsiteY50-51804" fmla="*/ 4750867 h 6858000"/>
              <a:gd name="connsiteX51-51805" fmla="*/ 650769 w 1508539"/>
              <a:gd name="connsiteY51-51806" fmla="*/ 4690749 h 6858000"/>
              <a:gd name="connsiteX52-51807" fmla="*/ 646249 w 1508539"/>
              <a:gd name="connsiteY52-51808" fmla="*/ 4584173 h 6858000"/>
              <a:gd name="connsiteX53-51809" fmla="*/ 641332 w 1508539"/>
              <a:gd name="connsiteY53-51810" fmla="*/ 4444346 h 6858000"/>
              <a:gd name="connsiteX54-51811" fmla="*/ 637897 w 1508539"/>
              <a:gd name="connsiteY54-51812" fmla="*/ 4375228 h 6858000"/>
              <a:gd name="connsiteX55-51813" fmla="*/ 618550 w 1508539"/>
              <a:gd name="connsiteY55-51814" fmla="*/ 4214165 h 6858000"/>
              <a:gd name="connsiteX56-51815" fmla="*/ 622623 w 1508539"/>
              <a:gd name="connsiteY56-51816" fmla="*/ 4090296 h 6858000"/>
              <a:gd name="connsiteX57-51817" fmla="*/ 607879 w 1508539"/>
              <a:gd name="connsiteY57-51818" fmla="*/ 4033999 h 6858000"/>
              <a:gd name="connsiteX58-51819" fmla="*/ 609028 w 1508539"/>
              <a:gd name="connsiteY58-51820" fmla="*/ 4031933 h 6858000"/>
              <a:gd name="connsiteX59-51821" fmla="*/ 607604 w 1508539"/>
              <a:gd name="connsiteY59-51822" fmla="*/ 4013953 h 6858000"/>
              <a:gd name="connsiteX60-51823" fmla="*/ 593899 w 1508539"/>
              <a:gd name="connsiteY60-51824" fmla="*/ 3974753 h 6858000"/>
              <a:gd name="connsiteX61-51825" fmla="*/ 595497 w 1508539"/>
              <a:gd name="connsiteY61-51826" fmla="*/ 3969950 h 6858000"/>
              <a:gd name="connsiteX62-51827" fmla="*/ 588919 w 1508539"/>
              <a:gd name="connsiteY62-51828" fmla="*/ 3933779 h 6858000"/>
              <a:gd name="connsiteX63-51829" fmla="*/ 590250 w 1508539"/>
              <a:gd name="connsiteY63-51830" fmla="*/ 3933093 h 6858000"/>
              <a:gd name="connsiteX64-51831" fmla="*/ 594604 w 1508539"/>
              <a:gd name="connsiteY64-51832" fmla="*/ 3922082 h 6858000"/>
              <a:gd name="connsiteX65-51833" fmla="*/ 599682 w 1508539"/>
              <a:gd name="connsiteY65-51834" fmla="*/ 3901461 h 6858000"/>
              <a:gd name="connsiteX66-51835" fmla="*/ 622276 w 1508539"/>
              <a:gd name="connsiteY66-51836" fmla="*/ 3813873 h 6858000"/>
              <a:gd name="connsiteX67-51837" fmla="*/ 621701 w 1508539"/>
              <a:gd name="connsiteY67-51838" fmla="*/ 3806161 h 6858000"/>
              <a:gd name="connsiteX68-51839" fmla="*/ 622008 w 1508539"/>
              <a:gd name="connsiteY68-51840" fmla="*/ 3805957 h 6858000"/>
              <a:gd name="connsiteX69-51841" fmla="*/ 622035 w 1508539"/>
              <a:gd name="connsiteY69-51842" fmla="*/ 3797724 h 6858000"/>
              <a:gd name="connsiteX70-51843" fmla="*/ 620650 w 1508539"/>
              <a:gd name="connsiteY70-51844" fmla="*/ 3792098 h 6858000"/>
              <a:gd name="connsiteX71-51845" fmla="*/ 619534 w 1508539"/>
              <a:gd name="connsiteY71-51846" fmla="*/ 3777135 h 6858000"/>
              <a:gd name="connsiteX72-51847" fmla="*/ 621267 w 1508539"/>
              <a:gd name="connsiteY72-51848" fmla="*/ 3771656 h 6858000"/>
              <a:gd name="connsiteX73-51849" fmla="*/ 625010 w 1508539"/>
              <a:gd name="connsiteY73-51850" fmla="*/ 3769007 h 6858000"/>
              <a:gd name="connsiteX74-51851" fmla="*/ 624476 w 1508539"/>
              <a:gd name="connsiteY74-51852" fmla="*/ 3767709 h 6858000"/>
              <a:gd name="connsiteX75-51853" fmla="*/ 633172 w 1508539"/>
              <a:gd name="connsiteY75-51854" fmla="*/ 3738082 h 6858000"/>
              <a:gd name="connsiteX76-51855" fmla="*/ 640518 w 1508539"/>
              <a:gd name="connsiteY76-51856" fmla="*/ 3673397 h 6858000"/>
              <a:gd name="connsiteX77-51857" fmla="*/ 639814 w 1508539"/>
              <a:gd name="connsiteY77-51858" fmla="*/ 3637109 h 6858000"/>
              <a:gd name="connsiteX78-51859" fmla="*/ 643257 w 1508539"/>
              <a:gd name="connsiteY78-51860" fmla="*/ 3536883 h 6858000"/>
              <a:gd name="connsiteX79-51861" fmla="*/ 650795 w 1508539"/>
              <a:gd name="connsiteY79-51862" fmla="*/ 3435652 h 6858000"/>
              <a:gd name="connsiteX80-51863" fmla="*/ 652466 w 1508539"/>
              <a:gd name="connsiteY80-51864" fmla="*/ 3307769 h 6858000"/>
              <a:gd name="connsiteX81-51865" fmla="*/ 670029 w 1508539"/>
              <a:gd name="connsiteY81-51866" fmla="*/ 3250522 h 6858000"/>
              <a:gd name="connsiteX82-51867" fmla="*/ 670454 w 1508539"/>
              <a:gd name="connsiteY82-51868" fmla="*/ 3229163 h 6858000"/>
              <a:gd name="connsiteX83-51869" fmla="*/ 672277 w 1508539"/>
              <a:gd name="connsiteY83-51870" fmla="*/ 3217217 h 6858000"/>
              <a:gd name="connsiteX84-51871" fmla="*/ 659112 w 1508539"/>
              <a:gd name="connsiteY84-51872" fmla="*/ 3183755 h 6858000"/>
              <a:gd name="connsiteX85-51873" fmla="*/ 659613 w 1508539"/>
              <a:gd name="connsiteY85-51874" fmla="*/ 3178642 h 6858000"/>
              <a:gd name="connsiteX86-51875" fmla="*/ 647213 w 1508539"/>
              <a:gd name="connsiteY86-51876" fmla="*/ 3158586 h 6858000"/>
              <a:gd name="connsiteX87-51877" fmla="*/ 632398 w 1508539"/>
              <a:gd name="connsiteY87-51878" fmla="*/ 3129034 h 6858000"/>
              <a:gd name="connsiteX88-51879" fmla="*/ 633063 w 1508539"/>
              <a:gd name="connsiteY88-51880" fmla="*/ 3126682 h 6858000"/>
              <a:gd name="connsiteX89-51881" fmla="*/ 623931 w 1508539"/>
              <a:gd name="connsiteY89-51882" fmla="*/ 3114519 h 6858000"/>
              <a:gd name="connsiteX90-51883" fmla="*/ 610540 w 1508539"/>
              <a:gd name="connsiteY90-51884" fmla="*/ 3106272 h 6858000"/>
              <a:gd name="connsiteX91-51885" fmla="*/ 583270 w 1508539"/>
              <a:gd name="connsiteY91-51886" fmla="*/ 2958185 h 6858000"/>
              <a:gd name="connsiteX92-51887" fmla="*/ 525884 w 1508539"/>
              <a:gd name="connsiteY92-51888" fmla="*/ 2762989 h 6858000"/>
              <a:gd name="connsiteX93-51889" fmla="*/ 474802 w 1508539"/>
              <a:gd name="connsiteY93-51890" fmla="*/ 2554718 h 6858000"/>
              <a:gd name="connsiteX94-51891" fmla="*/ 454896 w 1508539"/>
              <a:gd name="connsiteY94-51892" fmla="*/ 2485734 h 6858000"/>
              <a:gd name="connsiteX95-51893" fmla="*/ 445619 w 1508539"/>
              <a:gd name="connsiteY95-51894" fmla="*/ 2447068 h 6858000"/>
              <a:gd name="connsiteX96-51895" fmla="*/ 432580 w 1508539"/>
              <a:gd name="connsiteY96-51896" fmla="*/ 2425819 h 6858000"/>
              <a:gd name="connsiteX97-51897" fmla="*/ 438579 w 1508539"/>
              <a:gd name="connsiteY97-51898" fmla="*/ 2402874 h 6858000"/>
              <a:gd name="connsiteX98-51899" fmla="*/ 441191 w 1508539"/>
              <a:gd name="connsiteY98-51900" fmla="*/ 2381443 h 6858000"/>
              <a:gd name="connsiteX99-51901" fmla="*/ 417520 w 1508539"/>
              <a:gd name="connsiteY99-51902" fmla="*/ 2261920 h 6858000"/>
              <a:gd name="connsiteX100-51903" fmla="*/ 407407 w 1508539"/>
              <a:gd name="connsiteY100-51904" fmla="*/ 2195378 h 6858000"/>
              <a:gd name="connsiteX101-51905" fmla="*/ 391624 w 1508539"/>
              <a:gd name="connsiteY101-51906" fmla="*/ 2155135 h 6858000"/>
              <a:gd name="connsiteX102-51907" fmla="*/ 389082 w 1508539"/>
              <a:gd name="connsiteY102-51908" fmla="*/ 2118008 h 6858000"/>
              <a:gd name="connsiteX103-51909" fmla="*/ 390075 w 1508539"/>
              <a:gd name="connsiteY103-51910" fmla="*/ 2050531 h 6858000"/>
              <a:gd name="connsiteX104-51911" fmla="*/ 381881 w 1508539"/>
              <a:gd name="connsiteY104-51912" fmla="*/ 1963269 h 6858000"/>
              <a:gd name="connsiteX105-51913" fmla="*/ 363059 w 1508539"/>
              <a:gd name="connsiteY105-51914" fmla="*/ 1906352 h 6858000"/>
              <a:gd name="connsiteX106-51915" fmla="*/ 339616 w 1508539"/>
              <a:gd name="connsiteY106-51916" fmla="*/ 1861531 h 6858000"/>
              <a:gd name="connsiteX107-51917" fmla="*/ 293415 w 1508539"/>
              <a:gd name="connsiteY107-51918" fmla="*/ 1732919 h 6858000"/>
              <a:gd name="connsiteX108-51919" fmla="*/ 265726 w 1508539"/>
              <a:gd name="connsiteY108-51920" fmla="*/ 1663540 h 6858000"/>
              <a:gd name="connsiteX109-51921" fmla="*/ 264852 w 1508539"/>
              <a:gd name="connsiteY109-51922" fmla="*/ 1615777 h 6858000"/>
              <a:gd name="connsiteX110-51923" fmla="*/ 245647 w 1508539"/>
              <a:gd name="connsiteY110-51924" fmla="*/ 1563678 h 6858000"/>
              <a:gd name="connsiteX111-51925" fmla="*/ 258727 w 1508539"/>
              <a:gd name="connsiteY111-51926" fmla="*/ 1519474 h 6858000"/>
              <a:gd name="connsiteX112-51927" fmla="*/ 251469 w 1508539"/>
              <a:gd name="connsiteY112-51928" fmla="*/ 1477995 h 6858000"/>
              <a:gd name="connsiteX113-51929" fmla="*/ 237554 w 1508539"/>
              <a:gd name="connsiteY113-51930" fmla="*/ 1373769 h 6858000"/>
              <a:gd name="connsiteX114-51931" fmla="*/ 245861 w 1508539"/>
              <a:gd name="connsiteY114-51932" fmla="*/ 1307086 h 6858000"/>
              <a:gd name="connsiteX115-51933" fmla="*/ 247049 w 1508539"/>
              <a:gd name="connsiteY115-51934" fmla="*/ 1189033 h 6858000"/>
              <a:gd name="connsiteX116-51935" fmla="*/ 251734 w 1508539"/>
              <a:gd name="connsiteY116-51936" fmla="*/ 1168288 h 6858000"/>
              <a:gd name="connsiteX117-51937" fmla="*/ 244016 w 1508539"/>
              <a:gd name="connsiteY117-51938" fmla="*/ 1142577 h 6858000"/>
              <a:gd name="connsiteX118-51939" fmla="*/ 233322 w 1508539"/>
              <a:gd name="connsiteY118-51940" fmla="*/ 1088484 h 6858000"/>
              <a:gd name="connsiteX119-51941" fmla="*/ 222058 w 1508539"/>
              <a:gd name="connsiteY119-51942" fmla="*/ 1016103 h 6858000"/>
              <a:gd name="connsiteX120-51943" fmla="*/ 223514 w 1508539"/>
              <a:gd name="connsiteY120-51944" fmla="*/ 932283 h 6858000"/>
              <a:gd name="connsiteX121-51945" fmla="*/ 225750 w 1508539"/>
              <a:gd name="connsiteY121-51946" fmla="*/ 915925 h 6858000"/>
              <a:gd name="connsiteX122-51947" fmla="*/ 218379 w 1508539"/>
              <a:gd name="connsiteY122-51948" fmla="*/ 896999 h 6858000"/>
              <a:gd name="connsiteX123-51949" fmla="*/ 187787 w 1508539"/>
              <a:gd name="connsiteY123-51950" fmla="*/ 821517 h 6858000"/>
              <a:gd name="connsiteX124-51951" fmla="*/ 166737 w 1508539"/>
              <a:gd name="connsiteY124-51952" fmla="*/ 751353 h 6858000"/>
              <a:gd name="connsiteX125-51953" fmla="*/ 166295 w 1508539"/>
              <a:gd name="connsiteY125-51954" fmla="*/ 721230 h 6858000"/>
              <a:gd name="connsiteX126-51955" fmla="*/ 151966 w 1508539"/>
              <a:gd name="connsiteY126-51956" fmla="*/ 681659 h 6858000"/>
              <a:gd name="connsiteX127-51957" fmla="*/ 137385 w 1508539"/>
              <a:gd name="connsiteY127-51958" fmla="*/ 635218 h 6858000"/>
              <a:gd name="connsiteX128-51959" fmla="*/ 142396 w 1508539"/>
              <a:gd name="connsiteY128-51960" fmla="*/ 613763 h 6858000"/>
              <a:gd name="connsiteX129-51961" fmla="*/ 128338 w 1508539"/>
              <a:gd name="connsiteY129-51962" fmla="*/ 598582 h 6858000"/>
              <a:gd name="connsiteX130-51963" fmla="*/ 128019 w 1508539"/>
              <a:gd name="connsiteY130-51964" fmla="*/ 576846 h 6858000"/>
              <a:gd name="connsiteX131-51965" fmla="*/ 107645 w 1508539"/>
              <a:gd name="connsiteY131-51966" fmla="*/ 530055 h 6858000"/>
              <a:gd name="connsiteX132-51967" fmla="*/ 106893 w 1508539"/>
              <a:gd name="connsiteY132-51968" fmla="*/ 465389 h 6858000"/>
              <a:gd name="connsiteX133-51969" fmla="*/ 89816 w 1508539"/>
              <a:gd name="connsiteY133-51970" fmla="*/ 424699 h 6858000"/>
              <a:gd name="connsiteX134-51971" fmla="*/ 90191 w 1508539"/>
              <a:gd name="connsiteY134-51972" fmla="*/ 404917 h 6858000"/>
              <a:gd name="connsiteX135-51973" fmla="*/ 70148 w 1508539"/>
              <a:gd name="connsiteY135-51974" fmla="*/ 367211 h 6858000"/>
              <a:gd name="connsiteX136-51975" fmla="*/ 36452 w 1508539"/>
              <a:gd name="connsiteY136-51976" fmla="*/ 268519 h 6858000"/>
              <a:gd name="connsiteX137-51977" fmla="*/ 23935 w 1508539"/>
              <a:gd name="connsiteY137-51978" fmla="*/ 160886 h 6858000"/>
              <a:gd name="connsiteX138-51979" fmla="*/ 19312 w 1508539"/>
              <a:gd name="connsiteY138-51980" fmla="*/ 47336 h 6858000"/>
              <a:gd name="connsiteX139-51981" fmla="*/ 0 w 1508539"/>
              <a:gd name="connsiteY139-51982" fmla="*/ 0 h 6858000"/>
              <a:gd name="connsiteX0-51983" fmla="*/ 0 w 1508539"/>
              <a:gd name="connsiteY0-51984" fmla="*/ 0 h 6858000"/>
              <a:gd name="connsiteX1-51985" fmla="*/ 1508539 w 1508539"/>
              <a:gd name="connsiteY1-51986" fmla="*/ 0 h 6858000"/>
              <a:gd name="connsiteX2-51987" fmla="*/ 1508539 w 1508539"/>
              <a:gd name="connsiteY2-51988" fmla="*/ 6858000 h 6858000"/>
              <a:gd name="connsiteX3-51989" fmla="*/ 245233 w 1508539"/>
              <a:gd name="connsiteY3-51990" fmla="*/ 6857735 h 6858000"/>
              <a:gd name="connsiteX4-51991" fmla="*/ 243784 w 1508539"/>
              <a:gd name="connsiteY4-51992" fmla="*/ 6776847 h 6858000"/>
              <a:gd name="connsiteX5-51993" fmla="*/ 255284 w 1508539"/>
              <a:gd name="connsiteY5-51994" fmla="*/ 6737706 h 6858000"/>
              <a:gd name="connsiteX6-51995" fmla="*/ 267342 w 1508539"/>
              <a:gd name="connsiteY6-51996" fmla="*/ 6683638 h 6858000"/>
              <a:gd name="connsiteX7-51997" fmla="*/ 295622 w 1508539"/>
              <a:gd name="connsiteY7-51998" fmla="*/ 6659970 h 6858000"/>
              <a:gd name="connsiteX8-51999" fmla="*/ 310713 w 1508539"/>
              <a:gd name="connsiteY8-52000" fmla="*/ 6636211 h 6858000"/>
              <a:gd name="connsiteX9-52001" fmla="*/ 328157 w 1508539"/>
              <a:gd name="connsiteY9-52002" fmla="*/ 6594177 h 6858000"/>
              <a:gd name="connsiteX10-52003" fmla="*/ 325289 w 1508539"/>
              <a:gd name="connsiteY10-52004" fmla="*/ 6525770 h 6858000"/>
              <a:gd name="connsiteX11-52005" fmla="*/ 395154 w 1508539"/>
              <a:gd name="connsiteY11-52006" fmla="*/ 6492130 h 6858000"/>
              <a:gd name="connsiteX12-52007" fmla="*/ 410841 w 1508539"/>
              <a:gd name="connsiteY12-52008" fmla="*/ 6431610 h 6858000"/>
              <a:gd name="connsiteX13-52009" fmla="*/ 454546 w 1508539"/>
              <a:gd name="connsiteY13-52010" fmla="*/ 6379786 h 6858000"/>
              <a:gd name="connsiteX14-52011" fmla="*/ 416634 w 1508539"/>
              <a:gd name="connsiteY14-52012" fmla="*/ 6346654 h 6858000"/>
              <a:gd name="connsiteX15-52013" fmla="*/ 241880 w 1508539"/>
              <a:gd name="connsiteY15-52014" fmla="*/ 6384857 h 6858000"/>
              <a:gd name="connsiteX16-52015" fmla="*/ 240591 w 1508539"/>
              <a:gd name="connsiteY16-52016" fmla="*/ 6367510 h 6858000"/>
              <a:gd name="connsiteX17-52017" fmla="*/ 405093 w 1508539"/>
              <a:gd name="connsiteY17-52018" fmla="*/ 6270265 h 6858000"/>
              <a:gd name="connsiteX18-52019" fmla="*/ 432121 w 1508539"/>
              <a:gd name="connsiteY18-52020" fmla="*/ 6252834 h 6858000"/>
              <a:gd name="connsiteX19-52021" fmla="*/ 410113 w 1508539"/>
              <a:gd name="connsiteY19-52022" fmla="*/ 6202459 h 6858000"/>
              <a:gd name="connsiteX20-52023" fmla="*/ 392003 w 1508539"/>
              <a:gd name="connsiteY20-52024" fmla="*/ 6153037 h 6858000"/>
              <a:gd name="connsiteX21-52025" fmla="*/ 394739 w 1508539"/>
              <a:gd name="connsiteY21-52026" fmla="*/ 6090059 h 6858000"/>
              <a:gd name="connsiteX22-52027" fmla="*/ 386351 w 1508539"/>
              <a:gd name="connsiteY22-52028" fmla="*/ 6028119 h 6858000"/>
              <a:gd name="connsiteX23-52029" fmla="*/ 396942 w 1508539"/>
              <a:gd name="connsiteY23-52030" fmla="*/ 5926735 h 6858000"/>
              <a:gd name="connsiteX24-52031" fmla="*/ 408411 w 1508539"/>
              <a:gd name="connsiteY24-52032" fmla="*/ 5704905 h 6858000"/>
              <a:gd name="connsiteX25-52033" fmla="*/ 425529 w 1508539"/>
              <a:gd name="connsiteY25-52034" fmla="*/ 5676393 h 6858000"/>
              <a:gd name="connsiteX26-52035" fmla="*/ 465121 w 1508539"/>
              <a:gd name="connsiteY26-52036" fmla="*/ 5563435 h 6858000"/>
              <a:gd name="connsiteX27-52037" fmla="*/ 512251 w 1508539"/>
              <a:gd name="connsiteY27-52038" fmla="*/ 5437125 h 6858000"/>
              <a:gd name="connsiteX28-52039" fmla="*/ 525819 w 1508539"/>
              <a:gd name="connsiteY28-52040" fmla="*/ 5396260 h 6858000"/>
              <a:gd name="connsiteX29-52041" fmla="*/ 541800 w 1508539"/>
              <a:gd name="connsiteY29-52042" fmla="*/ 5330009 h 6858000"/>
              <a:gd name="connsiteX30-52043" fmla="*/ 575293 w 1508539"/>
              <a:gd name="connsiteY30-52044" fmla="*/ 5273739 h 6858000"/>
              <a:gd name="connsiteX31-52045" fmla="*/ 584892 w 1508539"/>
              <a:gd name="connsiteY31-52046" fmla="*/ 5241779 h 6858000"/>
              <a:gd name="connsiteX32-52047" fmla="*/ 596118 w 1508539"/>
              <a:gd name="connsiteY32-52048" fmla="*/ 5225268 h 6858000"/>
              <a:gd name="connsiteX33-52049" fmla="*/ 597138 w 1508539"/>
              <a:gd name="connsiteY33-52050" fmla="*/ 5217684 h 6858000"/>
              <a:gd name="connsiteX34-52051" fmla="*/ 604479 w 1508539"/>
              <a:gd name="connsiteY34-52052" fmla="*/ 5193377 h 6858000"/>
              <a:gd name="connsiteX35-52053" fmla="*/ 607782 w 1508539"/>
              <a:gd name="connsiteY35-52054" fmla="*/ 5179288 h 6858000"/>
              <a:gd name="connsiteX36-52055" fmla="*/ 608766 w 1508539"/>
              <a:gd name="connsiteY36-52056" fmla="*/ 5173621 h 6858000"/>
              <a:gd name="connsiteX37-52057" fmla="*/ 604400 w 1508539"/>
              <a:gd name="connsiteY37-52058" fmla="*/ 5159961 h 6858000"/>
              <a:gd name="connsiteX38-52059" fmla="*/ 611077 w 1508539"/>
              <a:gd name="connsiteY38-52060" fmla="*/ 5144295 h 6858000"/>
              <a:gd name="connsiteX39-52061" fmla="*/ 608010 w 1508539"/>
              <a:gd name="connsiteY39-52062" fmla="*/ 5125185 h 6858000"/>
              <a:gd name="connsiteX40-52063" fmla="*/ 614840 w 1508539"/>
              <a:gd name="connsiteY40-52064" fmla="*/ 5121884 h 6858000"/>
              <a:gd name="connsiteX41-52065" fmla="*/ 621876 w 1508539"/>
              <a:gd name="connsiteY41-52066" fmla="*/ 5067850 h 6858000"/>
              <a:gd name="connsiteX42-52067" fmla="*/ 624607 w 1508539"/>
              <a:gd name="connsiteY42-52068" fmla="*/ 5060861 h 6858000"/>
              <a:gd name="connsiteX43-52069" fmla="*/ 621311 w 1508539"/>
              <a:gd name="connsiteY43-52070" fmla="*/ 5034192 h 6858000"/>
              <a:gd name="connsiteX44-52071" fmla="*/ 622865 w 1508539"/>
              <a:gd name="connsiteY44-52072" fmla="*/ 4993030 h 6858000"/>
              <a:gd name="connsiteX45-52073" fmla="*/ 629774 w 1508539"/>
              <a:gd name="connsiteY45-52074" fmla="*/ 4946844 h 6858000"/>
              <a:gd name="connsiteX46-52075" fmla="*/ 625630 w 1508539"/>
              <a:gd name="connsiteY46-52076" fmla="*/ 4932692 h 6858000"/>
              <a:gd name="connsiteX47-52077" fmla="*/ 641033 w 1508539"/>
              <a:gd name="connsiteY47-52078" fmla="*/ 4858827 h 6858000"/>
              <a:gd name="connsiteX48-52079" fmla="*/ 646936 w 1508539"/>
              <a:gd name="connsiteY48-52080" fmla="*/ 4821170 h 6858000"/>
              <a:gd name="connsiteX49-52081" fmla="*/ 651669 w 1508539"/>
              <a:gd name="connsiteY49-52082" fmla="*/ 4780965 h 6858000"/>
              <a:gd name="connsiteX50-52083" fmla="*/ 652962 w 1508539"/>
              <a:gd name="connsiteY50-52084" fmla="*/ 4750867 h 6858000"/>
              <a:gd name="connsiteX51-52085" fmla="*/ 650769 w 1508539"/>
              <a:gd name="connsiteY51-52086" fmla="*/ 4690749 h 6858000"/>
              <a:gd name="connsiteX52-52087" fmla="*/ 646249 w 1508539"/>
              <a:gd name="connsiteY52-52088" fmla="*/ 4584173 h 6858000"/>
              <a:gd name="connsiteX53-52089" fmla="*/ 641332 w 1508539"/>
              <a:gd name="connsiteY53-52090" fmla="*/ 4444346 h 6858000"/>
              <a:gd name="connsiteX54-52091" fmla="*/ 637897 w 1508539"/>
              <a:gd name="connsiteY54-52092" fmla="*/ 4375228 h 6858000"/>
              <a:gd name="connsiteX55-52093" fmla="*/ 618550 w 1508539"/>
              <a:gd name="connsiteY55-52094" fmla="*/ 4214165 h 6858000"/>
              <a:gd name="connsiteX56-52095" fmla="*/ 622623 w 1508539"/>
              <a:gd name="connsiteY56-52096" fmla="*/ 4090296 h 6858000"/>
              <a:gd name="connsiteX57-52097" fmla="*/ 607879 w 1508539"/>
              <a:gd name="connsiteY57-52098" fmla="*/ 4033999 h 6858000"/>
              <a:gd name="connsiteX58-52099" fmla="*/ 609028 w 1508539"/>
              <a:gd name="connsiteY58-52100" fmla="*/ 4031933 h 6858000"/>
              <a:gd name="connsiteX59-52101" fmla="*/ 607604 w 1508539"/>
              <a:gd name="connsiteY59-52102" fmla="*/ 4013953 h 6858000"/>
              <a:gd name="connsiteX60-52103" fmla="*/ 593899 w 1508539"/>
              <a:gd name="connsiteY60-52104" fmla="*/ 3974753 h 6858000"/>
              <a:gd name="connsiteX61-52105" fmla="*/ 595497 w 1508539"/>
              <a:gd name="connsiteY61-52106" fmla="*/ 3969950 h 6858000"/>
              <a:gd name="connsiteX62-52107" fmla="*/ 588919 w 1508539"/>
              <a:gd name="connsiteY62-52108" fmla="*/ 3933779 h 6858000"/>
              <a:gd name="connsiteX63-52109" fmla="*/ 590250 w 1508539"/>
              <a:gd name="connsiteY63-52110" fmla="*/ 3933093 h 6858000"/>
              <a:gd name="connsiteX64-52111" fmla="*/ 594604 w 1508539"/>
              <a:gd name="connsiteY64-52112" fmla="*/ 3922082 h 6858000"/>
              <a:gd name="connsiteX65-52113" fmla="*/ 599682 w 1508539"/>
              <a:gd name="connsiteY65-52114" fmla="*/ 3901461 h 6858000"/>
              <a:gd name="connsiteX66-52115" fmla="*/ 622276 w 1508539"/>
              <a:gd name="connsiteY66-52116" fmla="*/ 3813873 h 6858000"/>
              <a:gd name="connsiteX67-52117" fmla="*/ 621701 w 1508539"/>
              <a:gd name="connsiteY67-52118" fmla="*/ 3806161 h 6858000"/>
              <a:gd name="connsiteX68-52119" fmla="*/ 622008 w 1508539"/>
              <a:gd name="connsiteY68-52120" fmla="*/ 3805957 h 6858000"/>
              <a:gd name="connsiteX69-52121" fmla="*/ 622035 w 1508539"/>
              <a:gd name="connsiteY69-52122" fmla="*/ 3797724 h 6858000"/>
              <a:gd name="connsiteX70-52123" fmla="*/ 620650 w 1508539"/>
              <a:gd name="connsiteY70-52124" fmla="*/ 3792098 h 6858000"/>
              <a:gd name="connsiteX71-52125" fmla="*/ 619534 w 1508539"/>
              <a:gd name="connsiteY71-52126" fmla="*/ 3777135 h 6858000"/>
              <a:gd name="connsiteX72-52127" fmla="*/ 621267 w 1508539"/>
              <a:gd name="connsiteY72-52128" fmla="*/ 3771656 h 6858000"/>
              <a:gd name="connsiteX73-52129" fmla="*/ 625010 w 1508539"/>
              <a:gd name="connsiteY73-52130" fmla="*/ 3769007 h 6858000"/>
              <a:gd name="connsiteX74-52131" fmla="*/ 624476 w 1508539"/>
              <a:gd name="connsiteY74-52132" fmla="*/ 3767709 h 6858000"/>
              <a:gd name="connsiteX75-52133" fmla="*/ 633172 w 1508539"/>
              <a:gd name="connsiteY75-52134" fmla="*/ 3738082 h 6858000"/>
              <a:gd name="connsiteX76-52135" fmla="*/ 640518 w 1508539"/>
              <a:gd name="connsiteY76-52136" fmla="*/ 3673397 h 6858000"/>
              <a:gd name="connsiteX77-52137" fmla="*/ 639814 w 1508539"/>
              <a:gd name="connsiteY77-52138" fmla="*/ 3637109 h 6858000"/>
              <a:gd name="connsiteX78-52139" fmla="*/ 643257 w 1508539"/>
              <a:gd name="connsiteY78-52140" fmla="*/ 3536883 h 6858000"/>
              <a:gd name="connsiteX79-52141" fmla="*/ 650795 w 1508539"/>
              <a:gd name="connsiteY79-52142" fmla="*/ 3435652 h 6858000"/>
              <a:gd name="connsiteX80-52143" fmla="*/ 652466 w 1508539"/>
              <a:gd name="connsiteY80-52144" fmla="*/ 3307769 h 6858000"/>
              <a:gd name="connsiteX81-52145" fmla="*/ 670029 w 1508539"/>
              <a:gd name="connsiteY81-52146" fmla="*/ 3250522 h 6858000"/>
              <a:gd name="connsiteX82-52147" fmla="*/ 670454 w 1508539"/>
              <a:gd name="connsiteY82-52148" fmla="*/ 3229163 h 6858000"/>
              <a:gd name="connsiteX83-52149" fmla="*/ 672277 w 1508539"/>
              <a:gd name="connsiteY83-52150" fmla="*/ 3217217 h 6858000"/>
              <a:gd name="connsiteX84-52151" fmla="*/ 659112 w 1508539"/>
              <a:gd name="connsiteY84-52152" fmla="*/ 3183755 h 6858000"/>
              <a:gd name="connsiteX85-52153" fmla="*/ 659613 w 1508539"/>
              <a:gd name="connsiteY85-52154" fmla="*/ 3178642 h 6858000"/>
              <a:gd name="connsiteX86-52155" fmla="*/ 647213 w 1508539"/>
              <a:gd name="connsiteY86-52156" fmla="*/ 3158586 h 6858000"/>
              <a:gd name="connsiteX87-52157" fmla="*/ 632398 w 1508539"/>
              <a:gd name="connsiteY87-52158" fmla="*/ 3129034 h 6858000"/>
              <a:gd name="connsiteX88-52159" fmla="*/ 633063 w 1508539"/>
              <a:gd name="connsiteY88-52160" fmla="*/ 3126682 h 6858000"/>
              <a:gd name="connsiteX89-52161" fmla="*/ 623931 w 1508539"/>
              <a:gd name="connsiteY89-52162" fmla="*/ 3114519 h 6858000"/>
              <a:gd name="connsiteX90-52163" fmla="*/ 610540 w 1508539"/>
              <a:gd name="connsiteY90-52164" fmla="*/ 3106272 h 6858000"/>
              <a:gd name="connsiteX91-52165" fmla="*/ 583270 w 1508539"/>
              <a:gd name="connsiteY91-52166" fmla="*/ 2958185 h 6858000"/>
              <a:gd name="connsiteX92-52167" fmla="*/ 525884 w 1508539"/>
              <a:gd name="connsiteY92-52168" fmla="*/ 2762989 h 6858000"/>
              <a:gd name="connsiteX93-52169" fmla="*/ 474802 w 1508539"/>
              <a:gd name="connsiteY93-52170" fmla="*/ 2554718 h 6858000"/>
              <a:gd name="connsiteX94-52171" fmla="*/ 454896 w 1508539"/>
              <a:gd name="connsiteY94-52172" fmla="*/ 2485734 h 6858000"/>
              <a:gd name="connsiteX95-52173" fmla="*/ 445619 w 1508539"/>
              <a:gd name="connsiteY95-52174" fmla="*/ 2447068 h 6858000"/>
              <a:gd name="connsiteX96-52175" fmla="*/ 432580 w 1508539"/>
              <a:gd name="connsiteY96-52176" fmla="*/ 2425819 h 6858000"/>
              <a:gd name="connsiteX97-52177" fmla="*/ 438579 w 1508539"/>
              <a:gd name="connsiteY97-52178" fmla="*/ 2402874 h 6858000"/>
              <a:gd name="connsiteX98-52179" fmla="*/ 441191 w 1508539"/>
              <a:gd name="connsiteY98-52180" fmla="*/ 2381443 h 6858000"/>
              <a:gd name="connsiteX99-52181" fmla="*/ 417520 w 1508539"/>
              <a:gd name="connsiteY99-52182" fmla="*/ 2261920 h 6858000"/>
              <a:gd name="connsiteX100-52183" fmla="*/ 407407 w 1508539"/>
              <a:gd name="connsiteY100-52184" fmla="*/ 2195378 h 6858000"/>
              <a:gd name="connsiteX101-52185" fmla="*/ 391624 w 1508539"/>
              <a:gd name="connsiteY101-52186" fmla="*/ 2155135 h 6858000"/>
              <a:gd name="connsiteX102-52187" fmla="*/ 389082 w 1508539"/>
              <a:gd name="connsiteY102-52188" fmla="*/ 2118008 h 6858000"/>
              <a:gd name="connsiteX103-52189" fmla="*/ 390075 w 1508539"/>
              <a:gd name="connsiteY103-52190" fmla="*/ 2050531 h 6858000"/>
              <a:gd name="connsiteX104-52191" fmla="*/ 381881 w 1508539"/>
              <a:gd name="connsiteY104-52192" fmla="*/ 1963269 h 6858000"/>
              <a:gd name="connsiteX105-52193" fmla="*/ 363059 w 1508539"/>
              <a:gd name="connsiteY105-52194" fmla="*/ 1906352 h 6858000"/>
              <a:gd name="connsiteX106-52195" fmla="*/ 339616 w 1508539"/>
              <a:gd name="connsiteY106-52196" fmla="*/ 1861531 h 6858000"/>
              <a:gd name="connsiteX107-52197" fmla="*/ 293415 w 1508539"/>
              <a:gd name="connsiteY107-52198" fmla="*/ 1732919 h 6858000"/>
              <a:gd name="connsiteX108-52199" fmla="*/ 265726 w 1508539"/>
              <a:gd name="connsiteY108-52200" fmla="*/ 1663540 h 6858000"/>
              <a:gd name="connsiteX109-52201" fmla="*/ 264852 w 1508539"/>
              <a:gd name="connsiteY109-52202" fmla="*/ 1615777 h 6858000"/>
              <a:gd name="connsiteX110-52203" fmla="*/ 245647 w 1508539"/>
              <a:gd name="connsiteY110-52204" fmla="*/ 1563678 h 6858000"/>
              <a:gd name="connsiteX111-52205" fmla="*/ 258727 w 1508539"/>
              <a:gd name="connsiteY111-52206" fmla="*/ 1519474 h 6858000"/>
              <a:gd name="connsiteX112-52207" fmla="*/ 251469 w 1508539"/>
              <a:gd name="connsiteY112-52208" fmla="*/ 1477995 h 6858000"/>
              <a:gd name="connsiteX113-52209" fmla="*/ 237554 w 1508539"/>
              <a:gd name="connsiteY113-52210" fmla="*/ 1373769 h 6858000"/>
              <a:gd name="connsiteX114-52211" fmla="*/ 245861 w 1508539"/>
              <a:gd name="connsiteY114-52212" fmla="*/ 1307086 h 6858000"/>
              <a:gd name="connsiteX115-52213" fmla="*/ 247049 w 1508539"/>
              <a:gd name="connsiteY115-52214" fmla="*/ 1189033 h 6858000"/>
              <a:gd name="connsiteX116-52215" fmla="*/ 251734 w 1508539"/>
              <a:gd name="connsiteY116-52216" fmla="*/ 1168288 h 6858000"/>
              <a:gd name="connsiteX117-52217" fmla="*/ 244016 w 1508539"/>
              <a:gd name="connsiteY117-52218" fmla="*/ 1142577 h 6858000"/>
              <a:gd name="connsiteX118-52219" fmla="*/ 233322 w 1508539"/>
              <a:gd name="connsiteY118-52220" fmla="*/ 1088484 h 6858000"/>
              <a:gd name="connsiteX119-52221" fmla="*/ 222058 w 1508539"/>
              <a:gd name="connsiteY119-52222" fmla="*/ 1016103 h 6858000"/>
              <a:gd name="connsiteX120-52223" fmla="*/ 223514 w 1508539"/>
              <a:gd name="connsiteY120-52224" fmla="*/ 932283 h 6858000"/>
              <a:gd name="connsiteX121-52225" fmla="*/ 225750 w 1508539"/>
              <a:gd name="connsiteY121-52226" fmla="*/ 915925 h 6858000"/>
              <a:gd name="connsiteX122-52227" fmla="*/ 218379 w 1508539"/>
              <a:gd name="connsiteY122-52228" fmla="*/ 896999 h 6858000"/>
              <a:gd name="connsiteX123-52229" fmla="*/ 187787 w 1508539"/>
              <a:gd name="connsiteY123-52230" fmla="*/ 821517 h 6858000"/>
              <a:gd name="connsiteX124-52231" fmla="*/ 166737 w 1508539"/>
              <a:gd name="connsiteY124-52232" fmla="*/ 751353 h 6858000"/>
              <a:gd name="connsiteX125-52233" fmla="*/ 166295 w 1508539"/>
              <a:gd name="connsiteY125-52234" fmla="*/ 721230 h 6858000"/>
              <a:gd name="connsiteX126-52235" fmla="*/ 151966 w 1508539"/>
              <a:gd name="connsiteY126-52236" fmla="*/ 681659 h 6858000"/>
              <a:gd name="connsiteX127-52237" fmla="*/ 137385 w 1508539"/>
              <a:gd name="connsiteY127-52238" fmla="*/ 635218 h 6858000"/>
              <a:gd name="connsiteX128-52239" fmla="*/ 142396 w 1508539"/>
              <a:gd name="connsiteY128-52240" fmla="*/ 613763 h 6858000"/>
              <a:gd name="connsiteX129-52241" fmla="*/ 128338 w 1508539"/>
              <a:gd name="connsiteY129-52242" fmla="*/ 598582 h 6858000"/>
              <a:gd name="connsiteX130-52243" fmla="*/ 128019 w 1508539"/>
              <a:gd name="connsiteY130-52244" fmla="*/ 576846 h 6858000"/>
              <a:gd name="connsiteX131-52245" fmla="*/ 107645 w 1508539"/>
              <a:gd name="connsiteY131-52246" fmla="*/ 530055 h 6858000"/>
              <a:gd name="connsiteX132-52247" fmla="*/ 106893 w 1508539"/>
              <a:gd name="connsiteY132-52248" fmla="*/ 465389 h 6858000"/>
              <a:gd name="connsiteX133-52249" fmla="*/ 89816 w 1508539"/>
              <a:gd name="connsiteY133-52250" fmla="*/ 424699 h 6858000"/>
              <a:gd name="connsiteX134-52251" fmla="*/ 90191 w 1508539"/>
              <a:gd name="connsiteY134-52252" fmla="*/ 404917 h 6858000"/>
              <a:gd name="connsiteX135-52253" fmla="*/ 70148 w 1508539"/>
              <a:gd name="connsiteY135-52254" fmla="*/ 367211 h 6858000"/>
              <a:gd name="connsiteX136-52255" fmla="*/ 36452 w 1508539"/>
              <a:gd name="connsiteY136-52256" fmla="*/ 268519 h 6858000"/>
              <a:gd name="connsiteX137-52257" fmla="*/ 23935 w 1508539"/>
              <a:gd name="connsiteY137-52258" fmla="*/ 160886 h 6858000"/>
              <a:gd name="connsiteX138-52259" fmla="*/ 19312 w 1508539"/>
              <a:gd name="connsiteY138-52260" fmla="*/ 47336 h 6858000"/>
              <a:gd name="connsiteX139-52261" fmla="*/ 0 w 1508539"/>
              <a:gd name="connsiteY139-52262" fmla="*/ 0 h 6858000"/>
              <a:gd name="connsiteX0-52263" fmla="*/ 0 w 1508539"/>
              <a:gd name="connsiteY0-52264" fmla="*/ 0 h 6858000"/>
              <a:gd name="connsiteX1-52265" fmla="*/ 1508539 w 1508539"/>
              <a:gd name="connsiteY1-52266" fmla="*/ 0 h 6858000"/>
              <a:gd name="connsiteX2-52267" fmla="*/ 1508539 w 1508539"/>
              <a:gd name="connsiteY2-52268" fmla="*/ 6858000 h 6858000"/>
              <a:gd name="connsiteX3-52269" fmla="*/ 245233 w 1508539"/>
              <a:gd name="connsiteY3-52270" fmla="*/ 6857735 h 6858000"/>
              <a:gd name="connsiteX4-52271" fmla="*/ 243784 w 1508539"/>
              <a:gd name="connsiteY4-52272" fmla="*/ 6776847 h 6858000"/>
              <a:gd name="connsiteX5-52273" fmla="*/ 255284 w 1508539"/>
              <a:gd name="connsiteY5-52274" fmla="*/ 6737706 h 6858000"/>
              <a:gd name="connsiteX6-52275" fmla="*/ 267342 w 1508539"/>
              <a:gd name="connsiteY6-52276" fmla="*/ 6683638 h 6858000"/>
              <a:gd name="connsiteX7-52277" fmla="*/ 295622 w 1508539"/>
              <a:gd name="connsiteY7-52278" fmla="*/ 6659970 h 6858000"/>
              <a:gd name="connsiteX8-52279" fmla="*/ 310713 w 1508539"/>
              <a:gd name="connsiteY8-52280" fmla="*/ 6636211 h 6858000"/>
              <a:gd name="connsiteX9-52281" fmla="*/ 328157 w 1508539"/>
              <a:gd name="connsiteY9-52282" fmla="*/ 6594177 h 6858000"/>
              <a:gd name="connsiteX10-52283" fmla="*/ 325289 w 1508539"/>
              <a:gd name="connsiteY10-52284" fmla="*/ 6525770 h 6858000"/>
              <a:gd name="connsiteX11-52285" fmla="*/ 395154 w 1508539"/>
              <a:gd name="connsiteY11-52286" fmla="*/ 6492130 h 6858000"/>
              <a:gd name="connsiteX12-52287" fmla="*/ 410841 w 1508539"/>
              <a:gd name="connsiteY12-52288" fmla="*/ 6431610 h 6858000"/>
              <a:gd name="connsiteX13-52289" fmla="*/ 454546 w 1508539"/>
              <a:gd name="connsiteY13-52290" fmla="*/ 6379786 h 6858000"/>
              <a:gd name="connsiteX14-52291" fmla="*/ 416634 w 1508539"/>
              <a:gd name="connsiteY14-52292" fmla="*/ 6346654 h 6858000"/>
              <a:gd name="connsiteX15-52293" fmla="*/ 241880 w 1508539"/>
              <a:gd name="connsiteY15-52294" fmla="*/ 6384857 h 6858000"/>
              <a:gd name="connsiteX16-52295" fmla="*/ 422348 w 1508539"/>
              <a:gd name="connsiteY16-52296" fmla="*/ 6280046 h 6858000"/>
              <a:gd name="connsiteX17-52297" fmla="*/ 405093 w 1508539"/>
              <a:gd name="connsiteY17-52298" fmla="*/ 6270265 h 6858000"/>
              <a:gd name="connsiteX18-52299" fmla="*/ 432121 w 1508539"/>
              <a:gd name="connsiteY18-52300" fmla="*/ 6252834 h 6858000"/>
              <a:gd name="connsiteX19-52301" fmla="*/ 410113 w 1508539"/>
              <a:gd name="connsiteY19-52302" fmla="*/ 6202459 h 6858000"/>
              <a:gd name="connsiteX20-52303" fmla="*/ 392003 w 1508539"/>
              <a:gd name="connsiteY20-52304" fmla="*/ 6153037 h 6858000"/>
              <a:gd name="connsiteX21-52305" fmla="*/ 394739 w 1508539"/>
              <a:gd name="connsiteY21-52306" fmla="*/ 6090059 h 6858000"/>
              <a:gd name="connsiteX22-52307" fmla="*/ 386351 w 1508539"/>
              <a:gd name="connsiteY22-52308" fmla="*/ 6028119 h 6858000"/>
              <a:gd name="connsiteX23-52309" fmla="*/ 396942 w 1508539"/>
              <a:gd name="connsiteY23-52310" fmla="*/ 5926735 h 6858000"/>
              <a:gd name="connsiteX24-52311" fmla="*/ 408411 w 1508539"/>
              <a:gd name="connsiteY24-52312" fmla="*/ 5704905 h 6858000"/>
              <a:gd name="connsiteX25-52313" fmla="*/ 425529 w 1508539"/>
              <a:gd name="connsiteY25-52314" fmla="*/ 5676393 h 6858000"/>
              <a:gd name="connsiteX26-52315" fmla="*/ 465121 w 1508539"/>
              <a:gd name="connsiteY26-52316" fmla="*/ 5563435 h 6858000"/>
              <a:gd name="connsiteX27-52317" fmla="*/ 512251 w 1508539"/>
              <a:gd name="connsiteY27-52318" fmla="*/ 5437125 h 6858000"/>
              <a:gd name="connsiteX28-52319" fmla="*/ 525819 w 1508539"/>
              <a:gd name="connsiteY28-52320" fmla="*/ 5396260 h 6858000"/>
              <a:gd name="connsiteX29-52321" fmla="*/ 541800 w 1508539"/>
              <a:gd name="connsiteY29-52322" fmla="*/ 5330009 h 6858000"/>
              <a:gd name="connsiteX30-52323" fmla="*/ 575293 w 1508539"/>
              <a:gd name="connsiteY30-52324" fmla="*/ 5273739 h 6858000"/>
              <a:gd name="connsiteX31-52325" fmla="*/ 584892 w 1508539"/>
              <a:gd name="connsiteY31-52326" fmla="*/ 5241779 h 6858000"/>
              <a:gd name="connsiteX32-52327" fmla="*/ 596118 w 1508539"/>
              <a:gd name="connsiteY32-52328" fmla="*/ 5225268 h 6858000"/>
              <a:gd name="connsiteX33-52329" fmla="*/ 597138 w 1508539"/>
              <a:gd name="connsiteY33-52330" fmla="*/ 5217684 h 6858000"/>
              <a:gd name="connsiteX34-52331" fmla="*/ 604479 w 1508539"/>
              <a:gd name="connsiteY34-52332" fmla="*/ 5193377 h 6858000"/>
              <a:gd name="connsiteX35-52333" fmla="*/ 607782 w 1508539"/>
              <a:gd name="connsiteY35-52334" fmla="*/ 5179288 h 6858000"/>
              <a:gd name="connsiteX36-52335" fmla="*/ 608766 w 1508539"/>
              <a:gd name="connsiteY36-52336" fmla="*/ 5173621 h 6858000"/>
              <a:gd name="connsiteX37-52337" fmla="*/ 604400 w 1508539"/>
              <a:gd name="connsiteY37-52338" fmla="*/ 5159961 h 6858000"/>
              <a:gd name="connsiteX38-52339" fmla="*/ 611077 w 1508539"/>
              <a:gd name="connsiteY38-52340" fmla="*/ 5144295 h 6858000"/>
              <a:gd name="connsiteX39-52341" fmla="*/ 608010 w 1508539"/>
              <a:gd name="connsiteY39-52342" fmla="*/ 5125185 h 6858000"/>
              <a:gd name="connsiteX40-52343" fmla="*/ 614840 w 1508539"/>
              <a:gd name="connsiteY40-52344" fmla="*/ 5121884 h 6858000"/>
              <a:gd name="connsiteX41-52345" fmla="*/ 621876 w 1508539"/>
              <a:gd name="connsiteY41-52346" fmla="*/ 5067850 h 6858000"/>
              <a:gd name="connsiteX42-52347" fmla="*/ 624607 w 1508539"/>
              <a:gd name="connsiteY42-52348" fmla="*/ 5060861 h 6858000"/>
              <a:gd name="connsiteX43-52349" fmla="*/ 621311 w 1508539"/>
              <a:gd name="connsiteY43-52350" fmla="*/ 5034192 h 6858000"/>
              <a:gd name="connsiteX44-52351" fmla="*/ 622865 w 1508539"/>
              <a:gd name="connsiteY44-52352" fmla="*/ 4993030 h 6858000"/>
              <a:gd name="connsiteX45-52353" fmla="*/ 629774 w 1508539"/>
              <a:gd name="connsiteY45-52354" fmla="*/ 4946844 h 6858000"/>
              <a:gd name="connsiteX46-52355" fmla="*/ 625630 w 1508539"/>
              <a:gd name="connsiteY46-52356" fmla="*/ 4932692 h 6858000"/>
              <a:gd name="connsiteX47-52357" fmla="*/ 641033 w 1508539"/>
              <a:gd name="connsiteY47-52358" fmla="*/ 4858827 h 6858000"/>
              <a:gd name="connsiteX48-52359" fmla="*/ 646936 w 1508539"/>
              <a:gd name="connsiteY48-52360" fmla="*/ 4821170 h 6858000"/>
              <a:gd name="connsiteX49-52361" fmla="*/ 651669 w 1508539"/>
              <a:gd name="connsiteY49-52362" fmla="*/ 4780965 h 6858000"/>
              <a:gd name="connsiteX50-52363" fmla="*/ 652962 w 1508539"/>
              <a:gd name="connsiteY50-52364" fmla="*/ 4750867 h 6858000"/>
              <a:gd name="connsiteX51-52365" fmla="*/ 650769 w 1508539"/>
              <a:gd name="connsiteY51-52366" fmla="*/ 4690749 h 6858000"/>
              <a:gd name="connsiteX52-52367" fmla="*/ 646249 w 1508539"/>
              <a:gd name="connsiteY52-52368" fmla="*/ 4584173 h 6858000"/>
              <a:gd name="connsiteX53-52369" fmla="*/ 641332 w 1508539"/>
              <a:gd name="connsiteY53-52370" fmla="*/ 4444346 h 6858000"/>
              <a:gd name="connsiteX54-52371" fmla="*/ 637897 w 1508539"/>
              <a:gd name="connsiteY54-52372" fmla="*/ 4375228 h 6858000"/>
              <a:gd name="connsiteX55-52373" fmla="*/ 618550 w 1508539"/>
              <a:gd name="connsiteY55-52374" fmla="*/ 4214165 h 6858000"/>
              <a:gd name="connsiteX56-52375" fmla="*/ 622623 w 1508539"/>
              <a:gd name="connsiteY56-52376" fmla="*/ 4090296 h 6858000"/>
              <a:gd name="connsiteX57-52377" fmla="*/ 607879 w 1508539"/>
              <a:gd name="connsiteY57-52378" fmla="*/ 4033999 h 6858000"/>
              <a:gd name="connsiteX58-52379" fmla="*/ 609028 w 1508539"/>
              <a:gd name="connsiteY58-52380" fmla="*/ 4031933 h 6858000"/>
              <a:gd name="connsiteX59-52381" fmla="*/ 607604 w 1508539"/>
              <a:gd name="connsiteY59-52382" fmla="*/ 4013953 h 6858000"/>
              <a:gd name="connsiteX60-52383" fmla="*/ 593899 w 1508539"/>
              <a:gd name="connsiteY60-52384" fmla="*/ 3974753 h 6858000"/>
              <a:gd name="connsiteX61-52385" fmla="*/ 595497 w 1508539"/>
              <a:gd name="connsiteY61-52386" fmla="*/ 3969950 h 6858000"/>
              <a:gd name="connsiteX62-52387" fmla="*/ 588919 w 1508539"/>
              <a:gd name="connsiteY62-52388" fmla="*/ 3933779 h 6858000"/>
              <a:gd name="connsiteX63-52389" fmla="*/ 590250 w 1508539"/>
              <a:gd name="connsiteY63-52390" fmla="*/ 3933093 h 6858000"/>
              <a:gd name="connsiteX64-52391" fmla="*/ 594604 w 1508539"/>
              <a:gd name="connsiteY64-52392" fmla="*/ 3922082 h 6858000"/>
              <a:gd name="connsiteX65-52393" fmla="*/ 599682 w 1508539"/>
              <a:gd name="connsiteY65-52394" fmla="*/ 3901461 h 6858000"/>
              <a:gd name="connsiteX66-52395" fmla="*/ 622276 w 1508539"/>
              <a:gd name="connsiteY66-52396" fmla="*/ 3813873 h 6858000"/>
              <a:gd name="connsiteX67-52397" fmla="*/ 621701 w 1508539"/>
              <a:gd name="connsiteY67-52398" fmla="*/ 3806161 h 6858000"/>
              <a:gd name="connsiteX68-52399" fmla="*/ 622008 w 1508539"/>
              <a:gd name="connsiteY68-52400" fmla="*/ 3805957 h 6858000"/>
              <a:gd name="connsiteX69-52401" fmla="*/ 622035 w 1508539"/>
              <a:gd name="connsiteY69-52402" fmla="*/ 3797724 h 6858000"/>
              <a:gd name="connsiteX70-52403" fmla="*/ 620650 w 1508539"/>
              <a:gd name="connsiteY70-52404" fmla="*/ 3792098 h 6858000"/>
              <a:gd name="connsiteX71-52405" fmla="*/ 619534 w 1508539"/>
              <a:gd name="connsiteY71-52406" fmla="*/ 3777135 h 6858000"/>
              <a:gd name="connsiteX72-52407" fmla="*/ 621267 w 1508539"/>
              <a:gd name="connsiteY72-52408" fmla="*/ 3771656 h 6858000"/>
              <a:gd name="connsiteX73-52409" fmla="*/ 625010 w 1508539"/>
              <a:gd name="connsiteY73-52410" fmla="*/ 3769007 h 6858000"/>
              <a:gd name="connsiteX74-52411" fmla="*/ 624476 w 1508539"/>
              <a:gd name="connsiteY74-52412" fmla="*/ 3767709 h 6858000"/>
              <a:gd name="connsiteX75-52413" fmla="*/ 633172 w 1508539"/>
              <a:gd name="connsiteY75-52414" fmla="*/ 3738082 h 6858000"/>
              <a:gd name="connsiteX76-52415" fmla="*/ 640518 w 1508539"/>
              <a:gd name="connsiteY76-52416" fmla="*/ 3673397 h 6858000"/>
              <a:gd name="connsiteX77-52417" fmla="*/ 639814 w 1508539"/>
              <a:gd name="connsiteY77-52418" fmla="*/ 3637109 h 6858000"/>
              <a:gd name="connsiteX78-52419" fmla="*/ 643257 w 1508539"/>
              <a:gd name="connsiteY78-52420" fmla="*/ 3536883 h 6858000"/>
              <a:gd name="connsiteX79-52421" fmla="*/ 650795 w 1508539"/>
              <a:gd name="connsiteY79-52422" fmla="*/ 3435652 h 6858000"/>
              <a:gd name="connsiteX80-52423" fmla="*/ 652466 w 1508539"/>
              <a:gd name="connsiteY80-52424" fmla="*/ 3307769 h 6858000"/>
              <a:gd name="connsiteX81-52425" fmla="*/ 670029 w 1508539"/>
              <a:gd name="connsiteY81-52426" fmla="*/ 3250522 h 6858000"/>
              <a:gd name="connsiteX82-52427" fmla="*/ 670454 w 1508539"/>
              <a:gd name="connsiteY82-52428" fmla="*/ 3229163 h 6858000"/>
              <a:gd name="connsiteX83-52429" fmla="*/ 672277 w 1508539"/>
              <a:gd name="connsiteY83-52430" fmla="*/ 3217217 h 6858000"/>
              <a:gd name="connsiteX84-52431" fmla="*/ 659112 w 1508539"/>
              <a:gd name="connsiteY84-52432" fmla="*/ 3183755 h 6858000"/>
              <a:gd name="connsiteX85-52433" fmla="*/ 659613 w 1508539"/>
              <a:gd name="connsiteY85-52434" fmla="*/ 3178642 h 6858000"/>
              <a:gd name="connsiteX86-52435" fmla="*/ 647213 w 1508539"/>
              <a:gd name="connsiteY86-52436" fmla="*/ 3158586 h 6858000"/>
              <a:gd name="connsiteX87-52437" fmla="*/ 632398 w 1508539"/>
              <a:gd name="connsiteY87-52438" fmla="*/ 3129034 h 6858000"/>
              <a:gd name="connsiteX88-52439" fmla="*/ 633063 w 1508539"/>
              <a:gd name="connsiteY88-52440" fmla="*/ 3126682 h 6858000"/>
              <a:gd name="connsiteX89-52441" fmla="*/ 623931 w 1508539"/>
              <a:gd name="connsiteY89-52442" fmla="*/ 3114519 h 6858000"/>
              <a:gd name="connsiteX90-52443" fmla="*/ 610540 w 1508539"/>
              <a:gd name="connsiteY90-52444" fmla="*/ 3106272 h 6858000"/>
              <a:gd name="connsiteX91-52445" fmla="*/ 583270 w 1508539"/>
              <a:gd name="connsiteY91-52446" fmla="*/ 2958185 h 6858000"/>
              <a:gd name="connsiteX92-52447" fmla="*/ 525884 w 1508539"/>
              <a:gd name="connsiteY92-52448" fmla="*/ 2762989 h 6858000"/>
              <a:gd name="connsiteX93-52449" fmla="*/ 474802 w 1508539"/>
              <a:gd name="connsiteY93-52450" fmla="*/ 2554718 h 6858000"/>
              <a:gd name="connsiteX94-52451" fmla="*/ 454896 w 1508539"/>
              <a:gd name="connsiteY94-52452" fmla="*/ 2485734 h 6858000"/>
              <a:gd name="connsiteX95-52453" fmla="*/ 445619 w 1508539"/>
              <a:gd name="connsiteY95-52454" fmla="*/ 2447068 h 6858000"/>
              <a:gd name="connsiteX96-52455" fmla="*/ 432580 w 1508539"/>
              <a:gd name="connsiteY96-52456" fmla="*/ 2425819 h 6858000"/>
              <a:gd name="connsiteX97-52457" fmla="*/ 438579 w 1508539"/>
              <a:gd name="connsiteY97-52458" fmla="*/ 2402874 h 6858000"/>
              <a:gd name="connsiteX98-52459" fmla="*/ 441191 w 1508539"/>
              <a:gd name="connsiteY98-52460" fmla="*/ 2381443 h 6858000"/>
              <a:gd name="connsiteX99-52461" fmla="*/ 417520 w 1508539"/>
              <a:gd name="connsiteY99-52462" fmla="*/ 2261920 h 6858000"/>
              <a:gd name="connsiteX100-52463" fmla="*/ 407407 w 1508539"/>
              <a:gd name="connsiteY100-52464" fmla="*/ 2195378 h 6858000"/>
              <a:gd name="connsiteX101-52465" fmla="*/ 391624 w 1508539"/>
              <a:gd name="connsiteY101-52466" fmla="*/ 2155135 h 6858000"/>
              <a:gd name="connsiteX102-52467" fmla="*/ 389082 w 1508539"/>
              <a:gd name="connsiteY102-52468" fmla="*/ 2118008 h 6858000"/>
              <a:gd name="connsiteX103-52469" fmla="*/ 390075 w 1508539"/>
              <a:gd name="connsiteY103-52470" fmla="*/ 2050531 h 6858000"/>
              <a:gd name="connsiteX104-52471" fmla="*/ 381881 w 1508539"/>
              <a:gd name="connsiteY104-52472" fmla="*/ 1963269 h 6858000"/>
              <a:gd name="connsiteX105-52473" fmla="*/ 363059 w 1508539"/>
              <a:gd name="connsiteY105-52474" fmla="*/ 1906352 h 6858000"/>
              <a:gd name="connsiteX106-52475" fmla="*/ 339616 w 1508539"/>
              <a:gd name="connsiteY106-52476" fmla="*/ 1861531 h 6858000"/>
              <a:gd name="connsiteX107-52477" fmla="*/ 293415 w 1508539"/>
              <a:gd name="connsiteY107-52478" fmla="*/ 1732919 h 6858000"/>
              <a:gd name="connsiteX108-52479" fmla="*/ 265726 w 1508539"/>
              <a:gd name="connsiteY108-52480" fmla="*/ 1663540 h 6858000"/>
              <a:gd name="connsiteX109-52481" fmla="*/ 264852 w 1508539"/>
              <a:gd name="connsiteY109-52482" fmla="*/ 1615777 h 6858000"/>
              <a:gd name="connsiteX110-52483" fmla="*/ 245647 w 1508539"/>
              <a:gd name="connsiteY110-52484" fmla="*/ 1563678 h 6858000"/>
              <a:gd name="connsiteX111-52485" fmla="*/ 258727 w 1508539"/>
              <a:gd name="connsiteY111-52486" fmla="*/ 1519474 h 6858000"/>
              <a:gd name="connsiteX112-52487" fmla="*/ 251469 w 1508539"/>
              <a:gd name="connsiteY112-52488" fmla="*/ 1477995 h 6858000"/>
              <a:gd name="connsiteX113-52489" fmla="*/ 237554 w 1508539"/>
              <a:gd name="connsiteY113-52490" fmla="*/ 1373769 h 6858000"/>
              <a:gd name="connsiteX114-52491" fmla="*/ 245861 w 1508539"/>
              <a:gd name="connsiteY114-52492" fmla="*/ 1307086 h 6858000"/>
              <a:gd name="connsiteX115-52493" fmla="*/ 247049 w 1508539"/>
              <a:gd name="connsiteY115-52494" fmla="*/ 1189033 h 6858000"/>
              <a:gd name="connsiteX116-52495" fmla="*/ 251734 w 1508539"/>
              <a:gd name="connsiteY116-52496" fmla="*/ 1168288 h 6858000"/>
              <a:gd name="connsiteX117-52497" fmla="*/ 244016 w 1508539"/>
              <a:gd name="connsiteY117-52498" fmla="*/ 1142577 h 6858000"/>
              <a:gd name="connsiteX118-52499" fmla="*/ 233322 w 1508539"/>
              <a:gd name="connsiteY118-52500" fmla="*/ 1088484 h 6858000"/>
              <a:gd name="connsiteX119-52501" fmla="*/ 222058 w 1508539"/>
              <a:gd name="connsiteY119-52502" fmla="*/ 1016103 h 6858000"/>
              <a:gd name="connsiteX120-52503" fmla="*/ 223514 w 1508539"/>
              <a:gd name="connsiteY120-52504" fmla="*/ 932283 h 6858000"/>
              <a:gd name="connsiteX121-52505" fmla="*/ 225750 w 1508539"/>
              <a:gd name="connsiteY121-52506" fmla="*/ 915925 h 6858000"/>
              <a:gd name="connsiteX122-52507" fmla="*/ 218379 w 1508539"/>
              <a:gd name="connsiteY122-52508" fmla="*/ 896999 h 6858000"/>
              <a:gd name="connsiteX123-52509" fmla="*/ 187787 w 1508539"/>
              <a:gd name="connsiteY123-52510" fmla="*/ 821517 h 6858000"/>
              <a:gd name="connsiteX124-52511" fmla="*/ 166737 w 1508539"/>
              <a:gd name="connsiteY124-52512" fmla="*/ 751353 h 6858000"/>
              <a:gd name="connsiteX125-52513" fmla="*/ 166295 w 1508539"/>
              <a:gd name="connsiteY125-52514" fmla="*/ 721230 h 6858000"/>
              <a:gd name="connsiteX126-52515" fmla="*/ 151966 w 1508539"/>
              <a:gd name="connsiteY126-52516" fmla="*/ 681659 h 6858000"/>
              <a:gd name="connsiteX127-52517" fmla="*/ 137385 w 1508539"/>
              <a:gd name="connsiteY127-52518" fmla="*/ 635218 h 6858000"/>
              <a:gd name="connsiteX128-52519" fmla="*/ 142396 w 1508539"/>
              <a:gd name="connsiteY128-52520" fmla="*/ 613763 h 6858000"/>
              <a:gd name="connsiteX129-52521" fmla="*/ 128338 w 1508539"/>
              <a:gd name="connsiteY129-52522" fmla="*/ 598582 h 6858000"/>
              <a:gd name="connsiteX130-52523" fmla="*/ 128019 w 1508539"/>
              <a:gd name="connsiteY130-52524" fmla="*/ 576846 h 6858000"/>
              <a:gd name="connsiteX131-52525" fmla="*/ 107645 w 1508539"/>
              <a:gd name="connsiteY131-52526" fmla="*/ 530055 h 6858000"/>
              <a:gd name="connsiteX132-52527" fmla="*/ 106893 w 1508539"/>
              <a:gd name="connsiteY132-52528" fmla="*/ 465389 h 6858000"/>
              <a:gd name="connsiteX133-52529" fmla="*/ 89816 w 1508539"/>
              <a:gd name="connsiteY133-52530" fmla="*/ 424699 h 6858000"/>
              <a:gd name="connsiteX134-52531" fmla="*/ 90191 w 1508539"/>
              <a:gd name="connsiteY134-52532" fmla="*/ 404917 h 6858000"/>
              <a:gd name="connsiteX135-52533" fmla="*/ 70148 w 1508539"/>
              <a:gd name="connsiteY135-52534" fmla="*/ 367211 h 6858000"/>
              <a:gd name="connsiteX136-52535" fmla="*/ 36452 w 1508539"/>
              <a:gd name="connsiteY136-52536" fmla="*/ 268519 h 6858000"/>
              <a:gd name="connsiteX137-52537" fmla="*/ 23935 w 1508539"/>
              <a:gd name="connsiteY137-52538" fmla="*/ 160886 h 6858000"/>
              <a:gd name="connsiteX138-52539" fmla="*/ 19312 w 1508539"/>
              <a:gd name="connsiteY138-52540" fmla="*/ 47336 h 6858000"/>
              <a:gd name="connsiteX139-52541" fmla="*/ 0 w 1508539"/>
              <a:gd name="connsiteY139-52542" fmla="*/ 0 h 6858000"/>
              <a:gd name="connsiteX0-52543" fmla="*/ 0 w 1508539"/>
              <a:gd name="connsiteY0-52544" fmla="*/ 0 h 6858000"/>
              <a:gd name="connsiteX1-52545" fmla="*/ 1508539 w 1508539"/>
              <a:gd name="connsiteY1-52546" fmla="*/ 0 h 6858000"/>
              <a:gd name="connsiteX2-52547" fmla="*/ 1508539 w 1508539"/>
              <a:gd name="connsiteY2-52548" fmla="*/ 6858000 h 6858000"/>
              <a:gd name="connsiteX3-52549" fmla="*/ 245233 w 1508539"/>
              <a:gd name="connsiteY3-52550" fmla="*/ 6857735 h 6858000"/>
              <a:gd name="connsiteX4-52551" fmla="*/ 243784 w 1508539"/>
              <a:gd name="connsiteY4-52552" fmla="*/ 6776847 h 6858000"/>
              <a:gd name="connsiteX5-52553" fmla="*/ 255284 w 1508539"/>
              <a:gd name="connsiteY5-52554" fmla="*/ 6737706 h 6858000"/>
              <a:gd name="connsiteX6-52555" fmla="*/ 267342 w 1508539"/>
              <a:gd name="connsiteY6-52556" fmla="*/ 6683638 h 6858000"/>
              <a:gd name="connsiteX7-52557" fmla="*/ 295622 w 1508539"/>
              <a:gd name="connsiteY7-52558" fmla="*/ 6659970 h 6858000"/>
              <a:gd name="connsiteX8-52559" fmla="*/ 310713 w 1508539"/>
              <a:gd name="connsiteY8-52560" fmla="*/ 6636211 h 6858000"/>
              <a:gd name="connsiteX9-52561" fmla="*/ 328157 w 1508539"/>
              <a:gd name="connsiteY9-52562" fmla="*/ 6594177 h 6858000"/>
              <a:gd name="connsiteX10-52563" fmla="*/ 325289 w 1508539"/>
              <a:gd name="connsiteY10-52564" fmla="*/ 6525770 h 6858000"/>
              <a:gd name="connsiteX11-52565" fmla="*/ 395154 w 1508539"/>
              <a:gd name="connsiteY11-52566" fmla="*/ 6492130 h 6858000"/>
              <a:gd name="connsiteX12-52567" fmla="*/ 410841 w 1508539"/>
              <a:gd name="connsiteY12-52568" fmla="*/ 6431610 h 6858000"/>
              <a:gd name="connsiteX13-52569" fmla="*/ 454546 w 1508539"/>
              <a:gd name="connsiteY13-52570" fmla="*/ 6379786 h 6858000"/>
              <a:gd name="connsiteX14-52571" fmla="*/ 416634 w 1508539"/>
              <a:gd name="connsiteY14-52572" fmla="*/ 6346654 h 6858000"/>
              <a:gd name="connsiteX15-52573" fmla="*/ 415184 w 1508539"/>
              <a:gd name="connsiteY15-52574" fmla="*/ 6313295 h 6858000"/>
              <a:gd name="connsiteX16-52575" fmla="*/ 422348 w 1508539"/>
              <a:gd name="connsiteY16-52576" fmla="*/ 6280046 h 6858000"/>
              <a:gd name="connsiteX17-52577" fmla="*/ 405093 w 1508539"/>
              <a:gd name="connsiteY17-52578" fmla="*/ 6270265 h 6858000"/>
              <a:gd name="connsiteX18-52579" fmla="*/ 432121 w 1508539"/>
              <a:gd name="connsiteY18-52580" fmla="*/ 6252834 h 6858000"/>
              <a:gd name="connsiteX19-52581" fmla="*/ 410113 w 1508539"/>
              <a:gd name="connsiteY19-52582" fmla="*/ 6202459 h 6858000"/>
              <a:gd name="connsiteX20-52583" fmla="*/ 392003 w 1508539"/>
              <a:gd name="connsiteY20-52584" fmla="*/ 6153037 h 6858000"/>
              <a:gd name="connsiteX21-52585" fmla="*/ 394739 w 1508539"/>
              <a:gd name="connsiteY21-52586" fmla="*/ 6090059 h 6858000"/>
              <a:gd name="connsiteX22-52587" fmla="*/ 386351 w 1508539"/>
              <a:gd name="connsiteY22-52588" fmla="*/ 6028119 h 6858000"/>
              <a:gd name="connsiteX23-52589" fmla="*/ 396942 w 1508539"/>
              <a:gd name="connsiteY23-52590" fmla="*/ 5926735 h 6858000"/>
              <a:gd name="connsiteX24-52591" fmla="*/ 408411 w 1508539"/>
              <a:gd name="connsiteY24-52592" fmla="*/ 5704905 h 6858000"/>
              <a:gd name="connsiteX25-52593" fmla="*/ 425529 w 1508539"/>
              <a:gd name="connsiteY25-52594" fmla="*/ 5676393 h 6858000"/>
              <a:gd name="connsiteX26-52595" fmla="*/ 465121 w 1508539"/>
              <a:gd name="connsiteY26-52596" fmla="*/ 5563435 h 6858000"/>
              <a:gd name="connsiteX27-52597" fmla="*/ 512251 w 1508539"/>
              <a:gd name="connsiteY27-52598" fmla="*/ 5437125 h 6858000"/>
              <a:gd name="connsiteX28-52599" fmla="*/ 525819 w 1508539"/>
              <a:gd name="connsiteY28-52600" fmla="*/ 5396260 h 6858000"/>
              <a:gd name="connsiteX29-52601" fmla="*/ 541800 w 1508539"/>
              <a:gd name="connsiteY29-52602" fmla="*/ 5330009 h 6858000"/>
              <a:gd name="connsiteX30-52603" fmla="*/ 575293 w 1508539"/>
              <a:gd name="connsiteY30-52604" fmla="*/ 5273739 h 6858000"/>
              <a:gd name="connsiteX31-52605" fmla="*/ 584892 w 1508539"/>
              <a:gd name="connsiteY31-52606" fmla="*/ 5241779 h 6858000"/>
              <a:gd name="connsiteX32-52607" fmla="*/ 596118 w 1508539"/>
              <a:gd name="connsiteY32-52608" fmla="*/ 5225268 h 6858000"/>
              <a:gd name="connsiteX33-52609" fmla="*/ 597138 w 1508539"/>
              <a:gd name="connsiteY33-52610" fmla="*/ 5217684 h 6858000"/>
              <a:gd name="connsiteX34-52611" fmla="*/ 604479 w 1508539"/>
              <a:gd name="connsiteY34-52612" fmla="*/ 5193377 h 6858000"/>
              <a:gd name="connsiteX35-52613" fmla="*/ 607782 w 1508539"/>
              <a:gd name="connsiteY35-52614" fmla="*/ 5179288 h 6858000"/>
              <a:gd name="connsiteX36-52615" fmla="*/ 608766 w 1508539"/>
              <a:gd name="connsiteY36-52616" fmla="*/ 5173621 h 6858000"/>
              <a:gd name="connsiteX37-52617" fmla="*/ 604400 w 1508539"/>
              <a:gd name="connsiteY37-52618" fmla="*/ 5159961 h 6858000"/>
              <a:gd name="connsiteX38-52619" fmla="*/ 611077 w 1508539"/>
              <a:gd name="connsiteY38-52620" fmla="*/ 5144295 h 6858000"/>
              <a:gd name="connsiteX39-52621" fmla="*/ 608010 w 1508539"/>
              <a:gd name="connsiteY39-52622" fmla="*/ 5125185 h 6858000"/>
              <a:gd name="connsiteX40-52623" fmla="*/ 614840 w 1508539"/>
              <a:gd name="connsiteY40-52624" fmla="*/ 5121884 h 6858000"/>
              <a:gd name="connsiteX41-52625" fmla="*/ 621876 w 1508539"/>
              <a:gd name="connsiteY41-52626" fmla="*/ 5067850 h 6858000"/>
              <a:gd name="connsiteX42-52627" fmla="*/ 624607 w 1508539"/>
              <a:gd name="connsiteY42-52628" fmla="*/ 5060861 h 6858000"/>
              <a:gd name="connsiteX43-52629" fmla="*/ 621311 w 1508539"/>
              <a:gd name="connsiteY43-52630" fmla="*/ 5034192 h 6858000"/>
              <a:gd name="connsiteX44-52631" fmla="*/ 622865 w 1508539"/>
              <a:gd name="connsiteY44-52632" fmla="*/ 4993030 h 6858000"/>
              <a:gd name="connsiteX45-52633" fmla="*/ 629774 w 1508539"/>
              <a:gd name="connsiteY45-52634" fmla="*/ 4946844 h 6858000"/>
              <a:gd name="connsiteX46-52635" fmla="*/ 625630 w 1508539"/>
              <a:gd name="connsiteY46-52636" fmla="*/ 4932692 h 6858000"/>
              <a:gd name="connsiteX47-52637" fmla="*/ 641033 w 1508539"/>
              <a:gd name="connsiteY47-52638" fmla="*/ 4858827 h 6858000"/>
              <a:gd name="connsiteX48-52639" fmla="*/ 646936 w 1508539"/>
              <a:gd name="connsiteY48-52640" fmla="*/ 4821170 h 6858000"/>
              <a:gd name="connsiteX49-52641" fmla="*/ 651669 w 1508539"/>
              <a:gd name="connsiteY49-52642" fmla="*/ 4780965 h 6858000"/>
              <a:gd name="connsiteX50-52643" fmla="*/ 652962 w 1508539"/>
              <a:gd name="connsiteY50-52644" fmla="*/ 4750867 h 6858000"/>
              <a:gd name="connsiteX51-52645" fmla="*/ 650769 w 1508539"/>
              <a:gd name="connsiteY51-52646" fmla="*/ 4690749 h 6858000"/>
              <a:gd name="connsiteX52-52647" fmla="*/ 646249 w 1508539"/>
              <a:gd name="connsiteY52-52648" fmla="*/ 4584173 h 6858000"/>
              <a:gd name="connsiteX53-52649" fmla="*/ 641332 w 1508539"/>
              <a:gd name="connsiteY53-52650" fmla="*/ 4444346 h 6858000"/>
              <a:gd name="connsiteX54-52651" fmla="*/ 637897 w 1508539"/>
              <a:gd name="connsiteY54-52652" fmla="*/ 4375228 h 6858000"/>
              <a:gd name="connsiteX55-52653" fmla="*/ 618550 w 1508539"/>
              <a:gd name="connsiteY55-52654" fmla="*/ 4214165 h 6858000"/>
              <a:gd name="connsiteX56-52655" fmla="*/ 622623 w 1508539"/>
              <a:gd name="connsiteY56-52656" fmla="*/ 4090296 h 6858000"/>
              <a:gd name="connsiteX57-52657" fmla="*/ 607879 w 1508539"/>
              <a:gd name="connsiteY57-52658" fmla="*/ 4033999 h 6858000"/>
              <a:gd name="connsiteX58-52659" fmla="*/ 609028 w 1508539"/>
              <a:gd name="connsiteY58-52660" fmla="*/ 4031933 h 6858000"/>
              <a:gd name="connsiteX59-52661" fmla="*/ 607604 w 1508539"/>
              <a:gd name="connsiteY59-52662" fmla="*/ 4013953 h 6858000"/>
              <a:gd name="connsiteX60-52663" fmla="*/ 593899 w 1508539"/>
              <a:gd name="connsiteY60-52664" fmla="*/ 3974753 h 6858000"/>
              <a:gd name="connsiteX61-52665" fmla="*/ 595497 w 1508539"/>
              <a:gd name="connsiteY61-52666" fmla="*/ 3969950 h 6858000"/>
              <a:gd name="connsiteX62-52667" fmla="*/ 588919 w 1508539"/>
              <a:gd name="connsiteY62-52668" fmla="*/ 3933779 h 6858000"/>
              <a:gd name="connsiteX63-52669" fmla="*/ 590250 w 1508539"/>
              <a:gd name="connsiteY63-52670" fmla="*/ 3933093 h 6858000"/>
              <a:gd name="connsiteX64-52671" fmla="*/ 594604 w 1508539"/>
              <a:gd name="connsiteY64-52672" fmla="*/ 3922082 h 6858000"/>
              <a:gd name="connsiteX65-52673" fmla="*/ 599682 w 1508539"/>
              <a:gd name="connsiteY65-52674" fmla="*/ 3901461 h 6858000"/>
              <a:gd name="connsiteX66-52675" fmla="*/ 622276 w 1508539"/>
              <a:gd name="connsiteY66-52676" fmla="*/ 3813873 h 6858000"/>
              <a:gd name="connsiteX67-52677" fmla="*/ 621701 w 1508539"/>
              <a:gd name="connsiteY67-52678" fmla="*/ 3806161 h 6858000"/>
              <a:gd name="connsiteX68-52679" fmla="*/ 622008 w 1508539"/>
              <a:gd name="connsiteY68-52680" fmla="*/ 3805957 h 6858000"/>
              <a:gd name="connsiteX69-52681" fmla="*/ 622035 w 1508539"/>
              <a:gd name="connsiteY69-52682" fmla="*/ 3797724 h 6858000"/>
              <a:gd name="connsiteX70-52683" fmla="*/ 620650 w 1508539"/>
              <a:gd name="connsiteY70-52684" fmla="*/ 3792098 h 6858000"/>
              <a:gd name="connsiteX71-52685" fmla="*/ 619534 w 1508539"/>
              <a:gd name="connsiteY71-52686" fmla="*/ 3777135 h 6858000"/>
              <a:gd name="connsiteX72-52687" fmla="*/ 621267 w 1508539"/>
              <a:gd name="connsiteY72-52688" fmla="*/ 3771656 h 6858000"/>
              <a:gd name="connsiteX73-52689" fmla="*/ 625010 w 1508539"/>
              <a:gd name="connsiteY73-52690" fmla="*/ 3769007 h 6858000"/>
              <a:gd name="connsiteX74-52691" fmla="*/ 624476 w 1508539"/>
              <a:gd name="connsiteY74-52692" fmla="*/ 3767709 h 6858000"/>
              <a:gd name="connsiteX75-52693" fmla="*/ 633172 w 1508539"/>
              <a:gd name="connsiteY75-52694" fmla="*/ 3738082 h 6858000"/>
              <a:gd name="connsiteX76-52695" fmla="*/ 640518 w 1508539"/>
              <a:gd name="connsiteY76-52696" fmla="*/ 3673397 h 6858000"/>
              <a:gd name="connsiteX77-52697" fmla="*/ 639814 w 1508539"/>
              <a:gd name="connsiteY77-52698" fmla="*/ 3637109 h 6858000"/>
              <a:gd name="connsiteX78-52699" fmla="*/ 643257 w 1508539"/>
              <a:gd name="connsiteY78-52700" fmla="*/ 3536883 h 6858000"/>
              <a:gd name="connsiteX79-52701" fmla="*/ 650795 w 1508539"/>
              <a:gd name="connsiteY79-52702" fmla="*/ 3435652 h 6858000"/>
              <a:gd name="connsiteX80-52703" fmla="*/ 652466 w 1508539"/>
              <a:gd name="connsiteY80-52704" fmla="*/ 3307769 h 6858000"/>
              <a:gd name="connsiteX81-52705" fmla="*/ 670029 w 1508539"/>
              <a:gd name="connsiteY81-52706" fmla="*/ 3250522 h 6858000"/>
              <a:gd name="connsiteX82-52707" fmla="*/ 670454 w 1508539"/>
              <a:gd name="connsiteY82-52708" fmla="*/ 3229163 h 6858000"/>
              <a:gd name="connsiteX83-52709" fmla="*/ 672277 w 1508539"/>
              <a:gd name="connsiteY83-52710" fmla="*/ 3217217 h 6858000"/>
              <a:gd name="connsiteX84-52711" fmla="*/ 659112 w 1508539"/>
              <a:gd name="connsiteY84-52712" fmla="*/ 3183755 h 6858000"/>
              <a:gd name="connsiteX85-52713" fmla="*/ 659613 w 1508539"/>
              <a:gd name="connsiteY85-52714" fmla="*/ 3178642 h 6858000"/>
              <a:gd name="connsiteX86-52715" fmla="*/ 647213 w 1508539"/>
              <a:gd name="connsiteY86-52716" fmla="*/ 3158586 h 6858000"/>
              <a:gd name="connsiteX87-52717" fmla="*/ 632398 w 1508539"/>
              <a:gd name="connsiteY87-52718" fmla="*/ 3129034 h 6858000"/>
              <a:gd name="connsiteX88-52719" fmla="*/ 633063 w 1508539"/>
              <a:gd name="connsiteY88-52720" fmla="*/ 3126682 h 6858000"/>
              <a:gd name="connsiteX89-52721" fmla="*/ 623931 w 1508539"/>
              <a:gd name="connsiteY89-52722" fmla="*/ 3114519 h 6858000"/>
              <a:gd name="connsiteX90-52723" fmla="*/ 610540 w 1508539"/>
              <a:gd name="connsiteY90-52724" fmla="*/ 3106272 h 6858000"/>
              <a:gd name="connsiteX91-52725" fmla="*/ 583270 w 1508539"/>
              <a:gd name="connsiteY91-52726" fmla="*/ 2958185 h 6858000"/>
              <a:gd name="connsiteX92-52727" fmla="*/ 525884 w 1508539"/>
              <a:gd name="connsiteY92-52728" fmla="*/ 2762989 h 6858000"/>
              <a:gd name="connsiteX93-52729" fmla="*/ 474802 w 1508539"/>
              <a:gd name="connsiteY93-52730" fmla="*/ 2554718 h 6858000"/>
              <a:gd name="connsiteX94-52731" fmla="*/ 454896 w 1508539"/>
              <a:gd name="connsiteY94-52732" fmla="*/ 2485734 h 6858000"/>
              <a:gd name="connsiteX95-52733" fmla="*/ 445619 w 1508539"/>
              <a:gd name="connsiteY95-52734" fmla="*/ 2447068 h 6858000"/>
              <a:gd name="connsiteX96-52735" fmla="*/ 432580 w 1508539"/>
              <a:gd name="connsiteY96-52736" fmla="*/ 2425819 h 6858000"/>
              <a:gd name="connsiteX97-52737" fmla="*/ 438579 w 1508539"/>
              <a:gd name="connsiteY97-52738" fmla="*/ 2402874 h 6858000"/>
              <a:gd name="connsiteX98-52739" fmla="*/ 441191 w 1508539"/>
              <a:gd name="connsiteY98-52740" fmla="*/ 2381443 h 6858000"/>
              <a:gd name="connsiteX99-52741" fmla="*/ 417520 w 1508539"/>
              <a:gd name="connsiteY99-52742" fmla="*/ 2261920 h 6858000"/>
              <a:gd name="connsiteX100-52743" fmla="*/ 407407 w 1508539"/>
              <a:gd name="connsiteY100-52744" fmla="*/ 2195378 h 6858000"/>
              <a:gd name="connsiteX101-52745" fmla="*/ 391624 w 1508539"/>
              <a:gd name="connsiteY101-52746" fmla="*/ 2155135 h 6858000"/>
              <a:gd name="connsiteX102-52747" fmla="*/ 389082 w 1508539"/>
              <a:gd name="connsiteY102-52748" fmla="*/ 2118008 h 6858000"/>
              <a:gd name="connsiteX103-52749" fmla="*/ 390075 w 1508539"/>
              <a:gd name="connsiteY103-52750" fmla="*/ 2050531 h 6858000"/>
              <a:gd name="connsiteX104-52751" fmla="*/ 381881 w 1508539"/>
              <a:gd name="connsiteY104-52752" fmla="*/ 1963269 h 6858000"/>
              <a:gd name="connsiteX105-52753" fmla="*/ 363059 w 1508539"/>
              <a:gd name="connsiteY105-52754" fmla="*/ 1906352 h 6858000"/>
              <a:gd name="connsiteX106-52755" fmla="*/ 339616 w 1508539"/>
              <a:gd name="connsiteY106-52756" fmla="*/ 1861531 h 6858000"/>
              <a:gd name="connsiteX107-52757" fmla="*/ 293415 w 1508539"/>
              <a:gd name="connsiteY107-52758" fmla="*/ 1732919 h 6858000"/>
              <a:gd name="connsiteX108-52759" fmla="*/ 265726 w 1508539"/>
              <a:gd name="connsiteY108-52760" fmla="*/ 1663540 h 6858000"/>
              <a:gd name="connsiteX109-52761" fmla="*/ 264852 w 1508539"/>
              <a:gd name="connsiteY109-52762" fmla="*/ 1615777 h 6858000"/>
              <a:gd name="connsiteX110-52763" fmla="*/ 245647 w 1508539"/>
              <a:gd name="connsiteY110-52764" fmla="*/ 1563678 h 6858000"/>
              <a:gd name="connsiteX111-52765" fmla="*/ 258727 w 1508539"/>
              <a:gd name="connsiteY111-52766" fmla="*/ 1519474 h 6858000"/>
              <a:gd name="connsiteX112-52767" fmla="*/ 251469 w 1508539"/>
              <a:gd name="connsiteY112-52768" fmla="*/ 1477995 h 6858000"/>
              <a:gd name="connsiteX113-52769" fmla="*/ 237554 w 1508539"/>
              <a:gd name="connsiteY113-52770" fmla="*/ 1373769 h 6858000"/>
              <a:gd name="connsiteX114-52771" fmla="*/ 245861 w 1508539"/>
              <a:gd name="connsiteY114-52772" fmla="*/ 1307086 h 6858000"/>
              <a:gd name="connsiteX115-52773" fmla="*/ 247049 w 1508539"/>
              <a:gd name="connsiteY115-52774" fmla="*/ 1189033 h 6858000"/>
              <a:gd name="connsiteX116-52775" fmla="*/ 251734 w 1508539"/>
              <a:gd name="connsiteY116-52776" fmla="*/ 1168288 h 6858000"/>
              <a:gd name="connsiteX117-52777" fmla="*/ 244016 w 1508539"/>
              <a:gd name="connsiteY117-52778" fmla="*/ 1142577 h 6858000"/>
              <a:gd name="connsiteX118-52779" fmla="*/ 233322 w 1508539"/>
              <a:gd name="connsiteY118-52780" fmla="*/ 1088484 h 6858000"/>
              <a:gd name="connsiteX119-52781" fmla="*/ 222058 w 1508539"/>
              <a:gd name="connsiteY119-52782" fmla="*/ 1016103 h 6858000"/>
              <a:gd name="connsiteX120-52783" fmla="*/ 223514 w 1508539"/>
              <a:gd name="connsiteY120-52784" fmla="*/ 932283 h 6858000"/>
              <a:gd name="connsiteX121-52785" fmla="*/ 225750 w 1508539"/>
              <a:gd name="connsiteY121-52786" fmla="*/ 915925 h 6858000"/>
              <a:gd name="connsiteX122-52787" fmla="*/ 218379 w 1508539"/>
              <a:gd name="connsiteY122-52788" fmla="*/ 896999 h 6858000"/>
              <a:gd name="connsiteX123-52789" fmla="*/ 187787 w 1508539"/>
              <a:gd name="connsiteY123-52790" fmla="*/ 821517 h 6858000"/>
              <a:gd name="connsiteX124-52791" fmla="*/ 166737 w 1508539"/>
              <a:gd name="connsiteY124-52792" fmla="*/ 751353 h 6858000"/>
              <a:gd name="connsiteX125-52793" fmla="*/ 166295 w 1508539"/>
              <a:gd name="connsiteY125-52794" fmla="*/ 721230 h 6858000"/>
              <a:gd name="connsiteX126-52795" fmla="*/ 151966 w 1508539"/>
              <a:gd name="connsiteY126-52796" fmla="*/ 681659 h 6858000"/>
              <a:gd name="connsiteX127-52797" fmla="*/ 137385 w 1508539"/>
              <a:gd name="connsiteY127-52798" fmla="*/ 635218 h 6858000"/>
              <a:gd name="connsiteX128-52799" fmla="*/ 142396 w 1508539"/>
              <a:gd name="connsiteY128-52800" fmla="*/ 613763 h 6858000"/>
              <a:gd name="connsiteX129-52801" fmla="*/ 128338 w 1508539"/>
              <a:gd name="connsiteY129-52802" fmla="*/ 598582 h 6858000"/>
              <a:gd name="connsiteX130-52803" fmla="*/ 128019 w 1508539"/>
              <a:gd name="connsiteY130-52804" fmla="*/ 576846 h 6858000"/>
              <a:gd name="connsiteX131-52805" fmla="*/ 107645 w 1508539"/>
              <a:gd name="connsiteY131-52806" fmla="*/ 530055 h 6858000"/>
              <a:gd name="connsiteX132-52807" fmla="*/ 106893 w 1508539"/>
              <a:gd name="connsiteY132-52808" fmla="*/ 465389 h 6858000"/>
              <a:gd name="connsiteX133-52809" fmla="*/ 89816 w 1508539"/>
              <a:gd name="connsiteY133-52810" fmla="*/ 424699 h 6858000"/>
              <a:gd name="connsiteX134-52811" fmla="*/ 90191 w 1508539"/>
              <a:gd name="connsiteY134-52812" fmla="*/ 404917 h 6858000"/>
              <a:gd name="connsiteX135-52813" fmla="*/ 70148 w 1508539"/>
              <a:gd name="connsiteY135-52814" fmla="*/ 367211 h 6858000"/>
              <a:gd name="connsiteX136-52815" fmla="*/ 36452 w 1508539"/>
              <a:gd name="connsiteY136-52816" fmla="*/ 268519 h 6858000"/>
              <a:gd name="connsiteX137-52817" fmla="*/ 23935 w 1508539"/>
              <a:gd name="connsiteY137-52818" fmla="*/ 160886 h 6858000"/>
              <a:gd name="connsiteX138-52819" fmla="*/ 19312 w 1508539"/>
              <a:gd name="connsiteY138-52820" fmla="*/ 47336 h 6858000"/>
              <a:gd name="connsiteX139-52821" fmla="*/ 0 w 1508539"/>
              <a:gd name="connsiteY139-52822" fmla="*/ 0 h 6858000"/>
              <a:gd name="connsiteX0-52823" fmla="*/ 0 w 1508539"/>
              <a:gd name="connsiteY0-52824" fmla="*/ 0 h 6858000"/>
              <a:gd name="connsiteX1-52825" fmla="*/ 1508539 w 1508539"/>
              <a:gd name="connsiteY1-52826" fmla="*/ 0 h 6858000"/>
              <a:gd name="connsiteX2-52827" fmla="*/ 1508539 w 1508539"/>
              <a:gd name="connsiteY2-52828" fmla="*/ 6858000 h 6858000"/>
              <a:gd name="connsiteX3-52829" fmla="*/ 245233 w 1508539"/>
              <a:gd name="connsiteY3-52830" fmla="*/ 6857735 h 6858000"/>
              <a:gd name="connsiteX4-52831" fmla="*/ 243784 w 1508539"/>
              <a:gd name="connsiteY4-52832" fmla="*/ 6776847 h 6858000"/>
              <a:gd name="connsiteX5-52833" fmla="*/ 255284 w 1508539"/>
              <a:gd name="connsiteY5-52834" fmla="*/ 6737706 h 6858000"/>
              <a:gd name="connsiteX6-52835" fmla="*/ 267342 w 1508539"/>
              <a:gd name="connsiteY6-52836" fmla="*/ 6683638 h 6858000"/>
              <a:gd name="connsiteX7-52837" fmla="*/ 295622 w 1508539"/>
              <a:gd name="connsiteY7-52838" fmla="*/ 6659970 h 6858000"/>
              <a:gd name="connsiteX8-52839" fmla="*/ 310713 w 1508539"/>
              <a:gd name="connsiteY8-52840" fmla="*/ 6636211 h 6858000"/>
              <a:gd name="connsiteX9-52841" fmla="*/ 328157 w 1508539"/>
              <a:gd name="connsiteY9-52842" fmla="*/ 6594177 h 6858000"/>
              <a:gd name="connsiteX10-52843" fmla="*/ 342197 w 1508539"/>
              <a:gd name="connsiteY10-52844" fmla="*/ 6557575 h 6858000"/>
              <a:gd name="connsiteX11-52845" fmla="*/ 395154 w 1508539"/>
              <a:gd name="connsiteY11-52846" fmla="*/ 6492130 h 6858000"/>
              <a:gd name="connsiteX12-52847" fmla="*/ 410841 w 1508539"/>
              <a:gd name="connsiteY12-52848" fmla="*/ 6431610 h 6858000"/>
              <a:gd name="connsiteX13-52849" fmla="*/ 454546 w 1508539"/>
              <a:gd name="connsiteY13-52850" fmla="*/ 6379786 h 6858000"/>
              <a:gd name="connsiteX14-52851" fmla="*/ 416634 w 1508539"/>
              <a:gd name="connsiteY14-52852" fmla="*/ 6346654 h 6858000"/>
              <a:gd name="connsiteX15-52853" fmla="*/ 415184 w 1508539"/>
              <a:gd name="connsiteY15-52854" fmla="*/ 6313295 h 6858000"/>
              <a:gd name="connsiteX16-52855" fmla="*/ 422348 w 1508539"/>
              <a:gd name="connsiteY16-52856" fmla="*/ 6280046 h 6858000"/>
              <a:gd name="connsiteX17-52857" fmla="*/ 405093 w 1508539"/>
              <a:gd name="connsiteY17-52858" fmla="*/ 6270265 h 6858000"/>
              <a:gd name="connsiteX18-52859" fmla="*/ 432121 w 1508539"/>
              <a:gd name="connsiteY18-52860" fmla="*/ 6252834 h 6858000"/>
              <a:gd name="connsiteX19-52861" fmla="*/ 410113 w 1508539"/>
              <a:gd name="connsiteY19-52862" fmla="*/ 6202459 h 6858000"/>
              <a:gd name="connsiteX20-52863" fmla="*/ 392003 w 1508539"/>
              <a:gd name="connsiteY20-52864" fmla="*/ 6153037 h 6858000"/>
              <a:gd name="connsiteX21-52865" fmla="*/ 394739 w 1508539"/>
              <a:gd name="connsiteY21-52866" fmla="*/ 6090059 h 6858000"/>
              <a:gd name="connsiteX22-52867" fmla="*/ 386351 w 1508539"/>
              <a:gd name="connsiteY22-52868" fmla="*/ 6028119 h 6858000"/>
              <a:gd name="connsiteX23-52869" fmla="*/ 396942 w 1508539"/>
              <a:gd name="connsiteY23-52870" fmla="*/ 5926735 h 6858000"/>
              <a:gd name="connsiteX24-52871" fmla="*/ 408411 w 1508539"/>
              <a:gd name="connsiteY24-52872" fmla="*/ 5704905 h 6858000"/>
              <a:gd name="connsiteX25-52873" fmla="*/ 425529 w 1508539"/>
              <a:gd name="connsiteY25-52874" fmla="*/ 5676393 h 6858000"/>
              <a:gd name="connsiteX26-52875" fmla="*/ 465121 w 1508539"/>
              <a:gd name="connsiteY26-52876" fmla="*/ 5563435 h 6858000"/>
              <a:gd name="connsiteX27-52877" fmla="*/ 512251 w 1508539"/>
              <a:gd name="connsiteY27-52878" fmla="*/ 5437125 h 6858000"/>
              <a:gd name="connsiteX28-52879" fmla="*/ 525819 w 1508539"/>
              <a:gd name="connsiteY28-52880" fmla="*/ 5396260 h 6858000"/>
              <a:gd name="connsiteX29-52881" fmla="*/ 541800 w 1508539"/>
              <a:gd name="connsiteY29-52882" fmla="*/ 5330009 h 6858000"/>
              <a:gd name="connsiteX30-52883" fmla="*/ 575293 w 1508539"/>
              <a:gd name="connsiteY30-52884" fmla="*/ 5273739 h 6858000"/>
              <a:gd name="connsiteX31-52885" fmla="*/ 584892 w 1508539"/>
              <a:gd name="connsiteY31-52886" fmla="*/ 5241779 h 6858000"/>
              <a:gd name="connsiteX32-52887" fmla="*/ 596118 w 1508539"/>
              <a:gd name="connsiteY32-52888" fmla="*/ 5225268 h 6858000"/>
              <a:gd name="connsiteX33-52889" fmla="*/ 597138 w 1508539"/>
              <a:gd name="connsiteY33-52890" fmla="*/ 5217684 h 6858000"/>
              <a:gd name="connsiteX34-52891" fmla="*/ 604479 w 1508539"/>
              <a:gd name="connsiteY34-52892" fmla="*/ 5193377 h 6858000"/>
              <a:gd name="connsiteX35-52893" fmla="*/ 607782 w 1508539"/>
              <a:gd name="connsiteY35-52894" fmla="*/ 5179288 h 6858000"/>
              <a:gd name="connsiteX36-52895" fmla="*/ 608766 w 1508539"/>
              <a:gd name="connsiteY36-52896" fmla="*/ 5173621 h 6858000"/>
              <a:gd name="connsiteX37-52897" fmla="*/ 604400 w 1508539"/>
              <a:gd name="connsiteY37-52898" fmla="*/ 5159961 h 6858000"/>
              <a:gd name="connsiteX38-52899" fmla="*/ 611077 w 1508539"/>
              <a:gd name="connsiteY38-52900" fmla="*/ 5144295 h 6858000"/>
              <a:gd name="connsiteX39-52901" fmla="*/ 608010 w 1508539"/>
              <a:gd name="connsiteY39-52902" fmla="*/ 5125185 h 6858000"/>
              <a:gd name="connsiteX40-52903" fmla="*/ 614840 w 1508539"/>
              <a:gd name="connsiteY40-52904" fmla="*/ 5121884 h 6858000"/>
              <a:gd name="connsiteX41-52905" fmla="*/ 621876 w 1508539"/>
              <a:gd name="connsiteY41-52906" fmla="*/ 5067850 h 6858000"/>
              <a:gd name="connsiteX42-52907" fmla="*/ 624607 w 1508539"/>
              <a:gd name="connsiteY42-52908" fmla="*/ 5060861 h 6858000"/>
              <a:gd name="connsiteX43-52909" fmla="*/ 621311 w 1508539"/>
              <a:gd name="connsiteY43-52910" fmla="*/ 5034192 h 6858000"/>
              <a:gd name="connsiteX44-52911" fmla="*/ 622865 w 1508539"/>
              <a:gd name="connsiteY44-52912" fmla="*/ 4993030 h 6858000"/>
              <a:gd name="connsiteX45-52913" fmla="*/ 629774 w 1508539"/>
              <a:gd name="connsiteY45-52914" fmla="*/ 4946844 h 6858000"/>
              <a:gd name="connsiteX46-52915" fmla="*/ 625630 w 1508539"/>
              <a:gd name="connsiteY46-52916" fmla="*/ 4932692 h 6858000"/>
              <a:gd name="connsiteX47-52917" fmla="*/ 641033 w 1508539"/>
              <a:gd name="connsiteY47-52918" fmla="*/ 4858827 h 6858000"/>
              <a:gd name="connsiteX48-52919" fmla="*/ 646936 w 1508539"/>
              <a:gd name="connsiteY48-52920" fmla="*/ 4821170 h 6858000"/>
              <a:gd name="connsiteX49-52921" fmla="*/ 651669 w 1508539"/>
              <a:gd name="connsiteY49-52922" fmla="*/ 4780965 h 6858000"/>
              <a:gd name="connsiteX50-52923" fmla="*/ 652962 w 1508539"/>
              <a:gd name="connsiteY50-52924" fmla="*/ 4750867 h 6858000"/>
              <a:gd name="connsiteX51-52925" fmla="*/ 650769 w 1508539"/>
              <a:gd name="connsiteY51-52926" fmla="*/ 4690749 h 6858000"/>
              <a:gd name="connsiteX52-52927" fmla="*/ 646249 w 1508539"/>
              <a:gd name="connsiteY52-52928" fmla="*/ 4584173 h 6858000"/>
              <a:gd name="connsiteX53-52929" fmla="*/ 641332 w 1508539"/>
              <a:gd name="connsiteY53-52930" fmla="*/ 4444346 h 6858000"/>
              <a:gd name="connsiteX54-52931" fmla="*/ 637897 w 1508539"/>
              <a:gd name="connsiteY54-52932" fmla="*/ 4375228 h 6858000"/>
              <a:gd name="connsiteX55-52933" fmla="*/ 618550 w 1508539"/>
              <a:gd name="connsiteY55-52934" fmla="*/ 4214165 h 6858000"/>
              <a:gd name="connsiteX56-52935" fmla="*/ 622623 w 1508539"/>
              <a:gd name="connsiteY56-52936" fmla="*/ 4090296 h 6858000"/>
              <a:gd name="connsiteX57-52937" fmla="*/ 607879 w 1508539"/>
              <a:gd name="connsiteY57-52938" fmla="*/ 4033999 h 6858000"/>
              <a:gd name="connsiteX58-52939" fmla="*/ 609028 w 1508539"/>
              <a:gd name="connsiteY58-52940" fmla="*/ 4031933 h 6858000"/>
              <a:gd name="connsiteX59-52941" fmla="*/ 607604 w 1508539"/>
              <a:gd name="connsiteY59-52942" fmla="*/ 4013953 h 6858000"/>
              <a:gd name="connsiteX60-52943" fmla="*/ 593899 w 1508539"/>
              <a:gd name="connsiteY60-52944" fmla="*/ 3974753 h 6858000"/>
              <a:gd name="connsiteX61-52945" fmla="*/ 595497 w 1508539"/>
              <a:gd name="connsiteY61-52946" fmla="*/ 3969950 h 6858000"/>
              <a:gd name="connsiteX62-52947" fmla="*/ 588919 w 1508539"/>
              <a:gd name="connsiteY62-52948" fmla="*/ 3933779 h 6858000"/>
              <a:gd name="connsiteX63-52949" fmla="*/ 590250 w 1508539"/>
              <a:gd name="connsiteY63-52950" fmla="*/ 3933093 h 6858000"/>
              <a:gd name="connsiteX64-52951" fmla="*/ 594604 w 1508539"/>
              <a:gd name="connsiteY64-52952" fmla="*/ 3922082 h 6858000"/>
              <a:gd name="connsiteX65-52953" fmla="*/ 599682 w 1508539"/>
              <a:gd name="connsiteY65-52954" fmla="*/ 3901461 h 6858000"/>
              <a:gd name="connsiteX66-52955" fmla="*/ 622276 w 1508539"/>
              <a:gd name="connsiteY66-52956" fmla="*/ 3813873 h 6858000"/>
              <a:gd name="connsiteX67-52957" fmla="*/ 621701 w 1508539"/>
              <a:gd name="connsiteY67-52958" fmla="*/ 3806161 h 6858000"/>
              <a:gd name="connsiteX68-52959" fmla="*/ 622008 w 1508539"/>
              <a:gd name="connsiteY68-52960" fmla="*/ 3805957 h 6858000"/>
              <a:gd name="connsiteX69-52961" fmla="*/ 622035 w 1508539"/>
              <a:gd name="connsiteY69-52962" fmla="*/ 3797724 h 6858000"/>
              <a:gd name="connsiteX70-52963" fmla="*/ 620650 w 1508539"/>
              <a:gd name="connsiteY70-52964" fmla="*/ 3792098 h 6858000"/>
              <a:gd name="connsiteX71-52965" fmla="*/ 619534 w 1508539"/>
              <a:gd name="connsiteY71-52966" fmla="*/ 3777135 h 6858000"/>
              <a:gd name="connsiteX72-52967" fmla="*/ 621267 w 1508539"/>
              <a:gd name="connsiteY72-52968" fmla="*/ 3771656 h 6858000"/>
              <a:gd name="connsiteX73-52969" fmla="*/ 625010 w 1508539"/>
              <a:gd name="connsiteY73-52970" fmla="*/ 3769007 h 6858000"/>
              <a:gd name="connsiteX74-52971" fmla="*/ 624476 w 1508539"/>
              <a:gd name="connsiteY74-52972" fmla="*/ 3767709 h 6858000"/>
              <a:gd name="connsiteX75-52973" fmla="*/ 633172 w 1508539"/>
              <a:gd name="connsiteY75-52974" fmla="*/ 3738082 h 6858000"/>
              <a:gd name="connsiteX76-52975" fmla="*/ 640518 w 1508539"/>
              <a:gd name="connsiteY76-52976" fmla="*/ 3673397 h 6858000"/>
              <a:gd name="connsiteX77-52977" fmla="*/ 639814 w 1508539"/>
              <a:gd name="connsiteY77-52978" fmla="*/ 3637109 h 6858000"/>
              <a:gd name="connsiteX78-52979" fmla="*/ 643257 w 1508539"/>
              <a:gd name="connsiteY78-52980" fmla="*/ 3536883 h 6858000"/>
              <a:gd name="connsiteX79-52981" fmla="*/ 650795 w 1508539"/>
              <a:gd name="connsiteY79-52982" fmla="*/ 3435652 h 6858000"/>
              <a:gd name="connsiteX80-52983" fmla="*/ 652466 w 1508539"/>
              <a:gd name="connsiteY80-52984" fmla="*/ 3307769 h 6858000"/>
              <a:gd name="connsiteX81-52985" fmla="*/ 670029 w 1508539"/>
              <a:gd name="connsiteY81-52986" fmla="*/ 3250522 h 6858000"/>
              <a:gd name="connsiteX82-52987" fmla="*/ 670454 w 1508539"/>
              <a:gd name="connsiteY82-52988" fmla="*/ 3229163 h 6858000"/>
              <a:gd name="connsiteX83-52989" fmla="*/ 672277 w 1508539"/>
              <a:gd name="connsiteY83-52990" fmla="*/ 3217217 h 6858000"/>
              <a:gd name="connsiteX84-52991" fmla="*/ 659112 w 1508539"/>
              <a:gd name="connsiteY84-52992" fmla="*/ 3183755 h 6858000"/>
              <a:gd name="connsiteX85-52993" fmla="*/ 659613 w 1508539"/>
              <a:gd name="connsiteY85-52994" fmla="*/ 3178642 h 6858000"/>
              <a:gd name="connsiteX86-52995" fmla="*/ 647213 w 1508539"/>
              <a:gd name="connsiteY86-52996" fmla="*/ 3158586 h 6858000"/>
              <a:gd name="connsiteX87-52997" fmla="*/ 632398 w 1508539"/>
              <a:gd name="connsiteY87-52998" fmla="*/ 3129034 h 6858000"/>
              <a:gd name="connsiteX88-52999" fmla="*/ 633063 w 1508539"/>
              <a:gd name="connsiteY88-53000" fmla="*/ 3126682 h 6858000"/>
              <a:gd name="connsiteX89-53001" fmla="*/ 623931 w 1508539"/>
              <a:gd name="connsiteY89-53002" fmla="*/ 3114519 h 6858000"/>
              <a:gd name="connsiteX90-53003" fmla="*/ 610540 w 1508539"/>
              <a:gd name="connsiteY90-53004" fmla="*/ 3106272 h 6858000"/>
              <a:gd name="connsiteX91-53005" fmla="*/ 583270 w 1508539"/>
              <a:gd name="connsiteY91-53006" fmla="*/ 2958185 h 6858000"/>
              <a:gd name="connsiteX92-53007" fmla="*/ 525884 w 1508539"/>
              <a:gd name="connsiteY92-53008" fmla="*/ 2762989 h 6858000"/>
              <a:gd name="connsiteX93-53009" fmla="*/ 474802 w 1508539"/>
              <a:gd name="connsiteY93-53010" fmla="*/ 2554718 h 6858000"/>
              <a:gd name="connsiteX94-53011" fmla="*/ 454896 w 1508539"/>
              <a:gd name="connsiteY94-53012" fmla="*/ 2485734 h 6858000"/>
              <a:gd name="connsiteX95-53013" fmla="*/ 445619 w 1508539"/>
              <a:gd name="connsiteY95-53014" fmla="*/ 2447068 h 6858000"/>
              <a:gd name="connsiteX96-53015" fmla="*/ 432580 w 1508539"/>
              <a:gd name="connsiteY96-53016" fmla="*/ 2425819 h 6858000"/>
              <a:gd name="connsiteX97-53017" fmla="*/ 438579 w 1508539"/>
              <a:gd name="connsiteY97-53018" fmla="*/ 2402874 h 6858000"/>
              <a:gd name="connsiteX98-53019" fmla="*/ 441191 w 1508539"/>
              <a:gd name="connsiteY98-53020" fmla="*/ 2381443 h 6858000"/>
              <a:gd name="connsiteX99-53021" fmla="*/ 417520 w 1508539"/>
              <a:gd name="connsiteY99-53022" fmla="*/ 2261920 h 6858000"/>
              <a:gd name="connsiteX100-53023" fmla="*/ 407407 w 1508539"/>
              <a:gd name="connsiteY100-53024" fmla="*/ 2195378 h 6858000"/>
              <a:gd name="connsiteX101-53025" fmla="*/ 391624 w 1508539"/>
              <a:gd name="connsiteY101-53026" fmla="*/ 2155135 h 6858000"/>
              <a:gd name="connsiteX102-53027" fmla="*/ 389082 w 1508539"/>
              <a:gd name="connsiteY102-53028" fmla="*/ 2118008 h 6858000"/>
              <a:gd name="connsiteX103-53029" fmla="*/ 390075 w 1508539"/>
              <a:gd name="connsiteY103-53030" fmla="*/ 2050531 h 6858000"/>
              <a:gd name="connsiteX104-53031" fmla="*/ 381881 w 1508539"/>
              <a:gd name="connsiteY104-53032" fmla="*/ 1963269 h 6858000"/>
              <a:gd name="connsiteX105-53033" fmla="*/ 363059 w 1508539"/>
              <a:gd name="connsiteY105-53034" fmla="*/ 1906352 h 6858000"/>
              <a:gd name="connsiteX106-53035" fmla="*/ 339616 w 1508539"/>
              <a:gd name="connsiteY106-53036" fmla="*/ 1861531 h 6858000"/>
              <a:gd name="connsiteX107-53037" fmla="*/ 293415 w 1508539"/>
              <a:gd name="connsiteY107-53038" fmla="*/ 1732919 h 6858000"/>
              <a:gd name="connsiteX108-53039" fmla="*/ 265726 w 1508539"/>
              <a:gd name="connsiteY108-53040" fmla="*/ 1663540 h 6858000"/>
              <a:gd name="connsiteX109-53041" fmla="*/ 264852 w 1508539"/>
              <a:gd name="connsiteY109-53042" fmla="*/ 1615777 h 6858000"/>
              <a:gd name="connsiteX110-53043" fmla="*/ 245647 w 1508539"/>
              <a:gd name="connsiteY110-53044" fmla="*/ 1563678 h 6858000"/>
              <a:gd name="connsiteX111-53045" fmla="*/ 258727 w 1508539"/>
              <a:gd name="connsiteY111-53046" fmla="*/ 1519474 h 6858000"/>
              <a:gd name="connsiteX112-53047" fmla="*/ 251469 w 1508539"/>
              <a:gd name="connsiteY112-53048" fmla="*/ 1477995 h 6858000"/>
              <a:gd name="connsiteX113-53049" fmla="*/ 237554 w 1508539"/>
              <a:gd name="connsiteY113-53050" fmla="*/ 1373769 h 6858000"/>
              <a:gd name="connsiteX114-53051" fmla="*/ 245861 w 1508539"/>
              <a:gd name="connsiteY114-53052" fmla="*/ 1307086 h 6858000"/>
              <a:gd name="connsiteX115-53053" fmla="*/ 247049 w 1508539"/>
              <a:gd name="connsiteY115-53054" fmla="*/ 1189033 h 6858000"/>
              <a:gd name="connsiteX116-53055" fmla="*/ 251734 w 1508539"/>
              <a:gd name="connsiteY116-53056" fmla="*/ 1168288 h 6858000"/>
              <a:gd name="connsiteX117-53057" fmla="*/ 244016 w 1508539"/>
              <a:gd name="connsiteY117-53058" fmla="*/ 1142577 h 6858000"/>
              <a:gd name="connsiteX118-53059" fmla="*/ 233322 w 1508539"/>
              <a:gd name="connsiteY118-53060" fmla="*/ 1088484 h 6858000"/>
              <a:gd name="connsiteX119-53061" fmla="*/ 222058 w 1508539"/>
              <a:gd name="connsiteY119-53062" fmla="*/ 1016103 h 6858000"/>
              <a:gd name="connsiteX120-53063" fmla="*/ 223514 w 1508539"/>
              <a:gd name="connsiteY120-53064" fmla="*/ 932283 h 6858000"/>
              <a:gd name="connsiteX121-53065" fmla="*/ 225750 w 1508539"/>
              <a:gd name="connsiteY121-53066" fmla="*/ 915925 h 6858000"/>
              <a:gd name="connsiteX122-53067" fmla="*/ 218379 w 1508539"/>
              <a:gd name="connsiteY122-53068" fmla="*/ 896999 h 6858000"/>
              <a:gd name="connsiteX123-53069" fmla="*/ 187787 w 1508539"/>
              <a:gd name="connsiteY123-53070" fmla="*/ 821517 h 6858000"/>
              <a:gd name="connsiteX124-53071" fmla="*/ 166737 w 1508539"/>
              <a:gd name="connsiteY124-53072" fmla="*/ 751353 h 6858000"/>
              <a:gd name="connsiteX125-53073" fmla="*/ 166295 w 1508539"/>
              <a:gd name="connsiteY125-53074" fmla="*/ 721230 h 6858000"/>
              <a:gd name="connsiteX126-53075" fmla="*/ 151966 w 1508539"/>
              <a:gd name="connsiteY126-53076" fmla="*/ 681659 h 6858000"/>
              <a:gd name="connsiteX127-53077" fmla="*/ 137385 w 1508539"/>
              <a:gd name="connsiteY127-53078" fmla="*/ 635218 h 6858000"/>
              <a:gd name="connsiteX128-53079" fmla="*/ 142396 w 1508539"/>
              <a:gd name="connsiteY128-53080" fmla="*/ 613763 h 6858000"/>
              <a:gd name="connsiteX129-53081" fmla="*/ 128338 w 1508539"/>
              <a:gd name="connsiteY129-53082" fmla="*/ 598582 h 6858000"/>
              <a:gd name="connsiteX130-53083" fmla="*/ 128019 w 1508539"/>
              <a:gd name="connsiteY130-53084" fmla="*/ 576846 h 6858000"/>
              <a:gd name="connsiteX131-53085" fmla="*/ 107645 w 1508539"/>
              <a:gd name="connsiteY131-53086" fmla="*/ 530055 h 6858000"/>
              <a:gd name="connsiteX132-53087" fmla="*/ 106893 w 1508539"/>
              <a:gd name="connsiteY132-53088" fmla="*/ 465389 h 6858000"/>
              <a:gd name="connsiteX133-53089" fmla="*/ 89816 w 1508539"/>
              <a:gd name="connsiteY133-53090" fmla="*/ 424699 h 6858000"/>
              <a:gd name="connsiteX134-53091" fmla="*/ 90191 w 1508539"/>
              <a:gd name="connsiteY134-53092" fmla="*/ 404917 h 6858000"/>
              <a:gd name="connsiteX135-53093" fmla="*/ 70148 w 1508539"/>
              <a:gd name="connsiteY135-53094" fmla="*/ 367211 h 6858000"/>
              <a:gd name="connsiteX136-53095" fmla="*/ 36452 w 1508539"/>
              <a:gd name="connsiteY136-53096" fmla="*/ 268519 h 6858000"/>
              <a:gd name="connsiteX137-53097" fmla="*/ 23935 w 1508539"/>
              <a:gd name="connsiteY137-53098" fmla="*/ 160886 h 6858000"/>
              <a:gd name="connsiteX138-53099" fmla="*/ 19312 w 1508539"/>
              <a:gd name="connsiteY138-53100" fmla="*/ 47336 h 6858000"/>
              <a:gd name="connsiteX139-53101" fmla="*/ 0 w 1508539"/>
              <a:gd name="connsiteY139-53102" fmla="*/ 0 h 6858000"/>
              <a:gd name="connsiteX0-53103" fmla="*/ 0 w 1508539"/>
              <a:gd name="connsiteY0-53104" fmla="*/ 0 h 6858000"/>
              <a:gd name="connsiteX1-53105" fmla="*/ 1508539 w 1508539"/>
              <a:gd name="connsiteY1-53106" fmla="*/ 0 h 6858000"/>
              <a:gd name="connsiteX2-53107" fmla="*/ 1508539 w 1508539"/>
              <a:gd name="connsiteY2-53108" fmla="*/ 6858000 h 6858000"/>
              <a:gd name="connsiteX3-53109" fmla="*/ 245233 w 1508539"/>
              <a:gd name="connsiteY3-53110" fmla="*/ 6857735 h 6858000"/>
              <a:gd name="connsiteX4-53111" fmla="*/ 243784 w 1508539"/>
              <a:gd name="connsiteY4-53112" fmla="*/ 6776847 h 6858000"/>
              <a:gd name="connsiteX5-53113" fmla="*/ 255284 w 1508539"/>
              <a:gd name="connsiteY5-53114" fmla="*/ 6737706 h 6858000"/>
              <a:gd name="connsiteX6-53115" fmla="*/ 267342 w 1508539"/>
              <a:gd name="connsiteY6-53116" fmla="*/ 6683638 h 6858000"/>
              <a:gd name="connsiteX7-53117" fmla="*/ 295622 w 1508539"/>
              <a:gd name="connsiteY7-53118" fmla="*/ 6659970 h 6858000"/>
              <a:gd name="connsiteX8-53119" fmla="*/ 310713 w 1508539"/>
              <a:gd name="connsiteY8-53120" fmla="*/ 6636211 h 6858000"/>
              <a:gd name="connsiteX9-53121" fmla="*/ 328157 w 1508539"/>
              <a:gd name="connsiteY9-53122" fmla="*/ 6594177 h 6858000"/>
              <a:gd name="connsiteX10-53123" fmla="*/ 342197 w 1508539"/>
              <a:gd name="connsiteY10-53124" fmla="*/ 6557575 h 6858000"/>
              <a:gd name="connsiteX11-53125" fmla="*/ 395154 w 1508539"/>
              <a:gd name="connsiteY11-53126" fmla="*/ 6492130 h 6858000"/>
              <a:gd name="connsiteX12-53127" fmla="*/ 410841 w 1508539"/>
              <a:gd name="connsiteY12-53128" fmla="*/ 6431610 h 6858000"/>
              <a:gd name="connsiteX13-53129" fmla="*/ 454546 w 1508539"/>
              <a:gd name="connsiteY13-53130" fmla="*/ 6379786 h 6858000"/>
              <a:gd name="connsiteX14-53131" fmla="*/ 437769 w 1508539"/>
              <a:gd name="connsiteY14-53132" fmla="*/ 6334727 h 6858000"/>
              <a:gd name="connsiteX15-53133" fmla="*/ 415184 w 1508539"/>
              <a:gd name="connsiteY15-53134" fmla="*/ 6313295 h 6858000"/>
              <a:gd name="connsiteX16-53135" fmla="*/ 422348 w 1508539"/>
              <a:gd name="connsiteY16-53136" fmla="*/ 6280046 h 6858000"/>
              <a:gd name="connsiteX17-53137" fmla="*/ 405093 w 1508539"/>
              <a:gd name="connsiteY17-53138" fmla="*/ 6270265 h 6858000"/>
              <a:gd name="connsiteX18-53139" fmla="*/ 432121 w 1508539"/>
              <a:gd name="connsiteY18-53140" fmla="*/ 6252834 h 6858000"/>
              <a:gd name="connsiteX19-53141" fmla="*/ 410113 w 1508539"/>
              <a:gd name="connsiteY19-53142" fmla="*/ 6202459 h 6858000"/>
              <a:gd name="connsiteX20-53143" fmla="*/ 392003 w 1508539"/>
              <a:gd name="connsiteY20-53144" fmla="*/ 6153037 h 6858000"/>
              <a:gd name="connsiteX21-53145" fmla="*/ 394739 w 1508539"/>
              <a:gd name="connsiteY21-53146" fmla="*/ 6090059 h 6858000"/>
              <a:gd name="connsiteX22-53147" fmla="*/ 386351 w 1508539"/>
              <a:gd name="connsiteY22-53148" fmla="*/ 6028119 h 6858000"/>
              <a:gd name="connsiteX23-53149" fmla="*/ 396942 w 1508539"/>
              <a:gd name="connsiteY23-53150" fmla="*/ 5926735 h 6858000"/>
              <a:gd name="connsiteX24-53151" fmla="*/ 408411 w 1508539"/>
              <a:gd name="connsiteY24-53152" fmla="*/ 5704905 h 6858000"/>
              <a:gd name="connsiteX25-53153" fmla="*/ 425529 w 1508539"/>
              <a:gd name="connsiteY25-53154" fmla="*/ 5676393 h 6858000"/>
              <a:gd name="connsiteX26-53155" fmla="*/ 465121 w 1508539"/>
              <a:gd name="connsiteY26-53156" fmla="*/ 5563435 h 6858000"/>
              <a:gd name="connsiteX27-53157" fmla="*/ 512251 w 1508539"/>
              <a:gd name="connsiteY27-53158" fmla="*/ 5437125 h 6858000"/>
              <a:gd name="connsiteX28-53159" fmla="*/ 525819 w 1508539"/>
              <a:gd name="connsiteY28-53160" fmla="*/ 5396260 h 6858000"/>
              <a:gd name="connsiteX29-53161" fmla="*/ 541800 w 1508539"/>
              <a:gd name="connsiteY29-53162" fmla="*/ 5330009 h 6858000"/>
              <a:gd name="connsiteX30-53163" fmla="*/ 575293 w 1508539"/>
              <a:gd name="connsiteY30-53164" fmla="*/ 5273739 h 6858000"/>
              <a:gd name="connsiteX31-53165" fmla="*/ 584892 w 1508539"/>
              <a:gd name="connsiteY31-53166" fmla="*/ 5241779 h 6858000"/>
              <a:gd name="connsiteX32-53167" fmla="*/ 596118 w 1508539"/>
              <a:gd name="connsiteY32-53168" fmla="*/ 5225268 h 6858000"/>
              <a:gd name="connsiteX33-53169" fmla="*/ 597138 w 1508539"/>
              <a:gd name="connsiteY33-53170" fmla="*/ 5217684 h 6858000"/>
              <a:gd name="connsiteX34-53171" fmla="*/ 604479 w 1508539"/>
              <a:gd name="connsiteY34-53172" fmla="*/ 5193377 h 6858000"/>
              <a:gd name="connsiteX35-53173" fmla="*/ 607782 w 1508539"/>
              <a:gd name="connsiteY35-53174" fmla="*/ 5179288 h 6858000"/>
              <a:gd name="connsiteX36-53175" fmla="*/ 608766 w 1508539"/>
              <a:gd name="connsiteY36-53176" fmla="*/ 5173621 h 6858000"/>
              <a:gd name="connsiteX37-53177" fmla="*/ 604400 w 1508539"/>
              <a:gd name="connsiteY37-53178" fmla="*/ 5159961 h 6858000"/>
              <a:gd name="connsiteX38-53179" fmla="*/ 611077 w 1508539"/>
              <a:gd name="connsiteY38-53180" fmla="*/ 5144295 h 6858000"/>
              <a:gd name="connsiteX39-53181" fmla="*/ 608010 w 1508539"/>
              <a:gd name="connsiteY39-53182" fmla="*/ 5125185 h 6858000"/>
              <a:gd name="connsiteX40-53183" fmla="*/ 614840 w 1508539"/>
              <a:gd name="connsiteY40-53184" fmla="*/ 5121884 h 6858000"/>
              <a:gd name="connsiteX41-53185" fmla="*/ 621876 w 1508539"/>
              <a:gd name="connsiteY41-53186" fmla="*/ 5067850 h 6858000"/>
              <a:gd name="connsiteX42-53187" fmla="*/ 624607 w 1508539"/>
              <a:gd name="connsiteY42-53188" fmla="*/ 5060861 h 6858000"/>
              <a:gd name="connsiteX43-53189" fmla="*/ 621311 w 1508539"/>
              <a:gd name="connsiteY43-53190" fmla="*/ 5034192 h 6858000"/>
              <a:gd name="connsiteX44-53191" fmla="*/ 622865 w 1508539"/>
              <a:gd name="connsiteY44-53192" fmla="*/ 4993030 h 6858000"/>
              <a:gd name="connsiteX45-53193" fmla="*/ 629774 w 1508539"/>
              <a:gd name="connsiteY45-53194" fmla="*/ 4946844 h 6858000"/>
              <a:gd name="connsiteX46-53195" fmla="*/ 625630 w 1508539"/>
              <a:gd name="connsiteY46-53196" fmla="*/ 4932692 h 6858000"/>
              <a:gd name="connsiteX47-53197" fmla="*/ 641033 w 1508539"/>
              <a:gd name="connsiteY47-53198" fmla="*/ 4858827 h 6858000"/>
              <a:gd name="connsiteX48-53199" fmla="*/ 646936 w 1508539"/>
              <a:gd name="connsiteY48-53200" fmla="*/ 4821170 h 6858000"/>
              <a:gd name="connsiteX49-53201" fmla="*/ 651669 w 1508539"/>
              <a:gd name="connsiteY49-53202" fmla="*/ 4780965 h 6858000"/>
              <a:gd name="connsiteX50-53203" fmla="*/ 652962 w 1508539"/>
              <a:gd name="connsiteY50-53204" fmla="*/ 4750867 h 6858000"/>
              <a:gd name="connsiteX51-53205" fmla="*/ 650769 w 1508539"/>
              <a:gd name="connsiteY51-53206" fmla="*/ 4690749 h 6858000"/>
              <a:gd name="connsiteX52-53207" fmla="*/ 646249 w 1508539"/>
              <a:gd name="connsiteY52-53208" fmla="*/ 4584173 h 6858000"/>
              <a:gd name="connsiteX53-53209" fmla="*/ 641332 w 1508539"/>
              <a:gd name="connsiteY53-53210" fmla="*/ 4444346 h 6858000"/>
              <a:gd name="connsiteX54-53211" fmla="*/ 637897 w 1508539"/>
              <a:gd name="connsiteY54-53212" fmla="*/ 4375228 h 6858000"/>
              <a:gd name="connsiteX55-53213" fmla="*/ 618550 w 1508539"/>
              <a:gd name="connsiteY55-53214" fmla="*/ 4214165 h 6858000"/>
              <a:gd name="connsiteX56-53215" fmla="*/ 622623 w 1508539"/>
              <a:gd name="connsiteY56-53216" fmla="*/ 4090296 h 6858000"/>
              <a:gd name="connsiteX57-53217" fmla="*/ 607879 w 1508539"/>
              <a:gd name="connsiteY57-53218" fmla="*/ 4033999 h 6858000"/>
              <a:gd name="connsiteX58-53219" fmla="*/ 609028 w 1508539"/>
              <a:gd name="connsiteY58-53220" fmla="*/ 4031933 h 6858000"/>
              <a:gd name="connsiteX59-53221" fmla="*/ 607604 w 1508539"/>
              <a:gd name="connsiteY59-53222" fmla="*/ 4013953 h 6858000"/>
              <a:gd name="connsiteX60-53223" fmla="*/ 593899 w 1508539"/>
              <a:gd name="connsiteY60-53224" fmla="*/ 3974753 h 6858000"/>
              <a:gd name="connsiteX61-53225" fmla="*/ 595497 w 1508539"/>
              <a:gd name="connsiteY61-53226" fmla="*/ 3969950 h 6858000"/>
              <a:gd name="connsiteX62-53227" fmla="*/ 588919 w 1508539"/>
              <a:gd name="connsiteY62-53228" fmla="*/ 3933779 h 6858000"/>
              <a:gd name="connsiteX63-53229" fmla="*/ 590250 w 1508539"/>
              <a:gd name="connsiteY63-53230" fmla="*/ 3933093 h 6858000"/>
              <a:gd name="connsiteX64-53231" fmla="*/ 594604 w 1508539"/>
              <a:gd name="connsiteY64-53232" fmla="*/ 3922082 h 6858000"/>
              <a:gd name="connsiteX65-53233" fmla="*/ 599682 w 1508539"/>
              <a:gd name="connsiteY65-53234" fmla="*/ 3901461 h 6858000"/>
              <a:gd name="connsiteX66-53235" fmla="*/ 622276 w 1508539"/>
              <a:gd name="connsiteY66-53236" fmla="*/ 3813873 h 6858000"/>
              <a:gd name="connsiteX67-53237" fmla="*/ 621701 w 1508539"/>
              <a:gd name="connsiteY67-53238" fmla="*/ 3806161 h 6858000"/>
              <a:gd name="connsiteX68-53239" fmla="*/ 622008 w 1508539"/>
              <a:gd name="connsiteY68-53240" fmla="*/ 3805957 h 6858000"/>
              <a:gd name="connsiteX69-53241" fmla="*/ 622035 w 1508539"/>
              <a:gd name="connsiteY69-53242" fmla="*/ 3797724 h 6858000"/>
              <a:gd name="connsiteX70-53243" fmla="*/ 620650 w 1508539"/>
              <a:gd name="connsiteY70-53244" fmla="*/ 3792098 h 6858000"/>
              <a:gd name="connsiteX71-53245" fmla="*/ 619534 w 1508539"/>
              <a:gd name="connsiteY71-53246" fmla="*/ 3777135 h 6858000"/>
              <a:gd name="connsiteX72-53247" fmla="*/ 621267 w 1508539"/>
              <a:gd name="connsiteY72-53248" fmla="*/ 3771656 h 6858000"/>
              <a:gd name="connsiteX73-53249" fmla="*/ 625010 w 1508539"/>
              <a:gd name="connsiteY73-53250" fmla="*/ 3769007 h 6858000"/>
              <a:gd name="connsiteX74-53251" fmla="*/ 624476 w 1508539"/>
              <a:gd name="connsiteY74-53252" fmla="*/ 3767709 h 6858000"/>
              <a:gd name="connsiteX75-53253" fmla="*/ 633172 w 1508539"/>
              <a:gd name="connsiteY75-53254" fmla="*/ 3738082 h 6858000"/>
              <a:gd name="connsiteX76-53255" fmla="*/ 640518 w 1508539"/>
              <a:gd name="connsiteY76-53256" fmla="*/ 3673397 h 6858000"/>
              <a:gd name="connsiteX77-53257" fmla="*/ 639814 w 1508539"/>
              <a:gd name="connsiteY77-53258" fmla="*/ 3637109 h 6858000"/>
              <a:gd name="connsiteX78-53259" fmla="*/ 643257 w 1508539"/>
              <a:gd name="connsiteY78-53260" fmla="*/ 3536883 h 6858000"/>
              <a:gd name="connsiteX79-53261" fmla="*/ 650795 w 1508539"/>
              <a:gd name="connsiteY79-53262" fmla="*/ 3435652 h 6858000"/>
              <a:gd name="connsiteX80-53263" fmla="*/ 652466 w 1508539"/>
              <a:gd name="connsiteY80-53264" fmla="*/ 3307769 h 6858000"/>
              <a:gd name="connsiteX81-53265" fmla="*/ 670029 w 1508539"/>
              <a:gd name="connsiteY81-53266" fmla="*/ 3250522 h 6858000"/>
              <a:gd name="connsiteX82-53267" fmla="*/ 670454 w 1508539"/>
              <a:gd name="connsiteY82-53268" fmla="*/ 3229163 h 6858000"/>
              <a:gd name="connsiteX83-53269" fmla="*/ 672277 w 1508539"/>
              <a:gd name="connsiteY83-53270" fmla="*/ 3217217 h 6858000"/>
              <a:gd name="connsiteX84-53271" fmla="*/ 659112 w 1508539"/>
              <a:gd name="connsiteY84-53272" fmla="*/ 3183755 h 6858000"/>
              <a:gd name="connsiteX85-53273" fmla="*/ 659613 w 1508539"/>
              <a:gd name="connsiteY85-53274" fmla="*/ 3178642 h 6858000"/>
              <a:gd name="connsiteX86-53275" fmla="*/ 647213 w 1508539"/>
              <a:gd name="connsiteY86-53276" fmla="*/ 3158586 h 6858000"/>
              <a:gd name="connsiteX87-53277" fmla="*/ 632398 w 1508539"/>
              <a:gd name="connsiteY87-53278" fmla="*/ 3129034 h 6858000"/>
              <a:gd name="connsiteX88-53279" fmla="*/ 633063 w 1508539"/>
              <a:gd name="connsiteY88-53280" fmla="*/ 3126682 h 6858000"/>
              <a:gd name="connsiteX89-53281" fmla="*/ 623931 w 1508539"/>
              <a:gd name="connsiteY89-53282" fmla="*/ 3114519 h 6858000"/>
              <a:gd name="connsiteX90-53283" fmla="*/ 610540 w 1508539"/>
              <a:gd name="connsiteY90-53284" fmla="*/ 3106272 h 6858000"/>
              <a:gd name="connsiteX91-53285" fmla="*/ 583270 w 1508539"/>
              <a:gd name="connsiteY91-53286" fmla="*/ 2958185 h 6858000"/>
              <a:gd name="connsiteX92-53287" fmla="*/ 525884 w 1508539"/>
              <a:gd name="connsiteY92-53288" fmla="*/ 2762989 h 6858000"/>
              <a:gd name="connsiteX93-53289" fmla="*/ 474802 w 1508539"/>
              <a:gd name="connsiteY93-53290" fmla="*/ 2554718 h 6858000"/>
              <a:gd name="connsiteX94-53291" fmla="*/ 454896 w 1508539"/>
              <a:gd name="connsiteY94-53292" fmla="*/ 2485734 h 6858000"/>
              <a:gd name="connsiteX95-53293" fmla="*/ 445619 w 1508539"/>
              <a:gd name="connsiteY95-53294" fmla="*/ 2447068 h 6858000"/>
              <a:gd name="connsiteX96-53295" fmla="*/ 432580 w 1508539"/>
              <a:gd name="connsiteY96-53296" fmla="*/ 2425819 h 6858000"/>
              <a:gd name="connsiteX97-53297" fmla="*/ 438579 w 1508539"/>
              <a:gd name="connsiteY97-53298" fmla="*/ 2402874 h 6858000"/>
              <a:gd name="connsiteX98-53299" fmla="*/ 441191 w 1508539"/>
              <a:gd name="connsiteY98-53300" fmla="*/ 2381443 h 6858000"/>
              <a:gd name="connsiteX99-53301" fmla="*/ 417520 w 1508539"/>
              <a:gd name="connsiteY99-53302" fmla="*/ 2261920 h 6858000"/>
              <a:gd name="connsiteX100-53303" fmla="*/ 407407 w 1508539"/>
              <a:gd name="connsiteY100-53304" fmla="*/ 2195378 h 6858000"/>
              <a:gd name="connsiteX101-53305" fmla="*/ 391624 w 1508539"/>
              <a:gd name="connsiteY101-53306" fmla="*/ 2155135 h 6858000"/>
              <a:gd name="connsiteX102-53307" fmla="*/ 389082 w 1508539"/>
              <a:gd name="connsiteY102-53308" fmla="*/ 2118008 h 6858000"/>
              <a:gd name="connsiteX103-53309" fmla="*/ 390075 w 1508539"/>
              <a:gd name="connsiteY103-53310" fmla="*/ 2050531 h 6858000"/>
              <a:gd name="connsiteX104-53311" fmla="*/ 381881 w 1508539"/>
              <a:gd name="connsiteY104-53312" fmla="*/ 1963269 h 6858000"/>
              <a:gd name="connsiteX105-53313" fmla="*/ 363059 w 1508539"/>
              <a:gd name="connsiteY105-53314" fmla="*/ 1906352 h 6858000"/>
              <a:gd name="connsiteX106-53315" fmla="*/ 339616 w 1508539"/>
              <a:gd name="connsiteY106-53316" fmla="*/ 1861531 h 6858000"/>
              <a:gd name="connsiteX107-53317" fmla="*/ 293415 w 1508539"/>
              <a:gd name="connsiteY107-53318" fmla="*/ 1732919 h 6858000"/>
              <a:gd name="connsiteX108-53319" fmla="*/ 265726 w 1508539"/>
              <a:gd name="connsiteY108-53320" fmla="*/ 1663540 h 6858000"/>
              <a:gd name="connsiteX109-53321" fmla="*/ 264852 w 1508539"/>
              <a:gd name="connsiteY109-53322" fmla="*/ 1615777 h 6858000"/>
              <a:gd name="connsiteX110-53323" fmla="*/ 245647 w 1508539"/>
              <a:gd name="connsiteY110-53324" fmla="*/ 1563678 h 6858000"/>
              <a:gd name="connsiteX111-53325" fmla="*/ 258727 w 1508539"/>
              <a:gd name="connsiteY111-53326" fmla="*/ 1519474 h 6858000"/>
              <a:gd name="connsiteX112-53327" fmla="*/ 251469 w 1508539"/>
              <a:gd name="connsiteY112-53328" fmla="*/ 1477995 h 6858000"/>
              <a:gd name="connsiteX113-53329" fmla="*/ 237554 w 1508539"/>
              <a:gd name="connsiteY113-53330" fmla="*/ 1373769 h 6858000"/>
              <a:gd name="connsiteX114-53331" fmla="*/ 245861 w 1508539"/>
              <a:gd name="connsiteY114-53332" fmla="*/ 1307086 h 6858000"/>
              <a:gd name="connsiteX115-53333" fmla="*/ 247049 w 1508539"/>
              <a:gd name="connsiteY115-53334" fmla="*/ 1189033 h 6858000"/>
              <a:gd name="connsiteX116-53335" fmla="*/ 251734 w 1508539"/>
              <a:gd name="connsiteY116-53336" fmla="*/ 1168288 h 6858000"/>
              <a:gd name="connsiteX117-53337" fmla="*/ 244016 w 1508539"/>
              <a:gd name="connsiteY117-53338" fmla="*/ 1142577 h 6858000"/>
              <a:gd name="connsiteX118-53339" fmla="*/ 233322 w 1508539"/>
              <a:gd name="connsiteY118-53340" fmla="*/ 1088484 h 6858000"/>
              <a:gd name="connsiteX119-53341" fmla="*/ 222058 w 1508539"/>
              <a:gd name="connsiteY119-53342" fmla="*/ 1016103 h 6858000"/>
              <a:gd name="connsiteX120-53343" fmla="*/ 223514 w 1508539"/>
              <a:gd name="connsiteY120-53344" fmla="*/ 932283 h 6858000"/>
              <a:gd name="connsiteX121-53345" fmla="*/ 225750 w 1508539"/>
              <a:gd name="connsiteY121-53346" fmla="*/ 915925 h 6858000"/>
              <a:gd name="connsiteX122-53347" fmla="*/ 218379 w 1508539"/>
              <a:gd name="connsiteY122-53348" fmla="*/ 896999 h 6858000"/>
              <a:gd name="connsiteX123-53349" fmla="*/ 187787 w 1508539"/>
              <a:gd name="connsiteY123-53350" fmla="*/ 821517 h 6858000"/>
              <a:gd name="connsiteX124-53351" fmla="*/ 166737 w 1508539"/>
              <a:gd name="connsiteY124-53352" fmla="*/ 751353 h 6858000"/>
              <a:gd name="connsiteX125-53353" fmla="*/ 166295 w 1508539"/>
              <a:gd name="connsiteY125-53354" fmla="*/ 721230 h 6858000"/>
              <a:gd name="connsiteX126-53355" fmla="*/ 151966 w 1508539"/>
              <a:gd name="connsiteY126-53356" fmla="*/ 681659 h 6858000"/>
              <a:gd name="connsiteX127-53357" fmla="*/ 137385 w 1508539"/>
              <a:gd name="connsiteY127-53358" fmla="*/ 635218 h 6858000"/>
              <a:gd name="connsiteX128-53359" fmla="*/ 142396 w 1508539"/>
              <a:gd name="connsiteY128-53360" fmla="*/ 613763 h 6858000"/>
              <a:gd name="connsiteX129-53361" fmla="*/ 128338 w 1508539"/>
              <a:gd name="connsiteY129-53362" fmla="*/ 598582 h 6858000"/>
              <a:gd name="connsiteX130-53363" fmla="*/ 128019 w 1508539"/>
              <a:gd name="connsiteY130-53364" fmla="*/ 576846 h 6858000"/>
              <a:gd name="connsiteX131-53365" fmla="*/ 107645 w 1508539"/>
              <a:gd name="connsiteY131-53366" fmla="*/ 530055 h 6858000"/>
              <a:gd name="connsiteX132-53367" fmla="*/ 106893 w 1508539"/>
              <a:gd name="connsiteY132-53368" fmla="*/ 465389 h 6858000"/>
              <a:gd name="connsiteX133-53369" fmla="*/ 89816 w 1508539"/>
              <a:gd name="connsiteY133-53370" fmla="*/ 424699 h 6858000"/>
              <a:gd name="connsiteX134-53371" fmla="*/ 90191 w 1508539"/>
              <a:gd name="connsiteY134-53372" fmla="*/ 404917 h 6858000"/>
              <a:gd name="connsiteX135-53373" fmla="*/ 70148 w 1508539"/>
              <a:gd name="connsiteY135-53374" fmla="*/ 367211 h 6858000"/>
              <a:gd name="connsiteX136-53375" fmla="*/ 36452 w 1508539"/>
              <a:gd name="connsiteY136-53376" fmla="*/ 268519 h 6858000"/>
              <a:gd name="connsiteX137-53377" fmla="*/ 23935 w 1508539"/>
              <a:gd name="connsiteY137-53378" fmla="*/ 160886 h 6858000"/>
              <a:gd name="connsiteX138-53379" fmla="*/ 19312 w 1508539"/>
              <a:gd name="connsiteY138-53380" fmla="*/ 47336 h 6858000"/>
              <a:gd name="connsiteX139-53381" fmla="*/ 0 w 1508539"/>
              <a:gd name="connsiteY139-53382" fmla="*/ 0 h 6858000"/>
              <a:gd name="connsiteX0-53383" fmla="*/ 0 w 1508539"/>
              <a:gd name="connsiteY0-53384" fmla="*/ 0 h 6858000"/>
              <a:gd name="connsiteX1-53385" fmla="*/ 1508539 w 1508539"/>
              <a:gd name="connsiteY1-53386" fmla="*/ 0 h 6858000"/>
              <a:gd name="connsiteX2-53387" fmla="*/ 1508539 w 1508539"/>
              <a:gd name="connsiteY2-53388" fmla="*/ 6858000 h 6858000"/>
              <a:gd name="connsiteX3-53389" fmla="*/ 245233 w 1508539"/>
              <a:gd name="connsiteY3-53390" fmla="*/ 6857735 h 6858000"/>
              <a:gd name="connsiteX4-53391" fmla="*/ 243784 w 1508539"/>
              <a:gd name="connsiteY4-53392" fmla="*/ 6776847 h 6858000"/>
              <a:gd name="connsiteX5-53393" fmla="*/ 255284 w 1508539"/>
              <a:gd name="connsiteY5-53394" fmla="*/ 6737706 h 6858000"/>
              <a:gd name="connsiteX6-53395" fmla="*/ 267342 w 1508539"/>
              <a:gd name="connsiteY6-53396" fmla="*/ 6683638 h 6858000"/>
              <a:gd name="connsiteX7-53397" fmla="*/ 295622 w 1508539"/>
              <a:gd name="connsiteY7-53398" fmla="*/ 6659970 h 6858000"/>
              <a:gd name="connsiteX8-53399" fmla="*/ 310713 w 1508539"/>
              <a:gd name="connsiteY8-53400" fmla="*/ 6636211 h 6858000"/>
              <a:gd name="connsiteX9-53401" fmla="*/ 328157 w 1508539"/>
              <a:gd name="connsiteY9-53402" fmla="*/ 6594177 h 6858000"/>
              <a:gd name="connsiteX10-53403" fmla="*/ 342197 w 1508539"/>
              <a:gd name="connsiteY10-53404" fmla="*/ 6557575 h 6858000"/>
              <a:gd name="connsiteX11-53405" fmla="*/ 395154 w 1508539"/>
              <a:gd name="connsiteY11-53406" fmla="*/ 6492130 h 6858000"/>
              <a:gd name="connsiteX12-53407" fmla="*/ 410841 w 1508539"/>
              <a:gd name="connsiteY12-53408" fmla="*/ 6431610 h 6858000"/>
              <a:gd name="connsiteX13-53409" fmla="*/ 454546 w 1508539"/>
              <a:gd name="connsiteY13-53410" fmla="*/ 6379786 h 6858000"/>
              <a:gd name="connsiteX14-53411" fmla="*/ 437769 w 1508539"/>
              <a:gd name="connsiteY14-53412" fmla="*/ 6334727 h 6858000"/>
              <a:gd name="connsiteX15-53413" fmla="*/ 415184 w 1508539"/>
              <a:gd name="connsiteY15-53414" fmla="*/ 6313295 h 6858000"/>
              <a:gd name="connsiteX16-53415" fmla="*/ 422348 w 1508539"/>
              <a:gd name="connsiteY16-53416" fmla="*/ 6280046 h 6858000"/>
              <a:gd name="connsiteX17-53417" fmla="*/ 405093 w 1508539"/>
              <a:gd name="connsiteY17-53418" fmla="*/ 6270265 h 6858000"/>
              <a:gd name="connsiteX18-53419" fmla="*/ 432121 w 1508539"/>
              <a:gd name="connsiteY18-53420" fmla="*/ 6252834 h 6858000"/>
              <a:gd name="connsiteX19-53421" fmla="*/ 410113 w 1508539"/>
              <a:gd name="connsiteY19-53422" fmla="*/ 6202459 h 6858000"/>
              <a:gd name="connsiteX20-53423" fmla="*/ 392003 w 1508539"/>
              <a:gd name="connsiteY20-53424" fmla="*/ 6153037 h 6858000"/>
              <a:gd name="connsiteX21-53425" fmla="*/ 394739 w 1508539"/>
              <a:gd name="connsiteY21-53426" fmla="*/ 6090059 h 6858000"/>
              <a:gd name="connsiteX22-53427" fmla="*/ 386351 w 1508539"/>
              <a:gd name="connsiteY22-53428" fmla="*/ 6028119 h 6858000"/>
              <a:gd name="connsiteX23-53429" fmla="*/ 396942 w 1508539"/>
              <a:gd name="connsiteY23-53430" fmla="*/ 5926735 h 6858000"/>
              <a:gd name="connsiteX24-53431" fmla="*/ 408411 w 1508539"/>
              <a:gd name="connsiteY24-53432" fmla="*/ 5704905 h 6858000"/>
              <a:gd name="connsiteX25-53433" fmla="*/ 425529 w 1508539"/>
              <a:gd name="connsiteY25-53434" fmla="*/ 5676393 h 6858000"/>
              <a:gd name="connsiteX26-53435" fmla="*/ 465121 w 1508539"/>
              <a:gd name="connsiteY26-53436" fmla="*/ 5563435 h 6858000"/>
              <a:gd name="connsiteX27-53437" fmla="*/ 512251 w 1508539"/>
              <a:gd name="connsiteY27-53438" fmla="*/ 5437125 h 6858000"/>
              <a:gd name="connsiteX28-53439" fmla="*/ 525819 w 1508539"/>
              <a:gd name="connsiteY28-53440" fmla="*/ 5396260 h 6858000"/>
              <a:gd name="connsiteX29-53441" fmla="*/ 541800 w 1508539"/>
              <a:gd name="connsiteY29-53442" fmla="*/ 5330009 h 6858000"/>
              <a:gd name="connsiteX30-53443" fmla="*/ 575293 w 1508539"/>
              <a:gd name="connsiteY30-53444" fmla="*/ 5273739 h 6858000"/>
              <a:gd name="connsiteX31-53445" fmla="*/ 584892 w 1508539"/>
              <a:gd name="connsiteY31-53446" fmla="*/ 5241779 h 6858000"/>
              <a:gd name="connsiteX32-53447" fmla="*/ 596118 w 1508539"/>
              <a:gd name="connsiteY32-53448" fmla="*/ 5225268 h 6858000"/>
              <a:gd name="connsiteX33-53449" fmla="*/ 597138 w 1508539"/>
              <a:gd name="connsiteY33-53450" fmla="*/ 5217684 h 6858000"/>
              <a:gd name="connsiteX34-53451" fmla="*/ 604479 w 1508539"/>
              <a:gd name="connsiteY34-53452" fmla="*/ 5193377 h 6858000"/>
              <a:gd name="connsiteX35-53453" fmla="*/ 607782 w 1508539"/>
              <a:gd name="connsiteY35-53454" fmla="*/ 5179288 h 6858000"/>
              <a:gd name="connsiteX36-53455" fmla="*/ 608766 w 1508539"/>
              <a:gd name="connsiteY36-53456" fmla="*/ 5173621 h 6858000"/>
              <a:gd name="connsiteX37-53457" fmla="*/ 604400 w 1508539"/>
              <a:gd name="connsiteY37-53458" fmla="*/ 5159961 h 6858000"/>
              <a:gd name="connsiteX38-53459" fmla="*/ 611077 w 1508539"/>
              <a:gd name="connsiteY38-53460" fmla="*/ 5144295 h 6858000"/>
              <a:gd name="connsiteX39-53461" fmla="*/ 608010 w 1508539"/>
              <a:gd name="connsiteY39-53462" fmla="*/ 5125185 h 6858000"/>
              <a:gd name="connsiteX40-53463" fmla="*/ 614840 w 1508539"/>
              <a:gd name="connsiteY40-53464" fmla="*/ 5121884 h 6858000"/>
              <a:gd name="connsiteX41-53465" fmla="*/ 621876 w 1508539"/>
              <a:gd name="connsiteY41-53466" fmla="*/ 5067850 h 6858000"/>
              <a:gd name="connsiteX42-53467" fmla="*/ 624607 w 1508539"/>
              <a:gd name="connsiteY42-53468" fmla="*/ 5060861 h 6858000"/>
              <a:gd name="connsiteX43-53469" fmla="*/ 621311 w 1508539"/>
              <a:gd name="connsiteY43-53470" fmla="*/ 5034192 h 6858000"/>
              <a:gd name="connsiteX44-53471" fmla="*/ 622865 w 1508539"/>
              <a:gd name="connsiteY44-53472" fmla="*/ 4993030 h 6858000"/>
              <a:gd name="connsiteX45-53473" fmla="*/ 629774 w 1508539"/>
              <a:gd name="connsiteY45-53474" fmla="*/ 4946844 h 6858000"/>
              <a:gd name="connsiteX46-53475" fmla="*/ 625630 w 1508539"/>
              <a:gd name="connsiteY46-53476" fmla="*/ 4932692 h 6858000"/>
              <a:gd name="connsiteX47-53477" fmla="*/ 641033 w 1508539"/>
              <a:gd name="connsiteY47-53478" fmla="*/ 4858827 h 6858000"/>
              <a:gd name="connsiteX48-53479" fmla="*/ 646936 w 1508539"/>
              <a:gd name="connsiteY48-53480" fmla="*/ 4821170 h 6858000"/>
              <a:gd name="connsiteX49-53481" fmla="*/ 651669 w 1508539"/>
              <a:gd name="connsiteY49-53482" fmla="*/ 4780965 h 6858000"/>
              <a:gd name="connsiteX50-53483" fmla="*/ 652962 w 1508539"/>
              <a:gd name="connsiteY50-53484" fmla="*/ 4750867 h 6858000"/>
              <a:gd name="connsiteX51-53485" fmla="*/ 650769 w 1508539"/>
              <a:gd name="connsiteY51-53486" fmla="*/ 4690749 h 6858000"/>
              <a:gd name="connsiteX52-53487" fmla="*/ 646249 w 1508539"/>
              <a:gd name="connsiteY52-53488" fmla="*/ 4584173 h 6858000"/>
              <a:gd name="connsiteX53-53489" fmla="*/ 641332 w 1508539"/>
              <a:gd name="connsiteY53-53490" fmla="*/ 4444346 h 6858000"/>
              <a:gd name="connsiteX54-53491" fmla="*/ 637897 w 1508539"/>
              <a:gd name="connsiteY54-53492" fmla="*/ 4375228 h 6858000"/>
              <a:gd name="connsiteX55-53493" fmla="*/ 618550 w 1508539"/>
              <a:gd name="connsiteY55-53494" fmla="*/ 4214165 h 6858000"/>
              <a:gd name="connsiteX56-53495" fmla="*/ 622623 w 1508539"/>
              <a:gd name="connsiteY56-53496" fmla="*/ 4090296 h 6858000"/>
              <a:gd name="connsiteX57-53497" fmla="*/ 607879 w 1508539"/>
              <a:gd name="connsiteY57-53498" fmla="*/ 4033999 h 6858000"/>
              <a:gd name="connsiteX58-53499" fmla="*/ 609028 w 1508539"/>
              <a:gd name="connsiteY58-53500" fmla="*/ 4031933 h 6858000"/>
              <a:gd name="connsiteX59-53501" fmla="*/ 607604 w 1508539"/>
              <a:gd name="connsiteY59-53502" fmla="*/ 4013953 h 6858000"/>
              <a:gd name="connsiteX60-53503" fmla="*/ 593899 w 1508539"/>
              <a:gd name="connsiteY60-53504" fmla="*/ 3974753 h 6858000"/>
              <a:gd name="connsiteX61-53505" fmla="*/ 595497 w 1508539"/>
              <a:gd name="connsiteY61-53506" fmla="*/ 3969950 h 6858000"/>
              <a:gd name="connsiteX62-53507" fmla="*/ 588919 w 1508539"/>
              <a:gd name="connsiteY62-53508" fmla="*/ 3933779 h 6858000"/>
              <a:gd name="connsiteX63-53509" fmla="*/ 590250 w 1508539"/>
              <a:gd name="connsiteY63-53510" fmla="*/ 3933093 h 6858000"/>
              <a:gd name="connsiteX64-53511" fmla="*/ 594604 w 1508539"/>
              <a:gd name="connsiteY64-53512" fmla="*/ 3922082 h 6858000"/>
              <a:gd name="connsiteX65-53513" fmla="*/ 599682 w 1508539"/>
              <a:gd name="connsiteY65-53514" fmla="*/ 3901461 h 6858000"/>
              <a:gd name="connsiteX66-53515" fmla="*/ 622276 w 1508539"/>
              <a:gd name="connsiteY66-53516" fmla="*/ 3813873 h 6858000"/>
              <a:gd name="connsiteX67-53517" fmla="*/ 621701 w 1508539"/>
              <a:gd name="connsiteY67-53518" fmla="*/ 3806161 h 6858000"/>
              <a:gd name="connsiteX68-53519" fmla="*/ 622008 w 1508539"/>
              <a:gd name="connsiteY68-53520" fmla="*/ 3805957 h 6858000"/>
              <a:gd name="connsiteX69-53521" fmla="*/ 622035 w 1508539"/>
              <a:gd name="connsiteY69-53522" fmla="*/ 3797724 h 6858000"/>
              <a:gd name="connsiteX70-53523" fmla="*/ 620650 w 1508539"/>
              <a:gd name="connsiteY70-53524" fmla="*/ 3792098 h 6858000"/>
              <a:gd name="connsiteX71-53525" fmla="*/ 619534 w 1508539"/>
              <a:gd name="connsiteY71-53526" fmla="*/ 3777135 h 6858000"/>
              <a:gd name="connsiteX72-53527" fmla="*/ 621267 w 1508539"/>
              <a:gd name="connsiteY72-53528" fmla="*/ 3771656 h 6858000"/>
              <a:gd name="connsiteX73-53529" fmla="*/ 625010 w 1508539"/>
              <a:gd name="connsiteY73-53530" fmla="*/ 3769007 h 6858000"/>
              <a:gd name="connsiteX74-53531" fmla="*/ 624476 w 1508539"/>
              <a:gd name="connsiteY74-53532" fmla="*/ 3767709 h 6858000"/>
              <a:gd name="connsiteX75-53533" fmla="*/ 633172 w 1508539"/>
              <a:gd name="connsiteY75-53534" fmla="*/ 3738082 h 6858000"/>
              <a:gd name="connsiteX76-53535" fmla="*/ 640518 w 1508539"/>
              <a:gd name="connsiteY76-53536" fmla="*/ 3673397 h 6858000"/>
              <a:gd name="connsiteX77-53537" fmla="*/ 639814 w 1508539"/>
              <a:gd name="connsiteY77-53538" fmla="*/ 3637109 h 6858000"/>
              <a:gd name="connsiteX78-53539" fmla="*/ 643257 w 1508539"/>
              <a:gd name="connsiteY78-53540" fmla="*/ 3536883 h 6858000"/>
              <a:gd name="connsiteX79-53541" fmla="*/ 650795 w 1508539"/>
              <a:gd name="connsiteY79-53542" fmla="*/ 3435652 h 6858000"/>
              <a:gd name="connsiteX80-53543" fmla="*/ 652466 w 1508539"/>
              <a:gd name="connsiteY80-53544" fmla="*/ 3307769 h 6858000"/>
              <a:gd name="connsiteX81-53545" fmla="*/ 670029 w 1508539"/>
              <a:gd name="connsiteY81-53546" fmla="*/ 3250522 h 6858000"/>
              <a:gd name="connsiteX82-53547" fmla="*/ 670454 w 1508539"/>
              <a:gd name="connsiteY82-53548" fmla="*/ 3229163 h 6858000"/>
              <a:gd name="connsiteX83-53549" fmla="*/ 672277 w 1508539"/>
              <a:gd name="connsiteY83-53550" fmla="*/ 3217217 h 6858000"/>
              <a:gd name="connsiteX84-53551" fmla="*/ 659112 w 1508539"/>
              <a:gd name="connsiteY84-53552" fmla="*/ 3183755 h 6858000"/>
              <a:gd name="connsiteX85-53553" fmla="*/ 659613 w 1508539"/>
              <a:gd name="connsiteY85-53554" fmla="*/ 3178642 h 6858000"/>
              <a:gd name="connsiteX86-53555" fmla="*/ 647213 w 1508539"/>
              <a:gd name="connsiteY86-53556" fmla="*/ 3158586 h 6858000"/>
              <a:gd name="connsiteX87-53557" fmla="*/ 632398 w 1508539"/>
              <a:gd name="connsiteY87-53558" fmla="*/ 3129034 h 6858000"/>
              <a:gd name="connsiteX88-53559" fmla="*/ 633063 w 1508539"/>
              <a:gd name="connsiteY88-53560" fmla="*/ 3126682 h 6858000"/>
              <a:gd name="connsiteX89-53561" fmla="*/ 623931 w 1508539"/>
              <a:gd name="connsiteY89-53562" fmla="*/ 3114519 h 6858000"/>
              <a:gd name="connsiteX90-53563" fmla="*/ 610540 w 1508539"/>
              <a:gd name="connsiteY90-53564" fmla="*/ 3106272 h 6858000"/>
              <a:gd name="connsiteX91-53565" fmla="*/ 583270 w 1508539"/>
              <a:gd name="connsiteY91-53566" fmla="*/ 2958185 h 6858000"/>
              <a:gd name="connsiteX92-53567" fmla="*/ 525884 w 1508539"/>
              <a:gd name="connsiteY92-53568" fmla="*/ 2762989 h 6858000"/>
              <a:gd name="connsiteX93-53569" fmla="*/ 474802 w 1508539"/>
              <a:gd name="connsiteY93-53570" fmla="*/ 2554718 h 6858000"/>
              <a:gd name="connsiteX94-53571" fmla="*/ 454896 w 1508539"/>
              <a:gd name="connsiteY94-53572" fmla="*/ 2485734 h 6858000"/>
              <a:gd name="connsiteX95-53573" fmla="*/ 445619 w 1508539"/>
              <a:gd name="connsiteY95-53574" fmla="*/ 2447068 h 6858000"/>
              <a:gd name="connsiteX96-53575" fmla="*/ 432580 w 1508539"/>
              <a:gd name="connsiteY96-53576" fmla="*/ 2425819 h 6858000"/>
              <a:gd name="connsiteX97-53577" fmla="*/ 438579 w 1508539"/>
              <a:gd name="connsiteY97-53578" fmla="*/ 2402874 h 6858000"/>
              <a:gd name="connsiteX98-53579" fmla="*/ 441191 w 1508539"/>
              <a:gd name="connsiteY98-53580" fmla="*/ 2381443 h 6858000"/>
              <a:gd name="connsiteX99-53581" fmla="*/ 417520 w 1508539"/>
              <a:gd name="connsiteY99-53582" fmla="*/ 2261920 h 6858000"/>
              <a:gd name="connsiteX100-53583" fmla="*/ 407407 w 1508539"/>
              <a:gd name="connsiteY100-53584" fmla="*/ 2195378 h 6858000"/>
              <a:gd name="connsiteX101-53585" fmla="*/ 391624 w 1508539"/>
              <a:gd name="connsiteY101-53586" fmla="*/ 2155135 h 6858000"/>
              <a:gd name="connsiteX102-53587" fmla="*/ 389082 w 1508539"/>
              <a:gd name="connsiteY102-53588" fmla="*/ 2118008 h 6858000"/>
              <a:gd name="connsiteX103-53589" fmla="*/ 390075 w 1508539"/>
              <a:gd name="connsiteY103-53590" fmla="*/ 2050531 h 6858000"/>
              <a:gd name="connsiteX104-53591" fmla="*/ 381881 w 1508539"/>
              <a:gd name="connsiteY104-53592" fmla="*/ 1963269 h 6858000"/>
              <a:gd name="connsiteX105-53593" fmla="*/ 363059 w 1508539"/>
              <a:gd name="connsiteY105-53594" fmla="*/ 1906352 h 6858000"/>
              <a:gd name="connsiteX106-53595" fmla="*/ 339616 w 1508539"/>
              <a:gd name="connsiteY106-53596" fmla="*/ 1861531 h 6858000"/>
              <a:gd name="connsiteX107-53597" fmla="*/ 293415 w 1508539"/>
              <a:gd name="connsiteY107-53598" fmla="*/ 1732919 h 6858000"/>
              <a:gd name="connsiteX108-53599" fmla="*/ 265726 w 1508539"/>
              <a:gd name="connsiteY108-53600" fmla="*/ 1663540 h 6858000"/>
              <a:gd name="connsiteX109-53601" fmla="*/ 264852 w 1508539"/>
              <a:gd name="connsiteY109-53602" fmla="*/ 1615777 h 6858000"/>
              <a:gd name="connsiteX110-53603" fmla="*/ 245647 w 1508539"/>
              <a:gd name="connsiteY110-53604" fmla="*/ 1563678 h 6858000"/>
              <a:gd name="connsiteX111-53605" fmla="*/ 258727 w 1508539"/>
              <a:gd name="connsiteY111-53606" fmla="*/ 1519474 h 6858000"/>
              <a:gd name="connsiteX112-53607" fmla="*/ 251469 w 1508539"/>
              <a:gd name="connsiteY112-53608" fmla="*/ 1477995 h 6858000"/>
              <a:gd name="connsiteX113-53609" fmla="*/ 237554 w 1508539"/>
              <a:gd name="connsiteY113-53610" fmla="*/ 1373769 h 6858000"/>
              <a:gd name="connsiteX114-53611" fmla="*/ 245861 w 1508539"/>
              <a:gd name="connsiteY114-53612" fmla="*/ 1307086 h 6858000"/>
              <a:gd name="connsiteX115-53613" fmla="*/ 247049 w 1508539"/>
              <a:gd name="connsiteY115-53614" fmla="*/ 1189033 h 6858000"/>
              <a:gd name="connsiteX116-53615" fmla="*/ 251734 w 1508539"/>
              <a:gd name="connsiteY116-53616" fmla="*/ 1168288 h 6858000"/>
              <a:gd name="connsiteX117-53617" fmla="*/ 244016 w 1508539"/>
              <a:gd name="connsiteY117-53618" fmla="*/ 1142577 h 6858000"/>
              <a:gd name="connsiteX118-53619" fmla="*/ 233322 w 1508539"/>
              <a:gd name="connsiteY118-53620" fmla="*/ 1088484 h 6858000"/>
              <a:gd name="connsiteX119-53621" fmla="*/ 222058 w 1508539"/>
              <a:gd name="connsiteY119-53622" fmla="*/ 1016103 h 6858000"/>
              <a:gd name="connsiteX120-53623" fmla="*/ 223514 w 1508539"/>
              <a:gd name="connsiteY120-53624" fmla="*/ 932283 h 6858000"/>
              <a:gd name="connsiteX121-53625" fmla="*/ 225750 w 1508539"/>
              <a:gd name="connsiteY121-53626" fmla="*/ 915925 h 6858000"/>
              <a:gd name="connsiteX122-53627" fmla="*/ 218379 w 1508539"/>
              <a:gd name="connsiteY122-53628" fmla="*/ 896999 h 6858000"/>
              <a:gd name="connsiteX123-53629" fmla="*/ 187787 w 1508539"/>
              <a:gd name="connsiteY123-53630" fmla="*/ 821517 h 6858000"/>
              <a:gd name="connsiteX124-53631" fmla="*/ 166737 w 1508539"/>
              <a:gd name="connsiteY124-53632" fmla="*/ 751353 h 6858000"/>
              <a:gd name="connsiteX125-53633" fmla="*/ 166295 w 1508539"/>
              <a:gd name="connsiteY125-53634" fmla="*/ 721230 h 6858000"/>
              <a:gd name="connsiteX126-53635" fmla="*/ 151966 w 1508539"/>
              <a:gd name="connsiteY126-53636" fmla="*/ 681659 h 6858000"/>
              <a:gd name="connsiteX127-53637" fmla="*/ 137385 w 1508539"/>
              <a:gd name="connsiteY127-53638" fmla="*/ 635218 h 6858000"/>
              <a:gd name="connsiteX128-53639" fmla="*/ 142396 w 1508539"/>
              <a:gd name="connsiteY128-53640" fmla="*/ 613763 h 6858000"/>
              <a:gd name="connsiteX129-53641" fmla="*/ 128338 w 1508539"/>
              <a:gd name="connsiteY129-53642" fmla="*/ 598582 h 6858000"/>
              <a:gd name="connsiteX130-53643" fmla="*/ 128019 w 1508539"/>
              <a:gd name="connsiteY130-53644" fmla="*/ 576846 h 6858000"/>
              <a:gd name="connsiteX131-53645" fmla="*/ 107645 w 1508539"/>
              <a:gd name="connsiteY131-53646" fmla="*/ 530055 h 6858000"/>
              <a:gd name="connsiteX132-53647" fmla="*/ 106893 w 1508539"/>
              <a:gd name="connsiteY132-53648" fmla="*/ 465389 h 6858000"/>
              <a:gd name="connsiteX133-53649" fmla="*/ 89816 w 1508539"/>
              <a:gd name="connsiteY133-53650" fmla="*/ 424699 h 6858000"/>
              <a:gd name="connsiteX134-53651" fmla="*/ 90191 w 1508539"/>
              <a:gd name="connsiteY134-53652" fmla="*/ 404917 h 6858000"/>
              <a:gd name="connsiteX135-53653" fmla="*/ 70148 w 1508539"/>
              <a:gd name="connsiteY135-53654" fmla="*/ 367211 h 6858000"/>
              <a:gd name="connsiteX136-53655" fmla="*/ 36452 w 1508539"/>
              <a:gd name="connsiteY136-53656" fmla="*/ 268519 h 6858000"/>
              <a:gd name="connsiteX137-53657" fmla="*/ 23935 w 1508539"/>
              <a:gd name="connsiteY137-53658" fmla="*/ 160886 h 6858000"/>
              <a:gd name="connsiteX138-53659" fmla="*/ 19312 w 1508539"/>
              <a:gd name="connsiteY138-53660" fmla="*/ 47336 h 6858000"/>
              <a:gd name="connsiteX139-53661" fmla="*/ 0 w 1508539"/>
              <a:gd name="connsiteY139-53662" fmla="*/ 0 h 6858000"/>
              <a:gd name="connsiteX0-53663" fmla="*/ 0 w 1508539"/>
              <a:gd name="connsiteY0-53664" fmla="*/ 0 h 6858000"/>
              <a:gd name="connsiteX1-53665" fmla="*/ 1508539 w 1508539"/>
              <a:gd name="connsiteY1-53666" fmla="*/ 0 h 6858000"/>
              <a:gd name="connsiteX2-53667" fmla="*/ 1508539 w 1508539"/>
              <a:gd name="connsiteY2-53668" fmla="*/ 6858000 h 6858000"/>
              <a:gd name="connsiteX3-53669" fmla="*/ 245233 w 1508539"/>
              <a:gd name="connsiteY3-53670" fmla="*/ 6857735 h 6858000"/>
              <a:gd name="connsiteX4-53671" fmla="*/ 243784 w 1508539"/>
              <a:gd name="connsiteY4-53672" fmla="*/ 6776847 h 6858000"/>
              <a:gd name="connsiteX5-53673" fmla="*/ 255284 w 1508539"/>
              <a:gd name="connsiteY5-53674" fmla="*/ 6737706 h 6858000"/>
              <a:gd name="connsiteX6-53675" fmla="*/ 267342 w 1508539"/>
              <a:gd name="connsiteY6-53676" fmla="*/ 6683638 h 6858000"/>
              <a:gd name="connsiteX7-53677" fmla="*/ 295622 w 1508539"/>
              <a:gd name="connsiteY7-53678" fmla="*/ 6659970 h 6858000"/>
              <a:gd name="connsiteX8-53679" fmla="*/ 310713 w 1508539"/>
              <a:gd name="connsiteY8-53680" fmla="*/ 6636211 h 6858000"/>
              <a:gd name="connsiteX9-53681" fmla="*/ 328157 w 1508539"/>
              <a:gd name="connsiteY9-53682" fmla="*/ 6594177 h 6858000"/>
              <a:gd name="connsiteX10-53683" fmla="*/ 342197 w 1508539"/>
              <a:gd name="connsiteY10-53684" fmla="*/ 6557575 h 6858000"/>
              <a:gd name="connsiteX11-53685" fmla="*/ 395154 w 1508539"/>
              <a:gd name="connsiteY11-53686" fmla="*/ 6492130 h 6858000"/>
              <a:gd name="connsiteX12-53687" fmla="*/ 410841 w 1508539"/>
              <a:gd name="connsiteY12-53688" fmla="*/ 6431610 h 6858000"/>
              <a:gd name="connsiteX13-53689" fmla="*/ 454546 w 1508539"/>
              <a:gd name="connsiteY13-53690" fmla="*/ 6379786 h 6858000"/>
              <a:gd name="connsiteX14-53691" fmla="*/ 437769 w 1508539"/>
              <a:gd name="connsiteY14-53692" fmla="*/ 6334727 h 6858000"/>
              <a:gd name="connsiteX15-53693" fmla="*/ 415184 w 1508539"/>
              <a:gd name="connsiteY15-53694" fmla="*/ 6313295 h 6858000"/>
              <a:gd name="connsiteX16-53695" fmla="*/ 422348 w 1508539"/>
              <a:gd name="connsiteY16-53696" fmla="*/ 6280046 h 6858000"/>
              <a:gd name="connsiteX17-53697" fmla="*/ 405093 w 1508539"/>
              <a:gd name="connsiteY17-53698" fmla="*/ 6270265 h 6858000"/>
              <a:gd name="connsiteX18-53699" fmla="*/ 432121 w 1508539"/>
              <a:gd name="connsiteY18-53700" fmla="*/ 6252834 h 6858000"/>
              <a:gd name="connsiteX19-53701" fmla="*/ 410113 w 1508539"/>
              <a:gd name="connsiteY19-53702" fmla="*/ 6202459 h 6858000"/>
              <a:gd name="connsiteX20-53703" fmla="*/ 392003 w 1508539"/>
              <a:gd name="connsiteY20-53704" fmla="*/ 6153037 h 6858000"/>
              <a:gd name="connsiteX21-53705" fmla="*/ 394739 w 1508539"/>
              <a:gd name="connsiteY21-53706" fmla="*/ 6090059 h 6858000"/>
              <a:gd name="connsiteX22-53707" fmla="*/ 386351 w 1508539"/>
              <a:gd name="connsiteY22-53708" fmla="*/ 6028119 h 6858000"/>
              <a:gd name="connsiteX23-53709" fmla="*/ 396942 w 1508539"/>
              <a:gd name="connsiteY23-53710" fmla="*/ 5926735 h 6858000"/>
              <a:gd name="connsiteX24-53711" fmla="*/ 408411 w 1508539"/>
              <a:gd name="connsiteY24-53712" fmla="*/ 5704905 h 6858000"/>
              <a:gd name="connsiteX25-53713" fmla="*/ 425529 w 1508539"/>
              <a:gd name="connsiteY25-53714" fmla="*/ 5676393 h 6858000"/>
              <a:gd name="connsiteX26-53715" fmla="*/ 465121 w 1508539"/>
              <a:gd name="connsiteY26-53716" fmla="*/ 5563435 h 6858000"/>
              <a:gd name="connsiteX27-53717" fmla="*/ 512251 w 1508539"/>
              <a:gd name="connsiteY27-53718" fmla="*/ 5437125 h 6858000"/>
              <a:gd name="connsiteX28-53719" fmla="*/ 525819 w 1508539"/>
              <a:gd name="connsiteY28-53720" fmla="*/ 5396260 h 6858000"/>
              <a:gd name="connsiteX29-53721" fmla="*/ 541800 w 1508539"/>
              <a:gd name="connsiteY29-53722" fmla="*/ 5330009 h 6858000"/>
              <a:gd name="connsiteX30-53723" fmla="*/ 575293 w 1508539"/>
              <a:gd name="connsiteY30-53724" fmla="*/ 5273739 h 6858000"/>
              <a:gd name="connsiteX31-53725" fmla="*/ 584892 w 1508539"/>
              <a:gd name="connsiteY31-53726" fmla="*/ 5241779 h 6858000"/>
              <a:gd name="connsiteX32-53727" fmla="*/ 596118 w 1508539"/>
              <a:gd name="connsiteY32-53728" fmla="*/ 5225268 h 6858000"/>
              <a:gd name="connsiteX33-53729" fmla="*/ 597138 w 1508539"/>
              <a:gd name="connsiteY33-53730" fmla="*/ 5217684 h 6858000"/>
              <a:gd name="connsiteX34-53731" fmla="*/ 604479 w 1508539"/>
              <a:gd name="connsiteY34-53732" fmla="*/ 5193377 h 6858000"/>
              <a:gd name="connsiteX35-53733" fmla="*/ 607782 w 1508539"/>
              <a:gd name="connsiteY35-53734" fmla="*/ 5179288 h 6858000"/>
              <a:gd name="connsiteX36-53735" fmla="*/ 608766 w 1508539"/>
              <a:gd name="connsiteY36-53736" fmla="*/ 5173621 h 6858000"/>
              <a:gd name="connsiteX37-53737" fmla="*/ 604400 w 1508539"/>
              <a:gd name="connsiteY37-53738" fmla="*/ 5159961 h 6858000"/>
              <a:gd name="connsiteX38-53739" fmla="*/ 611077 w 1508539"/>
              <a:gd name="connsiteY38-53740" fmla="*/ 5144295 h 6858000"/>
              <a:gd name="connsiteX39-53741" fmla="*/ 608010 w 1508539"/>
              <a:gd name="connsiteY39-53742" fmla="*/ 5125185 h 6858000"/>
              <a:gd name="connsiteX40-53743" fmla="*/ 614840 w 1508539"/>
              <a:gd name="connsiteY40-53744" fmla="*/ 5121884 h 6858000"/>
              <a:gd name="connsiteX41-53745" fmla="*/ 621876 w 1508539"/>
              <a:gd name="connsiteY41-53746" fmla="*/ 5067850 h 6858000"/>
              <a:gd name="connsiteX42-53747" fmla="*/ 624607 w 1508539"/>
              <a:gd name="connsiteY42-53748" fmla="*/ 5060861 h 6858000"/>
              <a:gd name="connsiteX43-53749" fmla="*/ 621311 w 1508539"/>
              <a:gd name="connsiteY43-53750" fmla="*/ 5034192 h 6858000"/>
              <a:gd name="connsiteX44-53751" fmla="*/ 622865 w 1508539"/>
              <a:gd name="connsiteY44-53752" fmla="*/ 4993030 h 6858000"/>
              <a:gd name="connsiteX45-53753" fmla="*/ 629774 w 1508539"/>
              <a:gd name="connsiteY45-53754" fmla="*/ 4946844 h 6858000"/>
              <a:gd name="connsiteX46-53755" fmla="*/ 625630 w 1508539"/>
              <a:gd name="connsiteY46-53756" fmla="*/ 4932692 h 6858000"/>
              <a:gd name="connsiteX47-53757" fmla="*/ 641033 w 1508539"/>
              <a:gd name="connsiteY47-53758" fmla="*/ 4858827 h 6858000"/>
              <a:gd name="connsiteX48-53759" fmla="*/ 646936 w 1508539"/>
              <a:gd name="connsiteY48-53760" fmla="*/ 4821170 h 6858000"/>
              <a:gd name="connsiteX49-53761" fmla="*/ 651669 w 1508539"/>
              <a:gd name="connsiteY49-53762" fmla="*/ 4780965 h 6858000"/>
              <a:gd name="connsiteX50-53763" fmla="*/ 652962 w 1508539"/>
              <a:gd name="connsiteY50-53764" fmla="*/ 4750867 h 6858000"/>
              <a:gd name="connsiteX51-53765" fmla="*/ 650769 w 1508539"/>
              <a:gd name="connsiteY51-53766" fmla="*/ 4690749 h 6858000"/>
              <a:gd name="connsiteX52-53767" fmla="*/ 646249 w 1508539"/>
              <a:gd name="connsiteY52-53768" fmla="*/ 4584173 h 6858000"/>
              <a:gd name="connsiteX53-53769" fmla="*/ 641332 w 1508539"/>
              <a:gd name="connsiteY53-53770" fmla="*/ 4444346 h 6858000"/>
              <a:gd name="connsiteX54-53771" fmla="*/ 637897 w 1508539"/>
              <a:gd name="connsiteY54-53772" fmla="*/ 4375228 h 6858000"/>
              <a:gd name="connsiteX55-53773" fmla="*/ 618550 w 1508539"/>
              <a:gd name="connsiteY55-53774" fmla="*/ 4214165 h 6858000"/>
              <a:gd name="connsiteX56-53775" fmla="*/ 622623 w 1508539"/>
              <a:gd name="connsiteY56-53776" fmla="*/ 4090296 h 6858000"/>
              <a:gd name="connsiteX57-53777" fmla="*/ 607879 w 1508539"/>
              <a:gd name="connsiteY57-53778" fmla="*/ 4033999 h 6858000"/>
              <a:gd name="connsiteX58-53779" fmla="*/ 609028 w 1508539"/>
              <a:gd name="connsiteY58-53780" fmla="*/ 4031933 h 6858000"/>
              <a:gd name="connsiteX59-53781" fmla="*/ 607604 w 1508539"/>
              <a:gd name="connsiteY59-53782" fmla="*/ 4013953 h 6858000"/>
              <a:gd name="connsiteX60-53783" fmla="*/ 593899 w 1508539"/>
              <a:gd name="connsiteY60-53784" fmla="*/ 3974753 h 6858000"/>
              <a:gd name="connsiteX61-53785" fmla="*/ 595497 w 1508539"/>
              <a:gd name="connsiteY61-53786" fmla="*/ 3969950 h 6858000"/>
              <a:gd name="connsiteX62-53787" fmla="*/ 588919 w 1508539"/>
              <a:gd name="connsiteY62-53788" fmla="*/ 3933779 h 6858000"/>
              <a:gd name="connsiteX63-53789" fmla="*/ 590250 w 1508539"/>
              <a:gd name="connsiteY63-53790" fmla="*/ 3933093 h 6858000"/>
              <a:gd name="connsiteX64-53791" fmla="*/ 594604 w 1508539"/>
              <a:gd name="connsiteY64-53792" fmla="*/ 3922082 h 6858000"/>
              <a:gd name="connsiteX65-53793" fmla="*/ 599682 w 1508539"/>
              <a:gd name="connsiteY65-53794" fmla="*/ 3901461 h 6858000"/>
              <a:gd name="connsiteX66-53795" fmla="*/ 622276 w 1508539"/>
              <a:gd name="connsiteY66-53796" fmla="*/ 3813873 h 6858000"/>
              <a:gd name="connsiteX67-53797" fmla="*/ 621701 w 1508539"/>
              <a:gd name="connsiteY67-53798" fmla="*/ 3806161 h 6858000"/>
              <a:gd name="connsiteX68-53799" fmla="*/ 622008 w 1508539"/>
              <a:gd name="connsiteY68-53800" fmla="*/ 3805957 h 6858000"/>
              <a:gd name="connsiteX69-53801" fmla="*/ 622035 w 1508539"/>
              <a:gd name="connsiteY69-53802" fmla="*/ 3797724 h 6858000"/>
              <a:gd name="connsiteX70-53803" fmla="*/ 620650 w 1508539"/>
              <a:gd name="connsiteY70-53804" fmla="*/ 3792098 h 6858000"/>
              <a:gd name="connsiteX71-53805" fmla="*/ 619534 w 1508539"/>
              <a:gd name="connsiteY71-53806" fmla="*/ 3777135 h 6858000"/>
              <a:gd name="connsiteX72-53807" fmla="*/ 621267 w 1508539"/>
              <a:gd name="connsiteY72-53808" fmla="*/ 3771656 h 6858000"/>
              <a:gd name="connsiteX73-53809" fmla="*/ 625010 w 1508539"/>
              <a:gd name="connsiteY73-53810" fmla="*/ 3769007 h 6858000"/>
              <a:gd name="connsiteX74-53811" fmla="*/ 624476 w 1508539"/>
              <a:gd name="connsiteY74-53812" fmla="*/ 3767709 h 6858000"/>
              <a:gd name="connsiteX75-53813" fmla="*/ 633172 w 1508539"/>
              <a:gd name="connsiteY75-53814" fmla="*/ 3738082 h 6858000"/>
              <a:gd name="connsiteX76-53815" fmla="*/ 640518 w 1508539"/>
              <a:gd name="connsiteY76-53816" fmla="*/ 3673397 h 6858000"/>
              <a:gd name="connsiteX77-53817" fmla="*/ 639814 w 1508539"/>
              <a:gd name="connsiteY77-53818" fmla="*/ 3637109 h 6858000"/>
              <a:gd name="connsiteX78-53819" fmla="*/ 643257 w 1508539"/>
              <a:gd name="connsiteY78-53820" fmla="*/ 3536883 h 6858000"/>
              <a:gd name="connsiteX79-53821" fmla="*/ 650795 w 1508539"/>
              <a:gd name="connsiteY79-53822" fmla="*/ 3435652 h 6858000"/>
              <a:gd name="connsiteX80-53823" fmla="*/ 652466 w 1508539"/>
              <a:gd name="connsiteY80-53824" fmla="*/ 3307769 h 6858000"/>
              <a:gd name="connsiteX81-53825" fmla="*/ 670029 w 1508539"/>
              <a:gd name="connsiteY81-53826" fmla="*/ 3250522 h 6858000"/>
              <a:gd name="connsiteX82-53827" fmla="*/ 670454 w 1508539"/>
              <a:gd name="connsiteY82-53828" fmla="*/ 3229163 h 6858000"/>
              <a:gd name="connsiteX83-53829" fmla="*/ 672277 w 1508539"/>
              <a:gd name="connsiteY83-53830" fmla="*/ 3217217 h 6858000"/>
              <a:gd name="connsiteX84-53831" fmla="*/ 659112 w 1508539"/>
              <a:gd name="connsiteY84-53832" fmla="*/ 3183755 h 6858000"/>
              <a:gd name="connsiteX85-53833" fmla="*/ 659613 w 1508539"/>
              <a:gd name="connsiteY85-53834" fmla="*/ 3178642 h 6858000"/>
              <a:gd name="connsiteX86-53835" fmla="*/ 647213 w 1508539"/>
              <a:gd name="connsiteY86-53836" fmla="*/ 3158586 h 6858000"/>
              <a:gd name="connsiteX87-53837" fmla="*/ 632398 w 1508539"/>
              <a:gd name="connsiteY87-53838" fmla="*/ 3129034 h 6858000"/>
              <a:gd name="connsiteX88-53839" fmla="*/ 633063 w 1508539"/>
              <a:gd name="connsiteY88-53840" fmla="*/ 3126682 h 6858000"/>
              <a:gd name="connsiteX89-53841" fmla="*/ 623931 w 1508539"/>
              <a:gd name="connsiteY89-53842" fmla="*/ 3114519 h 6858000"/>
              <a:gd name="connsiteX90-53843" fmla="*/ 610540 w 1508539"/>
              <a:gd name="connsiteY90-53844" fmla="*/ 3106272 h 6858000"/>
              <a:gd name="connsiteX91-53845" fmla="*/ 583270 w 1508539"/>
              <a:gd name="connsiteY91-53846" fmla="*/ 2958185 h 6858000"/>
              <a:gd name="connsiteX92-53847" fmla="*/ 525884 w 1508539"/>
              <a:gd name="connsiteY92-53848" fmla="*/ 2762989 h 6858000"/>
              <a:gd name="connsiteX93-53849" fmla="*/ 474802 w 1508539"/>
              <a:gd name="connsiteY93-53850" fmla="*/ 2554718 h 6858000"/>
              <a:gd name="connsiteX94-53851" fmla="*/ 454896 w 1508539"/>
              <a:gd name="connsiteY94-53852" fmla="*/ 2485734 h 6858000"/>
              <a:gd name="connsiteX95-53853" fmla="*/ 445619 w 1508539"/>
              <a:gd name="connsiteY95-53854" fmla="*/ 2447068 h 6858000"/>
              <a:gd name="connsiteX96-53855" fmla="*/ 432580 w 1508539"/>
              <a:gd name="connsiteY96-53856" fmla="*/ 2425819 h 6858000"/>
              <a:gd name="connsiteX97-53857" fmla="*/ 438579 w 1508539"/>
              <a:gd name="connsiteY97-53858" fmla="*/ 2402874 h 6858000"/>
              <a:gd name="connsiteX98-53859" fmla="*/ 441191 w 1508539"/>
              <a:gd name="connsiteY98-53860" fmla="*/ 2381443 h 6858000"/>
              <a:gd name="connsiteX99-53861" fmla="*/ 417520 w 1508539"/>
              <a:gd name="connsiteY99-53862" fmla="*/ 2261920 h 6858000"/>
              <a:gd name="connsiteX100-53863" fmla="*/ 407407 w 1508539"/>
              <a:gd name="connsiteY100-53864" fmla="*/ 2195378 h 6858000"/>
              <a:gd name="connsiteX101-53865" fmla="*/ 391624 w 1508539"/>
              <a:gd name="connsiteY101-53866" fmla="*/ 2155135 h 6858000"/>
              <a:gd name="connsiteX102-53867" fmla="*/ 389082 w 1508539"/>
              <a:gd name="connsiteY102-53868" fmla="*/ 2118008 h 6858000"/>
              <a:gd name="connsiteX103-53869" fmla="*/ 390075 w 1508539"/>
              <a:gd name="connsiteY103-53870" fmla="*/ 2050531 h 6858000"/>
              <a:gd name="connsiteX104-53871" fmla="*/ 381881 w 1508539"/>
              <a:gd name="connsiteY104-53872" fmla="*/ 1963269 h 6858000"/>
              <a:gd name="connsiteX105-53873" fmla="*/ 363059 w 1508539"/>
              <a:gd name="connsiteY105-53874" fmla="*/ 1906352 h 6858000"/>
              <a:gd name="connsiteX106-53875" fmla="*/ 339616 w 1508539"/>
              <a:gd name="connsiteY106-53876" fmla="*/ 1861531 h 6858000"/>
              <a:gd name="connsiteX107-53877" fmla="*/ 293415 w 1508539"/>
              <a:gd name="connsiteY107-53878" fmla="*/ 1732919 h 6858000"/>
              <a:gd name="connsiteX108-53879" fmla="*/ 265726 w 1508539"/>
              <a:gd name="connsiteY108-53880" fmla="*/ 1663540 h 6858000"/>
              <a:gd name="connsiteX109-53881" fmla="*/ 264852 w 1508539"/>
              <a:gd name="connsiteY109-53882" fmla="*/ 1615777 h 6858000"/>
              <a:gd name="connsiteX110-53883" fmla="*/ 245647 w 1508539"/>
              <a:gd name="connsiteY110-53884" fmla="*/ 1563678 h 6858000"/>
              <a:gd name="connsiteX111-53885" fmla="*/ 258727 w 1508539"/>
              <a:gd name="connsiteY111-53886" fmla="*/ 1519474 h 6858000"/>
              <a:gd name="connsiteX112-53887" fmla="*/ 251469 w 1508539"/>
              <a:gd name="connsiteY112-53888" fmla="*/ 1477995 h 6858000"/>
              <a:gd name="connsiteX113-53889" fmla="*/ 237554 w 1508539"/>
              <a:gd name="connsiteY113-53890" fmla="*/ 1373769 h 6858000"/>
              <a:gd name="connsiteX114-53891" fmla="*/ 245861 w 1508539"/>
              <a:gd name="connsiteY114-53892" fmla="*/ 1307086 h 6858000"/>
              <a:gd name="connsiteX115-53893" fmla="*/ 247049 w 1508539"/>
              <a:gd name="connsiteY115-53894" fmla="*/ 1189033 h 6858000"/>
              <a:gd name="connsiteX116-53895" fmla="*/ 251734 w 1508539"/>
              <a:gd name="connsiteY116-53896" fmla="*/ 1168288 h 6858000"/>
              <a:gd name="connsiteX117-53897" fmla="*/ 244016 w 1508539"/>
              <a:gd name="connsiteY117-53898" fmla="*/ 1142577 h 6858000"/>
              <a:gd name="connsiteX118-53899" fmla="*/ 233322 w 1508539"/>
              <a:gd name="connsiteY118-53900" fmla="*/ 1088484 h 6858000"/>
              <a:gd name="connsiteX119-53901" fmla="*/ 222058 w 1508539"/>
              <a:gd name="connsiteY119-53902" fmla="*/ 1016103 h 6858000"/>
              <a:gd name="connsiteX120-53903" fmla="*/ 223514 w 1508539"/>
              <a:gd name="connsiteY120-53904" fmla="*/ 932283 h 6858000"/>
              <a:gd name="connsiteX121-53905" fmla="*/ 225750 w 1508539"/>
              <a:gd name="connsiteY121-53906" fmla="*/ 915925 h 6858000"/>
              <a:gd name="connsiteX122-53907" fmla="*/ 218379 w 1508539"/>
              <a:gd name="connsiteY122-53908" fmla="*/ 896999 h 6858000"/>
              <a:gd name="connsiteX123-53909" fmla="*/ 187787 w 1508539"/>
              <a:gd name="connsiteY123-53910" fmla="*/ 821517 h 6858000"/>
              <a:gd name="connsiteX124-53911" fmla="*/ 166737 w 1508539"/>
              <a:gd name="connsiteY124-53912" fmla="*/ 751353 h 6858000"/>
              <a:gd name="connsiteX125-53913" fmla="*/ 166295 w 1508539"/>
              <a:gd name="connsiteY125-53914" fmla="*/ 721230 h 6858000"/>
              <a:gd name="connsiteX126-53915" fmla="*/ 151966 w 1508539"/>
              <a:gd name="connsiteY126-53916" fmla="*/ 681659 h 6858000"/>
              <a:gd name="connsiteX127-53917" fmla="*/ 137385 w 1508539"/>
              <a:gd name="connsiteY127-53918" fmla="*/ 635218 h 6858000"/>
              <a:gd name="connsiteX128-53919" fmla="*/ 142396 w 1508539"/>
              <a:gd name="connsiteY128-53920" fmla="*/ 613763 h 6858000"/>
              <a:gd name="connsiteX129-53921" fmla="*/ 128338 w 1508539"/>
              <a:gd name="connsiteY129-53922" fmla="*/ 598582 h 6858000"/>
              <a:gd name="connsiteX130-53923" fmla="*/ 128019 w 1508539"/>
              <a:gd name="connsiteY130-53924" fmla="*/ 576846 h 6858000"/>
              <a:gd name="connsiteX131-53925" fmla="*/ 107645 w 1508539"/>
              <a:gd name="connsiteY131-53926" fmla="*/ 530055 h 6858000"/>
              <a:gd name="connsiteX132-53927" fmla="*/ 106893 w 1508539"/>
              <a:gd name="connsiteY132-53928" fmla="*/ 465389 h 6858000"/>
              <a:gd name="connsiteX133-53929" fmla="*/ 89816 w 1508539"/>
              <a:gd name="connsiteY133-53930" fmla="*/ 424699 h 6858000"/>
              <a:gd name="connsiteX134-53931" fmla="*/ 90191 w 1508539"/>
              <a:gd name="connsiteY134-53932" fmla="*/ 404917 h 6858000"/>
              <a:gd name="connsiteX135-53933" fmla="*/ 70148 w 1508539"/>
              <a:gd name="connsiteY135-53934" fmla="*/ 367211 h 6858000"/>
              <a:gd name="connsiteX136-53935" fmla="*/ 36452 w 1508539"/>
              <a:gd name="connsiteY136-53936" fmla="*/ 268519 h 6858000"/>
              <a:gd name="connsiteX137-53937" fmla="*/ 23935 w 1508539"/>
              <a:gd name="connsiteY137-53938" fmla="*/ 160886 h 6858000"/>
              <a:gd name="connsiteX138-53939" fmla="*/ 19312 w 1508539"/>
              <a:gd name="connsiteY138-53940" fmla="*/ 47336 h 6858000"/>
              <a:gd name="connsiteX139-53941" fmla="*/ 0 w 1508539"/>
              <a:gd name="connsiteY139-53942" fmla="*/ 0 h 6858000"/>
              <a:gd name="connsiteX0-53943" fmla="*/ 0 w 1508539"/>
              <a:gd name="connsiteY0-53944" fmla="*/ 0 h 6858000"/>
              <a:gd name="connsiteX1-53945" fmla="*/ 1508539 w 1508539"/>
              <a:gd name="connsiteY1-53946" fmla="*/ 0 h 6858000"/>
              <a:gd name="connsiteX2-53947" fmla="*/ 1508539 w 1508539"/>
              <a:gd name="connsiteY2-53948" fmla="*/ 6858000 h 6858000"/>
              <a:gd name="connsiteX3-53949" fmla="*/ 245233 w 1508539"/>
              <a:gd name="connsiteY3-53950" fmla="*/ 6857735 h 6858000"/>
              <a:gd name="connsiteX4-53951" fmla="*/ 243784 w 1508539"/>
              <a:gd name="connsiteY4-53952" fmla="*/ 6776847 h 6858000"/>
              <a:gd name="connsiteX5-53953" fmla="*/ 255284 w 1508539"/>
              <a:gd name="connsiteY5-53954" fmla="*/ 6737706 h 6858000"/>
              <a:gd name="connsiteX6-53955" fmla="*/ 267342 w 1508539"/>
              <a:gd name="connsiteY6-53956" fmla="*/ 6683638 h 6858000"/>
              <a:gd name="connsiteX7-53957" fmla="*/ 295622 w 1508539"/>
              <a:gd name="connsiteY7-53958" fmla="*/ 6659970 h 6858000"/>
              <a:gd name="connsiteX8-53959" fmla="*/ 310713 w 1508539"/>
              <a:gd name="connsiteY8-53960" fmla="*/ 6636211 h 6858000"/>
              <a:gd name="connsiteX9-53961" fmla="*/ 328157 w 1508539"/>
              <a:gd name="connsiteY9-53962" fmla="*/ 6594177 h 6858000"/>
              <a:gd name="connsiteX10-53963" fmla="*/ 342197 w 1508539"/>
              <a:gd name="connsiteY10-53964" fmla="*/ 6557575 h 6858000"/>
              <a:gd name="connsiteX11-53965" fmla="*/ 395154 w 1508539"/>
              <a:gd name="connsiteY11-53966" fmla="*/ 6492130 h 6858000"/>
              <a:gd name="connsiteX12-53967" fmla="*/ 410841 w 1508539"/>
              <a:gd name="connsiteY12-53968" fmla="*/ 6431610 h 6858000"/>
              <a:gd name="connsiteX13-53969" fmla="*/ 454546 w 1508539"/>
              <a:gd name="connsiteY13-53970" fmla="*/ 6379786 h 6858000"/>
              <a:gd name="connsiteX14-53971" fmla="*/ 437769 w 1508539"/>
              <a:gd name="connsiteY14-53972" fmla="*/ 6334727 h 6858000"/>
              <a:gd name="connsiteX15-53973" fmla="*/ 415184 w 1508539"/>
              <a:gd name="connsiteY15-53974" fmla="*/ 6313295 h 6858000"/>
              <a:gd name="connsiteX16-53975" fmla="*/ 422348 w 1508539"/>
              <a:gd name="connsiteY16-53976" fmla="*/ 6280046 h 6858000"/>
              <a:gd name="connsiteX17-53977" fmla="*/ 405093 w 1508539"/>
              <a:gd name="connsiteY17-53978" fmla="*/ 6270265 h 6858000"/>
              <a:gd name="connsiteX18-53979" fmla="*/ 432121 w 1508539"/>
              <a:gd name="connsiteY18-53980" fmla="*/ 6252834 h 6858000"/>
              <a:gd name="connsiteX19-53981" fmla="*/ 410113 w 1508539"/>
              <a:gd name="connsiteY19-53982" fmla="*/ 6202459 h 6858000"/>
              <a:gd name="connsiteX20-53983" fmla="*/ 392003 w 1508539"/>
              <a:gd name="connsiteY20-53984" fmla="*/ 6153037 h 6858000"/>
              <a:gd name="connsiteX21-53985" fmla="*/ 394739 w 1508539"/>
              <a:gd name="connsiteY21-53986" fmla="*/ 6090059 h 6858000"/>
              <a:gd name="connsiteX22-53987" fmla="*/ 386351 w 1508539"/>
              <a:gd name="connsiteY22-53988" fmla="*/ 6028119 h 6858000"/>
              <a:gd name="connsiteX23-53989" fmla="*/ 396942 w 1508539"/>
              <a:gd name="connsiteY23-53990" fmla="*/ 5926735 h 6858000"/>
              <a:gd name="connsiteX24-53991" fmla="*/ 446454 w 1508539"/>
              <a:gd name="connsiteY24-53992" fmla="*/ 5712857 h 6858000"/>
              <a:gd name="connsiteX25-53993" fmla="*/ 425529 w 1508539"/>
              <a:gd name="connsiteY25-53994" fmla="*/ 5676393 h 6858000"/>
              <a:gd name="connsiteX26-53995" fmla="*/ 465121 w 1508539"/>
              <a:gd name="connsiteY26-53996" fmla="*/ 5563435 h 6858000"/>
              <a:gd name="connsiteX27-53997" fmla="*/ 512251 w 1508539"/>
              <a:gd name="connsiteY27-53998" fmla="*/ 5437125 h 6858000"/>
              <a:gd name="connsiteX28-53999" fmla="*/ 525819 w 1508539"/>
              <a:gd name="connsiteY28-54000" fmla="*/ 5396260 h 6858000"/>
              <a:gd name="connsiteX29-54001" fmla="*/ 541800 w 1508539"/>
              <a:gd name="connsiteY29-54002" fmla="*/ 5330009 h 6858000"/>
              <a:gd name="connsiteX30-54003" fmla="*/ 575293 w 1508539"/>
              <a:gd name="connsiteY30-54004" fmla="*/ 5273739 h 6858000"/>
              <a:gd name="connsiteX31-54005" fmla="*/ 584892 w 1508539"/>
              <a:gd name="connsiteY31-54006" fmla="*/ 5241779 h 6858000"/>
              <a:gd name="connsiteX32-54007" fmla="*/ 596118 w 1508539"/>
              <a:gd name="connsiteY32-54008" fmla="*/ 5225268 h 6858000"/>
              <a:gd name="connsiteX33-54009" fmla="*/ 597138 w 1508539"/>
              <a:gd name="connsiteY33-54010" fmla="*/ 5217684 h 6858000"/>
              <a:gd name="connsiteX34-54011" fmla="*/ 604479 w 1508539"/>
              <a:gd name="connsiteY34-54012" fmla="*/ 5193377 h 6858000"/>
              <a:gd name="connsiteX35-54013" fmla="*/ 607782 w 1508539"/>
              <a:gd name="connsiteY35-54014" fmla="*/ 5179288 h 6858000"/>
              <a:gd name="connsiteX36-54015" fmla="*/ 608766 w 1508539"/>
              <a:gd name="connsiteY36-54016" fmla="*/ 5173621 h 6858000"/>
              <a:gd name="connsiteX37-54017" fmla="*/ 604400 w 1508539"/>
              <a:gd name="connsiteY37-54018" fmla="*/ 5159961 h 6858000"/>
              <a:gd name="connsiteX38-54019" fmla="*/ 611077 w 1508539"/>
              <a:gd name="connsiteY38-54020" fmla="*/ 5144295 h 6858000"/>
              <a:gd name="connsiteX39-54021" fmla="*/ 608010 w 1508539"/>
              <a:gd name="connsiteY39-54022" fmla="*/ 5125185 h 6858000"/>
              <a:gd name="connsiteX40-54023" fmla="*/ 614840 w 1508539"/>
              <a:gd name="connsiteY40-54024" fmla="*/ 5121884 h 6858000"/>
              <a:gd name="connsiteX41-54025" fmla="*/ 621876 w 1508539"/>
              <a:gd name="connsiteY41-54026" fmla="*/ 5067850 h 6858000"/>
              <a:gd name="connsiteX42-54027" fmla="*/ 624607 w 1508539"/>
              <a:gd name="connsiteY42-54028" fmla="*/ 5060861 h 6858000"/>
              <a:gd name="connsiteX43-54029" fmla="*/ 621311 w 1508539"/>
              <a:gd name="connsiteY43-54030" fmla="*/ 5034192 h 6858000"/>
              <a:gd name="connsiteX44-54031" fmla="*/ 622865 w 1508539"/>
              <a:gd name="connsiteY44-54032" fmla="*/ 4993030 h 6858000"/>
              <a:gd name="connsiteX45-54033" fmla="*/ 629774 w 1508539"/>
              <a:gd name="connsiteY45-54034" fmla="*/ 4946844 h 6858000"/>
              <a:gd name="connsiteX46-54035" fmla="*/ 625630 w 1508539"/>
              <a:gd name="connsiteY46-54036" fmla="*/ 4932692 h 6858000"/>
              <a:gd name="connsiteX47-54037" fmla="*/ 641033 w 1508539"/>
              <a:gd name="connsiteY47-54038" fmla="*/ 4858827 h 6858000"/>
              <a:gd name="connsiteX48-54039" fmla="*/ 646936 w 1508539"/>
              <a:gd name="connsiteY48-54040" fmla="*/ 4821170 h 6858000"/>
              <a:gd name="connsiteX49-54041" fmla="*/ 651669 w 1508539"/>
              <a:gd name="connsiteY49-54042" fmla="*/ 4780965 h 6858000"/>
              <a:gd name="connsiteX50-54043" fmla="*/ 652962 w 1508539"/>
              <a:gd name="connsiteY50-54044" fmla="*/ 4750867 h 6858000"/>
              <a:gd name="connsiteX51-54045" fmla="*/ 650769 w 1508539"/>
              <a:gd name="connsiteY51-54046" fmla="*/ 4690749 h 6858000"/>
              <a:gd name="connsiteX52-54047" fmla="*/ 646249 w 1508539"/>
              <a:gd name="connsiteY52-54048" fmla="*/ 4584173 h 6858000"/>
              <a:gd name="connsiteX53-54049" fmla="*/ 641332 w 1508539"/>
              <a:gd name="connsiteY53-54050" fmla="*/ 4444346 h 6858000"/>
              <a:gd name="connsiteX54-54051" fmla="*/ 637897 w 1508539"/>
              <a:gd name="connsiteY54-54052" fmla="*/ 4375228 h 6858000"/>
              <a:gd name="connsiteX55-54053" fmla="*/ 618550 w 1508539"/>
              <a:gd name="connsiteY55-54054" fmla="*/ 4214165 h 6858000"/>
              <a:gd name="connsiteX56-54055" fmla="*/ 622623 w 1508539"/>
              <a:gd name="connsiteY56-54056" fmla="*/ 4090296 h 6858000"/>
              <a:gd name="connsiteX57-54057" fmla="*/ 607879 w 1508539"/>
              <a:gd name="connsiteY57-54058" fmla="*/ 4033999 h 6858000"/>
              <a:gd name="connsiteX58-54059" fmla="*/ 609028 w 1508539"/>
              <a:gd name="connsiteY58-54060" fmla="*/ 4031933 h 6858000"/>
              <a:gd name="connsiteX59-54061" fmla="*/ 607604 w 1508539"/>
              <a:gd name="connsiteY59-54062" fmla="*/ 4013953 h 6858000"/>
              <a:gd name="connsiteX60-54063" fmla="*/ 593899 w 1508539"/>
              <a:gd name="connsiteY60-54064" fmla="*/ 3974753 h 6858000"/>
              <a:gd name="connsiteX61-54065" fmla="*/ 595497 w 1508539"/>
              <a:gd name="connsiteY61-54066" fmla="*/ 3969950 h 6858000"/>
              <a:gd name="connsiteX62-54067" fmla="*/ 588919 w 1508539"/>
              <a:gd name="connsiteY62-54068" fmla="*/ 3933779 h 6858000"/>
              <a:gd name="connsiteX63-54069" fmla="*/ 590250 w 1508539"/>
              <a:gd name="connsiteY63-54070" fmla="*/ 3933093 h 6858000"/>
              <a:gd name="connsiteX64-54071" fmla="*/ 594604 w 1508539"/>
              <a:gd name="connsiteY64-54072" fmla="*/ 3922082 h 6858000"/>
              <a:gd name="connsiteX65-54073" fmla="*/ 599682 w 1508539"/>
              <a:gd name="connsiteY65-54074" fmla="*/ 3901461 h 6858000"/>
              <a:gd name="connsiteX66-54075" fmla="*/ 622276 w 1508539"/>
              <a:gd name="connsiteY66-54076" fmla="*/ 3813873 h 6858000"/>
              <a:gd name="connsiteX67-54077" fmla="*/ 621701 w 1508539"/>
              <a:gd name="connsiteY67-54078" fmla="*/ 3806161 h 6858000"/>
              <a:gd name="connsiteX68-54079" fmla="*/ 622008 w 1508539"/>
              <a:gd name="connsiteY68-54080" fmla="*/ 3805957 h 6858000"/>
              <a:gd name="connsiteX69-54081" fmla="*/ 622035 w 1508539"/>
              <a:gd name="connsiteY69-54082" fmla="*/ 3797724 h 6858000"/>
              <a:gd name="connsiteX70-54083" fmla="*/ 620650 w 1508539"/>
              <a:gd name="connsiteY70-54084" fmla="*/ 3792098 h 6858000"/>
              <a:gd name="connsiteX71-54085" fmla="*/ 619534 w 1508539"/>
              <a:gd name="connsiteY71-54086" fmla="*/ 3777135 h 6858000"/>
              <a:gd name="connsiteX72-54087" fmla="*/ 621267 w 1508539"/>
              <a:gd name="connsiteY72-54088" fmla="*/ 3771656 h 6858000"/>
              <a:gd name="connsiteX73-54089" fmla="*/ 625010 w 1508539"/>
              <a:gd name="connsiteY73-54090" fmla="*/ 3769007 h 6858000"/>
              <a:gd name="connsiteX74-54091" fmla="*/ 624476 w 1508539"/>
              <a:gd name="connsiteY74-54092" fmla="*/ 3767709 h 6858000"/>
              <a:gd name="connsiteX75-54093" fmla="*/ 633172 w 1508539"/>
              <a:gd name="connsiteY75-54094" fmla="*/ 3738082 h 6858000"/>
              <a:gd name="connsiteX76-54095" fmla="*/ 640518 w 1508539"/>
              <a:gd name="connsiteY76-54096" fmla="*/ 3673397 h 6858000"/>
              <a:gd name="connsiteX77-54097" fmla="*/ 639814 w 1508539"/>
              <a:gd name="connsiteY77-54098" fmla="*/ 3637109 h 6858000"/>
              <a:gd name="connsiteX78-54099" fmla="*/ 643257 w 1508539"/>
              <a:gd name="connsiteY78-54100" fmla="*/ 3536883 h 6858000"/>
              <a:gd name="connsiteX79-54101" fmla="*/ 650795 w 1508539"/>
              <a:gd name="connsiteY79-54102" fmla="*/ 3435652 h 6858000"/>
              <a:gd name="connsiteX80-54103" fmla="*/ 652466 w 1508539"/>
              <a:gd name="connsiteY80-54104" fmla="*/ 3307769 h 6858000"/>
              <a:gd name="connsiteX81-54105" fmla="*/ 670029 w 1508539"/>
              <a:gd name="connsiteY81-54106" fmla="*/ 3250522 h 6858000"/>
              <a:gd name="connsiteX82-54107" fmla="*/ 670454 w 1508539"/>
              <a:gd name="connsiteY82-54108" fmla="*/ 3229163 h 6858000"/>
              <a:gd name="connsiteX83-54109" fmla="*/ 672277 w 1508539"/>
              <a:gd name="connsiteY83-54110" fmla="*/ 3217217 h 6858000"/>
              <a:gd name="connsiteX84-54111" fmla="*/ 659112 w 1508539"/>
              <a:gd name="connsiteY84-54112" fmla="*/ 3183755 h 6858000"/>
              <a:gd name="connsiteX85-54113" fmla="*/ 659613 w 1508539"/>
              <a:gd name="connsiteY85-54114" fmla="*/ 3178642 h 6858000"/>
              <a:gd name="connsiteX86-54115" fmla="*/ 647213 w 1508539"/>
              <a:gd name="connsiteY86-54116" fmla="*/ 3158586 h 6858000"/>
              <a:gd name="connsiteX87-54117" fmla="*/ 632398 w 1508539"/>
              <a:gd name="connsiteY87-54118" fmla="*/ 3129034 h 6858000"/>
              <a:gd name="connsiteX88-54119" fmla="*/ 633063 w 1508539"/>
              <a:gd name="connsiteY88-54120" fmla="*/ 3126682 h 6858000"/>
              <a:gd name="connsiteX89-54121" fmla="*/ 623931 w 1508539"/>
              <a:gd name="connsiteY89-54122" fmla="*/ 3114519 h 6858000"/>
              <a:gd name="connsiteX90-54123" fmla="*/ 610540 w 1508539"/>
              <a:gd name="connsiteY90-54124" fmla="*/ 3106272 h 6858000"/>
              <a:gd name="connsiteX91-54125" fmla="*/ 583270 w 1508539"/>
              <a:gd name="connsiteY91-54126" fmla="*/ 2958185 h 6858000"/>
              <a:gd name="connsiteX92-54127" fmla="*/ 525884 w 1508539"/>
              <a:gd name="connsiteY92-54128" fmla="*/ 2762989 h 6858000"/>
              <a:gd name="connsiteX93-54129" fmla="*/ 474802 w 1508539"/>
              <a:gd name="connsiteY93-54130" fmla="*/ 2554718 h 6858000"/>
              <a:gd name="connsiteX94-54131" fmla="*/ 454896 w 1508539"/>
              <a:gd name="connsiteY94-54132" fmla="*/ 2485734 h 6858000"/>
              <a:gd name="connsiteX95-54133" fmla="*/ 445619 w 1508539"/>
              <a:gd name="connsiteY95-54134" fmla="*/ 2447068 h 6858000"/>
              <a:gd name="connsiteX96-54135" fmla="*/ 432580 w 1508539"/>
              <a:gd name="connsiteY96-54136" fmla="*/ 2425819 h 6858000"/>
              <a:gd name="connsiteX97-54137" fmla="*/ 438579 w 1508539"/>
              <a:gd name="connsiteY97-54138" fmla="*/ 2402874 h 6858000"/>
              <a:gd name="connsiteX98-54139" fmla="*/ 441191 w 1508539"/>
              <a:gd name="connsiteY98-54140" fmla="*/ 2381443 h 6858000"/>
              <a:gd name="connsiteX99-54141" fmla="*/ 417520 w 1508539"/>
              <a:gd name="connsiteY99-54142" fmla="*/ 2261920 h 6858000"/>
              <a:gd name="connsiteX100-54143" fmla="*/ 407407 w 1508539"/>
              <a:gd name="connsiteY100-54144" fmla="*/ 2195378 h 6858000"/>
              <a:gd name="connsiteX101-54145" fmla="*/ 391624 w 1508539"/>
              <a:gd name="connsiteY101-54146" fmla="*/ 2155135 h 6858000"/>
              <a:gd name="connsiteX102-54147" fmla="*/ 389082 w 1508539"/>
              <a:gd name="connsiteY102-54148" fmla="*/ 2118008 h 6858000"/>
              <a:gd name="connsiteX103-54149" fmla="*/ 390075 w 1508539"/>
              <a:gd name="connsiteY103-54150" fmla="*/ 2050531 h 6858000"/>
              <a:gd name="connsiteX104-54151" fmla="*/ 381881 w 1508539"/>
              <a:gd name="connsiteY104-54152" fmla="*/ 1963269 h 6858000"/>
              <a:gd name="connsiteX105-54153" fmla="*/ 363059 w 1508539"/>
              <a:gd name="connsiteY105-54154" fmla="*/ 1906352 h 6858000"/>
              <a:gd name="connsiteX106-54155" fmla="*/ 339616 w 1508539"/>
              <a:gd name="connsiteY106-54156" fmla="*/ 1861531 h 6858000"/>
              <a:gd name="connsiteX107-54157" fmla="*/ 293415 w 1508539"/>
              <a:gd name="connsiteY107-54158" fmla="*/ 1732919 h 6858000"/>
              <a:gd name="connsiteX108-54159" fmla="*/ 265726 w 1508539"/>
              <a:gd name="connsiteY108-54160" fmla="*/ 1663540 h 6858000"/>
              <a:gd name="connsiteX109-54161" fmla="*/ 264852 w 1508539"/>
              <a:gd name="connsiteY109-54162" fmla="*/ 1615777 h 6858000"/>
              <a:gd name="connsiteX110-54163" fmla="*/ 245647 w 1508539"/>
              <a:gd name="connsiteY110-54164" fmla="*/ 1563678 h 6858000"/>
              <a:gd name="connsiteX111-54165" fmla="*/ 258727 w 1508539"/>
              <a:gd name="connsiteY111-54166" fmla="*/ 1519474 h 6858000"/>
              <a:gd name="connsiteX112-54167" fmla="*/ 251469 w 1508539"/>
              <a:gd name="connsiteY112-54168" fmla="*/ 1477995 h 6858000"/>
              <a:gd name="connsiteX113-54169" fmla="*/ 237554 w 1508539"/>
              <a:gd name="connsiteY113-54170" fmla="*/ 1373769 h 6858000"/>
              <a:gd name="connsiteX114-54171" fmla="*/ 245861 w 1508539"/>
              <a:gd name="connsiteY114-54172" fmla="*/ 1307086 h 6858000"/>
              <a:gd name="connsiteX115-54173" fmla="*/ 247049 w 1508539"/>
              <a:gd name="connsiteY115-54174" fmla="*/ 1189033 h 6858000"/>
              <a:gd name="connsiteX116-54175" fmla="*/ 251734 w 1508539"/>
              <a:gd name="connsiteY116-54176" fmla="*/ 1168288 h 6858000"/>
              <a:gd name="connsiteX117-54177" fmla="*/ 244016 w 1508539"/>
              <a:gd name="connsiteY117-54178" fmla="*/ 1142577 h 6858000"/>
              <a:gd name="connsiteX118-54179" fmla="*/ 233322 w 1508539"/>
              <a:gd name="connsiteY118-54180" fmla="*/ 1088484 h 6858000"/>
              <a:gd name="connsiteX119-54181" fmla="*/ 222058 w 1508539"/>
              <a:gd name="connsiteY119-54182" fmla="*/ 1016103 h 6858000"/>
              <a:gd name="connsiteX120-54183" fmla="*/ 223514 w 1508539"/>
              <a:gd name="connsiteY120-54184" fmla="*/ 932283 h 6858000"/>
              <a:gd name="connsiteX121-54185" fmla="*/ 225750 w 1508539"/>
              <a:gd name="connsiteY121-54186" fmla="*/ 915925 h 6858000"/>
              <a:gd name="connsiteX122-54187" fmla="*/ 218379 w 1508539"/>
              <a:gd name="connsiteY122-54188" fmla="*/ 896999 h 6858000"/>
              <a:gd name="connsiteX123-54189" fmla="*/ 187787 w 1508539"/>
              <a:gd name="connsiteY123-54190" fmla="*/ 821517 h 6858000"/>
              <a:gd name="connsiteX124-54191" fmla="*/ 166737 w 1508539"/>
              <a:gd name="connsiteY124-54192" fmla="*/ 751353 h 6858000"/>
              <a:gd name="connsiteX125-54193" fmla="*/ 166295 w 1508539"/>
              <a:gd name="connsiteY125-54194" fmla="*/ 721230 h 6858000"/>
              <a:gd name="connsiteX126-54195" fmla="*/ 151966 w 1508539"/>
              <a:gd name="connsiteY126-54196" fmla="*/ 681659 h 6858000"/>
              <a:gd name="connsiteX127-54197" fmla="*/ 137385 w 1508539"/>
              <a:gd name="connsiteY127-54198" fmla="*/ 635218 h 6858000"/>
              <a:gd name="connsiteX128-54199" fmla="*/ 142396 w 1508539"/>
              <a:gd name="connsiteY128-54200" fmla="*/ 613763 h 6858000"/>
              <a:gd name="connsiteX129-54201" fmla="*/ 128338 w 1508539"/>
              <a:gd name="connsiteY129-54202" fmla="*/ 598582 h 6858000"/>
              <a:gd name="connsiteX130-54203" fmla="*/ 128019 w 1508539"/>
              <a:gd name="connsiteY130-54204" fmla="*/ 576846 h 6858000"/>
              <a:gd name="connsiteX131-54205" fmla="*/ 107645 w 1508539"/>
              <a:gd name="connsiteY131-54206" fmla="*/ 530055 h 6858000"/>
              <a:gd name="connsiteX132-54207" fmla="*/ 106893 w 1508539"/>
              <a:gd name="connsiteY132-54208" fmla="*/ 465389 h 6858000"/>
              <a:gd name="connsiteX133-54209" fmla="*/ 89816 w 1508539"/>
              <a:gd name="connsiteY133-54210" fmla="*/ 424699 h 6858000"/>
              <a:gd name="connsiteX134-54211" fmla="*/ 90191 w 1508539"/>
              <a:gd name="connsiteY134-54212" fmla="*/ 404917 h 6858000"/>
              <a:gd name="connsiteX135-54213" fmla="*/ 70148 w 1508539"/>
              <a:gd name="connsiteY135-54214" fmla="*/ 367211 h 6858000"/>
              <a:gd name="connsiteX136-54215" fmla="*/ 36452 w 1508539"/>
              <a:gd name="connsiteY136-54216" fmla="*/ 268519 h 6858000"/>
              <a:gd name="connsiteX137-54217" fmla="*/ 23935 w 1508539"/>
              <a:gd name="connsiteY137-54218" fmla="*/ 160886 h 6858000"/>
              <a:gd name="connsiteX138-54219" fmla="*/ 19312 w 1508539"/>
              <a:gd name="connsiteY138-54220" fmla="*/ 47336 h 6858000"/>
              <a:gd name="connsiteX139-54221" fmla="*/ 0 w 1508539"/>
              <a:gd name="connsiteY139-54222" fmla="*/ 0 h 6858000"/>
              <a:gd name="connsiteX0-54223" fmla="*/ 0 w 1508539"/>
              <a:gd name="connsiteY0-54224" fmla="*/ 0 h 6858000"/>
              <a:gd name="connsiteX1-54225" fmla="*/ 1508539 w 1508539"/>
              <a:gd name="connsiteY1-54226" fmla="*/ 0 h 6858000"/>
              <a:gd name="connsiteX2-54227" fmla="*/ 1508539 w 1508539"/>
              <a:gd name="connsiteY2-54228" fmla="*/ 6858000 h 6858000"/>
              <a:gd name="connsiteX3-54229" fmla="*/ 245233 w 1508539"/>
              <a:gd name="connsiteY3-54230" fmla="*/ 6857735 h 6858000"/>
              <a:gd name="connsiteX4-54231" fmla="*/ 243784 w 1508539"/>
              <a:gd name="connsiteY4-54232" fmla="*/ 6776847 h 6858000"/>
              <a:gd name="connsiteX5-54233" fmla="*/ 255284 w 1508539"/>
              <a:gd name="connsiteY5-54234" fmla="*/ 6737706 h 6858000"/>
              <a:gd name="connsiteX6-54235" fmla="*/ 267342 w 1508539"/>
              <a:gd name="connsiteY6-54236" fmla="*/ 6683638 h 6858000"/>
              <a:gd name="connsiteX7-54237" fmla="*/ 295622 w 1508539"/>
              <a:gd name="connsiteY7-54238" fmla="*/ 6659970 h 6858000"/>
              <a:gd name="connsiteX8-54239" fmla="*/ 310713 w 1508539"/>
              <a:gd name="connsiteY8-54240" fmla="*/ 6636211 h 6858000"/>
              <a:gd name="connsiteX9-54241" fmla="*/ 328157 w 1508539"/>
              <a:gd name="connsiteY9-54242" fmla="*/ 6594177 h 6858000"/>
              <a:gd name="connsiteX10-54243" fmla="*/ 342197 w 1508539"/>
              <a:gd name="connsiteY10-54244" fmla="*/ 6557575 h 6858000"/>
              <a:gd name="connsiteX11-54245" fmla="*/ 395154 w 1508539"/>
              <a:gd name="connsiteY11-54246" fmla="*/ 6492130 h 6858000"/>
              <a:gd name="connsiteX12-54247" fmla="*/ 410841 w 1508539"/>
              <a:gd name="connsiteY12-54248" fmla="*/ 6431610 h 6858000"/>
              <a:gd name="connsiteX13-54249" fmla="*/ 454546 w 1508539"/>
              <a:gd name="connsiteY13-54250" fmla="*/ 6379786 h 6858000"/>
              <a:gd name="connsiteX14-54251" fmla="*/ 437769 w 1508539"/>
              <a:gd name="connsiteY14-54252" fmla="*/ 6334727 h 6858000"/>
              <a:gd name="connsiteX15-54253" fmla="*/ 415184 w 1508539"/>
              <a:gd name="connsiteY15-54254" fmla="*/ 6313295 h 6858000"/>
              <a:gd name="connsiteX16-54255" fmla="*/ 422348 w 1508539"/>
              <a:gd name="connsiteY16-54256" fmla="*/ 6280046 h 6858000"/>
              <a:gd name="connsiteX17-54257" fmla="*/ 405093 w 1508539"/>
              <a:gd name="connsiteY17-54258" fmla="*/ 6270265 h 6858000"/>
              <a:gd name="connsiteX18-54259" fmla="*/ 432121 w 1508539"/>
              <a:gd name="connsiteY18-54260" fmla="*/ 6252834 h 6858000"/>
              <a:gd name="connsiteX19-54261" fmla="*/ 410113 w 1508539"/>
              <a:gd name="connsiteY19-54262" fmla="*/ 6202459 h 6858000"/>
              <a:gd name="connsiteX20-54263" fmla="*/ 392003 w 1508539"/>
              <a:gd name="connsiteY20-54264" fmla="*/ 6153037 h 6858000"/>
              <a:gd name="connsiteX21-54265" fmla="*/ 394739 w 1508539"/>
              <a:gd name="connsiteY21-54266" fmla="*/ 6090059 h 6858000"/>
              <a:gd name="connsiteX22-54267" fmla="*/ 411713 w 1508539"/>
              <a:gd name="connsiteY22-54268" fmla="*/ 6028119 h 6858000"/>
              <a:gd name="connsiteX23-54269" fmla="*/ 396942 w 1508539"/>
              <a:gd name="connsiteY23-54270" fmla="*/ 5926735 h 6858000"/>
              <a:gd name="connsiteX24-54271" fmla="*/ 446454 w 1508539"/>
              <a:gd name="connsiteY24-54272" fmla="*/ 5712857 h 6858000"/>
              <a:gd name="connsiteX25-54273" fmla="*/ 425529 w 1508539"/>
              <a:gd name="connsiteY25-54274" fmla="*/ 5676393 h 6858000"/>
              <a:gd name="connsiteX26-54275" fmla="*/ 465121 w 1508539"/>
              <a:gd name="connsiteY26-54276" fmla="*/ 5563435 h 6858000"/>
              <a:gd name="connsiteX27-54277" fmla="*/ 512251 w 1508539"/>
              <a:gd name="connsiteY27-54278" fmla="*/ 5437125 h 6858000"/>
              <a:gd name="connsiteX28-54279" fmla="*/ 525819 w 1508539"/>
              <a:gd name="connsiteY28-54280" fmla="*/ 5396260 h 6858000"/>
              <a:gd name="connsiteX29-54281" fmla="*/ 541800 w 1508539"/>
              <a:gd name="connsiteY29-54282" fmla="*/ 5330009 h 6858000"/>
              <a:gd name="connsiteX30-54283" fmla="*/ 575293 w 1508539"/>
              <a:gd name="connsiteY30-54284" fmla="*/ 5273739 h 6858000"/>
              <a:gd name="connsiteX31-54285" fmla="*/ 584892 w 1508539"/>
              <a:gd name="connsiteY31-54286" fmla="*/ 5241779 h 6858000"/>
              <a:gd name="connsiteX32-54287" fmla="*/ 596118 w 1508539"/>
              <a:gd name="connsiteY32-54288" fmla="*/ 5225268 h 6858000"/>
              <a:gd name="connsiteX33-54289" fmla="*/ 597138 w 1508539"/>
              <a:gd name="connsiteY33-54290" fmla="*/ 5217684 h 6858000"/>
              <a:gd name="connsiteX34-54291" fmla="*/ 604479 w 1508539"/>
              <a:gd name="connsiteY34-54292" fmla="*/ 5193377 h 6858000"/>
              <a:gd name="connsiteX35-54293" fmla="*/ 607782 w 1508539"/>
              <a:gd name="connsiteY35-54294" fmla="*/ 5179288 h 6858000"/>
              <a:gd name="connsiteX36-54295" fmla="*/ 608766 w 1508539"/>
              <a:gd name="connsiteY36-54296" fmla="*/ 5173621 h 6858000"/>
              <a:gd name="connsiteX37-54297" fmla="*/ 604400 w 1508539"/>
              <a:gd name="connsiteY37-54298" fmla="*/ 5159961 h 6858000"/>
              <a:gd name="connsiteX38-54299" fmla="*/ 611077 w 1508539"/>
              <a:gd name="connsiteY38-54300" fmla="*/ 5144295 h 6858000"/>
              <a:gd name="connsiteX39-54301" fmla="*/ 608010 w 1508539"/>
              <a:gd name="connsiteY39-54302" fmla="*/ 5125185 h 6858000"/>
              <a:gd name="connsiteX40-54303" fmla="*/ 614840 w 1508539"/>
              <a:gd name="connsiteY40-54304" fmla="*/ 5121884 h 6858000"/>
              <a:gd name="connsiteX41-54305" fmla="*/ 621876 w 1508539"/>
              <a:gd name="connsiteY41-54306" fmla="*/ 5067850 h 6858000"/>
              <a:gd name="connsiteX42-54307" fmla="*/ 624607 w 1508539"/>
              <a:gd name="connsiteY42-54308" fmla="*/ 5060861 h 6858000"/>
              <a:gd name="connsiteX43-54309" fmla="*/ 621311 w 1508539"/>
              <a:gd name="connsiteY43-54310" fmla="*/ 5034192 h 6858000"/>
              <a:gd name="connsiteX44-54311" fmla="*/ 622865 w 1508539"/>
              <a:gd name="connsiteY44-54312" fmla="*/ 4993030 h 6858000"/>
              <a:gd name="connsiteX45-54313" fmla="*/ 629774 w 1508539"/>
              <a:gd name="connsiteY45-54314" fmla="*/ 4946844 h 6858000"/>
              <a:gd name="connsiteX46-54315" fmla="*/ 625630 w 1508539"/>
              <a:gd name="connsiteY46-54316" fmla="*/ 4932692 h 6858000"/>
              <a:gd name="connsiteX47-54317" fmla="*/ 641033 w 1508539"/>
              <a:gd name="connsiteY47-54318" fmla="*/ 4858827 h 6858000"/>
              <a:gd name="connsiteX48-54319" fmla="*/ 646936 w 1508539"/>
              <a:gd name="connsiteY48-54320" fmla="*/ 4821170 h 6858000"/>
              <a:gd name="connsiteX49-54321" fmla="*/ 651669 w 1508539"/>
              <a:gd name="connsiteY49-54322" fmla="*/ 4780965 h 6858000"/>
              <a:gd name="connsiteX50-54323" fmla="*/ 652962 w 1508539"/>
              <a:gd name="connsiteY50-54324" fmla="*/ 4750867 h 6858000"/>
              <a:gd name="connsiteX51-54325" fmla="*/ 650769 w 1508539"/>
              <a:gd name="connsiteY51-54326" fmla="*/ 4690749 h 6858000"/>
              <a:gd name="connsiteX52-54327" fmla="*/ 646249 w 1508539"/>
              <a:gd name="connsiteY52-54328" fmla="*/ 4584173 h 6858000"/>
              <a:gd name="connsiteX53-54329" fmla="*/ 641332 w 1508539"/>
              <a:gd name="connsiteY53-54330" fmla="*/ 4444346 h 6858000"/>
              <a:gd name="connsiteX54-54331" fmla="*/ 637897 w 1508539"/>
              <a:gd name="connsiteY54-54332" fmla="*/ 4375228 h 6858000"/>
              <a:gd name="connsiteX55-54333" fmla="*/ 618550 w 1508539"/>
              <a:gd name="connsiteY55-54334" fmla="*/ 4214165 h 6858000"/>
              <a:gd name="connsiteX56-54335" fmla="*/ 622623 w 1508539"/>
              <a:gd name="connsiteY56-54336" fmla="*/ 4090296 h 6858000"/>
              <a:gd name="connsiteX57-54337" fmla="*/ 607879 w 1508539"/>
              <a:gd name="connsiteY57-54338" fmla="*/ 4033999 h 6858000"/>
              <a:gd name="connsiteX58-54339" fmla="*/ 609028 w 1508539"/>
              <a:gd name="connsiteY58-54340" fmla="*/ 4031933 h 6858000"/>
              <a:gd name="connsiteX59-54341" fmla="*/ 607604 w 1508539"/>
              <a:gd name="connsiteY59-54342" fmla="*/ 4013953 h 6858000"/>
              <a:gd name="connsiteX60-54343" fmla="*/ 593899 w 1508539"/>
              <a:gd name="connsiteY60-54344" fmla="*/ 3974753 h 6858000"/>
              <a:gd name="connsiteX61-54345" fmla="*/ 595497 w 1508539"/>
              <a:gd name="connsiteY61-54346" fmla="*/ 3969950 h 6858000"/>
              <a:gd name="connsiteX62-54347" fmla="*/ 588919 w 1508539"/>
              <a:gd name="connsiteY62-54348" fmla="*/ 3933779 h 6858000"/>
              <a:gd name="connsiteX63-54349" fmla="*/ 590250 w 1508539"/>
              <a:gd name="connsiteY63-54350" fmla="*/ 3933093 h 6858000"/>
              <a:gd name="connsiteX64-54351" fmla="*/ 594604 w 1508539"/>
              <a:gd name="connsiteY64-54352" fmla="*/ 3922082 h 6858000"/>
              <a:gd name="connsiteX65-54353" fmla="*/ 599682 w 1508539"/>
              <a:gd name="connsiteY65-54354" fmla="*/ 3901461 h 6858000"/>
              <a:gd name="connsiteX66-54355" fmla="*/ 622276 w 1508539"/>
              <a:gd name="connsiteY66-54356" fmla="*/ 3813873 h 6858000"/>
              <a:gd name="connsiteX67-54357" fmla="*/ 621701 w 1508539"/>
              <a:gd name="connsiteY67-54358" fmla="*/ 3806161 h 6858000"/>
              <a:gd name="connsiteX68-54359" fmla="*/ 622008 w 1508539"/>
              <a:gd name="connsiteY68-54360" fmla="*/ 3805957 h 6858000"/>
              <a:gd name="connsiteX69-54361" fmla="*/ 622035 w 1508539"/>
              <a:gd name="connsiteY69-54362" fmla="*/ 3797724 h 6858000"/>
              <a:gd name="connsiteX70-54363" fmla="*/ 620650 w 1508539"/>
              <a:gd name="connsiteY70-54364" fmla="*/ 3792098 h 6858000"/>
              <a:gd name="connsiteX71-54365" fmla="*/ 619534 w 1508539"/>
              <a:gd name="connsiteY71-54366" fmla="*/ 3777135 h 6858000"/>
              <a:gd name="connsiteX72-54367" fmla="*/ 621267 w 1508539"/>
              <a:gd name="connsiteY72-54368" fmla="*/ 3771656 h 6858000"/>
              <a:gd name="connsiteX73-54369" fmla="*/ 625010 w 1508539"/>
              <a:gd name="connsiteY73-54370" fmla="*/ 3769007 h 6858000"/>
              <a:gd name="connsiteX74-54371" fmla="*/ 624476 w 1508539"/>
              <a:gd name="connsiteY74-54372" fmla="*/ 3767709 h 6858000"/>
              <a:gd name="connsiteX75-54373" fmla="*/ 633172 w 1508539"/>
              <a:gd name="connsiteY75-54374" fmla="*/ 3738082 h 6858000"/>
              <a:gd name="connsiteX76-54375" fmla="*/ 640518 w 1508539"/>
              <a:gd name="connsiteY76-54376" fmla="*/ 3673397 h 6858000"/>
              <a:gd name="connsiteX77-54377" fmla="*/ 639814 w 1508539"/>
              <a:gd name="connsiteY77-54378" fmla="*/ 3637109 h 6858000"/>
              <a:gd name="connsiteX78-54379" fmla="*/ 643257 w 1508539"/>
              <a:gd name="connsiteY78-54380" fmla="*/ 3536883 h 6858000"/>
              <a:gd name="connsiteX79-54381" fmla="*/ 650795 w 1508539"/>
              <a:gd name="connsiteY79-54382" fmla="*/ 3435652 h 6858000"/>
              <a:gd name="connsiteX80-54383" fmla="*/ 652466 w 1508539"/>
              <a:gd name="connsiteY80-54384" fmla="*/ 3307769 h 6858000"/>
              <a:gd name="connsiteX81-54385" fmla="*/ 670029 w 1508539"/>
              <a:gd name="connsiteY81-54386" fmla="*/ 3250522 h 6858000"/>
              <a:gd name="connsiteX82-54387" fmla="*/ 670454 w 1508539"/>
              <a:gd name="connsiteY82-54388" fmla="*/ 3229163 h 6858000"/>
              <a:gd name="connsiteX83-54389" fmla="*/ 672277 w 1508539"/>
              <a:gd name="connsiteY83-54390" fmla="*/ 3217217 h 6858000"/>
              <a:gd name="connsiteX84-54391" fmla="*/ 659112 w 1508539"/>
              <a:gd name="connsiteY84-54392" fmla="*/ 3183755 h 6858000"/>
              <a:gd name="connsiteX85-54393" fmla="*/ 659613 w 1508539"/>
              <a:gd name="connsiteY85-54394" fmla="*/ 3178642 h 6858000"/>
              <a:gd name="connsiteX86-54395" fmla="*/ 647213 w 1508539"/>
              <a:gd name="connsiteY86-54396" fmla="*/ 3158586 h 6858000"/>
              <a:gd name="connsiteX87-54397" fmla="*/ 632398 w 1508539"/>
              <a:gd name="connsiteY87-54398" fmla="*/ 3129034 h 6858000"/>
              <a:gd name="connsiteX88-54399" fmla="*/ 633063 w 1508539"/>
              <a:gd name="connsiteY88-54400" fmla="*/ 3126682 h 6858000"/>
              <a:gd name="connsiteX89-54401" fmla="*/ 623931 w 1508539"/>
              <a:gd name="connsiteY89-54402" fmla="*/ 3114519 h 6858000"/>
              <a:gd name="connsiteX90-54403" fmla="*/ 610540 w 1508539"/>
              <a:gd name="connsiteY90-54404" fmla="*/ 3106272 h 6858000"/>
              <a:gd name="connsiteX91-54405" fmla="*/ 583270 w 1508539"/>
              <a:gd name="connsiteY91-54406" fmla="*/ 2958185 h 6858000"/>
              <a:gd name="connsiteX92-54407" fmla="*/ 525884 w 1508539"/>
              <a:gd name="connsiteY92-54408" fmla="*/ 2762989 h 6858000"/>
              <a:gd name="connsiteX93-54409" fmla="*/ 474802 w 1508539"/>
              <a:gd name="connsiteY93-54410" fmla="*/ 2554718 h 6858000"/>
              <a:gd name="connsiteX94-54411" fmla="*/ 454896 w 1508539"/>
              <a:gd name="connsiteY94-54412" fmla="*/ 2485734 h 6858000"/>
              <a:gd name="connsiteX95-54413" fmla="*/ 445619 w 1508539"/>
              <a:gd name="connsiteY95-54414" fmla="*/ 2447068 h 6858000"/>
              <a:gd name="connsiteX96-54415" fmla="*/ 432580 w 1508539"/>
              <a:gd name="connsiteY96-54416" fmla="*/ 2425819 h 6858000"/>
              <a:gd name="connsiteX97-54417" fmla="*/ 438579 w 1508539"/>
              <a:gd name="connsiteY97-54418" fmla="*/ 2402874 h 6858000"/>
              <a:gd name="connsiteX98-54419" fmla="*/ 441191 w 1508539"/>
              <a:gd name="connsiteY98-54420" fmla="*/ 2381443 h 6858000"/>
              <a:gd name="connsiteX99-54421" fmla="*/ 417520 w 1508539"/>
              <a:gd name="connsiteY99-54422" fmla="*/ 2261920 h 6858000"/>
              <a:gd name="connsiteX100-54423" fmla="*/ 407407 w 1508539"/>
              <a:gd name="connsiteY100-54424" fmla="*/ 2195378 h 6858000"/>
              <a:gd name="connsiteX101-54425" fmla="*/ 391624 w 1508539"/>
              <a:gd name="connsiteY101-54426" fmla="*/ 2155135 h 6858000"/>
              <a:gd name="connsiteX102-54427" fmla="*/ 389082 w 1508539"/>
              <a:gd name="connsiteY102-54428" fmla="*/ 2118008 h 6858000"/>
              <a:gd name="connsiteX103-54429" fmla="*/ 390075 w 1508539"/>
              <a:gd name="connsiteY103-54430" fmla="*/ 2050531 h 6858000"/>
              <a:gd name="connsiteX104-54431" fmla="*/ 381881 w 1508539"/>
              <a:gd name="connsiteY104-54432" fmla="*/ 1963269 h 6858000"/>
              <a:gd name="connsiteX105-54433" fmla="*/ 363059 w 1508539"/>
              <a:gd name="connsiteY105-54434" fmla="*/ 1906352 h 6858000"/>
              <a:gd name="connsiteX106-54435" fmla="*/ 339616 w 1508539"/>
              <a:gd name="connsiteY106-54436" fmla="*/ 1861531 h 6858000"/>
              <a:gd name="connsiteX107-54437" fmla="*/ 293415 w 1508539"/>
              <a:gd name="connsiteY107-54438" fmla="*/ 1732919 h 6858000"/>
              <a:gd name="connsiteX108-54439" fmla="*/ 265726 w 1508539"/>
              <a:gd name="connsiteY108-54440" fmla="*/ 1663540 h 6858000"/>
              <a:gd name="connsiteX109-54441" fmla="*/ 264852 w 1508539"/>
              <a:gd name="connsiteY109-54442" fmla="*/ 1615777 h 6858000"/>
              <a:gd name="connsiteX110-54443" fmla="*/ 245647 w 1508539"/>
              <a:gd name="connsiteY110-54444" fmla="*/ 1563678 h 6858000"/>
              <a:gd name="connsiteX111-54445" fmla="*/ 258727 w 1508539"/>
              <a:gd name="connsiteY111-54446" fmla="*/ 1519474 h 6858000"/>
              <a:gd name="connsiteX112-54447" fmla="*/ 251469 w 1508539"/>
              <a:gd name="connsiteY112-54448" fmla="*/ 1477995 h 6858000"/>
              <a:gd name="connsiteX113-54449" fmla="*/ 237554 w 1508539"/>
              <a:gd name="connsiteY113-54450" fmla="*/ 1373769 h 6858000"/>
              <a:gd name="connsiteX114-54451" fmla="*/ 245861 w 1508539"/>
              <a:gd name="connsiteY114-54452" fmla="*/ 1307086 h 6858000"/>
              <a:gd name="connsiteX115-54453" fmla="*/ 247049 w 1508539"/>
              <a:gd name="connsiteY115-54454" fmla="*/ 1189033 h 6858000"/>
              <a:gd name="connsiteX116-54455" fmla="*/ 251734 w 1508539"/>
              <a:gd name="connsiteY116-54456" fmla="*/ 1168288 h 6858000"/>
              <a:gd name="connsiteX117-54457" fmla="*/ 244016 w 1508539"/>
              <a:gd name="connsiteY117-54458" fmla="*/ 1142577 h 6858000"/>
              <a:gd name="connsiteX118-54459" fmla="*/ 233322 w 1508539"/>
              <a:gd name="connsiteY118-54460" fmla="*/ 1088484 h 6858000"/>
              <a:gd name="connsiteX119-54461" fmla="*/ 222058 w 1508539"/>
              <a:gd name="connsiteY119-54462" fmla="*/ 1016103 h 6858000"/>
              <a:gd name="connsiteX120-54463" fmla="*/ 223514 w 1508539"/>
              <a:gd name="connsiteY120-54464" fmla="*/ 932283 h 6858000"/>
              <a:gd name="connsiteX121-54465" fmla="*/ 225750 w 1508539"/>
              <a:gd name="connsiteY121-54466" fmla="*/ 915925 h 6858000"/>
              <a:gd name="connsiteX122-54467" fmla="*/ 218379 w 1508539"/>
              <a:gd name="connsiteY122-54468" fmla="*/ 896999 h 6858000"/>
              <a:gd name="connsiteX123-54469" fmla="*/ 187787 w 1508539"/>
              <a:gd name="connsiteY123-54470" fmla="*/ 821517 h 6858000"/>
              <a:gd name="connsiteX124-54471" fmla="*/ 166737 w 1508539"/>
              <a:gd name="connsiteY124-54472" fmla="*/ 751353 h 6858000"/>
              <a:gd name="connsiteX125-54473" fmla="*/ 166295 w 1508539"/>
              <a:gd name="connsiteY125-54474" fmla="*/ 721230 h 6858000"/>
              <a:gd name="connsiteX126-54475" fmla="*/ 151966 w 1508539"/>
              <a:gd name="connsiteY126-54476" fmla="*/ 681659 h 6858000"/>
              <a:gd name="connsiteX127-54477" fmla="*/ 137385 w 1508539"/>
              <a:gd name="connsiteY127-54478" fmla="*/ 635218 h 6858000"/>
              <a:gd name="connsiteX128-54479" fmla="*/ 142396 w 1508539"/>
              <a:gd name="connsiteY128-54480" fmla="*/ 613763 h 6858000"/>
              <a:gd name="connsiteX129-54481" fmla="*/ 128338 w 1508539"/>
              <a:gd name="connsiteY129-54482" fmla="*/ 598582 h 6858000"/>
              <a:gd name="connsiteX130-54483" fmla="*/ 128019 w 1508539"/>
              <a:gd name="connsiteY130-54484" fmla="*/ 576846 h 6858000"/>
              <a:gd name="connsiteX131-54485" fmla="*/ 107645 w 1508539"/>
              <a:gd name="connsiteY131-54486" fmla="*/ 530055 h 6858000"/>
              <a:gd name="connsiteX132-54487" fmla="*/ 106893 w 1508539"/>
              <a:gd name="connsiteY132-54488" fmla="*/ 465389 h 6858000"/>
              <a:gd name="connsiteX133-54489" fmla="*/ 89816 w 1508539"/>
              <a:gd name="connsiteY133-54490" fmla="*/ 424699 h 6858000"/>
              <a:gd name="connsiteX134-54491" fmla="*/ 90191 w 1508539"/>
              <a:gd name="connsiteY134-54492" fmla="*/ 404917 h 6858000"/>
              <a:gd name="connsiteX135-54493" fmla="*/ 70148 w 1508539"/>
              <a:gd name="connsiteY135-54494" fmla="*/ 367211 h 6858000"/>
              <a:gd name="connsiteX136-54495" fmla="*/ 36452 w 1508539"/>
              <a:gd name="connsiteY136-54496" fmla="*/ 268519 h 6858000"/>
              <a:gd name="connsiteX137-54497" fmla="*/ 23935 w 1508539"/>
              <a:gd name="connsiteY137-54498" fmla="*/ 160886 h 6858000"/>
              <a:gd name="connsiteX138-54499" fmla="*/ 19312 w 1508539"/>
              <a:gd name="connsiteY138-54500" fmla="*/ 47336 h 6858000"/>
              <a:gd name="connsiteX139-54501" fmla="*/ 0 w 1508539"/>
              <a:gd name="connsiteY139-54502" fmla="*/ 0 h 6858000"/>
              <a:gd name="connsiteX0-54503" fmla="*/ 0 w 1508539"/>
              <a:gd name="connsiteY0-54504" fmla="*/ 0 h 6858000"/>
              <a:gd name="connsiteX1-54505" fmla="*/ 1508539 w 1508539"/>
              <a:gd name="connsiteY1-54506" fmla="*/ 0 h 6858000"/>
              <a:gd name="connsiteX2-54507" fmla="*/ 1508539 w 1508539"/>
              <a:gd name="connsiteY2-54508" fmla="*/ 6858000 h 6858000"/>
              <a:gd name="connsiteX3-54509" fmla="*/ 245233 w 1508539"/>
              <a:gd name="connsiteY3-54510" fmla="*/ 6857735 h 6858000"/>
              <a:gd name="connsiteX4-54511" fmla="*/ 243784 w 1508539"/>
              <a:gd name="connsiteY4-54512" fmla="*/ 6776847 h 6858000"/>
              <a:gd name="connsiteX5-54513" fmla="*/ 255284 w 1508539"/>
              <a:gd name="connsiteY5-54514" fmla="*/ 6737706 h 6858000"/>
              <a:gd name="connsiteX6-54515" fmla="*/ 267342 w 1508539"/>
              <a:gd name="connsiteY6-54516" fmla="*/ 6683638 h 6858000"/>
              <a:gd name="connsiteX7-54517" fmla="*/ 295622 w 1508539"/>
              <a:gd name="connsiteY7-54518" fmla="*/ 6659970 h 6858000"/>
              <a:gd name="connsiteX8-54519" fmla="*/ 310713 w 1508539"/>
              <a:gd name="connsiteY8-54520" fmla="*/ 6636211 h 6858000"/>
              <a:gd name="connsiteX9-54521" fmla="*/ 328157 w 1508539"/>
              <a:gd name="connsiteY9-54522" fmla="*/ 6594177 h 6858000"/>
              <a:gd name="connsiteX10-54523" fmla="*/ 342197 w 1508539"/>
              <a:gd name="connsiteY10-54524" fmla="*/ 6557575 h 6858000"/>
              <a:gd name="connsiteX11-54525" fmla="*/ 395154 w 1508539"/>
              <a:gd name="connsiteY11-54526" fmla="*/ 6492130 h 6858000"/>
              <a:gd name="connsiteX12-54527" fmla="*/ 410841 w 1508539"/>
              <a:gd name="connsiteY12-54528" fmla="*/ 6431610 h 6858000"/>
              <a:gd name="connsiteX13-54529" fmla="*/ 454546 w 1508539"/>
              <a:gd name="connsiteY13-54530" fmla="*/ 6379786 h 6858000"/>
              <a:gd name="connsiteX14-54531" fmla="*/ 437769 w 1508539"/>
              <a:gd name="connsiteY14-54532" fmla="*/ 6334727 h 6858000"/>
              <a:gd name="connsiteX15-54533" fmla="*/ 415184 w 1508539"/>
              <a:gd name="connsiteY15-54534" fmla="*/ 6313295 h 6858000"/>
              <a:gd name="connsiteX16-54535" fmla="*/ 422348 w 1508539"/>
              <a:gd name="connsiteY16-54536" fmla="*/ 6280046 h 6858000"/>
              <a:gd name="connsiteX17-54537" fmla="*/ 405093 w 1508539"/>
              <a:gd name="connsiteY17-54538" fmla="*/ 6270265 h 6858000"/>
              <a:gd name="connsiteX18-54539" fmla="*/ 432121 w 1508539"/>
              <a:gd name="connsiteY18-54540" fmla="*/ 6252834 h 6858000"/>
              <a:gd name="connsiteX19-54541" fmla="*/ 410113 w 1508539"/>
              <a:gd name="connsiteY19-54542" fmla="*/ 6202459 h 6858000"/>
              <a:gd name="connsiteX20-54543" fmla="*/ 392003 w 1508539"/>
              <a:gd name="connsiteY20-54544" fmla="*/ 6153037 h 6858000"/>
              <a:gd name="connsiteX21-54545" fmla="*/ 394739 w 1508539"/>
              <a:gd name="connsiteY21-54546" fmla="*/ 6090059 h 6858000"/>
              <a:gd name="connsiteX22-54547" fmla="*/ 411713 w 1508539"/>
              <a:gd name="connsiteY22-54548" fmla="*/ 6028119 h 6858000"/>
              <a:gd name="connsiteX23-54549" fmla="*/ 396942 w 1508539"/>
              <a:gd name="connsiteY23-54550" fmla="*/ 5926735 h 6858000"/>
              <a:gd name="connsiteX24-54551" fmla="*/ 446454 w 1508539"/>
              <a:gd name="connsiteY24-54552" fmla="*/ 5712857 h 6858000"/>
              <a:gd name="connsiteX25-54553" fmla="*/ 425529 w 1508539"/>
              <a:gd name="connsiteY25-54554" fmla="*/ 5676393 h 6858000"/>
              <a:gd name="connsiteX26-54555" fmla="*/ 465121 w 1508539"/>
              <a:gd name="connsiteY26-54556" fmla="*/ 5563435 h 6858000"/>
              <a:gd name="connsiteX27-54557" fmla="*/ 512251 w 1508539"/>
              <a:gd name="connsiteY27-54558" fmla="*/ 5437125 h 6858000"/>
              <a:gd name="connsiteX28-54559" fmla="*/ 525819 w 1508539"/>
              <a:gd name="connsiteY28-54560" fmla="*/ 5396260 h 6858000"/>
              <a:gd name="connsiteX29-54561" fmla="*/ 541800 w 1508539"/>
              <a:gd name="connsiteY29-54562" fmla="*/ 5330009 h 6858000"/>
              <a:gd name="connsiteX30-54563" fmla="*/ 575293 w 1508539"/>
              <a:gd name="connsiteY30-54564" fmla="*/ 5273739 h 6858000"/>
              <a:gd name="connsiteX31-54565" fmla="*/ 584892 w 1508539"/>
              <a:gd name="connsiteY31-54566" fmla="*/ 5241779 h 6858000"/>
              <a:gd name="connsiteX32-54567" fmla="*/ 596118 w 1508539"/>
              <a:gd name="connsiteY32-54568" fmla="*/ 5225268 h 6858000"/>
              <a:gd name="connsiteX33-54569" fmla="*/ 597138 w 1508539"/>
              <a:gd name="connsiteY33-54570" fmla="*/ 5217684 h 6858000"/>
              <a:gd name="connsiteX34-54571" fmla="*/ 604479 w 1508539"/>
              <a:gd name="connsiteY34-54572" fmla="*/ 5193377 h 6858000"/>
              <a:gd name="connsiteX35-54573" fmla="*/ 607782 w 1508539"/>
              <a:gd name="connsiteY35-54574" fmla="*/ 5179288 h 6858000"/>
              <a:gd name="connsiteX36-54575" fmla="*/ 608766 w 1508539"/>
              <a:gd name="connsiteY36-54576" fmla="*/ 5173621 h 6858000"/>
              <a:gd name="connsiteX37-54577" fmla="*/ 604400 w 1508539"/>
              <a:gd name="connsiteY37-54578" fmla="*/ 5159961 h 6858000"/>
              <a:gd name="connsiteX38-54579" fmla="*/ 611077 w 1508539"/>
              <a:gd name="connsiteY38-54580" fmla="*/ 5144295 h 6858000"/>
              <a:gd name="connsiteX39-54581" fmla="*/ 608010 w 1508539"/>
              <a:gd name="connsiteY39-54582" fmla="*/ 5125185 h 6858000"/>
              <a:gd name="connsiteX40-54583" fmla="*/ 614840 w 1508539"/>
              <a:gd name="connsiteY40-54584" fmla="*/ 5121884 h 6858000"/>
              <a:gd name="connsiteX41-54585" fmla="*/ 621876 w 1508539"/>
              <a:gd name="connsiteY41-54586" fmla="*/ 5067850 h 6858000"/>
              <a:gd name="connsiteX42-54587" fmla="*/ 624607 w 1508539"/>
              <a:gd name="connsiteY42-54588" fmla="*/ 5060861 h 6858000"/>
              <a:gd name="connsiteX43-54589" fmla="*/ 621311 w 1508539"/>
              <a:gd name="connsiteY43-54590" fmla="*/ 5034192 h 6858000"/>
              <a:gd name="connsiteX44-54591" fmla="*/ 622865 w 1508539"/>
              <a:gd name="connsiteY44-54592" fmla="*/ 4993030 h 6858000"/>
              <a:gd name="connsiteX45-54593" fmla="*/ 629774 w 1508539"/>
              <a:gd name="connsiteY45-54594" fmla="*/ 4946844 h 6858000"/>
              <a:gd name="connsiteX46-54595" fmla="*/ 625630 w 1508539"/>
              <a:gd name="connsiteY46-54596" fmla="*/ 4932692 h 6858000"/>
              <a:gd name="connsiteX47-54597" fmla="*/ 641033 w 1508539"/>
              <a:gd name="connsiteY47-54598" fmla="*/ 4858827 h 6858000"/>
              <a:gd name="connsiteX48-54599" fmla="*/ 646936 w 1508539"/>
              <a:gd name="connsiteY48-54600" fmla="*/ 4821170 h 6858000"/>
              <a:gd name="connsiteX49-54601" fmla="*/ 651669 w 1508539"/>
              <a:gd name="connsiteY49-54602" fmla="*/ 4780965 h 6858000"/>
              <a:gd name="connsiteX50-54603" fmla="*/ 652962 w 1508539"/>
              <a:gd name="connsiteY50-54604" fmla="*/ 4750867 h 6858000"/>
              <a:gd name="connsiteX51-54605" fmla="*/ 650769 w 1508539"/>
              <a:gd name="connsiteY51-54606" fmla="*/ 4690749 h 6858000"/>
              <a:gd name="connsiteX52-54607" fmla="*/ 646249 w 1508539"/>
              <a:gd name="connsiteY52-54608" fmla="*/ 4584173 h 6858000"/>
              <a:gd name="connsiteX53-54609" fmla="*/ 641332 w 1508539"/>
              <a:gd name="connsiteY53-54610" fmla="*/ 4444346 h 6858000"/>
              <a:gd name="connsiteX54-54611" fmla="*/ 637897 w 1508539"/>
              <a:gd name="connsiteY54-54612" fmla="*/ 4375228 h 6858000"/>
              <a:gd name="connsiteX55-54613" fmla="*/ 618550 w 1508539"/>
              <a:gd name="connsiteY55-54614" fmla="*/ 4214165 h 6858000"/>
              <a:gd name="connsiteX56-54615" fmla="*/ 622623 w 1508539"/>
              <a:gd name="connsiteY56-54616" fmla="*/ 4090296 h 6858000"/>
              <a:gd name="connsiteX57-54617" fmla="*/ 607879 w 1508539"/>
              <a:gd name="connsiteY57-54618" fmla="*/ 4033999 h 6858000"/>
              <a:gd name="connsiteX58-54619" fmla="*/ 609028 w 1508539"/>
              <a:gd name="connsiteY58-54620" fmla="*/ 4031933 h 6858000"/>
              <a:gd name="connsiteX59-54621" fmla="*/ 607604 w 1508539"/>
              <a:gd name="connsiteY59-54622" fmla="*/ 4013953 h 6858000"/>
              <a:gd name="connsiteX60-54623" fmla="*/ 593899 w 1508539"/>
              <a:gd name="connsiteY60-54624" fmla="*/ 3974753 h 6858000"/>
              <a:gd name="connsiteX61-54625" fmla="*/ 595497 w 1508539"/>
              <a:gd name="connsiteY61-54626" fmla="*/ 3969950 h 6858000"/>
              <a:gd name="connsiteX62-54627" fmla="*/ 588919 w 1508539"/>
              <a:gd name="connsiteY62-54628" fmla="*/ 3933779 h 6858000"/>
              <a:gd name="connsiteX63-54629" fmla="*/ 590250 w 1508539"/>
              <a:gd name="connsiteY63-54630" fmla="*/ 3933093 h 6858000"/>
              <a:gd name="connsiteX64-54631" fmla="*/ 594604 w 1508539"/>
              <a:gd name="connsiteY64-54632" fmla="*/ 3922082 h 6858000"/>
              <a:gd name="connsiteX65-54633" fmla="*/ 599682 w 1508539"/>
              <a:gd name="connsiteY65-54634" fmla="*/ 3901461 h 6858000"/>
              <a:gd name="connsiteX66-54635" fmla="*/ 622276 w 1508539"/>
              <a:gd name="connsiteY66-54636" fmla="*/ 3813873 h 6858000"/>
              <a:gd name="connsiteX67-54637" fmla="*/ 621701 w 1508539"/>
              <a:gd name="connsiteY67-54638" fmla="*/ 3806161 h 6858000"/>
              <a:gd name="connsiteX68-54639" fmla="*/ 622008 w 1508539"/>
              <a:gd name="connsiteY68-54640" fmla="*/ 3805957 h 6858000"/>
              <a:gd name="connsiteX69-54641" fmla="*/ 622035 w 1508539"/>
              <a:gd name="connsiteY69-54642" fmla="*/ 3797724 h 6858000"/>
              <a:gd name="connsiteX70-54643" fmla="*/ 620650 w 1508539"/>
              <a:gd name="connsiteY70-54644" fmla="*/ 3792098 h 6858000"/>
              <a:gd name="connsiteX71-54645" fmla="*/ 619534 w 1508539"/>
              <a:gd name="connsiteY71-54646" fmla="*/ 3777135 h 6858000"/>
              <a:gd name="connsiteX72-54647" fmla="*/ 621267 w 1508539"/>
              <a:gd name="connsiteY72-54648" fmla="*/ 3771656 h 6858000"/>
              <a:gd name="connsiteX73-54649" fmla="*/ 625010 w 1508539"/>
              <a:gd name="connsiteY73-54650" fmla="*/ 3769007 h 6858000"/>
              <a:gd name="connsiteX74-54651" fmla="*/ 624476 w 1508539"/>
              <a:gd name="connsiteY74-54652" fmla="*/ 3767709 h 6858000"/>
              <a:gd name="connsiteX75-54653" fmla="*/ 633172 w 1508539"/>
              <a:gd name="connsiteY75-54654" fmla="*/ 3738082 h 6858000"/>
              <a:gd name="connsiteX76-54655" fmla="*/ 640518 w 1508539"/>
              <a:gd name="connsiteY76-54656" fmla="*/ 3673397 h 6858000"/>
              <a:gd name="connsiteX77-54657" fmla="*/ 639814 w 1508539"/>
              <a:gd name="connsiteY77-54658" fmla="*/ 3637109 h 6858000"/>
              <a:gd name="connsiteX78-54659" fmla="*/ 643257 w 1508539"/>
              <a:gd name="connsiteY78-54660" fmla="*/ 3536883 h 6858000"/>
              <a:gd name="connsiteX79-54661" fmla="*/ 650795 w 1508539"/>
              <a:gd name="connsiteY79-54662" fmla="*/ 3435652 h 6858000"/>
              <a:gd name="connsiteX80-54663" fmla="*/ 652466 w 1508539"/>
              <a:gd name="connsiteY80-54664" fmla="*/ 3307769 h 6858000"/>
              <a:gd name="connsiteX81-54665" fmla="*/ 670029 w 1508539"/>
              <a:gd name="connsiteY81-54666" fmla="*/ 3250522 h 6858000"/>
              <a:gd name="connsiteX82-54667" fmla="*/ 670454 w 1508539"/>
              <a:gd name="connsiteY82-54668" fmla="*/ 3229163 h 6858000"/>
              <a:gd name="connsiteX83-54669" fmla="*/ 672277 w 1508539"/>
              <a:gd name="connsiteY83-54670" fmla="*/ 3217217 h 6858000"/>
              <a:gd name="connsiteX84-54671" fmla="*/ 659112 w 1508539"/>
              <a:gd name="connsiteY84-54672" fmla="*/ 3183755 h 6858000"/>
              <a:gd name="connsiteX85-54673" fmla="*/ 659613 w 1508539"/>
              <a:gd name="connsiteY85-54674" fmla="*/ 3178642 h 6858000"/>
              <a:gd name="connsiteX86-54675" fmla="*/ 647213 w 1508539"/>
              <a:gd name="connsiteY86-54676" fmla="*/ 3158586 h 6858000"/>
              <a:gd name="connsiteX87-54677" fmla="*/ 632398 w 1508539"/>
              <a:gd name="connsiteY87-54678" fmla="*/ 3129034 h 6858000"/>
              <a:gd name="connsiteX88-54679" fmla="*/ 633063 w 1508539"/>
              <a:gd name="connsiteY88-54680" fmla="*/ 3126682 h 6858000"/>
              <a:gd name="connsiteX89-54681" fmla="*/ 623931 w 1508539"/>
              <a:gd name="connsiteY89-54682" fmla="*/ 3114519 h 6858000"/>
              <a:gd name="connsiteX90-54683" fmla="*/ 610540 w 1508539"/>
              <a:gd name="connsiteY90-54684" fmla="*/ 3106272 h 6858000"/>
              <a:gd name="connsiteX91-54685" fmla="*/ 583270 w 1508539"/>
              <a:gd name="connsiteY91-54686" fmla="*/ 2958185 h 6858000"/>
              <a:gd name="connsiteX92-54687" fmla="*/ 525884 w 1508539"/>
              <a:gd name="connsiteY92-54688" fmla="*/ 2762989 h 6858000"/>
              <a:gd name="connsiteX93-54689" fmla="*/ 474802 w 1508539"/>
              <a:gd name="connsiteY93-54690" fmla="*/ 2554718 h 6858000"/>
              <a:gd name="connsiteX94-54691" fmla="*/ 454896 w 1508539"/>
              <a:gd name="connsiteY94-54692" fmla="*/ 2485734 h 6858000"/>
              <a:gd name="connsiteX95-54693" fmla="*/ 445619 w 1508539"/>
              <a:gd name="connsiteY95-54694" fmla="*/ 2447068 h 6858000"/>
              <a:gd name="connsiteX96-54695" fmla="*/ 432580 w 1508539"/>
              <a:gd name="connsiteY96-54696" fmla="*/ 2425819 h 6858000"/>
              <a:gd name="connsiteX97-54697" fmla="*/ 438579 w 1508539"/>
              <a:gd name="connsiteY97-54698" fmla="*/ 2402874 h 6858000"/>
              <a:gd name="connsiteX98-54699" fmla="*/ 441191 w 1508539"/>
              <a:gd name="connsiteY98-54700" fmla="*/ 2381443 h 6858000"/>
              <a:gd name="connsiteX99-54701" fmla="*/ 417520 w 1508539"/>
              <a:gd name="connsiteY99-54702" fmla="*/ 2261920 h 6858000"/>
              <a:gd name="connsiteX100-54703" fmla="*/ 407407 w 1508539"/>
              <a:gd name="connsiteY100-54704" fmla="*/ 2195378 h 6858000"/>
              <a:gd name="connsiteX101-54705" fmla="*/ 391624 w 1508539"/>
              <a:gd name="connsiteY101-54706" fmla="*/ 2155135 h 6858000"/>
              <a:gd name="connsiteX102-54707" fmla="*/ 389082 w 1508539"/>
              <a:gd name="connsiteY102-54708" fmla="*/ 2118008 h 6858000"/>
              <a:gd name="connsiteX103-54709" fmla="*/ 390075 w 1508539"/>
              <a:gd name="connsiteY103-54710" fmla="*/ 2050531 h 6858000"/>
              <a:gd name="connsiteX104-54711" fmla="*/ 381881 w 1508539"/>
              <a:gd name="connsiteY104-54712" fmla="*/ 1963269 h 6858000"/>
              <a:gd name="connsiteX105-54713" fmla="*/ 363059 w 1508539"/>
              <a:gd name="connsiteY105-54714" fmla="*/ 1906352 h 6858000"/>
              <a:gd name="connsiteX106-54715" fmla="*/ 339616 w 1508539"/>
              <a:gd name="connsiteY106-54716" fmla="*/ 1861531 h 6858000"/>
              <a:gd name="connsiteX107-54717" fmla="*/ 293415 w 1508539"/>
              <a:gd name="connsiteY107-54718" fmla="*/ 1732919 h 6858000"/>
              <a:gd name="connsiteX108-54719" fmla="*/ 265726 w 1508539"/>
              <a:gd name="connsiteY108-54720" fmla="*/ 1663540 h 6858000"/>
              <a:gd name="connsiteX109-54721" fmla="*/ 264852 w 1508539"/>
              <a:gd name="connsiteY109-54722" fmla="*/ 1615777 h 6858000"/>
              <a:gd name="connsiteX110-54723" fmla="*/ 245647 w 1508539"/>
              <a:gd name="connsiteY110-54724" fmla="*/ 1563678 h 6858000"/>
              <a:gd name="connsiteX111-54725" fmla="*/ 258727 w 1508539"/>
              <a:gd name="connsiteY111-54726" fmla="*/ 1519474 h 6858000"/>
              <a:gd name="connsiteX112-54727" fmla="*/ 251469 w 1508539"/>
              <a:gd name="connsiteY112-54728" fmla="*/ 1477995 h 6858000"/>
              <a:gd name="connsiteX113-54729" fmla="*/ 237554 w 1508539"/>
              <a:gd name="connsiteY113-54730" fmla="*/ 1373769 h 6858000"/>
              <a:gd name="connsiteX114-54731" fmla="*/ 245861 w 1508539"/>
              <a:gd name="connsiteY114-54732" fmla="*/ 1307086 h 6858000"/>
              <a:gd name="connsiteX115-54733" fmla="*/ 247049 w 1508539"/>
              <a:gd name="connsiteY115-54734" fmla="*/ 1189033 h 6858000"/>
              <a:gd name="connsiteX116-54735" fmla="*/ 251734 w 1508539"/>
              <a:gd name="connsiteY116-54736" fmla="*/ 1168288 h 6858000"/>
              <a:gd name="connsiteX117-54737" fmla="*/ 244016 w 1508539"/>
              <a:gd name="connsiteY117-54738" fmla="*/ 1142577 h 6858000"/>
              <a:gd name="connsiteX118-54739" fmla="*/ 233322 w 1508539"/>
              <a:gd name="connsiteY118-54740" fmla="*/ 1088484 h 6858000"/>
              <a:gd name="connsiteX119-54741" fmla="*/ 222058 w 1508539"/>
              <a:gd name="connsiteY119-54742" fmla="*/ 1016103 h 6858000"/>
              <a:gd name="connsiteX120-54743" fmla="*/ 223514 w 1508539"/>
              <a:gd name="connsiteY120-54744" fmla="*/ 932283 h 6858000"/>
              <a:gd name="connsiteX121-54745" fmla="*/ 225750 w 1508539"/>
              <a:gd name="connsiteY121-54746" fmla="*/ 915925 h 6858000"/>
              <a:gd name="connsiteX122-54747" fmla="*/ 218379 w 1508539"/>
              <a:gd name="connsiteY122-54748" fmla="*/ 896999 h 6858000"/>
              <a:gd name="connsiteX123-54749" fmla="*/ 187787 w 1508539"/>
              <a:gd name="connsiteY123-54750" fmla="*/ 821517 h 6858000"/>
              <a:gd name="connsiteX124-54751" fmla="*/ 166737 w 1508539"/>
              <a:gd name="connsiteY124-54752" fmla="*/ 751353 h 6858000"/>
              <a:gd name="connsiteX125-54753" fmla="*/ 166295 w 1508539"/>
              <a:gd name="connsiteY125-54754" fmla="*/ 721230 h 6858000"/>
              <a:gd name="connsiteX126-54755" fmla="*/ 151966 w 1508539"/>
              <a:gd name="connsiteY126-54756" fmla="*/ 681659 h 6858000"/>
              <a:gd name="connsiteX127-54757" fmla="*/ 137385 w 1508539"/>
              <a:gd name="connsiteY127-54758" fmla="*/ 635218 h 6858000"/>
              <a:gd name="connsiteX128-54759" fmla="*/ 142396 w 1508539"/>
              <a:gd name="connsiteY128-54760" fmla="*/ 613763 h 6858000"/>
              <a:gd name="connsiteX129-54761" fmla="*/ 128338 w 1508539"/>
              <a:gd name="connsiteY129-54762" fmla="*/ 598582 h 6858000"/>
              <a:gd name="connsiteX130-54763" fmla="*/ 128019 w 1508539"/>
              <a:gd name="connsiteY130-54764" fmla="*/ 576846 h 6858000"/>
              <a:gd name="connsiteX131-54765" fmla="*/ 107645 w 1508539"/>
              <a:gd name="connsiteY131-54766" fmla="*/ 530055 h 6858000"/>
              <a:gd name="connsiteX132-54767" fmla="*/ 106893 w 1508539"/>
              <a:gd name="connsiteY132-54768" fmla="*/ 465389 h 6858000"/>
              <a:gd name="connsiteX133-54769" fmla="*/ 89816 w 1508539"/>
              <a:gd name="connsiteY133-54770" fmla="*/ 424699 h 6858000"/>
              <a:gd name="connsiteX134-54771" fmla="*/ 90191 w 1508539"/>
              <a:gd name="connsiteY134-54772" fmla="*/ 404917 h 6858000"/>
              <a:gd name="connsiteX135-54773" fmla="*/ 70148 w 1508539"/>
              <a:gd name="connsiteY135-54774" fmla="*/ 367211 h 6858000"/>
              <a:gd name="connsiteX136-54775" fmla="*/ 36452 w 1508539"/>
              <a:gd name="connsiteY136-54776" fmla="*/ 268519 h 6858000"/>
              <a:gd name="connsiteX137-54777" fmla="*/ 23935 w 1508539"/>
              <a:gd name="connsiteY137-54778" fmla="*/ 160886 h 6858000"/>
              <a:gd name="connsiteX138-54779" fmla="*/ 19312 w 1508539"/>
              <a:gd name="connsiteY138-54780" fmla="*/ 47336 h 6858000"/>
              <a:gd name="connsiteX139-54781" fmla="*/ 0 w 1508539"/>
              <a:gd name="connsiteY139-54782" fmla="*/ 0 h 6858000"/>
              <a:gd name="connsiteX0-54783" fmla="*/ 0 w 1508539"/>
              <a:gd name="connsiteY0-54784" fmla="*/ 0 h 6858000"/>
              <a:gd name="connsiteX1-54785" fmla="*/ 1508539 w 1508539"/>
              <a:gd name="connsiteY1-54786" fmla="*/ 0 h 6858000"/>
              <a:gd name="connsiteX2-54787" fmla="*/ 1508539 w 1508539"/>
              <a:gd name="connsiteY2-54788" fmla="*/ 6858000 h 6858000"/>
              <a:gd name="connsiteX3-54789" fmla="*/ 245233 w 1508539"/>
              <a:gd name="connsiteY3-54790" fmla="*/ 6857735 h 6858000"/>
              <a:gd name="connsiteX4-54791" fmla="*/ 243784 w 1508539"/>
              <a:gd name="connsiteY4-54792" fmla="*/ 6776847 h 6858000"/>
              <a:gd name="connsiteX5-54793" fmla="*/ 255284 w 1508539"/>
              <a:gd name="connsiteY5-54794" fmla="*/ 6737706 h 6858000"/>
              <a:gd name="connsiteX6-54795" fmla="*/ 267342 w 1508539"/>
              <a:gd name="connsiteY6-54796" fmla="*/ 6683638 h 6858000"/>
              <a:gd name="connsiteX7-54797" fmla="*/ 295622 w 1508539"/>
              <a:gd name="connsiteY7-54798" fmla="*/ 6659970 h 6858000"/>
              <a:gd name="connsiteX8-54799" fmla="*/ 310713 w 1508539"/>
              <a:gd name="connsiteY8-54800" fmla="*/ 6636211 h 6858000"/>
              <a:gd name="connsiteX9-54801" fmla="*/ 328157 w 1508539"/>
              <a:gd name="connsiteY9-54802" fmla="*/ 6594177 h 6858000"/>
              <a:gd name="connsiteX10-54803" fmla="*/ 342197 w 1508539"/>
              <a:gd name="connsiteY10-54804" fmla="*/ 6557575 h 6858000"/>
              <a:gd name="connsiteX11-54805" fmla="*/ 395154 w 1508539"/>
              <a:gd name="connsiteY11-54806" fmla="*/ 6492130 h 6858000"/>
              <a:gd name="connsiteX12-54807" fmla="*/ 410841 w 1508539"/>
              <a:gd name="connsiteY12-54808" fmla="*/ 6431610 h 6858000"/>
              <a:gd name="connsiteX13-54809" fmla="*/ 454546 w 1508539"/>
              <a:gd name="connsiteY13-54810" fmla="*/ 6379786 h 6858000"/>
              <a:gd name="connsiteX14-54811" fmla="*/ 437769 w 1508539"/>
              <a:gd name="connsiteY14-54812" fmla="*/ 6334727 h 6858000"/>
              <a:gd name="connsiteX15-54813" fmla="*/ 415184 w 1508539"/>
              <a:gd name="connsiteY15-54814" fmla="*/ 6313295 h 6858000"/>
              <a:gd name="connsiteX16-54815" fmla="*/ 422348 w 1508539"/>
              <a:gd name="connsiteY16-54816" fmla="*/ 6280046 h 6858000"/>
              <a:gd name="connsiteX17-54817" fmla="*/ 405093 w 1508539"/>
              <a:gd name="connsiteY17-54818" fmla="*/ 6270265 h 6858000"/>
              <a:gd name="connsiteX18-54819" fmla="*/ 432121 w 1508539"/>
              <a:gd name="connsiteY18-54820" fmla="*/ 6252834 h 6858000"/>
              <a:gd name="connsiteX19-54821" fmla="*/ 410113 w 1508539"/>
              <a:gd name="connsiteY19-54822" fmla="*/ 6202459 h 6858000"/>
              <a:gd name="connsiteX20-54823" fmla="*/ 392003 w 1508539"/>
              <a:gd name="connsiteY20-54824" fmla="*/ 6153037 h 6858000"/>
              <a:gd name="connsiteX21-54825" fmla="*/ 394739 w 1508539"/>
              <a:gd name="connsiteY21-54826" fmla="*/ 6090059 h 6858000"/>
              <a:gd name="connsiteX22-54827" fmla="*/ 411713 w 1508539"/>
              <a:gd name="connsiteY22-54828" fmla="*/ 6028119 h 6858000"/>
              <a:gd name="connsiteX23-54829" fmla="*/ 396942 w 1508539"/>
              <a:gd name="connsiteY23-54830" fmla="*/ 5926735 h 6858000"/>
              <a:gd name="connsiteX24-54831" fmla="*/ 446454 w 1508539"/>
              <a:gd name="connsiteY24-54832" fmla="*/ 5712857 h 6858000"/>
              <a:gd name="connsiteX25-54833" fmla="*/ 425529 w 1508539"/>
              <a:gd name="connsiteY25-54834" fmla="*/ 5676393 h 6858000"/>
              <a:gd name="connsiteX26-54835" fmla="*/ 465121 w 1508539"/>
              <a:gd name="connsiteY26-54836" fmla="*/ 5563435 h 6858000"/>
              <a:gd name="connsiteX27-54837" fmla="*/ 512251 w 1508539"/>
              <a:gd name="connsiteY27-54838" fmla="*/ 5437125 h 6858000"/>
              <a:gd name="connsiteX28-54839" fmla="*/ 525819 w 1508539"/>
              <a:gd name="connsiteY28-54840" fmla="*/ 5396260 h 6858000"/>
              <a:gd name="connsiteX29-54841" fmla="*/ 541800 w 1508539"/>
              <a:gd name="connsiteY29-54842" fmla="*/ 5330009 h 6858000"/>
              <a:gd name="connsiteX30-54843" fmla="*/ 575293 w 1508539"/>
              <a:gd name="connsiteY30-54844" fmla="*/ 5273739 h 6858000"/>
              <a:gd name="connsiteX31-54845" fmla="*/ 584892 w 1508539"/>
              <a:gd name="connsiteY31-54846" fmla="*/ 5241779 h 6858000"/>
              <a:gd name="connsiteX32-54847" fmla="*/ 596118 w 1508539"/>
              <a:gd name="connsiteY32-54848" fmla="*/ 5225268 h 6858000"/>
              <a:gd name="connsiteX33-54849" fmla="*/ 597138 w 1508539"/>
              <a:gd name="connsiteY33-54850" fmla="*/ 5217684 h 6858000"/>
              <a:gd name="connsiteX34-54851" fmla="*/ 604479 w 1508539"/>
              <a:gd name="connsiteY34-54852" fmla="*/ 5193377 h 6858000"/>
              <a:gd name="connsiteX35-54853" fmla="*/ 607782 w 1508539"/>
              <a:gd name="connsiteY35-54854" fmla="*/ 5179288 h 6858000"/>
              <a:gd name="connsiteX36-54855" fmla="*/ 608766 w 1508539"/>
              <a:gd name="connsiteY36-54856" fmla="*/ 5173621 h 6858000"/>
              <a:gd name="connsiteX37-54857" fmla="*/ 604400 w 1508539"/>
              <a:gd name="connsiteY37-54858" fmla="*/ 5159961 h 6858000"/>
              <a:gd name="connsiteX38-54859" fmla="*/ 611077 w 1508539"/>
              <a:gd name="connsiteY38-54860" fmla="*/ 5144295 h 6858000"/>
              <a:gd name="connsiteX39-54861" fmla="*/ 608010 w 1508539"/>
              <a:gd name="connsiteY39-54862" fmla="*/ 5125185 h 6858000"/>
              <a:gd name="connsiteX40-54863" fmla="*/ 614840 w 1508539"/>
              <a:gd name="connsiteY40-54864" fmla="*/ 5121884 h 6858000"/>
              <a:gd name="connsiteX41-54865" fmla="*/ 621876 w 1508539"/>
              <a:gd name="connsiteY41-54866" fmla="*/ 5067850 h 6858000"/>
              <a:gd name="connsiteX42-54867" fmla="*/ 624607 w 1508539"/>
              <a:gd name="connsiteY42-54868" fmla="*/ 5060861 h 6858000"/>
              <a:gd name="connsiteX43-54869" fmla="*/ 621311 w 1508539"/>
              <a:gd name="connsiteY43-54870" fmla="*/ 5034192 h 6858000"/>
              <a:gd name="connsiteX44-54871" fmla="*/ 622865 w 1508539"/>
              <a:gd name="connsiteY44-54872" fmla="*/ 4993030 h 6858000"/>
              <a:gd name="connsiteX45-54873" fmla="*/ 629774 w 1508539"/>
              <a:gd name="connsiteY45-54874" fmla="*/ 4946844 h 6858000"/>
              <a:gd name="connsiteX46-54875" fmla="*/ 625630 w 1508539"/>
              <a:gd name="connsiteY46-54876" fmla="*/ 4932692 h 6858000"/>
              <a:gd name="connsiteX47-54877" fmla="*/ 641033 w 1508539"/>
              <a:gd name="connsiteY47-54878" fmla="*/ 4858827 h 6858000"/>
              <a:gd name="connsiteX48-54879" fmla="*/ 646936 w 1508539"/>
              <a:gd name="connsiteY48-54880" fmla="*/ 4821170 h 6858000"/>
              <a:gd name="connsiteX49-54881" fmla="*/ 651669 w 1508539"/>
              <a:gd name="connsiteY49-54882" fmla="*/ 4780965 h 6858000"/>
              <a:gd name="connsiteX50-54883" fmla="*/ 652962 w 1508539"/>
              <a:gd name="connsiteY50-54884" fmla="*/ 4750867 h 6858000"/>
              <a:gd name="connsiteX51-54885" fmla="*/ 650769 w 1508539"/>
              <a:gd name="connsiteY51-54886" fmla="*/ 4690749 h 6858000"/>
              <a:gd name="connsiteX52-54887" fmla="*/ 646249 w 1508539"/>
              <a:gd name="connsiteY52-54888" fmla="*/ 4584173 h 6858000"/>
              <a:gd name="connsiteX53-54889" fmla="*/ 641332 w 1508539"/>
              <a:gd name="connsiteY53-54890" fmla="*/ 4444346 h 6858000"/>
              <a:gd name="connsiteX54-54891" fmla="*/ 637897 w 1508539"/>
              <a:gd name="connsiteY54-54892" fmla="*/ 4375228 h 6858000"/>
              <a:gd name="connsiteX55-54893" fmla="*/ 618550 w 1508539"/>
              <a:gd name="connsiteY55-54894" fmla="*/ 4214165 h 6858000"/>
              <a:gd name="connsiteX56-54895" fmla="*/ 622623 w 1508539"/>
              <a:gd name="connsiteY56-54896" fmla="*/ 4090296 h 6858000"/>
              <a:gd name="connsiteX57-54897" fmla="*/ 607879 w 1508539"/>
              <a:gd name="connsiteY57-54898" fmla="*/ 4033999 h 6858000"/>
              <a:gd name="connsiteX58-54899" fmla="*/ 609028 w 1508539"/>
              <a:gd name="connsiteY58-54900" fmla="*/ 4031933 h 6858000"/>
              <a:gd name="connsiteX59-54901" fmla="*/ 607604 w 1508539"/>
              <a:gd name="connsiteY59-54902" fmla="*/ 4013953 h 6858000"/>
              <a:gd name="connsiteX60-54903" fmla="*/ 593899 w 1508539"/>
              <a:gd name="connsiteY60-54904" fmla="*/ 3974753 h 6858000"/>
              <a:gd name="connsiteX61-54905" fmla="*/ 595497 w 1508539"/>
              <a:gd name="connsiteY61-54906" fmla="*/ 3969950 h 6858000"/>
              <a:gd name="connsiteX62-54907" fmla="*/ 588919 w 1508539"/>
              <a:gd name="connsiteY62-54908" fmla="*/ 3933779 h 6858000"/>
              <a:gd name="connsiteX63-54909" fmla="*/ 590250 w 1508539"/>
              <a:gd name="connsiteY63-54910" fmla="*/ 3933093 h 6858000"/>
              <a:gd name="connsiteX64-54911" fmla="*/ 594604 w 1508539"/>
              <a:gd name="connsiteY64-54912" fmla="*/ 3922082 h 6858000"/>
              <a:gd name="connsiteX65-54913" fmla="*/ 599682 w 1508539"/>
              <a:gd name="connsiteY65-54914" fmla="*/ 3901461 h 6858000"/>
              <a:gd name="connsiteX66-54915" fmla="*/ 622276 w 1508539"/>
              <a:gd name="connsiteY66-54916" fmla="*/ 3813873 h 6858000"/>
              <a:gd name="connsiteX67-54917" fmla="*/ 621701 w 1508539"/>
              <a:gd name="connsiteY67-54918" fmla="*/ 3806161 h 6858000"/>
              <a:gd name="connsiteX68-54919" fmla="*/ 622008 w 1508539"/>
              <a:gd name="connsiteY68-54920" fmla="*/ 3805957 h 6858000"/>
              <a:gd name="connsiteX69-54921" fmla="*/ 622035 w 1508539"/>
              <a:gd name="connsiteY69-54922" fmla="*/ 3797724 h 6858000"/>
              <a:gd name="connsiteX70-54923" fmla="*/ 620650 w 1508539"/>
              <a:gd name="connsiteY70-54924" fmla="*/ 3792098 h 6858000"/>
              <a:gd name="connsiteX71-54925" fmla="*/ 619534 w 1508539"/>
              <a:gd name="connsiteY71-54926" fmla="*/ 3777135 h 6858000"/>
              <a:gd name="connsiteX72-54927" fmla="*/ 621267 w 1508539"/>
              <a:gd name="connsiteY72-54928" fmla="*/ 3771656 h 6858000"/>
              <a:gd name="connsiteX73-54929" fmla="*/ 625010 w 1508539"/>
              <a:gd name="connsiteY73-54930" fmla="*/ 3769007 h 6858000"/>
              <a:gd name="connsiteX74-54931" fmla="*/ 624476 w 1508539"/>
              <a:gd name="connsiteY74-54932" fmla="*/ 3767709 h 6858000"/>
              <a:gd name="connsiteX75-54933" fmla="*/ 633172 w 1508539"/>
              <a:gd name="connsiteY75-54934" fmla="*/ 3738082 h 6858000"/>
              <a:gd name="connsiteX76-54935" fmla="*/ 640518 w 1508539"/>
              <a:gd name="connsiteY76-54936" fmla="*/ 3673397 h 6858000"/>
              <a:gd name="connsiteX77-54937" fmla="*/ 639814 w 1508539"/>
              <a:gd name="connsiteY77-54938" fmla="*/ 3637109 h 6858000"/>
              <a:gd name="connsiteX78-54939" fmla="*/ 643257 w 1508539"/>
              <a:gd name="connsiteY78-54940" fmla="*/ 3536883 h 6858000"/>
              <a:gd name="connsiteX79-54941" fmla="*/ 650795 w 1508539"/>
              <a:gd name="connsiteY79-54942" fmla="*/ 3435652 h 6858000"/>
              <a:gd name="connsiteX80-54943" fmla="*/ 652466 w 1508539"/>
              <a:gd name="connsiteY80-54944" fmla="*/ 3307769 h 6858000"/>
              <a:gd name="connsiteX81-54945" fmla="*/ 670029 w 1508539"/>
              <a:gd name="connsiteY81-54946" fmla="*/ 3250522 h 6858000"/>
              <a:gd name="connsiteX82-54947" fmla="*/ 670454 w 1508539"/>
              <a:gd name="connsiteY82-54948" fmla="*/ 3229163 h 6858000"/>
              <a:gd name="connsiteX83-54949" fmla="*/ 672277 w 1508539"/>
              <a:gd name="connsiteY83-54950" fmla="*/ 3217217 h 6858000"/>
              <a:gd name="connsiteX84-54951" fmla="*/ 659112 w 1508539"/>
              <a:gd name="connsiteY84-54952" fmla="*/ 3183755 h 6858000"/>
              <a:gd name="connsiteX85-54953" fmla="*/ 659613 w 1508539"/>
              <a:gd name="connsiteY85-54954" fmla="*/ 3178642 h 6858000"/>
              <a:gd name="connsiteX86-54955" fmla="*/ 647213 w 1508539"/>
              <a:gd name="connsiteY86-54956" fmla="*/ 3158586 h 6858000"/>
              <a:gd name="connsiteX87-54957" fmla="*/ 632398 w 1508539"/>
              <a:gd name="connsiteY87-54958" fmla="*/ 3129034 h 6858000"/>
              <a:gd name="connsiteX88-54959" fmla="*/ 633063 w 1508539"/>
              <a:gd name="connsiteY88-54960" fmla="*/ 3126682 h 6858000"/>
              <a:gd name="connsiteX89-54961" fmla="*/ 623931 w 1508539"/>
              <a:gd name="connsiteY89-54962" fmla="*/ 3114519 h 6858000"/>
              <a:gd name="connsiteX90-54963" fmla="*/ 610540 w 1508539"/>
              <a:gd name="connsiteY90-54964" fmla="*/ 3106272 h 6858000"/>
              <a:gd name="connsiteX91-54965" fmla="*/ 583270 w 1508539"/>
              <a:gd name="connsiteY91-54966" fmla="*/ 2958185 h 6858000"/>
              <a:gd name="connsiteX92-54967" fmla="*/ 525884 w 1508539"/>
              <a:gd name="connsiteY92-54968" fmla="*/ 2762989 h 6858000"/>
              <a:gd name="connsiteX93-54969" fmla="*/ 474802 w 1508539"/>
              <a:gd name="connsiteY93-54970" fmla="*/ 2554718 h 6858000"/>
              <a:gd name="connsiteX94-54971" fmla="*/ 454896 w 1508539"/>
              <a:gd name="connsiteY94-54972" fmla="*/ 2485734 h 6858000"/>
              <a:gd name="connsiteX95-54973" fmla="*/ 445619 w 1508539"/>
              <a:gd name="connsiteY95-54974" fmla="*/ 2447068 h 6858000"/>
              <a:gd name="connsiteX96-54975" fmla="*/ 432580 w 1508539"/>
              <a:gd name="connsiteY96-54976" fmla="*/ 2425819 h 6858000"/>
              <a:gd name="connsiteX97-54977" fmla="*/ 438579 w 1508539"/>
              <a:gd name="connsiteY97-54978" fmla="*/ 2402874 h 6858000"/>
              <a:gd name="connsiteX98-54979" fmla="*/ 441191 w 1508539"/>
              <a:gd name="connsiteY98-54980" fmla="*/ 2381443 h 6858000"/>
              <a:gd name="connsiteX99-54981" fmla="*/ 417520 w 1508539"/>
              <a:gd name="connsiteY99-54982" fmla="*/ 2261920 h 6858000"/>
              <a:gd name="connsiteX100-54983" fmla="*/ 407407 w 1508539"/>
              <a:gd name="connsiteY100-54984" fmla="*/ 2195378 h 6858000"/>
              <a:gd name="connsiteX101-54985" fmla="*/ 391624 w 1508539"/>
              <a:gd name="connsiteY101-54986" fmla="*/ 2155135 h 6858000"/>
              <a:gd name="connsiteX102-54987" fmla="*/ 389082 w 1508539"/>
              <a:gd name="connsiteY102-54988" fmla="*/ 2118008 h 6858000"/>
              <a:gd name="connsiteX103-54989" fmla="*/ 390075 w 1508539"/>
              <a:gd name="connsiteY103-54990" fmla="*/ 2050531 h 6858000"/>
              <a:gd name="connsiteX104-54991" fmla="*/ 381881 w 1508539"/>
              <a:gd name="connsiteY104-54992" fmla="*/ 1963269 h 6858000"/>
              <a:gd name="connsiteX105-54993" fmla="*/ 363059 w 1508539"/>
              <a:gd name="connsiteY105-54994" fmla="*/ 1906352 h 6858000"/>
              <a:gd name="connsiteX106-54995" fmla="*/ 339616 w 1508539"/>
              <a:gd name="connsiteY106-54996" fmla="*/ 1861531 h 6858000"/>
              <a:gd name="connsiteX107-54997" fmla="*/ 293415 w 1508539"/>
              <a:gd name="connsiteY107-54998" fmla="*/ 1732919 h 6858000"/>
              <a:gd name="connsiteX108-54999" fmla="*/ 265726 w 1508539"/>
              <a:gd name="connsiteY108-55000" fmla="*/ 1663540 h 6858000"/>
              <a:gd name="connsiteX109-55001" fmla="*/ 264852 w 1508539"/>
              <a:gd name="connsiteY109-55002" fmla="*/ 1615777 h 6858000"/>
              <a:gd name="connsiteX110-55003" fmla="*/ 245647 w 1508539"/>
              <a:gd name="connsiteY110-55004" fmla="*/ 1563678 h 6858000"/>
              <a:gd name="connsiteX111-55005" fmla="*/ 258727 w 1508539"/>
              <a:gd name="connsiteY111-55006" fmla="*/ 1519474 h 6858000"/>
              <a:gd name="connsiteX112-55007" fmla="*/ 251469 w 1508539"/>
              <a:gd name="connsiteY112-55008" fmla="*/ 1477995 h 6858000"/>
              <a:gd name="connsiteX113-55009" fmla="*/ 237554 w 1508539"/>
              <a:gd name="connsiteY113-55010" fmla="*/ 1373769 h 6858000"/>
              <a:gd name="connsiteX114-55011" fmla="*/ 245861 w 1508539"/>
              <a:gd name="connsiteY114-55012" fmla="*/ 1307086 h 6858000"/>
              <a:gd name="connsiteX115-55013" fmla="*/ 247049 w 1508539"/>
              <a:gd name="connsiteY115-55014" fmla="*/ 1189033 h 6858000"/>
              <a:gd name="connsiteX116-55015" fmla="*/ 251734 w 1508539"/>
              <a:gd name="connsiteY116-55016" fmla="*/ 1168288 h 6858000"/>
              <a:gd name="connsiteX117-55017" fmla="*/ 244016 w 1508539"/>
              <a:gd name="connsiteY117-55018" fmla="*/ 1142577 h 6858000"/>
              <a:gd name="connsiteX118-55019" fmla="*/ 233322 w 1508539"/>
              <a:gd name="connsiteY118-55020" fmla="*/ 1088484 h 6858000"/>
              <a:gd name="connsiteX119-55021" fmla="*/ 222058 w 1508539"/>
              <a:gd name="connsiteY119-55022" fmla="*/ 1016103 h 6858000"/>
              <a:gd name="connsiteX120-55023" fmla="*/ 223514 w 1508539"/>
              <a:gd name="connsiteY120-55024" fmla="*/ 932283 h 6858000"/>
              <a:gd name="connsiteX121-55025" fmla="*/ 225750 w 1508539"/>
              <a:gd name="connsiteY121-55026" fmla="*/ 915925 h 6858000"/>
              <a:gd name="connsiteX122-55027" fmla="*/ 218379 w 1508539"/>
              <a:gd name="connsiteY122-55028" fmla="*/ 896999 h 6858000"/>
              <a:gd name="connsiteX123-55029" fmla="*/ 187787 w 1508539"/>
              <a:gd name="connsiteY123-55030" fmla="*/ 821517 h 6858000"/>
              <a:gd name="connsiteX124-55031" fmla="*/ 166737 w 1508539"/>
              <a:gd name="connsiteY124-55032" fmla="*/ 751353 h 6858000"/>
              <a:gd name="connsiteX125-55033" fmla="*/ 166295 w 1508539"/>
              <a:gd name="connsiteY125-55034" fmla="*/ 721230 h 6858000"/>
              <a:gd name="connsiteX126-55035" fmla="*/ 151966 w 1508539"/>
              <a:gd name="connsiteY126-55036" fmla="*/ 681659 h 6858000"/>
              <a:gd name="connsiteX127-55037" fmla="*/ 137385 w 1508539"/>
              <a:gd name="connsiteY127-55038" fmla="*/ 635218 h 6858000"/>
              <a:gd name="connsiteX128-55039" fmla="*/ 142396 w 1508539"/>
              <a:gd name="connsiteY128-55040" fmla="*/ 613763 h 6858000"/>
              <a:gd name="connsiteX129-55041" fmla="*/ 128338 w 1508539"/>
              <a:gd name="connsiteY129-55042" fmla="*/ 598582 h 6858000"/>
              <a:gd name="connsiteX130-55043" fmla="*/ 128019 w 1508539"/>
              <a:gd name="connsiteY130-55044" fmla="*/ 576846 h 6858000"/>
              <a:gd name="connsiteX131-55045" fmla="*/ 107645 w 1508539"/>
              <a:gd name="connsiteY131-55046" fmla="*/ 530055 h 6858000"/>
              <a:gd name="connsiteX132-55047" fmla="*/ 106893 w 1508539"/>
              <a:gd name="connsiteY132-55048" fmla="*/ 465389 h 6858000"/>
              <a:gd name="connsiteX133-55049" fmla="*/ 89816 w 1508539"/>
              <a:gd name="connsiteY133-55050" fmla="*/ 424699 h 6858000"/>
              <a:gd name="connsiteX134-55051" fmla="*/ 90191 w 1508539"/>
              <a:gd name="connsiteY134-55052" fmla="*/ 404917 h 6858000"/>
              <a:gd name="connsiteX135-55053" fmla="*/ 70148 w 1508539"/>
              <a:gd name="connsiteY135-55054" fmla="*/ 367211 h 6858000"/>
              <a:gd name="connsiteX136-55055" fmla="*/ 36452 w 1508539"/>
              <a:gd name="connsiteY136-55056" fmla="*/ 268519 h 6858000"/>
              <a:gd name="connsiteX137-55057" fmla="*/ 23935 w 1508539"/>
              <a:gd name="connsiteY137-55058" fmla="*/ 160886 h 6858000"/>
              <a:gd name="connsiteX138-55059" fmla="*/ 19312 w 1508539"/>
              <a:gd name="connsiteY138-55060" fmla="*/ 47336 h 6858000"/>
              <a:gd name="connsiteX139-55061" fmla="*/ 0 w 1508539"/>
              <a:gd name="connsiteY139-55062" fmla="*/ 0 h 6858000"/>
              <a:gd name="connsiteX0-55063" fmla="*/ 0 w 1508539"/>
              <a:gd name="connsiteY0-55064" fmla="*/ 0 h 6858000"/>
              <a:gd name="connsiteX1-55065" fmla="*/ 1508539 w 1508539"/>
              <a:gd name="connsiteY1-55066" fmla="*/ 0 h 6858000"/>
              <a:gd name="connsiteX2-55067" fmla="*/ 1508539 w 1508539"/>
              <a:gd name="connsiteY2-55068" fmla="*/ 6858000 h 6858000"/>
              <a:gd name="connsiteX3-55069" fmla="*/ 245233 w 1508539"/>
              <a:gd name="connsiteY3-55070" fmla="*/ 6857735 h 6858000"/>
              <a:gd name="connsiteX4-55071" fmla="*/ 243784 w 1508539"/>
              <a:gd name="connsiteY4-55072" fmla="*/ 6776847 h 6858000"/>
              <a:gd name="connsiteX5-55073" fmla="*/ 255284 w 1508539"/>
              <a:gd name="connsiteY5-55074" fmla="*/ 6737706 h 6858000"/>
              <a:gd name="connsiteX6-55075" fmla="*/ 267342 w 1508539"/>
              <a:gd name="connsiteY6-55076" fmla="*/ 6683638 h 6858000"/>
              <a:gd name="connsiteX7-55077" fmla="*/ 295622 w 1508539"/>
              <a:gd name="connsiteY7-55078" fmla="*/ 6659970 h 6858000"/>
              <a:gd name="connsiteX8-55079" fmla="*/ 310713 w 1508539"/>
              <a:gd name="connsiteY8-55080" fmla="*/ 6636211 h 6858000"/>
              <a:gd name="connsiteX9-55081" fmla="*/ 328157 w 1508539"/>
              <a:gd name="connsiteY9-55082" fmla="*/ 6594177 h 6858000"/>
              <a:gd name="connsiteX10-55083" fmla="*/ 342197 w 1508539"/>
              <a:gd name="connsiteY10-55084" fmla="*/ 6557575 h 6858000"/>
              <a:gd name="connsiteX11-55085" fmla="*/ 395154 w 1508539"/>
              <a:gd name="connsiteY11-55086" fmla="*/ 6492130 h 6858000"/>
              <a:gd name="connsiteX12-55087" fmla="*/ 410841 w 1508539"/>
              <a:gd name="connsiteY12-55088" fmla="*/ 6431610 h 6858000"/>
              <a:gd name="connsiteX13-55089" fmla="*/ 454546 w 1508539"/>
              <a:gd name="connsiteY13-55090" fmla="*/ 6379786 h 6858000"/>
              <a:gd name="connsiteX14-55091" fmla="*/ 437769 w 1508539"/>
              <a:gd name="connsiteY14-55092" fmla="*/ 6334727 h 6858000"/>
              <a:gd name="connsiteX15-55093" fmla="*/ 415184 w 1508539"/>
              <a:gd name="connsiteY15-55094" fmla="*/ 6313295 h 6858000"/>
              <a:gd name="connsiteX16-55095" fmla="*/ 422348 w 1508539"/>
              <a:gd name="connsiteY16-55096" fmla="*/ 6280046 h 6858000"/>
              <a:gd name="connsiteX17-55097" fmla="*/ 405093 w 1508539"/>
              <a:gd name="connsiteY17-55098" fmla="*/ 6270265 h 6858000"/>
              <a:gd name="connsiteX18-55099" fmla="*/ 432121 w 1508539"/>
              <a:gd name="connsiteY18-55100" fmla="*/ 6252834 h 6858000"/>
              <a:gd name="connsiteX19-55101" fmla="*/ 410113 w 1508539"/>
              <a:gd name="connsiteY19-55102" fmla="*/ 6202459 h 6858000"/>
              <a:gd name="connsiteX20-55103" fmla="*/ 392003 w 1508539"/>
              <a:gd name="connsiteY20-55104" fmla="*/ 6153037 h 6858000"/>
              <a:gd name="connsiteX21-55105" fmla="*/ 394739 w 1508539"/>
              <a:gd name="connsiteY21-55106" fmla="*/ 6090059 h 6858000"/>
              <a:gd name="connsiteX22-55107" fmla="*/ 411713 w 1508539"/>
              <a:gd name="connsiteY22-55108" fmla="*/ 6028119 h 6858000"/>
              <a:gd name="connsiteX23-55109" fmla="*/ 396942 w 1508539"/>
              <a:gd name="connsiteY23-55110" fmla="*/ 5926735 h 6858000"/>
              <a:gd name="connsiteX24-55111" fmla="*/ 446454 w 1508539"/>
              <a:gd name="connsiteY24-55112" fmla="*/ 5712857 h 6858000"/>
              <a:gd name="connsiteX25-55113" fmla="*/ 425529 w 1508539"/>
              <a:gd name="connsiteY25-55114" fmla="*/ 5676393 h 6858000"/>
              <a:gd name="connsiteX26-55115" fmla="*/ 465121 w 1508539"/>
              <a:gd name="connsiteY26-55116" fmla="*/ 5563435 h 6858000"/>
              <a:gd name="connsiteX27-55117" fmla="*/ 512251 w 1508539"/>
              <a:gd name="connsiteY27-55118" fmla="*/ 5437125 h 6858000"/>
              <a:gd name="connsiteX28-55119" fmla="*/ 525819 w 1508539"/>
              <a:gd name="connsiteY28-55120" fmla="*/ 5396260 h 6858000"/>
              <a:gd name="connsiteX29-55121" fmla="*/ 541800 w 1508539"/>
              <a:gd name="connsiteY29-55122" fmla="*/ 5330009 h 6858000"/>
              <a:gd name="connsiteX30-55123" fmla="*/ 575293 w 1508539"/>
              <a:gd name="connsiteY30-55124" fmla="*/ 5273739 h 6858000"/>
              <a:gd name="connsiteX31-55125" fmla="*/ 584892 w 1508539"/>
              <a:gd name="connsiteY31-55126" fmla="*/ 5241779 h 6858000"/>
              <a:gd name="connsiteX32-55127" fmla="*/ 596118 w 1508539"/>
              <a:gd name="connsiteY32-55128" fmla="*/ 5225268 h 6858000"/>
              <a:gd name="connsiteX33-55129" fmla="*/ 597138 w 1508539"/>
              <a:gd name="connsiteY33-55130" fmla="*/ 5217684 h 6858000"/>
              <a:gd name="connsiteX34-55131" fmla="*/ 604479 w 1508539"/>
              <a:gd name="connsiteY34-55132" fmla="*/ 5193377 h 6858000"/>
              <a:gd name="connsiteX35-55133" fmla="*/ 607782 w 1508539"/>
              <a:gd name="connsiteY35-55134" fmla="*/ 5179288 h 6858000"/>
              <a:gd name="connsiteX36-55135" fmla="*/ 608766 w 1508539"/>
              <a:gd name="connsiteY36-55136" fmla="*/ 5173621 h 6858000"/>
              <a:gd name="connsiteX37-55137" fmla="*/ 604400 w 1508539"/>
              <a:gd name="connsiteY37-55138" fmla="*/ 5159961 h 6858000"/>
              <a:gd name="connsiteX38-55139" fmla="*/ 611077 w 1508539"/>
              <a:gd name="connsiteY38-55140" fmla="*/ 5144295 h 6858000"/>
              <a:gd name="connsiteX39-55141" fmla="*/ 608010 w 1508539"/>
              <a:gd name="connsiteY39-55142" fmla="*/ 5125185 h 6858000"/>
              <a:gd name="connsiteX40-55143" fmla="*/ 614840 w 1508539"/>
              <a:gd name="connsiteY40-55144" fmla="*/ 5121884 h 6858000"/>
              <a:gd name="connsiteX41-55145" fmla="*/ 621876 w 1508539"/>
              <a:gd name="connsiteY41-55146" fmla="*/ 5067850 h 6858000"/>
              <a:gd name="connsiteX42-55147" fmla="*/ 624607 w 1508539"/>
              <a:gd name="connsiteY42-55148" fmla="*/ 5060861 h 6858000"/>
              <a:gd name="connsiteX43-55149" fmla="*/ 621311 w 1508539"/>
              <a:gd name="connsiteY43-55150" fmla="*/ 5034192 h 6858000"/>
              <a:gd name="connsiteX44-55151" fmla="*/ 622865 w 1508539"/>
              <a:gd name="connsiteY44-55152" fmla="*/ 4993030 h 6858000"/>
              <a:gd name="connsiteX45-55153" fmla="*/ 629774 w 1508539"/>
              <a:gd name="connsiteY45-55154" fmla="*/ 4946844 h 6858000"/>
              <a:gd name="connsiteX46-55155" fmla="*/ 625630 w 1508539"/>
              <a:gd name="connsiteY46-55156" fmla="*/ 4932692 h 6858000"/>
              <a:gd name="connsiteX47-55157" fmla="*/ 641033 w 1508539"/>
              <a:gd name="connsiteY47-55158" fmla="*/ 4858827 h 6858000"/>
              <a:gd name="connsiteX48-55159" fmla="*/ 646936 w 1508539"/>
              <a:gd name="connsiteY48-55160" fmla="*/ 4821170 h 6858000"/>
              <a:gd name="connsiteX49-55161" fmla="*/ 651669 w 1508539"/>
              <a:gd name="connsiteY49-55162" fmla="*/ 4780965 h 6858000"/>
              <a:gd name="connsiteX50-55163" fmla="*/ 652962 w 1508539"/>
              <a:gd name="connsiteY50-55164" fmla="*/ 4750867 h 6858000"/>
              <a:gd name="connsiteX51-55165" fmla="*/ 650769 w 1508539"/>
              <a:gd name="connsiteY51-55166" fmla="*/ 4690749 h 6858000"/>
              <a:gd name="connsiteX52-55167" fmla="*/ 646249 w 1508539"/>
              <a:gd name="connsiteY52-55168" fmla="*/ 4584173 h 6858000"/>
              <a:gd name="connsiteX53-55169" fmla="*/ 641332 w 1508539"/>
              <a:gd name="connsiteY53-55170" fmla="*/ 4444346 h 6858000"/>
              <a:gd name="connsiteX54-55171" fmla="*/ 637897 w 1508539"/>
              <a:gd name="connsiteY54-55172" fmla="*/ 4375228 h 6858000"/>
              <a:gd name="connsiteX55-55173" fmla="*/ 618550 w 1508539"/>
              <a:gd name="connsiteY55-55174" fmla="*/ 4214165 h 6858000"/>
              <a:gd name="connsiteX56-55175" fmla="*/ 622623 w 1508539"/>
              <a:gd name="connsiteY56-55176" fmla="*/ 4090296 h 6858000"/>
              <a:gd name="connsiteX57-55177" fmla="*/ 607879 w 1508539"/>
              <a:gd name="connsiteY57-55178" fmla="*/ 4033999 h 6858000"/>
              <a:gd name="connsiteX58-55179" fmla="*/ 609028 w 1508539"/>
              <a:gd name="connsiteY58-55180" fmla="*/ 4031933 h 6858000"/>
              <a:gd name="connsiteX59-55181" fmla="*/ 607604 w 1508539"/>
              <a:gd name="connsiteY59-55182" fmla="*/ 4013953 h 6858000"/>
              <a:gd name="connsiteX60-55183" fmla="*/ 593899 w 1508539"/>
              <a:gd name="connsiteY60-55184" fmla="*/ 3974753 h 6858000"/>
              <a:gd name="connsiteX61-55185" fmla="*/ 595497 w 1508539"/>
              <a:gd name="connsiteY61-55186" fmla="*/ 3969950 h 6858000"/>
              <a:gd name="connsiteX62-55187" fmla="*/ 588919 w 1508539"/>
              <a:gd name="connsiteY62-55188" fmla="*/ 3933779 h 6858000"/>
              <a:gd name="connsiteX63-55189" fmla="*/ 590250 w 1508539"/>
              <a:gd name="connsiteY63-55190" fmla="*/ 3933093 h 6858000"/>
              <a:gd name="connsiteX64-55191" fmla="*/ 594604 w 1508539"/>
              <a:gd name="connsiteY64-55192" fmla="*/ 3922082 h 6858000"/>
              <a:gd name="connsiteX65-55193" fmla="*/ 599682 w 1508539"/>
              <a:gd name="connsiteY65-55194" fmla="*/ 3901461 h 6858000"/>
              <a:gd name="connsiteX66-55195" fmla="*/ 622276 w 1508539"/>
              <a:gd name="connsiteY66-55196" fmla="*/ 3813873 h 6858000"/>
              <a:gd name="connsiteX67-55197" fmla="*/ 621701 w 1508539"/>
              <a:gd name="connsiteY67-55198" fmla="*/ 3806161 h 6858000"/>
              <a:gd name="connsiteX68-55199" fmla="*/ 622008 w 1508539"/>
              <a:gd name="connsiteY68-55200" fmla="*/ 3805957 h 6858000"/>
              <a:gd name="connsiteX69-55201" fmla="*/ 622035 w 1508539"/>
              <a:gd name="connsiteY69-55202" fmla="*/ 3797724 h 6858000"/>
              <a:gd name="connsiteX70-55203" fmla="*/ 620650 w 1508539"/>
              <a:gd name="connsiteY70-55204" fmla="*/ 3792098 h 6858000"/>
              <a:gd name="connsiteX71-55205" fmla="*/ 619534 w 1508539"/>
              <a:gd name="connsiteY71-55206" fmla="*/ 3777135 h 6858000"/>
              <a:gd name="connsiteX72-55207" fmla="*/ 621267 w 1508539"/>
              <a:gd name="connsiteY72-55208" fmla="*/ 3771656 h 6858000"/>
              <a:gd name="connsiteX73-55209" fmla="*/ 625010 w 1508539"/>
              <a:gd name="connsiteY73-55210" fmla="*/ 3769007 h 6858000"/>
              <a:gd name="connsiteX74-55211" fmla="*/ 624476 w 1508539"/>
              <a:gd name="connsiteY74-55212" fmla="*/ 3767709 h 6858000"/>
              <a:gd name="connsiteX75-55213" fmla="*/ 633172 w 1508539"/>
              <a:gd name="connsiteY75-55214" fmla="*/ 3738082 h 6858000"/>
              <a:gd name="connsiteX76-55215" fmla="*/ 640518 w 1508539"/>
              <a:gd name="connsiteY76-55216" fmla="*/ 3673397 h 6858000"/>
              <a:gd name="connsiteX77-55217" fmla="*/ 639814 w 1508539"/>
              <a:gd name="connsiteY77-55218" fmla="*/ 3637109 h 6858000"/>
              <a:gd name="connsiteX78-55219" fmla="*/ 643257 w 1508539"/>
              <a:gd name="connsiteY78-55220" fmla="*/ 3536883 h 6858000"/>
              <a:gd name="connsiteX79-55221" fmla="*/ 650795 w 1508539"/>
              <a:gd name="connsiteY79-55222" fmla="*/ 3435652 h 6858000"/>
              <a:gd name="connsiteX80-55223" fmla="*/ 652466 w 1508539"/>
              <a:gd name="connsiteY80-55224" fmla="*/ 3307769 h 6858000"/>
              <a:gd name="connsiteX81-55225" fmla="*/ 670029 w 1508539"/>
              <a:gd name="connsiteY81-55226" fmla="*/ 3250522 h 6858000"/>
              <a:gd name="connsiteX82-55227" fmla="*/ 670454 w 1508539"/>
              <a:gd name="connsiteY82-55228" fmla="*/ 3229163 h 6858000"/>
              <a:gd name="connsiteX83-55229" fmla="*/ 672277 w 1508539"/>
              <a:gd name="connsiteY83-55230" fmla="*/ 3217217 h 6858000"/>
              <a:gd name="connsiteX84-55231" fmla="*/ 659112 w 1508539"/>
              <a:gd name="connsiteY84-55232" fmla="*/ 3183755 h 6858000"/>
              <a:gd name="connsiteX85-55233" fmla="*/ 659613 w 1508539"/>
              <a:gd name="connsiteY85-55234" fmla="*/ 3178642 h 6858000"/>
              <a:gd name="connsiteX86-55235" fmla="*/ 647213 w 1508539"/>
              <a:gd name="connsiteY86-55236" fmla="*/ 3158586 h 6858000"/>
              <a:gd name="connsiteX87-55237" fmla="*/ 632398 w 1508539"/>
              <a:gd name="connsiteY87-55238" fmla="*/ 3129034 h 6858000"/>
              <a:gd name="connsiteX88-55239" fmla="*/ 633063 w 1508539"/>
              <a:gd name="connsiteY88-55240" fmla="*/ 3126682 h 6858000"/>
              <a:gd name="connsiteX89-55241" fmla="*/ 623931 w 1508539"/>
              <a:gd name="connsiteY89-55242" fmla="*/ 3114519 h 6858000"/>
              <a:gd name="connsiteX90-55243" fmla="*/ 610540 w 1508539"/>
              <a:gd name="connsiteY90-55244" fmla="*/ 3106272 h 6858000"/>
              <a:gd name="connsiteX91-55245" fmla="*/ 583270 w 1508539"/>
              <a:gd name="connsiteY91-55246" fmla="*/ 2958185 h 6858000"/>
              <a:gd name="connsiteX92-55247" fmla="*/ 525884 w 1508539"/>
              <a:gd name="connsiteY92-55248" fmla="*/ 2762989 h 6858000"/>
              <a:gd name="connsiteX93-55249" fmla="*/ 474802 w 1508539"/>
              <a:gd name="connsiteY93-55250" fmla="*/ 2554718 h 6858000"/>
              <a:gd name="connsiteX94-55251" fmla="*/ 454896 w 1508539"/>
              <a:gd name="connsiteY94-55252" fmla="*/ 2485734 h 6858000"/>
              <a:gd name="connsiteX95-55253" fmla="*/ 445619 w 1508539"/>
              <a:gd name="connsiteY95-55254" fmla="*/ 2447068 h 6858000"/>
              <a:gd name="connsiteX96-55255" fmla="*/ 432580 w 1508539"/>
              <a:gd name="connsiteY96-55256" fmla="*/ 2425819 h 6858000"/>
              <a:gd name="connsiteX97-55257" fmla="*/ 438579 w 1508539"/>
              <a:gd name="connsiteY97-55258" fmla="*/ 2402874 h 6858000"/>
              <a:gd name="connsiteX98-55259" fmla="*/ 441191 w 1508539"/>
              <a:gd name="connsiteY98-55260" fmla="*/ 2381443 h 6858000"/>
              <a:gd name="connsiteX99-55261" fmla="*/ 417520 w 1508539"/>
              <a:gd name="connsiteY99-55262" fmla="*/ 2261920 h 6858000"/>
              <a:gd name="connsiteX100-55263" fmla="*/ 407407 w 1508539"/>
              <a:gd name="connsiteY100-55264" fmla="*/ 2195378 h 6858000"/>
              <a:gd name="connsiteX101-55265" fmla="*/ 391624 w 1508539"/>
              <a:gd name="connsiteY101-55266" fmla="*/ 2155135 h 6858000"/>
              <a:gd name="connsiteX102-55267" fmla="*/ 389082 w 1508539"/>
              <a:gd name="connsiteY102-55268" fmla="*/ 2118008 h 6858000"/>
              <a:gd name="connsiteX103-55269" fmla="*/ 390075 w 1508539"/>
              <a:gd name="connsiteY103-55270" fmla="*/ 2050531 h 6858000"/>
              <a:gd name="connsiteX104-55271" fmla="*/ 381881 w 1508539"/>
              <a:gd name="connsiteY104-55272" fmla="*/ 1963269 h 6858000"/>
              <a:gd name="connsiteX105-55273" fmla="*/ 363059 w 1508539"/>
              <a:gd name="connsiteY105-55274" fmla="*/ 1906352 h 6858000"/>
              <a:gd name="connsiteX106-55275" fmla="*/ 339616 w 1508539"/>
              <a:gd name="connsiteY106-55276" fmla="*/ 1861531 h 6858000"/>
              <a:gd name="connsiteX107-55277" fmla="*/ 293415 w 1508539"/>
              <a:gd name="connsiteY107-55278" fmla="*/ 1732919 h 6858000"/>
              <a:gd name="connsiteX108-55279" fmla="*/ 265726 w 1508539"/>
              <a:gd name="connsiteY108-55280" fmla="*/ 1663540 h 6858000"/>
              <a:gd name="connsiteX109-55281" fmla="*/ 264852 w 1508539"/>
              <a:gd name="connsiteY109-55282" fmla="*/ 1615777 h 6858000"/>
              <a:gd name="connsiteX110-55283" fmla="*/ 245647 w 1508539"/>
              <a:gd name="connsiteY110-55284" fmla="*/ 1563678 h 6858000"/>
              <a:gd name="connsiteX111-55285" fmla="*/ 258727 w 1508539"/>
              <a:gd name="connsiteY111-55286" fmla="*/ 1519474 h 6858000"/>
              <a:gd name="connsiteX112-55287" fmla="*/ 251469 w 1508539"/>
              <a:gd name="connsiteY112-55288" fmla="*/ 1477995 h 6858000"/>
              <a:gd name="connsiteX113-55289" fmla="*/ 237554 w 1508539"/>
              <a:gd name="connsiteY113-55290" fmla="*/ 1373769 h 6858000"/>
              <a:gd name="connsiteX114-55291" fmla="*/ 245861 w 1508539"/>
              <a:gd name="connsiteY114-55292" fmla="*/ 1307086 h 6858000"/>
              <a:gd name="connsiteX115-55293" fmla="*/ 247049 w 1508539"/>
              <a:gd name="connsiteY115-55294" fmla="*/ 1189033 h 6858000"/>
              <a:gd name="connsiteX116-55295" fmla="*/ 251734 w 1508539"/>
              <a:gd name="connsiteY116-55296" fmla="*/ 1168288 h 6858000"/>
              <a:gd name="connsiteX117-55297" fmla="*/ 244016 w 1508539"/>
              <a:gd name="connsiteY117-55298" fmla="*/ 1142577 h 6858000"/>
              <a:gd name="connsiteX118-55299" fmla="*/ 233322 w 1508539"/>
              <a:gd name="connsiteY118-55300" fmla="*/ 1088484 h 6858000"/>
              <a:gd name="connsiteX119-55301" fmla="*/ 222058 w 1508539"/>
              <a:gd name="connsiteY119-55302" fmla="*/ 1016103 h 6858000"/>
              <a:gd name="connsiteX120-55303" fmla="*/ 223514 w 1508539"/>
              <a:gd name="connsiteY120-55304" fmla="*/ 932283 h 6858000"/>
              <a:gd name="connsiteX121-55305" fmla="*/ 225750 w 1508539"/>
              <a:gd name="connsiteY121-55306" fmla="*/ 915925 h 6858000"/>
              <a:gd name="connsiteX122-55307" fmla="*/ 218379 w 1508539"/>
              <a:gd name="connsiteY122-55308" fmla="*/ 896999 h 6858000"/>
              <a:gd name="connsiteX123-55309" fmla="*/ 187787 w 1508539"/>
              <a:gd name="connsiteY123-55310" fmla="*/ 821517 h 6858000"/>
              <a:gd name="connsiteX124-55311" fmla="*/ 166737 w 1508539"/>
              <a:gd name="connsiteY124-55312" fmla="*/ 751353 h 6858000"/>
              <a:gd name="connsiteX125-55313" fmla="*/ 166295 w 1508539"/>
              <a:gd name="connsiteY125-55314" fmla="*/ 721230 h 6858000"/>
              <a:gd name="connsiteX126-55315" fmla="*/ 151966 w 1508539"/>
              <a:gd name="connsiteY126-55316" fmla="*/ 681659 h 6858000"/>
              <a:gd name="connsiteX127-55317" fmla="*/ 137385 w 1508539"/>
              <a:gd name="connsiteY127-55318" fmla="*/ 635218 h 6858000"/>
              <a:gd name="connsiteX128-55319" fmla="*/ 142396 w 1508539"/>
              <a:gd name="connsiteY128-55320" fmla="*/ 613763 h 6858000"/>
              <a:gd name="connsiteX129-55321" fmla="*/ 128338 w 1508539"/>
              <a:gd name="connsiteY129-55322" fmla="*/ 598582 h 6858000"/>
              <a:gd name="connsiteX130-55323" fmla="*/ 128019 w 1508539"/>
              <a:gd name="connsiteY130-55324" fmla="*/ 576846 h 6858000"/>
              <a:gd name="connsiteX131-55325" fmla="*/ 107645 w 1508539"/>
              <a:gd name="connsiteY131-55326" fmla="*/ 530055 h 6858000"/>
              <a:gd name="connsiteX132-55327" fmla="*/ 106893 w 1508539"/>
              <a:gd name="connsiteY132-55328" fmla="*/ 465389 h 6858000"/>
              <a:gd name="connsiteX133-55329" fmla="*/ 89816 w 1508539"/>
              <a:gd name="connsiteY133-55330" fmla="*/ 424699 h 6858000"/>
              <a:gd name="connsiteX134-55331" fmla="*/ 90191 w 1508539"/>
              <a:gd name="connsiteY134-55332" fmla="*/ 404917 h 6858000"/>
              <a:gd name="connsiteX135-55333" fmla="*/ 70148 w 1508539"/>
              <a:gd name="connsiteY135-55334" fmla="*/ 367211 h 6858000"/>
              <a:gd name="connsiteX136-55335" fmla="*/ 36452 w 1508539"/>
              <a:gd name="connsiteY136-55336" fmla="*/ 268519 h 6858000"/>
              <a:gd name="connsiteX137-55337" fmla="*/ 23935 w 1508539"/>
              <a:gd name="connsiteY137-55338" fmla="*/ 160886 h 6858000"/>
              <a:gd name="connsiteX138-55339" fmla="*/ 19312 w 1508539"/>
              <a:gd name="connsiteY138-55340" fmla="*/ 47336 h 6858000"/>
              <a:gd name="connsiteX139-55341" fmla="*/ 0 w 1508539"/>
              <a:gd name="connsiteY139-55342" fmla="*/ 0 h 6858000"/>
              <a:gd name="connsiteX0-55343" fmla="*/ 0 w 1508539"/>
              <a:gd name="connsiteY0-55344" fmla="*/ 0 h 6858000"/>
              <a:gd name="connsiteX1-55345" fmla="*/ 1508539 w 1508539"/>
              <a:gd name="connsiteY1-55346" fmla="*/ 0 h 6858000"/>
              <a:gd name="connsiteX2-55347" fmla="*/ 1508539 w 1508539"/>
              <a:gd name="connsiteY2-55348" fmla="*/ 6858000 h 6858000"/>
              <a:gd name="connsiteX3-55349" fmla="*/ 245233 w 1508539"/>
              <a:gd name="connsiteY3-55350" fmla="*/ 6857735 h 6858000"/>
              <a:gd name="connsiteX4-55351" fmla="*/ 243784 w 1508539"/>
              <a:gd name="connsiteY4-55352" fmla="*/ 6776847 h 6858000"/>
              <a:gd name="connsiteX5-55353" fmla="*/ 255284 w 1508539"/>
              <a:gd name="connsiteY5-55354" fmla="*/ 6737706 h 6858000"/>
              <a:gd name="connsiteX6-55355" fmla="*/ 267342 w 1508539"/>
              <a:gd name="connsiteY6-55356" fmla="*/ 6683638 h 6858000"/>
              <a:gd name="connsiteX7-55357" fmla="*/ 295622 w 1508539"/>
              <a:gd name="connsiteY7-55358" fmla="*/ 6659970 h 6858000"/>
              <a:gd name="connsiteX8-55359" fmla="*/ 310713 w 1508539"/>
              <a:gd name="connsiteY8-55360" fmla="*/ 6636211 h 6858000"/>
              <a:gd name="connsiteX9-55361" fmla="*/ 328157 w 1508539"/>
              <a:gd name="connsiteY9-55362" fmla="*/ 6594177 h 6858000"/>
              <a:gd name="connsiteX10-55363" fmla="*/ 342197 w 1508539"/>
              <a:gd name="connsiteY10-55364" fmla="*/ 6557575 h 6858000"/>
              <a:gd name="connsiteX11-55365" fmla="*/ 395154 w 1508539"/>
              <a:gd name="connsiteY11-55366" fmla="*/ 6492130 h 6858000"/>
              <a:gd name="connsiteX12-55367" fmla="*/ 410841 w 1508539"/>
              <a:gd name="connsiteY12-55368" fmla="*/ 6431610 h 6858000"/>
              <a:gd name="connsiteX13-55369" fmla="*/ 454546 w 1508539"/>
              <a:gd name="connsiteY13-55370" fmla="*/ 6379786 h 6858000"/>
              <a:gd name="connsiteX14-55371" fmla="*/ 437769 w 1508539"/>
              <a:gd name="connsiteY14-55372" fmla="*/ 6334727 h 6858000"/>
              <a:gd name="connsiteX15-55373" fmla="*/ 415184 w 1508539"/>
              <a:gd name="connsiteY15-55374" fmla="*/ 6313295 h 6858000"/>
              <a:gd name="connsiteX16-55375" fmla="*/ 422348 w 1508539"/>
              <a:gd name="connsiteY16-55376" fmla="*/ 6280046 h 6858000"/>
              <a:gd name="connsiteX17-55377" fmla="*/ 405093 w 1508539"/>
              <a:gd name="connsiteY17-55378" fmla="*/ 6270265 h 6858000"/>
              <a:gd name="connsiteX18-55379" fmla="*/ 432121 w 1508539"/>
              <a:gd name="connsiteY18-55380" fmla="*/ 6252834 h 6858000"/>
              <a:gd name="connsiteX19-55381" fmla="*/ 410113 w 1508539"/>
              <a:gd name="connsiteY19-55382" fmla="*/ 6202459 h 6858000"/>
              <a:gd name="connsiteX20-55383" fmla="*/ 408911 w 1508539"/>
              <a:gd name="connsiteY20-55384" fmla="*/ 6153037 h 6858000"/>
              <a:gd name="connsiteX21-55385" fmla="*/ 394739 w 1508539"/>
              <a:gd name="connsiteY21-55386" fmla="*/ 6090059 h 6858000"/>
              <a:gd name="connsiteX22-55387" fmla="*/ 411713 w 1508539"/>
              <a:gd name="connsiteY22-55388" fmla="*/ 6028119 h 6858000"/>
              <a:gd name="connsiteX23-55389" fmla="*/ 396942 w 1508539"/>
              <a:gd name="connsiteY23-55390" fmla="*/ 5926735 h 6858000"/>
              <a:gd name="connsiteX24-55391" fmla="*/ 446454 w 1508539"/>
              <a:gd name="connsiteY24-55392" fmla="*/ 5712857 h 6858000"/>
              <a:gd name="connsiteX25-55393" fmla="*/ 425529 w 1508539"/>
              <a:gd name="connsiteY25-55394" fmla="*/ 5676393 h 6858000"/>
              <a:gd name="connsiteX26-55395" fmla="*/ 465121 w 1508539"/>
              <a:gd name="connsiteY26-55396" fmla="*/ 5563435 h 6858000"/>
              <a:gd name="connsiteX27-55397" fmla="*/ 512251 w 1508539"/>
              <a:gd name="connsiteY27-55398" fmla="*/ 5437125 h 6858000"/>
              <a:gd name="connsiteX28-55399" fmla="*/ 525819 w 1508539"/>
              <a:gd name="connsiteY28-55400" fmla="*/ 5396260 h 6858000"/>
              <a:gd name="connsiteX29-55401" fmla="*/ 541800 w 1508539"/>
              <a:gd name="connsiteY29-55402" fmla="*/ 5330009 h 6858000"/>
              <a:gd name="connsiteX30-55403" fmla="*/ 575293 w 1508539"/>
              <a:gd name="connsiteY30-55404" fmla="*/ 5273739 h 6858000"/>
              <a:gd name="connsiteX31-55405" fmla="*/ 584892 w 1508539"/>
              <a:gd name="connsiteY31-55406" fmla="*/ 5241779 h 6858000"/>
              <a:gd name="connsiteX32-55407" fmla="*/ 596118 w 1508539"/>
              <a:gd name="connsiteY32-55408" fmla="*/ 5225268 h 6858000"/>
              <a:gd name="connsiteX33-55409" fmla="*/ 597138 w 1508539"/>
              <a:gd name="connsiteY33-55410" fmla="*/ 5217684 h 6858000"/>
              <a:gd name="connsiteX34-55411" fmla="*/ 604479 w 1508539"/>
              <a:gd name="connsiteY34-55412" fmla="*/ 5193377 h 6858000"/>
              <a:gd name="connsiteX35-55413" fmla="*/ 607782 w 1508539"/>
              <a:gd name="connsiteY35-55414" fmla="*/ 5179288 h 6858000"/>
              <a:gd name="connsiteX36-55415" fmla="*/ 608766 w 1508539"/>
              <a:gd name="connsiteY36-55416" fmla="*/ 5173621 h 6858000"/>
              <a:gd name="connsiteX37-55417" fmla="*/ 604400 w 1508539"/>
              <a:gd name="connsiteY37-55418" fmla="*/ 5159961 h 6858000"/>
              <a:gd name="connsiteX38-55419" fmla="*/ 611077 w 1508539"/>
              <a:gd name="connsiteY38-55420" fmla="*/ 5144295 h 6858000"/>
              <a:gd name="connsiteX39-55421" fmla="*/ 608010 w 1508539"/>
              <a:gd name="connsiteY39-55422" fmla="*/ 5125185 h 6858000"/>
              <a:gd name="connsiteX40-55423" fmla="*/ 614840 w 1508539"/>
              <a:gd name="connsiteY40-55424" fmla="*/ 5121884 h 6858000"/>
              <a:gd name="connsiteX41-55425" fmla="*/ 621876 w 1508539"/>
              <a:gd name="connsiteY41-55426" fmla="*/ 5067850 h 6858000"/>
              <a:gd name="connsiteX42-55427" fmla="*/ 624607 w 1508539"/>
              <a:gd name="connsiteY42-55428" fmla="*/ 5060861 h 6858000"/>
              <a:gd name="connsiteX43-55429" fmla="*/ 621311 w 1508539"/>
              <a:gd name="connsiteY43-55430" fmla="*/ 5034192 h 6858000"/>
              <a:gd name="connsiteX44-55431" fmla="*/ 622865 w 1508539"/>
              <a:gd name="connsiteY44-55432" fmla="*/ 4993030 h 6858000"/>
              <a:gd name="connsiteX45-55433" fmla="*/ 629774 w 1508539"/>
              <a:gd name="connsiteY45-55434" fmla="*/ 4946844 h 6858000"/>
              <a:gd name="connsiteX46-55435" fmla="*/ 625630 w 1508539"/>
              <a:gd name="connsiteY46-55436" fmla="*/ 4932692 h 6858000"/>
              <a:gd name="connsiteX47-55437" fmla="*/ 641033 w 1508539"/>
              <a:gd name="connsiteY47-55438" fmla="*/ 4858827 h 6858000"/>
              <a:gd name="connsiteX48-55439" fmla="*/ 646936 w 1508539"/>
              <a:gd name="connsiteY48-55440" fmla="*/ 4821170 h 6858000"/>
              <a:gd name="connsiteX49-55441" fmla="*/ 651669 w 1508539"/>
              <a:gd name="connsiteY49-55442" fmla="*/ 4780965 h 6858000"/>
              <a:gd name="connsiteX50-55443" fmla="*/ 652962 w 1508539"/>
              <a:gd name="connsiteY50-55444" fmla="*/ 4750867 h 6858000"/>
              <a:gd name="connsiteX51-55445" fmla="*/ 650769 w 1508539"/>
              <a:gd name="connsiteY51-55446" fmla="*/ 4690749 h 6858000"/>
              <a:gd name="connsiteX52-55447" fmla="*/ 646249 w 1508539"/>
              <a:gd name="connsiteY52-55448" fmla="*/ 4584173 h 6858000"/>
              <a:gd name="connsiteX53-55449" fmla="*/ 641332 w 1508539"/>
              <a:gd name="connsiteY53-55450" fmla="*/ 4444346 h 6858000"/>
              <a:gd name="connsiteX54-55451" fmla="*/ 637897 w 1508539"/>
              <a:gd name="connsiteY54-55452" fmla="*/ 4375228 h 6858000"/>
              <a:gd name="connsiteX55-55453" fmla="*/ 618550 w 1508539"/>
              <a:gd name="connsiteY55-55454" fmla="*/ 4214165 h 6858000"/>
              <a:gd name="connsiteX56-55455" fmla="*/ 622623 w 1508539"/>
              <a:gd name="connsiteY56-55456" fmla="*/ 4090296 h 6858000"/>
              <a:gd name="connsiteX57-55457" fmla="*/ 607879 w 1508539"/>
              <a:gd name="connsiteY57-55458" fmla="*/ 4033999 h 6858000"/>
              <a:gd name="connsiteX58-55459" fmla="*/ 609028 w 1508539"/>
              <a:gd name="connsiteY58-55460" fmla="*/ 4031933 h 6858000"/>
              <a:gd name="connsiteX59-55461" fmla="*/ 607604 w 1508539"/>
              <a:gd name="connsiteY59-55462" fmla="*/ 4013953 h 6858000"/>
              <a:gd name="connsiteX60-55463" fmla="*/ 593899 w 1508539"/>
              <a:gd name="connsiteY60-55464" fmla="*/ 3974753 h 6858000"/>
              <a:gd name="connsiteX61-55465" fmla="*/ 595497 w 1508539"/>
              <a:gd name="connsiteY61-55466" fmla="*/ 3969950 h 6858000"/>
              <a:gd name="connsiteX62-55467" fmla="*/ 588919 w 1508539"/>
              <a:gd name="connsiteY62-55468" fmla="*/ 3933779 h 6858000"/>
              <a:gd name="connsiteX63-55469" fmla="*/ 590250 w 1508539"/>
              <a:gd name="connsiteY63-55470" fmla="*/ 3933093 h 6858000"/>
              <a:gd name="connsiteX64-55471" fmla="*/ 594604 w 1508539"/>
              <a:gd name="connsiteY64-55472" fmla="*/ 3922082 h 6858000"/>
              <a:gd name="connsiteX65-55473" fmla="*/ 599682 w 1508539"/>
              <a:gd name="connsiteY65-55474" fmla="*/ 3901461 h 6858000"/>
              <a:gd name="connsiteX66-55475" fmla="*/ 622276 w 1508539"/>
              <a:gd name="connsiteY66-55476" fmla="*/ 3813873 h 6858000"/>
              <a:gd name="connsiteX67-55477" fmla="*/ 621701 w 1508539"/>
              <a:gd name="connsiteY67-55478" fmla="*/ 3806161 h 6858000"/>
              <a:gd name="connsiteX68-55479" fmla="*/ 622008 w 1508539"/>
              <a:gd name="connsiteY68-55480" fmla="*/ 3805957 h 6858000"/>
              <a:gd name="connsiteX69-55481" fmla="*/ 622035 w 1508539"/>
              <a:gd name="connsiteY69-55482" fmla="*/ 3797724 h 6858000"/>
              <a:gd name="connsiteX70-55483" fmla="*/ 620650 w 1508539"/>
              <a:gd name="connsiteY70-55484" fmla="*/ 3792098 h 6858000"/>
              <a:gd name="connsiteX71-55485" fmla="*/ 619534 w 1508539"/>
              <a:gd name="connsiteY71-55486" fmla="*/ 3777135 h 6858000"/>
              <a:gd name="connsiteX72-55487" fmla="*/ 621267 w 1508539"/>
              <a:gd name="connsiteY72-55488" fmla="*/ 3771656 h 6858000"/>
              <a:gd name="connsiteX73-55489" fmla="*/ 625010 w 1508539"/>
              <a:gd name="connsiteY73-55490" fmla="*/ 3769007 h 6858000"/>
              <a:gd name="connsiteX74-55491" fmla="*/ 624476 w 1508539"/>
              <a:gd name="connsiteY74-55492" fmla="*/ 3767709 h 6858000"/>
              <a:gd name="connsiteX75-55493" fmla="*/ 633172 w 1508539"/>
              <a:gd name="connsiteY75-55494" fmla="*/ 3738082 h 6858000"/>
              <a:gd name="connsiteX76-55495" fmla="*/ 640518 w 1508539"/>
              <a:gd name="connsiteY76-55496" fmla="*/ 3673397 h 6858000"/>
              <a:gd name="connsiteX77-55497" fmla="*/ 639814 w 1508539"/>
              <a:gd name="connsiteY77-55498" fmla="*/ 3637109 h 6858000"/>
              <a:gd name="connsiteX78-55499" fmla="*/ 643257 w 1508539"/>
              <a:gd name="connsiteY78-55500" fmla="*/ 3536883 h 6858000"/>
              <a:gd name="connsiteX79-55501" fmla="*/ 650795 w 1508539"/>
              <a:gd name="connsiteY79-55502" fmla="*/ 3435652 h 6858000"/>
              <a:gd name="connsiteX80-55503" fmla="*/ 652466 w 1508539"/>
              <a:gd name="connsiteY80-55504" fmla="*/ 3307769 h 6858000"/>
              <a:gd name="connsiteX81-55505" fmla="*/ 670029 w 1508539"/>
              <a:gd name="connsiteY81-55506" fmla="*/ 3250522 h 6858000"/>
              <a:gd name="connsiteX82-55507" fmla="*/ 670454 w 1508539"/>
              <a:gd name="connsiteY82-55508" fmla="*/ 3229163 h 6858000"/>
              <a:gd name="connsiteX83-55509" fmla="*/ 672277 w 1508539"/>
              <a:gd name="connsiteY83-55510" fmla="*/ 3217217 h 6858000"/>
              <a:gd name="connsiteX84-55511" fmla="*/ 659112 w 1508539"/>
              <a:gd name="connsiteY84-55512" fmla="*/ 3183755 h 6858000"/>
              <a:gd name="connsiteX85-55513" fmla="*/ 659613 w 1508539"/>
              <a:gd name="connsiteY85-55514" fmla="*/ 3178642 h 6858000"/>
              <a:gd name="connsiteX86-55515" fmla="*/ 647213 w 1508539"/>
              <a:gd name="connsiteY86-55516" fmla="*/ 3158586 h 6858000"/>
              <a:gd name="connsiteX87-55517" fmla="*/ 632398 w 1508539"/>
              <a:gd name="connsiteY87-55518" fmla="*/ 3129034 h 6858000"/>
              <a:gd name="connsiteX88-55519" fmla="*/ 633063 w 1508539"/>
              <a:gd name="connsiteY88-55520" fmla="*/ 3126682 h 6858000"/>
              <a:gd name="connsiteX89-55521" fmla="*/ 623931 w 1508539"/>
              <a:gd name="connsiteY89-55522" fmla="*/ 3114519 h 6858000"/>
              <a:gd name="connsiteX90-55523" fmla="*/ 610540 w 1508539"/>
              <a:gd name="connsiteY90-55524" fmla="*/ 3106272 h 6858000"/>
              <a:gd name="connsiteX91-55525" fmla="*/ 583270 w 1508539"/>
              <a:gd name="connsiteY91-55526" fmla="*/ 2958185 h 6858000"/>
              <a:gd name="connsiteX92-55527" fmla="*/ 525884 w 1508539"/>
              <a:gd name="connsiteY92-55528" fmla="*/ 2762989 h 6858000"/>
              <a:gd name="connsiteX93-55529" fmla="*/ 474802 w 1508539"/>
              <a:gd name="connsiteY93-55530" fmla="*/ 2554718 h 6858000"/>
              <a:gd name="connsiteX94-55531" fmla="*/ 454896 w 1508539"/>
              <a:gd name="connsiteY94-55532" fmla="*/ 2485734 h 6858000"/>
              <a:gd name="connsiteX95-55533" fmla="*/ 445619 w 1508539"/>
              <a:gd name="connsiteY95-55534" fmla="*/ 2447068 h 6858000"/>
              <a:gd name="connsiteX96-55535" fmla="*/ 432580 w 1508539"/>
              <a:gd name="connsiteY96-55536" fmla="*/ 2425819 h 6858000"/>
              <a:gd name="connsiteX97-55537" fmla="*/ 438579 w 1508539"/>
              <a:gd name="connsiteY97-55538" fmla="*/ 2402874 h 6858000"/>
              <a:gd name="connsiteX98-55539" fmla="*/ 441191 w 1508539"/>
              <a:gd name="connsiteY98-55540" fmla="*/ 2381443 h 6858000"/>
              <a:gd name="connsiteX99-55541" fmla="*/ 417520 w 1508539"/>
              <a:gd name="connsiteY99-55542" fmla="*/ 2261920 h 6858000"/>
              <a:gd name="connsiteX100-55543" fmla="*/ 407407 w 1508539"/>
              <a:gd name="connsiteY100-55544" fmla="*/ 2195378 h 6858000"/>
              <a:gd name="connsiteX101-55545" fmla="*/ 391624 w 1508539"/>
              <a:gd name="connsiteY101-55546" fmla="*/ 2155135 h 6858000"/>
              <a:gd name="connsiteX102-55547" fmla="*/ 389082 w 1508539"/>
              <a:gd name="connsiteY102-55548" fmla="*/ 2118008 h 6858000"/>
              <a:gd name="connsiteX103-55549" fmla="*/ 390075 w 1508539"/>
              <a:gd name="connsiteY103-55550" fmla="*/ 2050531 h 6858000"/>
              <a:gd name="connsiteX104-55551" fmla="*/ 381881 w 1508539"/>
              <a:gd name="connsiteY104-55552" fmla="*/ 1963269 h 6858000"/>
              <a:gd name="connsiteX105-55553" fmla="*/ 363059 w 1508539"/>
              <a:gd name="connsiteY105-55554" fmla="*/ 1906352 h 6858000"/>
              <a:gd name="connsiteX106-55555" fmla="*/ 339616 w 1508539"/>
              <a:gd name="connsiteY106-55556" fmla="*/ 1861531 h 6858000"/>
              <a:gd name="connsiteX107-55557" fmla="*/ 293415 w 1508539"/>
              <a:gd name="connsiteY107-55558" fmla="*/ 1732919 h 6858000"/>
              <a:gd name="connsiteX108-55559" fmla="*/ 265726 w 1508539"/>
              <a:gd name="connsiteY108-55560" fmla="*/ 1663540 h 6858000"/>
              <a:gd name="connsiteX109-55561" fmla="*/ 264852 w 1508539"/>
              <a:gd name="connsiteY109-55562" fmla="*/ 1615777 h 6858000"/>
              <a:gd name="connsiteX110-55563" fmla="*/ 245647 w 1508539"/>
              <a:gd name="connsiteY110-55564" fmla="*/ 1563678 h 6858000"/>
              <a:gd name="connsiteX111-55565" fmla="*/ 258727 w 1508539"/>
              <a:gd name="connsiteY111-55566" fmla="*/ 1519474 h 6858000"/>
              <a:gd name="connsiteX112-55567" fmla="*/ 251469 w 1508539"/>
              <a:gd name="connsiteY112-55568" fmla="*/ 1477995 h 6858000"/>
              <a:gd name="connsiteX113-55569" fmla="*/ 237554 w 1508539"/>
              <a:gd name="connsiteY113-55570" fmla="*/ 1373769 h 6858000"/>
              <a:gd name="connsiteX114-55571" fmla="*/ 245861 w 1508539"/>
              <a:gd name="connsiteY114-55572" fmla="*/ 1307086 h 6858000"/>
              <a:gd name="connsiteX115-55573" fmla="*/ 247049 w 1508539"/>
              <a:gd name="connsiteY115-55574" fmla="*/ 1189033 h 6858000"/>
              <a:gd name="connsiteX116-55575" fmla="*/ 251734 w 1508539"/>
              <a:gd name="connsiteY116-55576" fmla="*/ 1168288 h 6858000"/>
              <a:gd name="connsiteX117-55577" fmla="*/ 244016 w 1508539"/>
              <a:gd name="connsiteY117-55578" fmla="*/ 1142577 h 6858000"/>
              <a:gd name="connsiteX118-55579" fmla="*/ 233322 w 1508539"/>
              <a:gd name="connsiteY118-55580" fmla="*/ 1088484 h 6858000"/>
              <a:gd name="connsiteX119-55581" fmla="*/ 222058 w 1508539"/>
              <a:gd name="connsiteY119-55582" fmla="*/ 1016103 h 6858000"/>
              <a:gd name="connsiteX120-55583" fmla="*/ 223514 w 1508539"/>
              <a:gd name="connsiteY120-55584" fmla="*/ 932283 h 6858000"/>
              <a:gd name="connsiteX121-55585" fmla="*/ 225750 w 1508539"/>
              <a:gd name="connsiteY121-55586" fmla="*/ 915925 h 6858000"/>
              <a:gd name="connsiteX122-55587" fmla="*/ 218379 w 1508539"/>
              <a:gd name="connsiteY122-55588" fmla="*/ 896999 h 6858000"/>
              <a:gd name="connsiteX123-55589" fmla="*/ 187787 w 1508539"/>
              <a:gd name="connsiteY123-55590" fmla="*/ 821517 h 6858000"/>
              <a:gd name="connsiteX124-55591" fmla="*/ 166737 w 1508539"/>
              <a:gd name="connsiteY124-55592" fmla="*/ 751353 h 6858000"/>
              <a:gd name="connsiteX125-55593" fmla="*/ 166295 w 1508539"/>
              <a:gd name="connsiteY125-55594" fmla="*/ 721230 h 6858000"/>
              <a:gd name="connsiteX126-55595" fmla="*/ 151966 w 1508539"/>
              <a:gd name="connsiteY126-55596" fmla="*/ 681659 h 6858000"/>
              <a:gd name="connsiteX127-55597" fmla="*/ 137385 w 1508539"/>
              <a:gd name="connsiteY127-55598" fmla="*/ 635218 h 6858000"/>
              <a:gd name="connsiteX128-55599" fmla="*/ 142396 w 1508539"/>
              <a:gd name="connsiteY128-55600" fmla="*/ 613763 h 6858000"/>
              <a:gd name="connsiteX129-55601" fmla="*/ 128338 w 1508539"/>
              <a:gd name="connsiteY129-55602" fmla="*/ 598582 h 6858000"/>
              <a:gd name="connsiteX130-55603" fmla="*/ 128019 w 1508539"/>
              <a:gd name="connsiteY130-55604" fmla="*/ 576846 h 6858000"/>
              <a:gd name="connsiteX131-55605" fmla="*/ 107645 w 1508539"/>
              <a:gd name="connsiteY131-55606" fmla="*/ 530055 h 6858000"/>
              <a:gd name="connsiteX132-55607" fmla="*/ 106893 w 1508539"/>
              <a:gd name="connsiteY132-55608" fmla="*/ 465389 h 6858000"/>
              <a:gd name="connsiteX133-55609" fmla="*/ 89816 w 1508539"/>
              <a:gd name="connsiteY133-55610" fmla="*/ 424699 h 6858000"/>
              <a:gd name="connsiteX134-55611" fmla="*/ 90191 w 1508539"/>
              <a:gd name="connsiteY134-55612" fmla="*/ 404917 h 6858000"/>
              <a:gd name="connsiteX135-55613" fmla="*/ 70148 w 1508539"/>
              <a:gd name="connsiteY135-55614" fmla="*/ 367211 h 6858000"/>
              <a:gd name="connsiteX136-55615" fmla="*/ 36452 w 1508539"/>
              <a:gd name="connsiteY136-55616" fmla="*/ 268519 h 6858000"/>
              <a:gd name="connsiteX137-55617" fmla="*/ 23935 w 1508539"/>
              <a:gd name="connsiteY137-55618" fmla="*/ 160886 h 6858000"/>
              <a:gd name="connsiteX138-55619" fmla="*/ 19312 w 1508539"/>
              <a:gd name="connsiteY138-55620" fmla="*/ 47336 h 6858000"/>
              <a:gd name="connsiteX139-55621" fmla="*/ 0 w 1508539"/>
              <a:gd name="connsiteY139-55622" fmla="*/ 0 h 6858000"/>
              <a:gd name="connsiteX0-55623" fmla="*/ 0 w 1508539"/>
              <a:gd name="connsiteY0-55624" fmla="*/ 0 h 6858000"/>
              <a:gd name="connsiteX1-55625" fmla="*/ 1508539 w 1508539"/>
              <a:gd name="connsiteY1-55626" fmla="*/ 0 h 6858000"/>
              <a:gd name="connsiteX2-55627" fmla="*/ 1508539 w 1508539"/>
              <a:gd name="connsiteY2-55628" fmla="*/ 6858000 h 6858000"/>
              <a:gd name="connsiteX3-55629" fmla="*/ 245233 w 1508539"/>
              <a:gd name="connsiteY3-55630" fmla="*/ 6857735 h 6858000"/>
              <a:gd name="connsiteX4-55631" fmla="*/ 243784 w 1508539"/>
              <a:gd name="connsiteY4-55632" fmla="*/ 6776847 h 6858000"/>
              <a:gd name="connsiteX5-55633" fmla="*/ 255284 w 1508539"/>
              <a:gd name="connsiteY5-55634" fmla="*/ 6737706 h 6858000"/>
              <a:gd name="connsiteX6-55635" fmla="*/ 267342 w 1508539"/>
              <a:gd name="connsiteY6-55636" fmla="*/ 6683638 h 6858000"/>
              <a:gd name="connsiteX7-55637" fmla="*/ 295622 w 1508539"/>
              <a:gd name="connsiteY7-55638" fmla="*/ 6659970 h 6858000"/>
              <a:gd name="connsiteX8-55639" fmla="*/ 310713 w 1508539"/>
              <a:gd name="connsiteY8-55640" fmla="*/ 6636211 h 6858000"/>
              <a:gd name="connsiteX9-55641" fmla="*/ 328157 w 1508539"/>
              <a:gd name="connsiteY9-55642" fmla="*/ 6594177 h 6858000"/>
              <a:gd name="connsiteX10-55643" fmla="*/ 342197 w 1508539"/>
              <a:gd name="connsiteY10-55644" fmla="*/ 6557575 h 6858000"/>
              <a:gd name="connsiteX11-55645" fmla="*/ 395154 w 1508539"/>
              <a:gd name="connsiteY11-55646" fmla="*/ 6492130 h 6858000"/>
              <a:gd name="connsiteX12-55647" fmla="*/ 410841 w 1508539"/>
              <a:gd name="connsiteY12-55648" fmla="*/ 6431610 h 6858000"/>
              <a:gd name="connsiteX13-55649" fmla="*/ 454546 w 1508539"/>
              <a:gd name="connsiteY13-55650" fmla="*/ 6379786 h 6858000"/>
              <a:gd name="connsiteX14-55651" fmla="*/ 437769 w 1508539"/>
              <a:gd name="connsiteY14-55652" fmla="*/ 6334727 h 6858000"/>
              <a:gd name="connsiteX15-55653" fmla="*/ 415184 w 1508539"/>
              <a:gd name="connsiteY15-55654" fmla="*/ 6313295 h 6858000"/>
              <a:gd name="connsiteX16-55655" fmla="*/ 422348 w 1508539"/>
              <a:gd name="connsiteY16-55656" fmla="*/ 6280046 h 6858000"/>
              <a:gd name="connsiteX17-55657" fmla="*/ 405093 w 1508539"/>
              <a:gd name="connsiteY17-55658" fmla="*/ 6270265 h 6858000"/>
              <a:gd name="connsiteX18-55659" fmla="*/ 432121 w 1508539"/>
              <a:gd name="connsiteY18-55660" fmla="*/ 6252834 h 6858000"/>
              <a:gd name="connsiteX19-55661" fmla="*/ 410113 w 1508539"/>
              <a:gd name="connsiteY19-55662" fmla="*/ 6202459 h 6858000"/>
              <a:gd name="connsiteX20-55663" fmla="*/ 408911 w 1508539"/>
              <a:gd name="connsiteY20-55664" fmla="*/ 6153037 h 6858000"/>
              <a:gd name="connsiteX21-55665" fmla="*/ 424326 w 1508539"/>
              <a:gd name="connsiteY21-55666" fmla="*/ 6078132 h 6858000"/>
              <a:gd name="connsiteX22-55667" fmla="*/ 411713 w 1508539"/>
              <a:gd name="connsiteY22-55668" fmla="*/ 6028119 h 6858000"/>
              <a:gd name="connsiteX23-55669" fmla="*/ 396942 w 1508539"/>
              <a:gd name="connsiteY23-55670" fmla="*/ 5926735 h 6858000"/>
              <a:gd name="connsiteX24-55671" fmla="*/ 446454 w 1508539"/>
              <a:gd name="connsiteY24-55672" fmla="*/ 5712857 h 6858000"/>
              <a:gd name="connsiteX25-55673" fmla="*/ 425529 w 1508539"/>
              <a:gd name="connsiteY25-55674" fmla="*/ 5676393 h 6858000"/>
              <a:gd name="connsiteX26-55675" fmla="*/ 465121 w 1508539"/>
              <a:gd name="connsiteY26-55676" fmla="*/ 5563435 h 6858000"/>
              <a:gd name="connsiteX27-55677" fmla="*/ 512251 w 1508539"/>
              <a:gd name="connsiteY27-55678" fmla="*/ 5437125 h 6858000"/>
              <a:gd name="connsiteX28-55679" fmla="*/ 525819 w 1508539"/>
              <a:gd name="connsiteY28-55680" fmla="*/ 5396260 h 6858000"/>
              <a:gd name="connsiteX29-55681" fmla="*/ 541800 w 1508539"/>
              <a:gd name="connsiteY29-55682" fmla="*/ 5330009 h 6858000"/>
              <a:gd name="connsiteX30-55683" fmla="*/ 575293 w 1508539"/>
              <a:gd name="connsiteY30-55684" fmla="*/ 5273739 h 6858000"/>
              <a:gd name="connsiteX31-55685" fmla="*/ 584892 w 1508539"/>
              <a:gd name="connsiteY31-55686" fmla="*/ 5241779 h 6858000"/>
              <a:gd name="connsiteX32-55687" fmla="*/ 596118 w 1508539"/>
              <a:gd name="connsiteY32-55688" fmla="*/ 5225268 h 6858000"/>
              <a:gd name="connsiteX33-55689" fmla="*/ 597138 w 1508539"/>
              <a:gd name="connsiteY33-55690" fmla="*/ 5217684 h 6858000"/>
              <a:gd name="connsiteX34-55691" fmla="*/ 604479 w 1508539"/>
              <a:gd name="connsiteY34-55692" fmla="*/ 5193377 h 6858000"/>
              <a:gd name="connsiteX35-55693" fmla="*/ 607782 w 1508539"/>
              <a:gd name="connsiteY35-55694" fmla="*/ 5179288 h 6858000"/>
              <a:gd name="connsiteX36-55695" fmla="*/ 608766 w 1508539"/>
              <a:gd name="connsiteY36-55696" fmla="*/ 5173621 h 6858000"/>
              <a:gd name="connsiteX37-55697" fmla="*/ 604400 w 1508539"/>
              <a:gd name="connsiteY37-55698" fmla="*/ 5159961 h 6858000"/>
              <a:gd name="connsiteX38-55699" fmla="*/ 611077 w 1508539"/>
              <a:gd name="connsiteY38-55700" fmla="*/ 5144295 h 6858000"/>
              <a:gd name="connsiteX39-55701" fmla="*/ 608010 w 1508539"/>
              <a:gd name="connsiteY39-55702" fmla="*/ 5125185 h 6858000"/>
              <a:gd name="connsiteX40-55703" fmla="*/ 614840 w 1508539"/>
              <a:gd name="connsiteY40-55704" fmla="*/ 5121884 h 6858000"/>
              <a:gd name="connsiteX41-55705" fmla="*/ 621876 w 1508539"/>
              <a:gd name="connsiteY41-55706" fmla="*/ 5067850 h 6858000"/>
              <a:gd name="connsiteX42-55707" fmla="*/ 624607 w 1508539"/>
              <a:gd name="connsiteY42-55708" fmla="*/ 5060861 h 6858000"/>
              <a:gd name="connsiteX43-55709" fmla="*/ 621311 w 1508539"/>
              <a:gd name="connsiteY43-55710" fmla="*/ 5034192 h 6858000"/>
              <a:gd name="connsiteX44-55711" fmla="*/ 622865 w 1508539"/>
              <a:gd name="connsiteY44-55712" fmla="*/ 4993030 h 6858000"/>
              <a:gd name="connsiteX45-55713" fmla="*/ 629774 w 1508539"/>
              <a:gd name="connsiteY45-55714" fmla="*/ 4946844 h 6858000"/>
              <a:gd name="connsiteX46-55715" fmla="*/ 625630 w 1508539"/>
              <a:gd name="connsiteY46-55716" fmla="*/ 4932692 h 6858000"/>
              <a:gd name="connsiteX47-55717" fmla="*/ 641033 w 1508539"/>
              <a:gd name="connsiteY47-55718" fmla="*/ 4858827 h 6858000"/>
              <a:gd name="connsiteX48-55719" fmla="*/ 646936 w 1508539"/>
              <a:gd name="connsiteY48-55720" fmla="*/ 4821170 h 6858000"/>
              <a:gd name="connsiteX49-55721" fmla="*/ 651669 w 1508539"/>
              <a:gd name="connsiteY49-55722" fmla="*/ 4780965 h 6858000"/>
              <a:gd name="connsiteX50-55723" fmla="*/ 652962 w 1508539"/>
              <a:gd name="connsiteY50-55724" fmla="*/ 4750867 h 6858000"/>
              <a:gd name="connsiteX51-55725" fmla="*/ 650769 w 1508539"/>
              <a:gd name="connsiteY51-55726" fmla="*/ 4690749 h 6858000"/>
              <a:gd name="connsiteX52-55727" fmla="*/ 646249 w 1508539"/>
              <a:gd name="connsiteY52-55728" fmla="*/ 4584173 h 6858000"/>
              <a:gd name="connsiteX53-55729" fmla="*/ 641332 w 1508539"/>
              <a:gd name="connsiteY53-55730" fmla="*/ 4444346 h 6858000"/>
              <a:gd name="connsiteX54-55731" fmla="*/ 637897 w 1508539"/>
              <a:gd name="connsiteY54-55732" fmla="*/ 4375228 h 6858000"/>
              <a:gd name="connsiteX55-55733" fmla="*/ 618550 w 1508539"/>
              <a:gd name="connsiteY55-55734" fmla="*/ 4214165 h 6858000"/>
              <a:gd name="connsiteX56-55735" fmla="*/ 622623 w 1508539"/>
              <a:gd name="connsiteY56-55736" fmla="*/ 4090296 h 6858000"/>
              <a:gd name="connsiteX57-55737" fmla="*/ 607879 w 1508539"/>
              <a:gd name="connsiteY57-55738" fmla="*/ 4033999 h 6858000"/>
              <a:gd name="connsiteX58-55739" fmla="*/ 609028 w 1508539"/>
              <a:gd name="connsiteY58-55740" fmla="*/ 4031933 h 6858000"/>
              <a:gd name="connsiteX59-55741" fmla="*/ 607604 w 1508539"/>
              <a:gd name="connsiteY59-55742" fmla="*/ 4013953 h 6858000"/>
              <a:gd name="connsiteX60-55743" fmla="*/ 593899 w 1508539"/>
              <a:gd name="connsiteY60-55744" fmla="*/ 3974753 h 6858000"/>
              <a:gd name="connsiteX61-55745" fmla="*/ 595497 w 1508539"/>
              <a:gd name="connsiteY61-55746" fmla="*/ 3969950 h 6858000"/>
              <a:gd name="connsiteX62-55747" fmla="*/ 588919 w 1508539"/>
              <a:gd name="connsiteY62-55748" fmla="*/ 3933779 h 6858000"/>
              <a:gd name="connsiteX63-55749" fmla="*/ 590250 w 1508539"/>
              <a:gd name="connsiteY63-55750" fmla="*/ 3933093 h 6858000"/>
              <a:gd name="connsiteX64-55751" fmla="*/ 594604 w 1508539"/>
              <a:gd name="connsiteY64-55752" fmla="*/ 3922082 h 6858000"/>
              <a:gd name="connsiteX65-55753" fmla="*/ 599682 w 1508539"/>
              <a:gd name="connsiteY65-55754" fmla="*/ 3901461 h 6858000"/>
              <a:gd name="connsiteX66-55755" fmla="*/ 622276 w 1508539"/>
              <a:gd name="connsiteY66-55756" fmla="*/ 3813873 h 6858000"/>
              <a:gd name="connsiteX67-55757" fmla="*/ 621701 w 1508539"/>
              <a:gd name="connsiteY67-55758" fmla="*/ 3806161 h 6858000"/>
              <a:gd name="connsiteX68-55759" fmla="*/ 622008 w 1508539"/>
              <a:gd name="connsiteY68-55760" fmla="*/ 3805957 h 6858000"/>
              <a:gd name="connsiteX69-55761" fmla="*/ 622035 w 1508539"/>
              <a:gd name="connsiteY69-55762" fmla="*/ 3797724 h 6858000"/>
              <a:gd name="connsiteX70-55763" fmla="*/ 620650 w 1508539"/>
              <a:gd name="connsiteY70-55764" fmla="*/ 3792098 h 6858000"/>
              <a:gd name="connsiteX71-55765" fmla="*/ 619534 w 1508539"/>
              <a:gd name="connsiteY71-55766" fmla="*/ 3777135 h 6858000"/>
              <a:gd name="connsiteX72-55767" fmla="*/ 621267 w 1508539"/>
              <a:gd name="connsiteY72-55768" fmla="*/ 3771656 h 6858000"/>
              <a:gd name="connsiteX73-55769" fmla="*/ 625010 w 1508539"/>
              <a:gd name="connsiteY73-55770" fmla="*/ 3769007 h 6858000"/>
              <a:gd name="connsiteX74-55771" fmla="*/ 624476 w 1508539"/>
              <a:gd name="connsiteY74-55772" fmla="*/ 3767709 h 6858000"/>
              <a:gd name="connsiteX75-55773" fmla="*/ 633172 w 1508539"/>
              <a:gd name="connsiteY75-55774" fmla="*/ 3738082 h 6858000"/>
              <a:gd name="connsiteX76-55775" fmla="*/ 640518 w 1508539"/>
              <a:gd name="connsiteY76-55776" fmla="*/ 3673397 h 6858000"/>
              <a:gd name="connsiteX77-55777" fmla="*/ 639814 w 1508539"/>
              <a:gd name="connsiteY77-55778" fmla="*/ 3637109 h 6858000"/>
              <a:gd name="connsiteX78-55779" fmla="*/ 643257 w 1508539"/>
              <a:gd name="connsiteY78-55780" fmla="*/ 3536883 h 6858000"/>
              <a:gd name="connsiteX79-55781" fmla="*/ 650795 w 1508539"/>
              <a:gd name="connsiteY79-55782" fmla="*/ 3435652 h 6858000"/>
              <a:gd name="connsiteX80-55783" fmla="*/ 652466 w 1508539"/>
              <a:gd name="connsiteY80-55784" fmla="*/ 3307769 h 6858000"/>
              <a:gd name="connsiteX81-55785" fmla="*/ 670029 w 1508539"/>
              <a:gd name="connsiteY81-55786" fmla="*/ 3250522 h 6858000"/>
              <a:gd name="connsiteX82-55787" fmla="*/ 670454 w 1508539"/>
              <a:gd name="connsiteY82-55788" fmla="*/ 3229163 h 6858000"/>
              <a:gd name="connsiteX83-55789" fmla="*/ 672277 w 1508539"/>
              <a:gd name="connsiteY83-55790" fmla="*/ 3217217 h 6858000"/>
              <a:gd name="connsiteX84-55791" fmla="*/ 659112 w 1508539"/>
              <a:gd name="connsiteY84-55792" fmla="*/ 3183755 h 6858000"/>
              <a:gd name="connsiteX85-55793" fmla="*/ 659613 w 1508539"/>
              <a:gd name="connsiteY85-55794" fmla="*/ 3178642 h 6858000"/>
              <a:gd name="connsiteX86-55795" fmla="*/ 647213 w 1508539"/>
              <a:gd name="connsiteY86-55796" fmla="*/ 3158586 h 6858000"/>
              <a:gd name="connsiteX87-55797" fmla="*/ 632398 w 1508539"/>
              <a:gd name="connsiteY87-55798" fmla="*/ 3129034 h 6858000"/>
              <a:gd name="connsiteX88-55799" fmla="*/ 633063 w 1508539"/>
              <a:gd name="connsiteY88-55800" fmla="*/ 3126682 h 6858000"/>
              <a:gd name="connsiteX89-55801" fmla="*/ 623931 w 1508539"/>
              <a:gd name="connsiteY89-55802" fmla="*/ 3114519 h 6858000"/>
              <a:gd name="connsiteX90-55803" fmla="*/ 610540 w 1508539"/>
              <a:gd name="connsiteY90-55804" fmla="*/ 3106272 h 6858000"/>
              <a:gd name="connsiteX91-55805" fmla="*/ 583270 w 1508539"/>
              <a:gd name="connsiteY91-55806" fmla="*/ 2958185 h 6858000"/>
              <a:gd name="connsiteX92-55807" fmla="*/ 525884 w 1508539"/>
              <a:gd name="connsiteY92-55808" fmla="*/ 2762989 h 6858000"/>
              <a:gd name="connsiteX93-55809" fmla="*/ 474802 w 1508539"/>
              <a:gd name="connsiteY93-55810" fmla="*/ 2554718 h 6858000"/>
              <a:gd name="connsiteX94-55811" fmla="*/ 454896 w 1508539"/>
              <a:gd name="connsiteY94-55812" fmla="*/ 2485734 h 6858000"/>
              <a:gd name="connsiteX95-55813" fmla="*/ 445619 w 1508539"/>
              <a:gd name="connsiteY95-55814" fmla="*/ 2447068 h 6858000"/>
              <a:gd name="connsiteX96-55815" fmla="*/ 432580 w 1508539"/>
              <a:gd name="connsiteY96-55816" fmla="*/ 2425819 h 6858000"/>
              <a:gd name="connsiteX97-55817" fmla="*/ 438579 w 1508539"/>
              <a:gd name="connsiteY97-55818" fmla="*/ 2402874 h 6858000"/>
              <a:gd name="connsiteX98-55819" fmla="*/ 441191 w 1508539"/>
              <a:gd name="connsiteY98-55820" fmla="*/ 2381443 h 6858000"/>
              <a:gd name="connsiteX99-55821" fmla="*/ 417520 w 1508539"/>
              <a:gd name="connsiteY99-55822" fmla="*/ 2261920 h 6858000"/>
              <a:gd name="connsiteX100-55823" fmla="*/ 407407 w 1508539"/>
              <a:gd name="connsiteY100-55824" fmla="*/ 2195378 h 6858000"/>
              <a:gd name="connsiteX101-55825" fmla="*/ 391624 w 1508539"/>
              <a:gd name="connsiteY101-55826" fmla="*/ 2155135 h 6858000"/>
              <a:gd name="connsiteX102-55827" fmla="*/ 389082 w 1508539"/>
              <a:gd name="connsiteY102-55828" fmla="*/ 2118008 h 6858000"/>
              <a:gd name="connsiteX103-55829" fmla="*/ 390075 w 1508539"/>
              <a:gd name="connsiteY103-55830" fmla="*/ 2050531 h 6858000"/>
              <a:gd name="connsiteX104-55831" fmla="*/ 381881 w 1508539"/>
              <a:gd name="connsiteY104-55832" fmla="*/ 1963269 h 6858000"/>
              <a:gd name="connsiteX105-55833" fmla="*/ 363059 w 1508539"/>
              <a:gd name="connsiteY105-55834" fmla="*/ 1906352 h 6858000"/>
              <a:gd name="connsiteX106-55835" fmla="*/ 339616 w 1508539"/>
              <a:gd name="connsiteY106-55836" fmla="*/ 1861531 h 6858000"/>
              <a:gd name="connsiteX107-55837" fmla="*/ 293415 w 1508539"/>
              <a:gd name="connsiteY107-55838" fmla="*/ 1732919 h 6858000"/>
              <a:gd name="connsiteX108-55839" fmla="*/ 265726 w 1508539"/>
              <a:gd name="connsiteY108-55840" fmla="*/ 1663540 h 6858000"/>
              <a:gd name="connsiteX109-55841" fmla="*/ 264852 w 1508539"/>
              <a:gd name="connsiteY109-55842" fmla="*/ 1615777 h 6858000"/>
              <a:gd name="connsiteX110-55843" fmla="*/ 245647 w 1508539"/>
              <a:gd name="connsiteY110-55844" fmla="*/ 1563678 h 6858000"/>
              <a:gd name="connsiteX111-55845" fmla="*/ 258727 w 1508539"/>
              <a:gd name="connsiteY111-55846" fmla="*/ 1519474 h 6858000"/>
              <a:gd name="connsiteX112-55847" fmla="*/ 251469 w 1508539"/>
              <a:gd name="connsiteY112-55848" fmla="*/ 1477995 h 6858000"/>
              <a:gd name="connsiteX113-55849" fmla="*/ 237554 w 1508539"/>
              <a:gd name="connsiteY113-55850" fmla="*/ 1373769 h 6858000"/>
              <a:gd name="connsiteX114-55851" fmla="*/ 245861 w 1508539"/>
              <a:gd name="connsiteY114-55852" fmla="*/ 1307086 h 6858000"/>
              <a:gd name="connsiteX115-55853" fmla="*/ 247049 w 1508539"/>
              <a:gd name="connsiteY115-55854" fmla="*/ 1189033 h 6858000"/>
              <a:gd name="connsiteX116-55855" fmla="*/ 251734 w 1508539"/>
              <a:gd name="connsiteY116-55856" fmla="*/ 1168288 h 6858000"/>
              <a:gd name="connsiteX117-55857" fmla="*/ 244016 w 1508539"/>
              <a:gd name="connsiteY117-55858" fmla="*/ 1142577 h 6858000"/>
              <a:gd name="connsiteX118-55859" fmla="*/ 233322 w 1508539"/>
              <a:gd name="connsiteY118-55860" fmla="*/ 1088484 h 6858000"/>
              <a:gd name="connsiteX119-55861" fmla="*/ 222058 w 1508539"/>
              <a:gd name="connsiteY119-55862" fmla="*/ 1016103 h 6858000"/>
              <a:gd name="connsiteX120-55863" fmla="*/ 223514 w 1508539"/>
              <a:gd name="connsiteY120-55864" fmla="*/ 932283 h 6858000"/>
              <a:gd name="connsiteX121-55865" fmla="*/ 225750 w 1508539"/>
              <a:gd name="connsiteY121-55866" fmla="*/ 915925 h 6858000"/>
              <a:gd name="connsiteX122-55867" fmla="*/ 218379 w 1508539"/>
              <a:gd name="connsiteY122-55868" fmla="*/ 896999 h 6858000"/>
              <a:gd name="connsiteX123-55869" fmla="*/ 187787 w 1508539"/>
              <a:gd name="connsiteY123-55870" fmla="*/ 821517 h 6858000"/>
              <a:gd name="connsiteX124-55871" fmla="*/ 166737 w 1508539"/>
              <a:gd name="connsiteY124-55872" fmla="*/ 751353 h 6858000"/>
              <a:gd name="connsiteX125-55873" fmla="*/ 166295 w 1508539"/>
              <a:gd name="connsiteY125-55874" fmla="*/ 721230 h 6858000"/>
              <a:gd name="connsiteX126-55875" fmla="*/ 151966 w 1508539"/>
              <a:gd name="connsiteY126-55876" fmla="*/ 681659 h 6858000"/>
              <a:gd name="connsiteX127-55877" fmla="*/ 137385 w 1508539"/>
              <a:gd name="connsiteY127-55878" fmla="*/ 635218 h 6858000"/>
              <a:gd name="connsiteX128-55879" fmla="*/ 142396 w 1508539"/>
              <a:gd name="connsiteY128-55880" fmla="*/ 613763 h 6858000"/>
              <a:gd name="connsiteX129-55881" fmla="*/ 128338 w 1508539"/>
              <a:gd name="connsiteY129-55882" fmla="*/ 598582 h 6858000"/>
              <a:gd name="connsiteX130-55883" fmla="*/ 128019 w 1508539"/>
              <a:gd name="connsiteY130-55884" fmla="*/ 576846 h 6858000"/>
              <a:gd name="connsiteX131-55885" fmla="*/ 107645 w 1508539"/>
              <a:gd name="connsiteY131-55886" fmla="*/ 530055 h 6858000"/>
              <a:gd name="connsiteX132-55887" fmla="*/ 106893 w 1508539"/>
              <a:gd name="connsiteY132-55888" fmla="*/ 465389 h 6858000"/>
              <a:gd name="connsiteX133-55889" fmla="*/ 89816 w 1508539"/>
              <a:gd name="connsiteY133-55890" fmla="*/ 424699 h 6858000"/>
              <a:gd name="connsiteX134-55891" fmla="*/ 90191 w 1508539"/>
              <a:gd name="connsiteY134-55892" fmla="*/ 404917 h 6858000"/>
              <a:gd name="connsiteX135-55893" fmla="*/ 70148 w 1508539"/>
              <a:gd name="connsiteY135-55894" fmla="*/ 367211 h 6858000"/>
              <a:gd name="connsiteX136-55895" fmla="*/ 36452 w 1508539"/>
              <a:gd name="connsiteY136-55896" fmla="*/ 268519 h 6858000"/>
              <a:gd name="connsiteX137-55897" fmla="*/ 23935 w 1508539"/>
              <a:gd name="connsiteY137-55898" fmla="*/ 160886 h 6858000"/>
              <a:gd name="connsiteX138-55899" fmla="*/ 19312 w 1508539"/>
              <a:gd name="connsiteY138-55900" fmla="*/ 47336 h 6858000"/>
              <a:gd name="connsiteX139-55901" fmla="*/ 0 w 1508539"/>
              <a:gd name="connsiteY139-55902" fmla="*/ 0 h 6858000"/>
              <a:gd name="connsiteX0-55903" fmla="*/ 0 w 1508539"/>
              <a:gd name="connsiteY0-55904" fmla="*/ 0 h 6858000"/>
              <a:gd name="connsiteX1-55905" fmla="*/ 1508539 w 1508539"/>
              <a:gd name="connsiteY1-55906" fmla="*/ 0 h 6858000"/>
              <a:gd name="connsiteX2-55907" fmla="*/ 1508539 w 1508539"/>
              <a:gd name="connsiteY2-55908" fmla="*/ 6858000 h 6858000"/>
              <a:gd name="connsiteX3-55909" fmla="*/ 245233 w 1508539"/>
              <a:gd name="connsiteY3-55910" fmla="*/ 6857735 h 6858000"/>
              <a:gd name="connsiteX4-55911" fmla="*/ 281826 w 1508539"/>
              <a:gd name="connsiteY4-55912" fmla="*/ 6776847 h 6858000"/>
              <a:gd name="connsiteX5-55913" fmla="*/ 255284 w 1508539"/>
              <a:gd name="connsiteY5-55914" fmla="*/ 6737706 h 6858000"/>
              <a:gd name="connsiteX6-55915" fmla="*/ 267342 w 1508539"/>
              <a:gd name="connsiteY6-55916" fmla="*/ 6683638 h 6858000"/>
              <a:gd name="connsiteX7-55917" fmla="*/ 295622 w 1508539"/>
              <a:gd name="connsiteY7-55918" fmla="*/ 6659970 h 6858000"/>
              <a:gd name="connsiteX8-55919" fmla="*/ 310713 w 1508539"/>
              <a:gd name="connsiteY8-55920" fmla="*/ 6636211 h 6858000"/>
              <a:gd name="connsiteX9-55921" fmla="*/ 328157 w 1508539"/>
              <a:gd name="connsiteY9-55922" fmla="*/ 6594177 h 6858000"/>
              <a:gd name="connsiteX10-55923" fmla="*/ 342197 w 1508539"/>
              <a:gd name="connsiteY10-55924" fmla="*/ 6557575 h 6858000"/>
              <a:gd name="connsiteX11-55925" fmla="*/ 395154 w 1508539"/>
              <a:gd name="connsiteY11-55926" fmla="*/ 6492130 h 6858000"/>
              <a:gd name="connsiteX12-55927" fmla="*/ 410841 w 1508539"/>
              <a:gd name="connsiteY12-55928" fmla="*/ 6431610 h 6858000"/>
              <a:gd name="connsiteX13-55929" fmla="*/ 454546 w 1508539"/>
              <a:gd name="connsiteY13-55930" fmla="*/ 6379786 h 6858000"/>
              <a:gd name="connsiteX14-55931" fmla="*/ 437769 w 1508539"/>
              <a:gd name="connsiteY14-55932" fmla="*/ 6334727 h 6858000"/>
              <a:gd name="connsiteX15-55933" fmla="*/ 415184 w 1508539"/>
              <a:gd name="connsiteY15-55934" fmla="*/ 6313295 h 6858000"/>
              <a:gd name="connsiteX16-55935" fmla="*/ 422348 w 1508539"/>
              <a:gd name="connsiteY16-55936" fmla="*/ 6280046 h 6858000"/>
              <a:gd name="connsiteX17-55937" fmla="*/ 405093 w 1508539"/>
              <a:gd name="connsiteY17-55938" fmla="*/ 6270265 h 6858000"/>
              <a:gd name="connsiteX18-55939" fmla="*/ 432121 w 1508539"/>
              <a:gd name="connsiteY18-55940" fmla="*/ 6252834 h 6858000"/>
              <a:gd name="connsiteX19-55941" fmla="*/ 410113 w 1508539"/>
              <a:gd name="connsiteY19-55942" fmla="*/ 6202459 h 6858000"/>
              <a:gd name="connsiteX20-55943" fmla="*/ 408911 w 1508539"/>
              <a:gd name="connsiteY20-55944" fmla="*/ 6153037 h 6858000"/>
              <a:gd name="connsiteX21-55945" fmla="*/ 424326 w 1508539"/>
              <a:gd name="connsiteY21-55946" fmla="*/ 6078132 h 6858000"/>
              <a:gd name="connsiteX22-55947" fmla="*/ 411713 w 1508539"/>
              <a:gd name="connsiteY22-55948" fmla="*/ 6028119 h 6858000"/>
              <a:gd name="connsiteX23-55949" fmla="*/ 396942 w 1508539"/>
              <a:gd name="connsiteY23-55950" fmla="*/ 5926735 h 6858000"/>
              <a:gd name="connsiteX24-55951" fmla="*/ 446454 w 1508539"/>
              <a:gd name="connsiteY24-55952" fmla="*/ 5712857 h 6858000"/>
              <a:gd name="connsiteX25-55953" fmla="*/ 425529 w 1508539"/>
              <a:gd name="connsiteY25-55954" fmla="*/ 5676393 h 6858000"/>
              <a:gd name="connsiteX26-55955" fmla="*/ 465121 w 1508539"/>
              <a:gd name="connsiteY26-55956" fmla="*/ 5563435 h 6858000"/>
              <a:gd name="connsiteX27-55957" fmla="*/ 512251 w 1508539"/>
              <a:gd name="connsiteY27-55958" fmla="*/ 5437125 h 6858000"/>
              <a:gd name="connsiteX28-55959" fmla="*/ 525819 w 1508539"/>
              <a:gd name="connsiteY28-55960" fmla="*/ 5396260 h 6858000"/>
              <a:gd name="connsiteX29-55961" fmla="*/ 541800 w 1508539"/>
              <a:gd name="connsiteY29-55962" fmla="*/ 5330009 h 6858000"/>
              <a:gd name="connsiteX30-55963" fmla="*/ 575293 w 1508539"/>
              <a:gd name="connsiteY30-55964" fmla="*/ 5273739 h 6858000"/>
              <a:gd name="connsiteX31-55965" fmla="*/ 584892 w 1508539"/>
              <a:gd name="connsiteY31-55966" fmla="*/ 5241779 h 6858000"/>
              <a:gd name="connsiteX32-55967" fmla="*/ 596118 w 1508539"/>
              <a:gd name="connsiteY32-55968" fmla="*/ 5225268 h 6858000"/>
              <a:gd name="connsiteX33-55969" fmla="*/ 597138 w 1508539"/>
              <a:gd name="connsiteY33-55970" fmla="*/ 5217684 h 6858000"/>
              <a:gd name="connsiteX34-55971" fmla="*/ 604479 w 1508539"/>
              <a:gd name="connsiteY34-55972" fmla="*/ 5193377 h 6858000"/>
              <a:gd name="connsiteX35-55973" fmla="*/ 607782 w 1508539"/>
              <a:gd name="connsiteY35-55974" fmla="*/ 5179288 h 6858000"/>
              <a:gd name="connsiteX36-55975" fmla="*/ 608766 w 1508539"/>
              <a:gd name="connsiteY36-55976" fmla="*/ 5173621 h 6858000"/>
              <a:gd name="connsiteX37-55977" fmla="*/ 604400 w 1508539"/>
              <a:gd name="connsiteY37-55978" fmla="*/ 5159961 h 6858000"/>
              <a:gd name="connsiteX38-55979" fmla="*/ 611077 w 1508539"/>
              <a:gd name="connsiteY38-55980" fmla="*/ 5144295 h 6858000"/>
              <a:gd name="connsiteX39-55981" fmla="*/ 608010 w 1508539"/>
              <a:gd name="connsiteY39-55982" fmla="*/ 5125185 h 6858000"/>
              <a:gd name="connsiteX40-55983" fmla="*/ 614840 w 1508539"/>
              <a:gd name="connsiteY40-55984" fmla="*/ 5121884 h 6858000"/>
              <a:gd name="connsiteX41-55985" fmla="*/ 621876 w 1508539"/>
              <a:gd name="connsiteY41-55986" fmla="*/ 5067850 h 6858000"/>
              <a:gd name="connsiteX42-55987" fmla="*/ 624607 w 1508539"/>
              <a:gd name="connsiteY42-55988" fmla="*/ 5060861 h 6858000"/>
              <a:gd name="connsiteX43-55989" fmla="*/ 621311 w 1508539"/>
              <a:gd name="connsiteY43-55990" fmla="*/ 5034192 h 6858000"/>
              <a:gd name="connsiteX44-55991" fmla="*/ 622865 w 1508539"/>
              <a:gd name="connsiteY44-55992" fmla="*/ 4993030 h 6858000"/>
              <a:gd name="connsiteX45-55993" fmla="*/ 629774 w 1508539"/>
              <a:gd name="connsiteY45-55994" fmla="*/ 4946844 h 6858000"/>
              <a:gd name="connsiteX46-55995" fmla="*/ 625630 w 1508539"/>
              <a:gd name="connsiteY46-55996" fmla="*/ 4932692 h 6858000"/>
              <a:gd name="connsiteX47-55997" fmla="*/ 641033 w 1508539"/>
              <a:gd name="connsiteY47-55998" fmla="*/ 4858827 h 6858000"/>
              <a:gd name="connsiteX48-55999" fmla="*/ 646936 w 1508539"/>
              <a:gd name="connsiteY48-56000" fmla="*/ 4821170 h 6858000"/>
              <a:gd name="connsiteX49-56001" fmla="*/ 651669 w 1508539"/>
              <a:gd name="connsiteY49-56002" fmla="*/ 4780965 h 6858000"/>
              <a:gd name="connsiteX50-56003" fmla="*/ 652962 w 1508539"/>
              <a:gd name="connsiteY50-56004" fmla="*/ 4750867 h 6858000"/>
              <a:gd name="connsiteX51-56005" fmla="*/ 650769 w 1508539"/>
              <a:gd name="connsiteY51-56006" fmla="*/ 4690749 h 6858000"/>
              <a:gd name="connsiteX52-56007" fmla="*/ 646249 w 1508539"/>
              <a:gd name="connsiteY52-56008" fmla="*/ 4584173 h 6858000"/>
              <a:gd name="connsiteX53-56009" fmla="*/ 641332 w 1508539"/>
              <a:gd name="connsiteY53-56010" fmla="*/ 4444346 h 6858000"/>
              <a:gd name="connsiteX54-56011" fmla="*/ 637897 w 1508539"/>
              <a:gd name="connsiteY54-56012" fmla="*/ 4375228 h 6858000"/>
              <a:gd name="connsiteX55-56013" fmla="*/ 618550 w 1508539"/>
              <a:gd name="connsiteY55-56014" fmla="*/ 4214165 h 6858000"/>
              <a:gd name="connsiteX56-56015" fmla="*/ 622623 w 1508539"/>
              <a:gd name="connsiteY56-56016" fmla="*/ 4090296 h 6858000"/>
              <a:gd name="connsiteX57-56017" fmla="*/ 607879 w 1508539"/>
              <a:gd name="connsiteY57-56018" fmla="*/ 4033999 h 6858000"/>
              <a:gd name="connsiteX58-56019" fmla="*/ 609028 w 1508539"/>
              <a:gd name="connsiteY58-56020" fmla="*/ 4031933 h 6858000"/>
              <a:gd name="connsiteX59-56021" fmla="*/ 607604 w 1508539"/>
              <a:gd name="connsiteY59-56022" fmla="*/ 4013953 h 6858000"/>
              <a:gd name="connsiteX60-56023" fmla="*/ 593899 w 1508539"/>
              <a:gd name="connsiteY60-56024" fmla="*/ 3974753 h 6858000"/>
              <a:gd name="connsiteX61-56025" fmla="*/ 595497 w 1508539"/>
              <a:gd name="connsiteY61-56026" fmla="*/ 3969950 h 6858000"/>
              <a:gd name="connsiteX62-56027" fmla="*/ 588919 w 1508539"/>
              <a:gd name="connsiteY62-56028" fmla="*/ 3933779 h 6858000"/>
              <a:gd name="connsiteX63-56029" fmla="*/ 590250 w 1508539"/>
              <a:gd name="connsiteY63-56030" fmla="*/ 3933093 h 6858000"/>
              <a:gd name="connsiteX64-56031" fmla="*/ 594604 w 1508539"/>
              <a:gd name="connsiteY64-56032" fmla="*/ 3922082 h 6858000"/>
              <a:gd name="connsiteX65-56033" fmla="*/ 599682 w 1508539"/>
              <a:gd name="connsiteY65-56034" fmla="*/ 3901461 h 6858000"/>
              <a:gd name="connsiteX66-56035" fmla="*/ 622276 w 1508539"/>
              <a:gd name="connsiteY66-56036" fmla="*/ 3813873 h 6858000"/>
              <a:gd name="connsiteX67-56037" fmla="*/ 621701 w 1508539"/>
              <a:gd name="connsiteY67-56038" fmla="*/ 3806161 h 6858000"/>
              <a:gd name="connsiteX68-56039" fmla="*/ 622008 w 1508539"/>
              <a:gd name="connsiteY68-56040" fmla="*/ 3805957 h 6858000"/>
              <a:gd name="connsiteX69-56041" fmla="*/ 622035 w 1508539"/>
              <a:gd name="connsiteY69-56042" fmla="*/ 3797724 h 6858000"/>
              <a:gd name="connsiteX70-56043" fmla="*/ 620650 w 1508539"/>
              <a:gd name="connsiteY70-56044" fmla="*/ 3792098 h 6858000"/>
              <a:gd name="connsiteX71-56045" fmla="*/ 619534 w 1508539"/>
              <a:gd name="connsiteY71-56046" fmla="*/ 3777135 h 6858000"/>
              <a:gd name="connsiteX72-56047" fmla="*/ 621267 w 1508539"/>
              <a:gd name="connsiteY72-56048" fmla="*/ 3771656 h 6858000"/>
              <a:gd name="connsiteX73-56049" fmla="*/ 625010 w 1508539"/>
              <a:gd name="connsiteY73-56050" fmla="*/ 3769007 h 6858000"/>
              <a:gd name="connsiteX74-56051" fmla="*/ 624476 w 1508539"/>
              <a:gd name="connsiteY74-56052" fmla="*/ 3767709 h 6858000"/>
              <a:gd name="connsiteX75-56053" fmla="*/ 633172 w 1508539"/>
              <a:gd name="connsiteY75-56054" fmla="*/ 3738082 h 6858000"/>
              <a:gd name="connsiteX76-56055" fmla="*/ 640518 w 1508539"/>
              <a:gd name="connsiteY76-56056" fmla="*/ 3673397 h 6858000"/>
              <a:gd name="connsiteX77-56057" fmla="*/ 639814 w 1508539"/>
              <a:gd name="connsiteY77-56058" fmla="*/ 3637109 h 6858000"/>
              <a:gd name="connsiteX78-56059" fmla="*/ 643257 w 1508539"/>
              <a:gd name="connsiteY78-56060" fmla="*/ 3536883 h 6858000"/>
              <a:gd name="connsiteX79-56061" fmla="*/ 650795 w 1508539"/>
              <a:gd name="connsiteY79-56062" fmla="*/ 3435652 h 6858000"/>
              <a:gd name="connsiteX80-56063" fmla="*/ 652466 w 1508539"/>
              <a:gd name="connsiteY80-56064" fmla="*/ 3307769 h 6858000"/>
              <a:gd name="connsiteX81-56065" fmla="*/ 670029 w 1508539"/>
              <a:gd name="connsiteY81-56066" fmla="*/ 3250522 h 6858000"/>
              <a:gd name="connsiteX82-56067" fmla="*/ 670454 w 1508539"/>
              <a:gd name="connsiteY82-56068" fmla="*/ 3229163 h 6858000"/>
              <a:gd name="connsiteX83-56069" fmla="*/ 672277 w 1508539"/>
              <a:gd name="connsiteY83-56070" fmla="*/ 3217217 h 6858000"/>
              <a:gd name="connsiteX84-56071" fmla="*/ 659112 w 1508539"/>
              <a:gd name="connsiteY84-56072" fmla="*/ 3183755 h 6858000"/>
              <a:gd name="connsiteX85-56073" fmla="*/ 659613 w 1508539"/>
              <a:gd name="connsiteY85-56074" fmla="*/ 3178642 h 6858000"/>
              <a:gd name="connsiteX86-56075" fmla="*/ 647213 w 1508539"/>
              <a:gd name="connsiteY86-56076" fmla="*/ 3158586 h 6858000"/>
              <a:gd name="connsiteX87-56077" fmla="*/ 632398 w 1508539"/>
              <a:gd name="connsiteY87-56078" fmla="*/ 3129034 h 6858000"/>
              <a:gd name="connsiteX88-56079" fmla="*/ 633063 w 1508539"/>
              <a:gd name="connsiteY88-56080" fmla="*/ 3126682 h 6858000"/>
              <a:gd name="connsiteX89-56081" fmla="*/ 623931 w 1508539"/>
              <a:gd name="connsiteY89-56082" fmla="*/ 3114519 h 6858000"/>
              <a:gd name="connsiteX90-56083" fmla="*/ 610540 w 1508539"/>
              <a:gd name="connsiteY90-56084" fmla="*/ 3106272 h 6858000"/>
              <a:gd name="connsiteX91-56085" fmla="*/ 583270 w 1508539"/>
              <a:gd name="connsiteY91-56086" fmla="*/ 2958185 h 6858000"/>
              <a:gd name="connsiteX92-56087" fmla="*/ 525884 w 1508539"/>
              <a:gd name="connsiteY92-56088" fmla="*/ 2762989 h 6858000"/>
              <a:gd name="connsiteX93-56089" fmla="*/ 474802 w 1508539"/>
              <a:gd name="connsiteY93-56090" fmla="*/ 2554718 h 6858000"/>
              <a:gd name="connsiteX94-56091" fmla="*/ 454896 w 1508539"/>
              <a:gd name="connsiteY94-56092" fmla="*/ 2485734 h 6858000"/>
              <a:gd name="connsiteX95-56093" fmla="*/ 445619 w 1508539"/>
              <a:gd name="connsiteY95-56094" fmla="*/ 2447068 h 6858000"/>
              <a:gd name="connsiteX96-56095" fmla="*/ 432580 w 1508539"/>
              <a:gd name="connsiteY96-56096" fmla="*/ 2425819 h 6858000"/>
              <a:gd name="connsiteX97-56097" fmla="*/ 438579 w 1508539"/>
              <a:gd name="connsiteY97-56098" fmla="*/ 2402874 h 6858000"/>
              <a:gd name="connsiteX98-56099" fmla="*/ 441191 w 1508539"/>
              <a:gd name="connsiteY98-56100" fmla="*/ 2381443 h 6858000"/>
              <a:gd name="connsiteX99-56101" fmla="*/ 417520 w 1508539"/>
              <a:gd name="connsiteY99-56102" fmla="*/ 2261920 h 6858000"/>
              <a:gd name="connsiteX100-56103" fmla="*/ 407407 w 1508539"/>
              <a:gd name="connsiteY100-56104" fmla="*/ 2195378 h 6858000"/>
              <a:gd name="connsiteX101-56105" fmla="*/ 391624 w 1508539"/>
              <a:gd name="connsiteY101-56106" fmla="*/ 2155135 h 6858000"/>
              <a:gd name="connsiteX102-56107" fmla="*/ 389082 w 1508539"/>
              <a:gd name="connsiteY102-56108" fmla="*/ 2118008 h 6858000"/>
              <a:gd name="connsiteX103-56109" fmla="*/ 390075 w 1508539"/>
              <a:gd name="connsiteY103-56110" fmla="*/ 2050531 h 6858000"/>
              <a:gd name="connsiteX104-56111" fmla="*/ 381881 w 1508539"/>
              <a:gd name="connsiteY104-56112" fmla="*/ 1963269 h 6858000"/>
              <a:gd name="connsiteX105-56113" fmla="*/ 363059 w 1508539"/>
              <a:gd name="connsiteY105-56114" fmla="*/ 1906352 h 6858000"/>
              <a:gd name="connsiteX106-56115" fmla="*/ 339616 w 1508539"/>
              <a:gd name="connsiteY106-56116" fmla="*/ 1861531 h 6858000"/>
              <a:gd name="connsiteX107-56117" fmla="*/ 293415 w 1508539"/>
              <a:gd name="connsiteY107-56118" fmla="*/ 1732919 h 6858000"/>
              <a:gd name="connsiteX108-56119" fmla="*/ 265726 w 1508539"/>
              <a:gd name="connsiteY108-56120" fmla="*/ 1663540 h 6858000"/>
              <a:gd name="connsiteX109-56121" fmla="*/ 264852 w 1508539"/>
              <a:gd name="connsiteY109-56122" fmla="*/ 1615777 h 6858000"/>
              <a:gd name="connsiteX110-56123" fmla="*/ 245647 w 1508539"/>
              <a:gd name="connsiteY110-56124" fmla="*/ 1563678 h 6858000"/>
              <a:gd name="connsiteX111-56125" fmla="*/ 258727 w 1508539"/>
              <a:gd name="connsiteY111-56126" fmla="*/ 1519474 h 6858000"/>
              <a:gd name="connsiteX112-56127" fmla="*/ 251469 w 1508539"/>
              <a:gd name="connsiteY112-56128" fmla="*/ 1477995 h 6858000"/>
              <a:gd name="connsiteX113-56129" fmla="*/ 237554 w 1508539"/>
              <a:gd name="connsiteY113-56130" fmla="*/ 1373769 h 6858000"/>
              <a:gd name="connsiteX114-56131" fmla="*/ 245861 w 1508539"/>
              <a:gd name="connsiteY114-56132" fmla="*/ 1307086 h 6858000"/>
              <a:gd name="connsiteX115-56133" fmla="*/ 247049 w 1508539"/>
              <a:gd name="connsiteY115-56134" fmla="*/ 1189033 h 6858000"/>
              <a:gd name="connsiteX116-56135" fmla="*/ 251734 w 1508539"/>
              <a:gd name="connsiteY116-56136" fmla="*/ 1168288 h 6858000"/>
              <a:gd name="connsiteX117-56137" fmla="*/ 244016 w 1508539"/>
              <a:gd name="connsiteY117-56138" fmla="*/ 1142577 h 6858000"/>
              <a:gd name="connsiteX118-56139" fmla="*/ 233322 w 1508539"/>
              <a:gd name="connsiteY118-56140" fmla="*/ 1088484 h 6858000"/>
              <a:gd name="connsiteX119-56141" fmla="*/ 222058 w 1508539"/>
              <a:gd name="connsiteY119-56142" fmla="*/ 1016103 h 6858000"/>
              <a:gd name="connsiteX120-56143" fmla="*/ 223514 w 1508539"/>
              <a:gd name="connsiteY120-56144" fmla="*/ 932283 h 6858000"/>
              <a:gd name="connsiteX121-56145" fmla="*/ 225750 w 1508539"/>
              <a:gd name="connsiteY121-56146" fmla="*/ 915925 h 6858000"/>
              <a:gd name="connsiteX122-56147" fmla="*/ 218379 w 1508539"/>
              <a:gd name="connsiteY122-56148" fmla="*/ 896999 h 6858000"/>
              <a:gd name="connsiteX123-56149" fmla="*/ 187787 w 1508539"/>
              <a:gd name="connsiteY123-56150" fmla="*/ 821517 h 6858000"/>
              <a:gd name="connsiteX124-56151" fmla="*/ 166737 w 1508539"/>
              <a:gd name="connsiteY124-56152" fmla="*/ 751353 h 6858000"/>
              <a:gd name="connsiteX125-56153" fmla="*/ 166295 w 1508539"/>
              <a:gd name="connsiteY125-56154" fmla="*/ 721230 h 6858000"/>
              <a:gd name="connsiteX126-56155" fmla="*/ 151966 w 1508539"/>
              <a:gd name="connsiteY126-56156" fmla="*/ 681659 h 6858000"/>
              <a:gd name="connsiteX127-56157" fmla="*/ 137385 w 1508539"/>
              <a:gd name="connsiteY127-56158" fmla="*/ 635218 h 6858000"/>
              <a:gd name="connsiteX128-56159" fmla="*/ 142396 w 1508539"/>
              <a:gd name="connsiteY128-56160" fmla="*/ 613763 h 6858000"/>
              <a:gd name="connsiteX129-56161" fmla="*/ 128338 w 1508539"/>
              <a:gd name="connsiteY129-56162" fmla="*/ 598582 h 6858000"/>
              <a:gd name="connsiteX130-56163" fmla="*/ 128019 w 1508539"/>
              <a:gd name="connsiteY130-56164" fmla="*/ 576846 h 6858000"/>
              <a:gd name="connsiteX131-56165" fmla="*/ 107645 w 1508539"/>
              <a:gd name="connsiteY131-56166" fmla="*/ 530055 h 6858000"/>
              <a:gd name="connsiteX132-56167" fmla="*/ 106893 w 1508539"/>
              <a:gd name="connsiteY132-56168" fmla="*/ 465389 h 6858000"/>
              <a:gd name="connsiteX133-56169" fmla="*/ 89816 w 1508539"/>
              <a:gd name="connsiteY133-56170" fmla="*/ 424699 h 6858000"/>
              <a:gd name="connsiteX134-56171" fmla="*/ 90191 w 1508539"/>
              <a:gd name="connsiteY134-56172" fmla="*/ 404917 h 6858000"/>
              <a:gd name="connsiteX135-56173" fmla="*/ 70148 w 1508539"/>
              <a:gd name="connsiteY135-56174" fmla="*/ 367211 h 6858000"/>
              <a:gd name="connsiteX136-56175" fmla="*/ 36452 w 1508539"/>
              <a:gd name="connsiteY136-56176" fmla="*/ 268519 h 6858000"/>
              <a:gd name="connsiteX137-56177" fmla="*/ 23935 w 1508539"/>
              <a:gd name="connsiteY137-56178" fmla="*/ 160886 h 6858000"/>
              <a:gd name="connsiteX138-56179" fmla="*/ 19312 w 1508539"/>
              <a:gd name="connsiteY138-56180" fmla="*/ 47336 h 6858000"/>
              <a:gd name="connsiteX139-56181" fmla="*/ 0 w 1508539"/>
              <a:gd name="connsiteY139-56182" fmla="*/ 0 h 6858000"/>
              <a:gd name="connsiteX0-56183" fmla="*/ 0 w 1508539"/>
              <a:gd name="connsiteY0-56184" fmla="*/ 0 h 6858000"/>
              <a:gd name="connsiteX1-56185" fmla="*/ 1508539 w 1508539"/>
              <a:gd name="connsiteY1-56186" fmla="*/ 0 h 6858000"/>
              <a:gd name="connsiteX2-56187" fmla="*/ 1508539 w 1508539"/>
              <a:gd name="connsiteY2-56188" fmla="*/ 6858000 h 6858000"/>
              <a:gd name="connsiteX3-56189" fmla="*/ 245233 w 1508539"/>
              <a:gd name="connsiteY3-56190" fmla="*/ 6857735 h 6858000"/>
              <a:gd name="connsiteX4-56191" fmla="*/ 281826 w 1508539"/>
              <a:gd name="connsiteY4-56192" fmla="*/ 6776847 h 6858000"/>
              <a:gd name="connsiteX5-56193" fmla="*/ 293326 w 1508539"/>
              <a:gd name="connsiteY5-56194" fmla="*/ 6737706 h 6858000"/>
              <a:gd name="connsiteX6-56195" fmla="*/ 267342 w 1508539"/>
              <a:gd name="connsiteY6-56196" fmla="*/ 6683638 h 6858000"/>
              <a:gd name="connsiteX7-56197" fmla="*/ 295622 w 1508539"/>
              <a:gd name="connsiteY7-56198" fmla="*/ 6659970 h 6858000"/>
              <a:gd name="connsiteX8-56199" fmla="*/ 310713 w 1508539"/>
              <a:gd name="connsiteY8-56200" fmla="*/ 6636211 h 6858000"/>
              <a:gd name="connsiteX9-56201" fmla="*/ 328157 w 1508539"/>
              <a:gd name="connsiteY9-56202" fmla="*/ 6594177 h 6858000"/>
              <a:gd name="connsiteX10-56203" fmla="*/ 342197 w 1508539"/>
              <a:gd name="connsiteY10-56204" fmla="*/ 6557575 h 6858000"/>
              <a:gd name="connsiteX11-56205" fmla="*/ 395154 w 1508539"/>
              <a:gd name="connsiteY11-56206" fmla="*/ 6492130 h 6858000"/>
              <a:gd name="connsiteX12-56207" fmla="*/ 410841 w 1508539"/>
              <a:gd name="connsiteY12-56208" fmla="*/ 6431610 h 6858000"/>
              <a:gd name="connsiteX13-56209" fmla="*/ 454546 w 1508539"/>
              <a:gd name="connsiteY13-56210" fmla="*/ 6379786 h 6858000"/>
              <a:gd name="connsiteX14-56211" fmla="*/ 437769 w 1508539"/>
              <a:gd name="connsiteY14-56212" fmla="*/ 6334727 h 6858000"/>
              <a:gd name="connsiteX15-56213" fmla="*/ 415184 w 1508539"/>
              <a:gd name="connsiteY15-56214" fmla="*/ 6313295 h 6858000"/>
              <a:gd name="connsiteX16-56215" fmla="*/ 422348 w 1508539"/>
              <a:gd name="connsiteY16-56216" fmla="*/ 6280046 h 6858000"/>
              <a:gd name="connsiteX17-56217" fmla="*/ 405093 w 1508539"/>
              <a:gd name="connsiteY17-56218" fmla="*/ 6270265 h 6858000"/>
              <a:gd name="connsiteX18-56219" fmla="*/ 432121 w 1508539"/>
              <a:gd name="connsiteY18-56220" fmla="*/ 6252834 h 6858000"/>
              <a:gd name="connsiteX19-56221" fmla="*/ 410113 w 1508539"/>
              <a:gd name="connsiteY19-56222" fmla="*/ 6202459 h 6858000"/>
              <a:gd name="connsiteX20-56223" fmla="*/ 408911 w 1508539"/>
              <a:gd name="connsiteY20-56224" fmla="*/ 6153037 h 6858000"/>
              <a:gd name="connsiteX21-56225" fmla="*/ 424326 w 1508539"/>
              <a:gd name="connsiteY21-56226" fmla="*/ 6078132 h 6858000"/>
              <a:gd name="connsiteX22-56227" fmla="*/ 411713 w 1508539"/>
              <a:gd name="connsiteY22-56228" fmla="*/ 6028119 h 6858000"/>
              <a:gd name="connsiteX23-56229" fmla="*/ 396942 w 1508539"/>
              <a:gd name="connsiteY23-56230" fmla="*/ 5926735 h 6858000"/>
              <a:gd name="connsiteX24-56231" fmla="*/ 446454 w 1508539"/>
              <a:gd name="connsiteY24-56232" fmla="*/ 5712857 h 6858000"/>
              <a:gd name="connsiteX25-56233" fmla="*/ 425529 w 1508539"/>
              <a:gd name="connsiteY25-56234" fmla="*/ 5676393 h 6858000"/>
              <a:gd name="connsiteX26-56235" fmla="*/ 465121 w 1508539"/>
              <a:gd name="connsiteY26-56236" fmla="*/ 5563435 h 6858000"/>
              <a:gd name="connsiteX27-56237" fmla="*/ 512251 w 1508539"/>
              <a:gd name="connsiteY27-56238" fmla="*/ 5437125 h 6858000"/>
              <a:gd name="connsiteX28-56239" fmla="*/ 525819 w 1508539"/>
              <a:gd name="connsiteY28-56240" fmla="*/ 5396260 h 6858000"/>
              <a:gd name="connsiteX29-56241" fmla="*/ 541800 w 1508539"/>
              <a:gd name="connsiteY29-56242" fmla="*/ 5330009 h 6858000"/>
              <a:gd name="connsiteX30-56243" fmla="*/ 575293 w 1508539"/>
              <a:gd name="connsiteY30-56244" fmla="*/ 5273739 h 6858000"/>
              <a:gd name="connsiteX31-56245" fmla="*/ 584892 w 1508539"/>
              <a:gd name="connsiteY31-56246" fmla="*/ 5241779 h 6858000"/>
              <a:gd name="connsiteX32-56247" fmla="*/ 596118 w 1508539"/>
              <a:gd name="connsiteY32-56248" fmla="*/ 5225268 h 6858000"/>
              <a:gd name="connsiteX33-56249" fmla="*/ 597138 w 1508539"/>
              <a:gd name="connsiteY33-56250" fmla="*/ 5217684 h 6858000"/>
              <a:gd name="connsiteX34-56251" fmla="*/ 604479 w 1508539"/>
              <a:gd name="connsiteY34-56252" fmla="*/ 5193377 h 6858000"/>
              <a:gd name="connsiteX35-56253" fmla="*/ 607782 w 1508539"/>
              <a:gd name="connsiteY35-56254" fmla="*/ 5179288 h 6858000"/>
              <a:gd name="connsiteX36-56255" fmla="*/ 608766 w 1508539"/>
              <a:gd name="connsiteY36-56256" fmla="*/ 5173621 h 6858000"/>
              <a:gd name="connsiteX37-56257" fmla="*/ 604400 w 1508539"/>
              <a:gd name="connsiteY37-56258" fmla="*/ 5159961 h 6858000"/>
              <a:gd name="connsiteX38-56259" fmla="*/ 611077 w 1508539"/>
              <a:gd name="connsiteY38-56260" fmla="*/ 5144295 h 6858000"/>
              <a:gd name="connsiteX39-56261" fmla="*/ 608010 w 1508539"/>
              <a:gd name="connsiteY39-56262" fmla="*/ 5125185 h 6858000"/>
              <a:gd name="connsiteX40-56263" fmla="*/ 614840 w 1508539"/>
              <a:gd name="connsiteY40-56264" fmla="*/ 5121884 h 6858000"/>
              <a:gd name="connsiteX41-56265" fmla="*/ 621876 w 1508539"/>
              <a:gd name="connsiteY41-56266" fmla="*/ 5067850 h 6858000"/>
              <a:gd name="connsiteX42-56267" fmla="*/ 624607 w 1508539"/>
              <a:gd name="connsiteY42-56268" fmla="*/ 5060861 h 6858000"/>
              <a:gd name="connsiteX43-56269" fmla="*/ 621311 w 1508539"/>
              <a:gd name="connsiteY43-56270" fmla="*/ 5034192 h 6858000"/>
              <a:gd name="connsiteX44-56271" fmla="*/ 622865 w 1508539"/>
              <a:gd name="connsiteY44-56272" fmla="*/ 4993030 h 6858000"/>
              <a:gd name="connsiteX45-56273" fmla="*/ 629774 w 1508539"/>
              <a:gd name="connsiteY45-56274" fmla="*/ 4946844 h 6858000"/>
              <a:gd name="connsiteX46-56275" fmla="*/ 625630 w 1508539"/>
              <a:gd name="connsiteY46-56276" fmla="*/ 4932692 h 6858000"/>
              <a:gd name="connsiteX47-56277" fmla="*/ 641033 w 1508539"/>
              <a:gd name="connsiteY47-56278" fmla="*/ 4858827 h 6858000"/>
              <a:gd name="connsiteX48-56279" fmla="*/ 646936 w 1508539"/>
              <a:gd name="connsiteY48-56280" fmla="*/ 4821170 h 6858000"/>
              <a:gd name="connsiteX49-56281" fmla="*/ 651669 w 1508539"/>
              <a:gd name="connsiteY49-56282" fmla="*/ 4780965 h 6858000"/>
              <a:gd name="connsiteX50-56283" fmla="*/ 652962 w 1508539"/>
              <a:gd name="connsiteY50-56284" fmla="*/ 4750867 h 6858000"/>
              <a:gd name="connsiteX51-56285" fmla="*/ 650769 w 1508539"/>
              <a:gd name="connsiteY51-56286" fmla="*/ 4690749 h 6858000"/>
              <a:gd name="connsiteX52-56287" fmla="*/ 646249 w 1508539"/>
              <a:gd name="connsiteY52-56288" fmla="*/ 4584173 h 6858000"/>
              <a:gd name="connsiteX53-56289" fmla="*/ 641332 w 1508539"/>
              <a:gd name="connsiteY53-56290" fmla="*/ 4444346 h 6858000"/>
              <a:gd name="connsiteX54-56291" fmla="*/ 637897 w 1508539"/>
              <a:gd name="connsiteY54-56292" fmla="*/ 4375228 h 6858000"/>
              <a:gd name="connsiteX55-56293" fmla="*/ 618550 w 1508539"/>
              <a:gd name="connsiteY55-56294" fmla="*/ 4214165 h 6858000"/>
              <a:gd name="connsiteX56-56295" fmla="*/ 622623 w 1508539"/>
              <a:gd name="connsiteY56-56296" fmla="*/ 4090296 h 6858000"/>
              <a:gd name="connsiteX57-56297" fmla="*/ 607879 w 1508539"/>
              <a:gd name="connsiteY57-56298" fmla="*/ 4033999 h 6858000"/>
              <a:gd name="connsiteX58-56299" fmla="*/ 609028 w 1508539"/>
              <a:gd name="connsiteY58-56300" fmla="*/ 4031933 h 6858000"/>
              <a:gd name="connsiteX59-56301" fmla="*/ 607604 w 1508539"/>
              <a:gd name="connsiteY59-56302" fmla="*/ 4013953 h 6858000"/>
              <a:gd name="connsiteX60-56303" fmla="*/ 593899 w 1508539"/>
              <a:gd name="connsiteY60-56304" fmla="*/ 3974753 h 6858000"/>
              <a:gd name="connsiteX61-56305" fmla="*/ 595497 w 1508539"/>
              <a:gd name="connsiteY61-56306" fmla="*/ 3969950 h 6858000"/>
              <a:gd name="connsiteX62-56307" fmla="*/ 588919 w 1508539"/>
              <a:gd name="connsiteY62-56308" fmla="*/ 3933779 h 6858000"/>
              <a:gd name="connsiteX63-56309" fmla="*/ 590250 w 1508539"/>
              <a:gd name="connsiteY63-56310" fmla="*/ 3933093 h 6858000"/>
              <a:gd name="connsiteX64-56311" fmla="*/ 594604 w 1508539"/>
              <a:gd name="connsiteY64-56312" fmla="*/ 3922082 h 6858000"/>
              <a:gd name="connsiteX65-56313" fmla="*/ 599682 w 1508539"/>
              <a:gd name="connsiteY65-56314" fmla="*/ 3901461 h 6858000"/>
              <a:gd name="connsiteX66-56315" fmla="*/ 622276 w 1508539"/>
              <a:gd name="connsiteY66-56316" fmla="*/ 3813873 h 6858000"/>
              <a:gd name="connsiteX67-56317" fmla="*/ 621701 w 1508539"/>
              <a:gd name="connsiteY67-56318" fmla="*/ 3806161 h 6858000"/>
              <a:gd name="connsiteX68-56319" fmla="*/ 622008 w 1508539"/>
              <a:gd name="connsiteY68-56320" fmla="*/ 3805957 h 6858000"/>
              <a:gd name="connsiteX69-56321" fmla="*/ 622035 w 1508539"/>
              <a:gd name="connsiteY69-56322" fmla="*/ 3797724 h 6858000"/>
              <a:gd name="connsiteX70-56323" fmla="*/ 620650 w 1508539"/>
              <a:gd name="connsiteY70-56324" fmla="*/ 3792098 h 6858000"/>
              <a:gd name="connsiteX71-56325" fmla="*/ 619534 w 1508539"/>
              <a:gd name="connsiteY71-56326" fmla="*/ 3777135 h 6858000"/>
              <a:gd name="connsiteX72-56327" fmla="*/ 621267 w 1508539"/>
              <a:gd name="connsiteY72-56328" fmla="*/ 3771656 h 6858000"/>
              <a:gd name="connsiteX73-56329" fmla="*/ 625010 w 1508539"/>
              <a:gd name="connsiteY73-56330" fmla="*/ 3769007 h 6858000"/>
              <a:gd name="connsiteX74-56331" fmla="*/ 624476 w 1508539"/>
              <a:gd name="connsiteY74-56332" fmla="*/ 3767709 h 6858000"/>
              <a:gd name="connsiteX75-56333" fmla="*/ 633172 w 1508539"/>
              <a:gd name="connsiteY75-56334" fmla="*/ 3738082 h 6858000"/>
              <a:gd name="connsiteX76-56335" fmla="*/ 640518 w 1508539"/>
              <a:gd name="connsiteY76-56336" fmla="*/ 3673397 h 6858000"/>
              <a:gd name="connsiteX77-56337" fmla="*/ 639814 w 1508539"/>
              <a:gd name="connsiteY77-56338" fmla="*/ 3637109 h 6858000"/>
              <a:gd name="connsiteX78-56339" fmla="*/ 643257 w 1508539"/>
              <a:gd name="connsiteY78-56340" fmla="*/ 3536883 h 6858000"/>
              <a:gd name="connsiteX79-56341" fmla="*/ 650795 w 1508539"/>
              <a:gd name="connsiteY79-56342" fmla="*/ 3435652 h 6858000"/>
              <a:gd name="connsiteX80-56343" fmla="*/ 652466 w 1508539"/>
              <a:gd name="connsiteY80-56344" fmla="*/ 3307769 h 6858000"/>
              <a:gd name="connsiteX81-56345" fmla="*/ 670029 w 1508539"/>
              <a:gd name="connsiteY81-56346" fmla="*/ 3250522 h 6858000"/>
              <a:gd name="connsiteX82-56347" fmla="*/ 670454 w 1508539"/>
              <a:gd name="connsiteY82-56348" fmla="*/ 3229163 h 6858000"/>
              <a:gd name="connsiteX83-56349" fmla="*/ 672277 w 1508539"/>
              <a:gd name="connsiteY83-56350" fmla="*/ 3217217 h 6858000"/>
              <a:gd name="connsiteX84-56351" fmla="*/ 659112 w 1508539"/>
              <a:gd name="connsiteY84-56352" fmla="*/ 3183755 h 6858000"/>
              <a:gd name="connsiteX85-56353" fmla="*/ 659613 w 1508539"/>
              <a:gd name="connsiteY85-56354" fmla="*/ 3178642 h 6858000"/>
              <a:gd name="connsiteX86-56355" fmla="*/ 647213 w 1508539"/>
              <a:gd name="connsiteY86-56356" fmla="*/ 3158586 h 6858000"/>
              <a:gd name="connsiteX87-56357" fmla="*/ 632398 w 1508539"/>
              <a:gd name="connsiteY87-56358" fmla="*/ 3129034 h 6858000"/>
              <a:gd name="connsiteX88-56359" fmla="*/ 633063 w 1508539"/>
              <a:gd name="connsiteY88-56360" fmla="*/ 3126682 h 6858000"/>
              <a:gd name="connsiteX89-56361" fmla="*/ 623931 w 1508539"/>
              <a:gd name="connsiteY89-56362" fmla="*/ 3114519 h 6858000"/>
              <a:gd name="connsiteX90-56363" fmla="*/ 610540 w 1508539"/>
              <a:gd name="connsiteY90-56364" fmla="*/ 3106272 h 6858000"/>
              <a:gd name="connsiteX91-56365" fmla="*/ 583270 w 1508539"/>
              <a:gd name="connsiteY91-56366" fmla="*/ 2958185 h 6858000"/>
              <a:gd name="connsiteX92-56367" fmla="*/ 525884 w 1508539"/>
              <a:gd name="connsiteY92-56368" fmla="*/ 2762989 h 6858000"/>
              <a:gd name="connsiteX93-56369" fmla="*/ 474802 w 1508539"/>
              <a:gd name="connsiteY93-56370" fmla="*/ 2554718 h 6858000"/>
              <a:gd name="connsiteX94-56371" fmla="*/ 454896 w 1508539"/>
              <a:gd name="connsiteY94-56372" fmla="*/ 2485734 h 6858000"/>
              <a:gd name="connsiteX95-56373" fmla="*/ 445619 w 1508539"/>
              <a:gd name="connsiteY95-56374" fmla="*/ 2447068 h 6858000"/>
              <a:gd name="connsiteX96-56375" fmla="*/ 432580 w 1508539"/>
              <a:gd name="connsiteY96-56376" fmla="*/ 2425819 h 6858000"/>
              <a:gd name="connsiteX97-56377" fmla="*/ 438579 w 1508539"/>
              <a:gd name="connsiteY97-56378" fmla="*/ 2402874 h 6858000"/>
              <a:gd name="connsiteX98-56379" fmla="*/ 441191 w 1508539"/>
              <a:gd name="connsiteY98-56380" fmla="*/ 2381443 h 6858000"/>
              <a:gd name="connsiteX99-56381" fmla="*/ 417520 w 1508539"/>
              <a:gd name="connsiteY99-56382" fmla="*/ 2261920 h 6858000"/>
              <a:gd name="connsiteX100-56383" fmla="*/ 407407 w 1508539"/>
              <a:gd name="connsiteY100-56384" fmla="*/ 2195378 h 6858000"/>
              <a:gd name="connsiteX101-56385" fmla="*/ 391624 w 1508539"/>
              <a:gd name="connsiteY101-56386" fmla="*/ 2155135 h 6858000"/>
              <a:gd name="connsiteX102-56387" fmla="*/ 389082 w 1508539"/>
              <a:gd name="connsiteY102-56388" fmla="*/ 2118008 h 6858000"/>
              <a:gd name="connsiteX103-56389" fmla="*/ 390075 w 1508539"/>
              <a:gd name="connsiteY103-56390" fmla="*/ 2050531 h 6858000"/>
              <a:gd name="connsiteX104-56391" fmla="*/ 381881 w 1508539"/>
              <a:gd name="connsiteY104-56392" fmla="*/ 1963269 h 6858000"/>
              <a:gd name="connsiteX105-56393" fmla="*/ 363059 w 1508539"/>
              <a:gd name="connsiteY105-56394" fmla="*/ 1906352 h 6858000"/>
              <a:gd name="connsiteX106-56395" fmla="*/ 339616 w 1508539"/>
              <a:gd name="connsiteY106-56396" fmla="*/ 1861531 h 6858000"/>
              <a:gd name="connsiteX107-56397" fmla="*/ 293415 w 1508539"/>
              <a:gd name="connsiteY107-56398" fmla="*/ 1732919 h 6858000"/>
              <a:gd name="connsiteX108-56399" fmla="*/ 265726 w 1508539"/>
              <a:gd name="connsiteY108-56400" fmla="*/ 1663540 h 6858000"/>
              <a:gd name="connsiteX109-56401" fmla="*/ 264852 w 1508539"/>
              <a:gd name="connsiteY109-56402" fmla="*/ 1615777 h 6858000"/>
              <a:gd name="connsiteX110-56403" fmla="*/ 245647 w 1508539"/>
              <a:gd name="connsiteY110-56404" fmla="*/ 1563678 h 6858000"/>
              <a:gd name="connsiteX111-56405" fmla="*/ 258727 w 1508539"/>
              <a:gd name="connsiteY111-56406" fmla="*/ 1519474 h 6858000"/>
              <a:gd name="connsiteX112-56407" fmla="*/ 251469 w 1508539"/>
              <a:gd name="connsiteY112-56408" fmla="*/ 1477995 h 6858000"/>
              <a:gd name="connsiteX113-56409" fmla="*/ 237554 w 1508539"/>
              <a:gd name="connsiteY113-56410" fmla="*/ 1373769 h 6858000"/>
              <a:gd name="connsiteX114-56411" fmla="*/ 245861 w 1508539"/>
              <a:gd name="connsiteY114-56412" fmla="*/ 1307086 h 6858000"/>
              <a:gd name="connsiteX115-56413" fmla="*/ 247049 w 1508539"/>
              <a:gd name="connsiteY115-56414" fmla="*/ 1189033 h 6858000"/>
              <a:gd name="connsiteX116-56415" fmla="*/ 251734 w 1508539"/>
              <a:gd name="connsiteY116-56416" fmla="*/ 1168288 h 6858000"/>
              <a:gd name="connsiteX117-56417" fmla="*/ 244016 w 1508539"/>
              <a:gd name="connsiteY117-56418" fmla="*/ 1142577 h 6858000"/>
              <a:gd name="connsiteX118-56419" fmla="*/ 233322 w 1508539"/>
              <a:gd name="connsiteY118-56420" fmla="*/ 1088484 h 6858000"/>
              <a:gd name="connsiteX119-56421" fmla="*/ 222058 w 1508539"/>
              <a:gd name="connsiteY119-56422" fmla="*/ 1016103 h 6858000"/>
              <a:gd name="connsiteX120-56423" fmla="*/ 223514 w 1508539"/>
              <a:gd name="connsiteY120-56424" fmla="*/ 932283 h 6858000"/>
              <a:gd name="connsiteX121-56425" fmla="*/ 225750 w 1508539"/>
              <a:gd name="connsiteY121-56426" fmla="*/ 915925 h 6858000"/>
              <a:gd name="connsiteX122-56427" fmla="*/ 218379 w 1508539"/>
              <a:gd name="connsiteY122-56428" fmla="*/ 896999 h 6858000"/>
              <a:gd name="connsiteX123-56429" fmla="*/ 187787 w 1508539"/>
              <a:gd name="connsiteY123-56430" fmla="*/ 821517 h 6858000"/>
              <a:gd name="connsiteX124-56431" fmla="*/ 166737 w 1508539"/>
              <a:gd name="connsiteY124-56432" fmla="*/ 751353 h 6858000"/>
              <a:gd name="connsiteX125-56433" fmla="*/ 166295 w 1508539"/>
              <a:gd name="connsiteY125-56434" fmla="*/ 721230 h 6858000"/>
              <a:gd name="connsiteX126-56435" fmla="*/ 151966 w 1508539"/>
              <a:gd name="connsiteY126-56436" fmla="*/ 681659 h 6858000"/>
              <a:gd name="connsiteX127-56437" fmla="*/ 137385 w 1508539"/>
              <a:gd name="connsiteY127-56438" fmla="*/ 635218 h 6858000"/>
              <a:gd name="connsiteX128-56439" fmla="*/ 142396 w 1508539"/>
              <a:gd name="connsiteY128-56440" fmla="*/ 613763 h 6858000"/>
              <a:gd name="connsiteX129-56441" fmla="*/ 128338 w 1508539"/>
              <a:gd name="connsiteY129-56442" fmla="*/ 598582 h 6858000"/>
              <a:gd name="connsiteX130-56443" fmla="*/ 128019 w 1508539"/>
              <a:gd name="connsiteY130-56444" fmla="*/ 576846 h 6858000"/>
              <a:gd name="connsiteX131-56445" fmla="*/ 107645 w 1508539"/>
              <a:gd name="connsiteY131-56446" fmla="*/ 530055 h 6858000"/>
              <a:gd name="connsiteX132-56447" fmla="*/ 106893 w 1508539"/>
              <a:gd name="connsiteY132-56448" fmla="*/ 465389 h 6858000"/>
              <a:gd name="connsiteX133-56449" fmla="*/ 89816 w 1508539"/>
              <a:gd name="connsiteY133-56450" fmla="*/ 424699 h 6858000"/>
              <a:gd name="connsiteX134-56451" fmla="*/ 90191 w 1508539"/>
              <a:gd name="connsiteY134-56452" fmla="*/ 404917 h 6858000"/>
              <a:gd name="connsiteX135-56453" fmla="*/ 70148 w 1508539"/>
              <a:gd name="connsiteY135-56454" fmla="*/ 367211 h 6858000"/>
              <a:gd name="connsiteX136-56455" fmla="*/ 36452 w 1508539"/>
              <a:gd name="connsiteY136-56456" fmla="*/ 268519 h 6858000"/>
              <a:gd name="connsiteX137-56457" fmla="*/ 23935 w 1508539"/>
              <a:gd name="connsiteY137-56458" fmla="*/ 160886 h 6858000"/>
              <a:gd name="connsiteX138-56459" fmla="*/ 19312 w 1508539"/>
              <a:gd name="connsiteY138-56460" fmla="*/ 47336 h 6858000"/>
              <a:gd name="connsiteX139-56461" fmla="*/ 0 w 1508539"/>
              <a:gd name="connsiteY139-56462" fmla="*/ 0 h 6858000"/>
              <a:gd name="connsiteX0-56463" fmla="*/ 0 w 1508539"/>
              <a:gd name="connsiteY0-56464" fmla="*/ 0 h 6858000"/>
              <a:gd name="connsiteX1-56465" fmla="*/ 1508539 w 1508539"/>
              <a:gd name="connsiteY1-56466" fmla="*/ 0 h 6858000"/>
              <a:gd name="connsiteX2-56467" fmla="*/ 1508539 w 1508539"/>
              <a:gd name="connsiteY2-56468" fmla="*/ 6858000 h 6858000"/>
              <a:gd name="connsiteX3-56469" fmla="*/ 245233 w 1508539"/>
              <a:gd name="connsiteY3-56470" fmla="*/ 6857735 h 6858000"/>
              <a:gd name="connsiteX4-56471" fmla="*/ 281826 w 1508539"/>
              <a:gd name="connsiteY4-56472" fmla="*/ 6776847 h 6858000"/>
              <a:gd name="connsiteX5-56473" fmla="*/ 293326 w 1508539"/>
              <a:gd name="connsiteY5-56474" fmla="*/ 6737706 h 6858000"/>
              <a:gd name="connsiteX6-56475" fmla="*/ 318065 w 1508539"/>
              <a:gd name="connsiteY6-56476" fmla="*/ 6691589 h 6858000"/>
              <a:gd name="connsiteX7-56477" fmla="*/ 295622 w 1508539"/>
              <a:gd name="connsiteY7-56478" fmla="*/ 6659970 h 6858000"/>
              <a:gd name="connsiteX8-56479" fmla="*/ 310713 w 1508539"/>
              <a:gd name="connsiteY8-56480" fmla="*/ 6636211 h 6858000"/>
              <a:gd name="connsiteX9-56481" fmla="*/ 328157 w 1508539"/>
              <a:gd name="connsiteY9-56482" fmla="*/ 6594177 h 6858000"/>
              <a:gd name="connsiteX10-56483" fmla="*/ 342197 w 1508539"/>
              <a:gd name="connsiteY10-56484" fmla="*/ 6557575 h 6858000"/>
              <a:gd name="connsiteX11-56485" fmla="*/ 395154 w 1508539"/>
              <a:gd name="connsiteY11-56486" fmla="*/ 6492130 h 6858000"/>
              <a:gd name="connsiteX12-56487" fmla="*/ 410841 w 1508539"/>
              <a:gd name="connsiteY12-56488" fmla="*/ 6431610 h 6858000"/>
              <a:gd name="connsiteX13-56489" fmla="*/ 454546 w 1508539"/>
              <a:gd name="connsiteY13-56490" fmla="*/ 6379786 h 6858000"/>
              <a:gd name="connsiteX14-56491" fmla="*/ 437769 w 1508539"/>
              <a:gd name="connsiteY14-56492" fmla="*/ 6334727 h 6858000"/>
              <a:gd name="connsiteX15-56493" fmla="*/ 415184 w 1508539"/>
              <a:gd name="connsiteY15-56494" fmla="*/ 6313295 h 6858000"/>
              <a:gd name="connsiteX16-56495" fmla="*/ 422348 w 1508539"/>
              <a:gd name="connsiteY16-56496" fmla="*/ 6280046 h 6858000"/>
              <a:gd name="connsiteX17-56497" fmla="*/ 405093 w 1508539"/>
              <a:gd name="connsiteY17-56498" fmla="*/ 6270265 h 6858000"/>
              <a:gd name="connsiteX18-56499" fmla="*/ 432121 w 1508539"/>
              <a:gd name="connsiteY18-56500" fmla="*/ 6252834 h 6858000"/>
              <a:gd name="connsiteX19-56501" fmla="*/ 410113 w 1508539"/>
              <a:gd name="connsiteY19-56502" fmla="*/ 6202459 h 6858000"/>
              <a:gd name="connsiteX20-56503" fmla="*/ 408911 w 1508539"/>
              <a:gd name="connsiteY20-56504" fmla="*/ 6153037 h 6858000"/>
              <a:gd name="connsiteX21-56505" fmla="*/ 424326 w 1508539"/>
              <a:gd name="connsiteY21-56506" fmla="*/ 6078132 h 6858000"/>
              <a:gd name="connsiteX22-56507" fmla="*/ 411713 w 1508539"/>
              <a:gd name="connsiteY22-56508" fmla="*/ 6028119 h 6858000"/>
              <a:gd name="connsiteX23-56509" fmla="*/ 396942 w 1508539"/>
              <a:gd name="connsiteY23-56510" fmla="*/ 5926735 h 6858000"/>
              <a:gd name="connsiteX24-56511" fmla="*/ 446454 w 1508539"/>
              <a:gd name="connsiteY24-56512" fmla="*/ 5712857 h 6858000"/>
              <a:gd name="connsiteX25-56513" fmla="*/ 425529 w 1508539"/>
              <a:gd name="connsiteY25-56514" fmla="*/ 5676393 h 6858000"/>
              <a:gd name="connsiteX26-56515" fmla="*/ 465121 w 1508539"/>
              <a:gd name="connsiteY26-56516" fmla="*/ 5563435 h 6858000"/>
              <a:gd name="connsiteX27-56517" fmla="*/ 512251 w 1508539"/>
              <a:gd name="connsiteY27-56518" fmla="*/ 5437125 h 6858000"/>
              <a:gd name="connsiteX28-56519" fmla="*/ 525819 w 1508539"/>
              <a:gd name="connsiteY28-56520" fmla="*/ 5396260 h 6858000"/>
              <a:gd name="connsiteX29-56521" fmla="*/ 541800 w 1508539"/>
              <a:gd name="connsiteY29-56522" fmla="*/ 5330009 h 6858000"/>
              <a:gd name="connsiteX30-56523" fmla="*/ 575293 w 1508539"/>
              <a:gd name="connsiteY30-56524" fmla="*/ 5273739 h 6858000"/>
              <a:gd name="connsiteX31-56525" fmla="*/ 584892 w 1508539"/>
              <a:gd name="connsiteY31-56526" fmla="*/ 5241779 h 6858000"/>
              <a:gd name="connsiteX32-56527" fmla="*/ 596118 w 1508539"/>
              <a:gd name="connsiteY32-56528" fmla="*/ 5225268 h 6858000"/>
              <a:gd name="connsiteX33-56529" fmla="*/ 597138 w 1508539"/>
              <a:gd name="connsiteY33-56530" fmla="*/ 5217684 h 6858000"/>
              <a:gd name="connsiteX34-56531" fmla="*/ 604479 w 1508539"/>
              <a:gd name="connsiteY34-56532" fmla="*/ 5193377 h 6858000"/>
              <a:gd name="connsiteX35-56533" fmla="*/ 607782 w 1508539"/>
              <a:gd name="connsiteY35-56534" fmla="*/ 5179288 h 6858000"/>
              <a:gd name="connsiteX36-56535" fmla="*/ 608766 w 1508539"/>
              <a:gd name="connsiteY36-56536" fmla="*/ 5173621 h 6858000"/>
              <a:gd name="connsiteX37-56537" fmla="*/ 604400 w 1508539"/>
              <a:gd name="connsiteY37-56538" fmla="*/ 5159961 h 6858000"/>
              <a:gd name="connsiteX38-56539" fmla="*/ 611077 w 1508539"/>
              <a:gd name="connsiteY38-56540" fmla="*/ 5144295 h 6858000"/>
              <a:gd name="connsiteX39-56541" fmla="*/ 608010 w 1508539"/>
              <a:gd name="connsiteY39-56542" fmla="*/ 5125185 h 6858000"/>
              <a:gd name="connsiteX40-56543" fmla="*/ 614840 w 1508539"/>
              <a:gd name="connsiteY40-56544" fmla="*/ 5121884 h 6858000"/>
              <a:gd name="connsiteX41-56545" fmla="*/ 621876 w 1508539"/>
              <a:gd name="connsiteY41-56546" fmla="*/ 5067850 h 6858000"/>
              <a:gd name="connsiteX42-56547" fmla="*/ 624607 w 1508539"/>
              <a:gd name="connsiteY42-56548" fmla="*/ 5060861 h 6858000"/>
              <a:gd name="connsiteX43-56549" fmla="*/ 621311 w 1508539"/>
              <a:gd name="connsiteY43-56550" fmla="*/ 5034192 h 6858000"/>
              <a:gd name="connsiteX44-56551" fmla="*/ 622865 w 1508539"/>
              <a:gd name="connsiteY44-56552" fmla="*/ 4993030 h 6858000"/>
              <a:gd name="connsiteX45-56553" fmla="*/ 629774 w 1508539"/>
              <a:gd name="connsiteY45-56554" fmla="*/ 4946844 h 6858000"/>
              <a:gd name="connsiteX46-56555" fmla="*/ 625630 w 1508539"/>
              <a:gd name="connsiteY46-56556" fmla="*/ 4932692 h 6858000"/>
              <a:gd name="connsiteX47-56557" fmla="*/ 641033 w 1508539"/>
              <a:gd name="connsiteY47-56558" fmla="*/ 4858827 h 6858000"/>
              <a:gd name="connsiteX48-56559" fmla="*/ 646936 w 1508539"/>
              <a:gd name="connsiteY48-56560" fmla="*/ 4821170 h 6858000"/>
              <a:gd name="connsiteX49-56561" fmla="*/ 651669 w 1508539"/>
              <a:gd name="connsiteY49-56562" fmla="*/ 4780965 h 6858000"/>
              <a:gd name="connsiteX50-56563" fmla="*/ 652962 w 1508539"/>
              <a:gd name="connsiteY50-56564" fmla="*/ 4750867 h 6858000"/>
              <a:gd name="connsiteX51-56565" fmla="*/ 650769 w 1508539"/>
              <a:gd name="connsiteY51-56566" fmla="*/ 4690749 h 6858000"/>
              <a:gd name="connsiteX52-56567" fmla="*/ 646249 w 1508539"/>
              <a:gd name="connsiteY52-56568" fmla="*/ 4584173 h 6858000"/>
              <a:gd name="connsiteX53-56569" fmla="*/ 641332 w 1508539"/>
              <a:gd name="connsiteY53-56570" fmla="*/ 4444346 h 6858000"/>
              <a:gd name="connsiteX54-56571" fmla="*/ 637897 w 1508539"/>
              <a:gd name="connsiteY54-56572" fmla="*/ 4375228 h 6858000"/>
              <a:gd name="connsiteX55-56573" fmla="*/ 618550 w 1508539"/>
              <a:gd name="connsiteY55-56574" fmla="*/ 4214165 h 6858000"/>
              <a:gd name="connsiteX56-56575" fmla="*/ 622623 w 1508539"/>
              <a:gd name="connsiteY56-56576" fmla="*/ 4090296 h 6858000"/>
              <a:gd name="connsiteX57-56577" fmla="*/ 607879 w 1508539"/>
              <a:gd name="connsiteY57-56578" fmla="*/ 4033999 h 6858000"/>
              <a:gd name="connsiteX58-56579" fmla="*/ 609028 w 1508539"/>
              <a:gd name="connsiteY58-56580" fmla="*/ 4031933 h 6858000"/>
              <a:gd name="connsiteX59-56581" fmla="*/ 607604 w 1508539"/>
              <a:gd name="connsiteY59-56582" fmla="*/ 4013953 h 6858000"/>
              <a:gd name="connsiteX60-56583" fmla="*/ 593899 w 1508539"/>
              <a:gd name="connsiteY60-56584" fmla="*/ 3974753 h 6858000"/>
              <a:gd name="connsiteX61-56585" fmla="*/ 595497 w 1508539"/>
              <a:gd name="connsiteY61-56586" fmla="*/ 3969950 h 6858000"/>
              <a:gd name="connsiteX62-56587" fmla="*/ 588919 w 1508539"/>
              <a:gd name="connsiteY62-56588" fmla="*/ 3933779 h 6858000"/>
              <a:gd name="connsiteX63-56589" fmla="*/ 590250 w 1508539"/>
              <a:gd name="connsiteY63-56590" fmla="*/ 3933093 h 6858000"/>
              <a:gd name="connsiteX64-56591" fmla="*/ 594604 w 1508539"/>
              <a:gd name="connsiteY64-56592" fmla="*/ 3922082 h 6858000"/>
              <a:gd name="connsiteX65-56593" fmla="*/ 599682 w 1508539"/>
              <a:gd name="connsiteY65-56594" fmla="*/ 3901461 h 6858000"/>
              <a:gd name="connsiteX66-56595" fmla="*/ 622276 w 1508539"/>
              <a:gd name="connsiteY66-56596" fmla="*/ 3813873 h 6858000"/>
              <a:gd name="connsiteX67-56597" fmla="*/ 621701 w 1508539"/>
              <a:gd name="connsiteY67-56598" fmla="*/ 3806161 h 6858000"/>
              <a:gd name="connsiteX68-56599" fmla="*/ 622008 w 1508539"/>
              <a:gd name="connsiteY68-56600" fmla="*/ 3805957 h 6858000"/>
              <a:gd name="connsiteX69-56601" fmla="*/ 622035 w 1508539"/>
              <a:gd name="connsiteY69-56602" fmla="*/ 3797724 h 6858000"/>
              <a:gd name="connsiteX70-56603" fmla="*/ 620650 w 1508539"/>
              <a:gd name="connsiteY70-56604" fmla="*/ 3792098 h 6858000"/>
              <a:gd name="connsiteX71-56605" fmla="*/ 619534 w 1508539"/>
              <a:gd name="connsiteY71-56606" fmla="*/ 3777135 h 6858000"/>
              <a:gd name="connsiteX72-56607" fmla="*/ 621267 w 1508539"/>
              <a:gd name="connsiteY72-56608" fmla="*/ 3771656 h 6858000"/>
              <a:gd name="connsiteX73-56609" fmla="*/ 625010 w 1508539"/>
              <a:gd name="connsiteY73-56610" fmla="*/ 3769007 h 6858000"/>
              <a:gd name="connsiteX74-56611" fmla="*/ 624476 w 1508539"/>
              <a:gd name="connsiteY74-56612" fmla="*/ 3767709 h 6858000"/>
              <a:gd name="connsiteX75-56613" fmla="*/ 633172 w 1508539"/>
              <a:gd name="connsiteY75-56614" fmla="*/ 3738082 h 6858000"/>
              <a:gd name="connsiteX76-56615" fmla="*/ 640518 w 1508539"/>
              <a:gd name="connsiteY76-56616" fmla="*/ 3673397 h 6858000"/>
              <a:gd name="connsiteX77-56617" fmla="*/ 639814 w 1508539"/>
              <a:gd name="connsiteY77-56618" fmla="*/ 3637109 h 6858000"/>
              <a:gd name="connsiteX78-56619" fmla="*/ 643257 w 1508539"/>
              <a:gd name="connsiteY78-56620" fmla="*/ 3536883 h 6858000"/>
              <a:gd name="connsiteX79-56621" fmla="*/ 650795 w 1508539"/>
              <a:gd name="connsiteY79-56622" fmla="*/ 3435652 h 6858000"/>
              <a:gd name="connsiteX80-56623" fmla="*/ 652466 w 1508539"/>
              <a:gd name="connsiteY80-56624" fmla="*/ 3307769 h 6858000"/>
              <a:gd name="connsiteX81-56625" fmla="*/ 670029 w 1508539"/>
              <a:gd name="connsiteY81-56626" fmla="*/ 3250522 h 6858000"/>
              <a:gd name="connsiteX82-56627" fmla="*/ 670454 w 1508539"/>
              <a:gd name="connsiteY82-56628" fmla="*/ 3229163 h 6858000"/>
              <a:gd name="connsiteX83-56629" fmla="*/ 672277 w 1508539"/>
              <a:gd name="connsiteY83-56630" fmla="*/ 3217217 h 6858000"/>
              <a:gd name="connsiteX84-56631" fmla="*/ 659112 w 1508539"/>
              <a:gd name="connsiteY84-56632" fmla="*/ 3183755 h 6858000"/>
              <a:gd name="connsiteX85-56633" fmla="*/ 659613 w 1508539"/>
              <a:gd name="connsiteY85-56634" fmla="*/ 3178642 h 6858000"/>
              <a:gd name="connsiteX86-56635" fmla="*/ 647213 w 1508539"/>
              <a:gd name="connsiteY86-56636" fmla="*/ 3158586 h 6858000"/>
              <a:gd name="connsiteX87-56637" fmla="*/ 632398 w 1508539"/>
              <a:gd name="connsiteY87-56638" fmla="*/ 3129034 h 6858000"/>
              <a:gd name="connsiteX88-56639" fmla="*/ 633063 w 1508539"/>
              <a:gd name="connsiteY88-56640" fmla="*/ 3126682 h 6858000"/>
              <a:gd name="connsiteX89-56641" fmla="*/ 623931 w 1508539"/>
              <a:gd name="connsiteY89-56642" fmla="*/ 3114519 h 6858000"/>
              <a:gd name="connsiteX90-56643" fmla="*/ 610540 w 1508539"/>
              <a:gd name="connsiteY90-56644" fmla="*/ 3106272 h 6858000"/>
              <a:gd name="connsiteX91-56645" fmla="*/ 583270 w 1508539"/>
              <a:gd name="connsiteY91-56646" fmla="*/ 2958185 h 6858000"/>
              <a:gd name="connsiteX92-56647" fmla="*/ 525884 w 1508539"/>
              <a:gd name="connsiteY92-56648" fmla="*/ 2762989 h 6858000"/>
              <a:gd name="connsiteX93-56649" fmla="*/ 474802 w 1508539"/>
              <a:gd name="connsiteY93-56650" fmla="*/ 2554718 h 6858000"/>
              <a:gd name="connsiteX94-56651" fmla="*/ 454896 w 1508539"/>
              <a:gd name="connsiteY94-56652" fmla="*/ 2485734 h 6858000"/>
              <a:gd name="connsiteX95-56653" fmla="*/ 445619 w 1508539"/>
              <a:gd name="connsiteY95-56654" fmla="*/ 2447068 h 6858000"/>
              <a:gd name="connsiteX96-56655" fmla="*/ 432580 w 1508539"/>
              <a:gd name="connsiteY96-56656" fmla="*/ 2425819 h 6858000"/>
              <a:gd name="connsiteX97-56657" fmla="*/ 438579 w 1508539"/>
              <a:gd name="connsiteY97-56658" fmla="*/ 2402874 h 6858000"/>
              <a:gd name="connsiteX98-56659" fmla="*/ 441191 w 1508539"/>
              <a:gd name="connsiteY98-56660" fmla="*/ 2381443 h 6858000"/>
              <a:gd name="connsiteX99-56661" fmla="*/ 417520 w 1508539"/>
              <a:gd name="connsiteY99-56662" fmla="*/ 2261920 h 6858000"/>
              <a:gd name="connsiteX100-56663" fmla="*/ 407407 w 1508539"/>
              <a:gd name="connsiteY100-56664" fmla="*/ 2195378 h 6858000"/>
              <a:gd name="connsiteX101-56665" fmla="*/ 391624 w 1508539"/>
              <a:gd name="connsiteY101-56666" fmla="*/ 2155135 h 6858000"/>
              <a:gd name="connsiteX102-56667" fmla="*/ 389082 w 1508539"/>
              <a:gd name="connsiteY102-56668" fmla="*/ 2118008 h 6858000"/>
              <a:gd name="connsiteX103-56669" fmla="*/ 390075 w 1508539"/>
              <a:gd name="connsiteY103-56670" fmla="*/ 2050531 h 6858000"/>
              <a:gd name="connsiteX104-56671" fmla="*/ 381881 w 1508539"/>
              <a:gd name="connsiteY104-56672" fmla="*/ 1963269 h 6858000"/>
              <a:gd name="connsiteX105-56673" fmla="*/ 363059 w 1508539"/>
              <a:gd name="connsiteY105-56674" fmla="*/ 1906352 h 6858000"/>
              <a:gd name="connsiteX106-56675" fmla="*/ 339616 w 1508539"/>
              <a:gd name="connsiteY106-56676" fmla="*/ 1861531 h 6858000"/>
              <a:gd name="connsiteX107-56677" fmla="*/ 293415 w 1508539"/>
              <a:gd name="connsiteY107-56678" fmla="*/ 1732919 h 6858000"/>
              <a:gd name="connsiteX108-56679" fmla="*/ 265726 w 1508539"/>
              <a:gd name="connsiteY108-56680" fmla="*/ 1663540 h 6858000"/>
              <a:gd name="connsiteX109-56681" fmla="*/ 264852 w 1508539"/>
              <a:gd name="connsiteY109-56682" fmla="*/ 1615777 h 6858000"/>
              <a:gd name="connsiteX110-56683" fmla="*/ 245647 w 1508539"/>
              <a:gd name="connsiteY110-56684" fmla="*/ 1563678 h 6858000"/>
              <a:gd name="connsiteX111-56685" fmla="*/ 258727 w 1508539"/>
              <a:gd name="connsiteY111-56686" fmla="*/ 1519474 h 6858000"/>
              <a:gd name="connsiteX112-56687" fmla="*/ 251469 w 1508539"/>
              <a:gd name="connsiteY112-56688" fmla="*/ 1477995 h 6858000"/>
              <a:gd name="connsiteX113-56689" fmla="*/ 237554 w 1508539"/>
              <a:gd name="connsiteY113-56690" fmla="*/ 1373769 h 6858000"/>
              <a:gd name="connsiteX114-56691" fmla="*/ 245861 w 1508539"/>
              <a:gd name="connsiteY114-56692" fmla="*/ 1307086 h 6858000"/>
              <a:gd name="connsiteX115-56693" fmla="*/ 247049 w 1508539"/>
              <a:gd name="connsiteY115-56694" fmla="*/ 1189033 h 6858000"/>
              <a:gd name="connsiteX116-56695" fmla="*/ 251734 w 1508539"/>
              <a:gd name="connsiteY116-56696" fmla="*/ 1168288 h 6858000"/>
              <a:gd name="connsiteX117-56697" fmla="*/ 244016 w 1508539"/>
              <a:gd name="connsiteY117-56698" fmla="*/ 1142577 h 6858000"/>
              <a:gd name="connsiteX118-56699" fmla="*/ 233322 w 1508539"/>
              <a:gd name="connsiteY118-56700" fmla="*/ 1088484 h 6858000"/>
              <a:gd name="connsiteX119-56701" fmla="*/ 222058 w 1508539"/>
              <a:gd name="connsiteY119-56702" fmla="*/ 1016103 h 6858000"/>
              <a:gd name="connsiteX120-56703" fmla="*/ 223514 w 1508539"/>
              <a:gd name="connsiteY120-56704" fmla="*/ 932283 h 6858000"/>
              <a:gd name="connsiteX121-56705" fmla="*/ 225750 w 1508539"/>
              <a:gd name="connsiteY121-56706" fmla="*/ 915925 h 6858000"/>
              <a:gd name="connsiteX122-56707" fmla="*/ 218379 w 1508539"/>
              <a:gd name="connsiteY122-56708" fmla="*/ 896999 h 6858000"/>
              <a:gd name="connsiteX123-56709" fmla="*/ 187787 w 1508539"/>
              <a:gd name="connsiteY123-56710" fmla="*/ 821517 h 6858000"/>
              <a:gd name="connsiteX124-56711" fmla="*/ 166737 w 1508539"/>
              <a:gd name="connsiteY124-56712" fmla="*/ 751353 h 6858000"/>
              <a:gd name="connsiteX125-56713" fmla="*/ 166295 w 1508539"/>
              <a:gd name="connsiteY125-56714" fmla="*/ 721230 h 6858000"/>
              <a:gd name="connsiteX126-56715" fmla="*/ 151966 w 1508539"/>
              <a:gd name="connsiteY126-56716" fmla="*/ 681659 h 6858000"/>
              <a:gd name="connsiteX127-56717" fmla="*/ 137385 w 1508539"/>
              <a:gd name="connsiteY127-56718" fmla="*/ 635218 h 6858000"/>
              <a:gd name="connsiteX128-56719" fmla="*/ 142396 w 1508539"/>
              <a:gd name="connsiteY128-56720" fmla="*/ 613763 h 6858000"/>
              <a:gd name="connsiteX129-56721" fmla="*/ 128338 w 1508539"/>
              <a:gd name="connsiteY129-56722" fmla="*/ 598582 h 6858000"/>
              <a:gd name="connsiteX130-56723" fmla="*/ 128019 w 1508539"/>
              <a:gd name="connsiteY130-56724" fmla="*/ 576846 h 6858000"/>
              <a:gd name="connsiteX131-56725" fmla="*/ 107645 w 1508539"/>
              <a:gd name="connsiteY131-56726" fmla="*/ 530055 h 6858000"/>
              <a:gd name="connsiteX132-56727" fmla="*/ 106893 w 1508539"/>
              <a:gd name="connsiteY132-56728" fmla="*/ 465389 h 6858000"/>
              <a:gd name="connsiteX133-56729" fmla="*/ 89816 w 1508539"/>
              <a:gd name="connsiteY133-56730" fmla="*/ 424699 h 6858000"/>
              <a:gd name="connsiteX134-56731" fmla="*/ 90191 w 1508539"/>
              <a:gd name="connsiteY134-56732" fmla="*/ 404917 h 6858000"/>
              <a:gd name="connsiteX135-56733" fmla="*/ 70148 w 1508539"/>
              <a:gd name="connsiteY135-56734" fmla="*/ 367211 h 6858000"/>
              <a:gd name="connsiteX136-56735" fmla="*/ 36452 w 1508539"/>
              <a:gd name="connsiteY136-56736" fmla="*/ 268519 h 6858000"/>
              <a:gd name="connsiteX137-56737" fmla="*/ 23935 w 1508539"/>
              <a:gd name="connsiteY137-56738" fmla="*/ 160886 h 6858000"/>
              <a:gd name="connsiteX138-56739" fmla="*/ 19312 w 1508539"/>
              <a:gd name="connsiteY138-56740" fmla="*/ 47336 h 6858000"/>
              <a:gd name="connsiteX139-56741" fmla="*/ 0 w 1508539"/>
              <a:gd name="connsiteY139-56742" fmla="*/ 0 h 6858000"/>
              <a:gd name="connsiteX0-56743" fmla="*/ 164830 w 1491612"/>
              <a:gd name="connsiteY0-56744" fmla="*/ 0 h 6858000"/>
              <a:gd name="connsiteX1-56745" fmla="*/ 1491612 w 1491612"/>
              <a:gd name="connsiteY1-56746" fmla="*/ 0 h 6858000"/>
              <a:gd name="connsiteX2-56747" fmla="*/ 1491612 w 1491612"/>
              <a:gd name="connsiteY2-56748" fmla="*/ 6858000 h 6858000"/>
              <a:gd name="connsiteX3-56749" fmla="*/ 228306 w 1491612"/>
              <a:gd name="connsiteY3-56750" fmla="*/ 6857735 h 6858000"/>
              <a:gd name="connsiteX4-56751" fmla="*/ 264899 w 1491612"/>
              <a:gd name="connsiteY4-56752" fmla="*/ 6776847 h 6858000"/>
              <a:gd name="connsiteX5-56753" fmla="*/ 276399 w 1491612"/>
              <a:gd name="connsiteY5-56754" fmla="*/ 6737706 h 6858000"/>
              <a:gd name="connsiteX6-56755" fmla="*/ 301138 w 1491612"/>
              <a:gd name="connsiteY6-56756" fmla="*/ 6691589 h 6858000"/>
              <a:gd name="connsiteX7-56757" fmla="*/ 278695 w 1491612"/>
              <a:gd name="connsiteY7-56758" fmla="*/ 6659970 h 6858000"/>
              <a:gd name="connsiteX8-56759" fmla="*/ 293786 w 1491612"/>
              <a:gd name="connsiteY8-56760" fmla="*/ 6636211 h 6858000"/>
              <a:gd name="connsiteX9-56761" fmla="*/ 311230 w 1491612"/>
              <a:gd name="connsiteY9-56762" fmla="*/ 6594177 h 6858000"/>
              <a:gd name="connsiteX10-56763" fmla="*/ 325270 w 1491612"/>
              <a:gd name="connsiteY10-56764" fmla="*/ 6557575 h 6858000"/>
              <a:gd name="connsiteX11-56765" fmla="*/ 378227 w 1491612"/>
              <a:gd name="connsiteY11-56766" fmla="*/ 6492130 h 6858000"/>
              <a:gd name="connsiteX12-56767" fmla="*/ 393914 w 1491612"/>
              <a:gd name="connsiteY12-56768" fmla="*/ 6431610 h 6858000"/>
              <a:gd name="connsiteX13-56769" fmla="*/ 437619 w 1491612"/>
              <a:gd name="connsiteY13-56770" fmla="*/ 6379786 h 6858000"/>
              <a:gd name="connsiteX14-56771" fmla="*/ 420842 w 1491612"/>
              <a:gd name="connsiteY14-56772" fmla="*/ 6334727 h 6858000"/>
              <a:gd name="connsiteX15-56773" fmla="*/ 398257 w 1491612"/>
              <a:gd name="connsiteY15-56774" fmla="*/ 6313295 h 6858000"/>
              <a:gd name="connsiteX16-56775" fmla="*/ 405421 w 1491612"/>
              <a:gd name="connsiteY16-56776" fmla="*/ 6280046 h 6858000"/>
              <a:gd name="connsiteX17-56777" fmla="*/ 388166 w 1491612"/>
              <a:gd name="connsiteY17-56778" fmla="*/ 6270265 h 6858000"/>
              <a:gd name="connsiteX18-56779" fmla="*/ 415194 w 1491612"/>
              <a:gd name="connsiteY18-56780" fmla="*/ 6252834 h 6858000"/>
              <a:gd name="connsiteX19-56781" fmla="*/ 393186 w 1491612"/>
              <a:gd name="connsiteY19-56782" fmla="*/ 6202459 h 6858000"/>
              <a:gd name="connsiteX20-56783" fmla="*/ 391984 w 1491612"/>
              <a:gd name="connsiteY20-56784" fmla="*/ 6153037 h 6858000"/>
              <a:gd name="connsiteX21-56785" fmla="*/ 407399 w 1491612"/>
              <a:gd name="connsiteY21-56786" fmla="*/ 6078132 h 6858000"/>
              <a:gd name="connsiteX22-56787" fmla="*/ 394786 w 1491612"/>
              <a:gd name="connsiteY22-56788" fmla="*/ 6028119 h 6858000"/>
              <a:gd name="connsiteX23-56789" fmla="*/ 380015 w 1491612"/>
              <a:gd name="connsiteY23-56790" fmla="*/ 5926735 h 6858000"/>
              <a:gd name="connsiteX24-56791" fmla="*/ 429527 w 1491612"/>
              <a:gd name="connsiteY24-56792" fmla="*/ 5712857 h 6858000"/>
              <a:gd name="connsiteX25-56793" fmla="*/ 408602 w 1491612"/>
              <a:gd name="connsiteY25-56794" fmla="*/ 5676393 h 6858000"/>
              <a:gd name="connsiteX26-56795" fmla="*/ 448194 w 1491612"/>
              <a:gd name="connsiteY26-56796" fmla="*/ 5563435 h 6858000"/>
              <a:gd name="connsiteX27-56797" fmla="*/ 495324 w 1491612"/>
              <a:gd name="connsiteY27-56798" fmla="*/ 5437125 h 6858000"/>
              <a:gd name="connsiteX28-56799" fmla="*/ 508892 w 1491612"/>
              <a:gd name="connsiteY28-56800" fmla="*/ 5396260 h 6858000"/>
              <a:gd name="connsiteX29-56801" fmla="*/ 524873 w 1491612"/>
              <a:gd name="connsiteY29-56802" fmla="*/ 5330009 h 6858000"/>
              <a:gd name="connsiteX30-56803" fmla="*/ 558366 w 1491612"/>
              <a:gd name="connsiteY30-56804" fmla="*/ 5273739 h 6858000"/>
              <a:gd name="connsiteX31-56805" fmla="*/ 567965 w 1491612"/>
              <a:gd name="connsiteY31-56806" fmla="*/ 5241779 h 6858000"/>
              <a:gd name="connsiteX32-56807" fmla="*/ 579191 w 1491612"/>
              <a:gd name="connsiteY32-56808" fmla="*/ 5225268 h 6858000"/>
              <a:gd name="connsiteX33-56809" fmla="*/ 580211 w 1491612"/>
              <a:gd name="connsiteY33-56810" fmla="*/ 5217684 h 6858000"/>
              <a:gd name="connsiteX34-56811" fmla="*/ 587552 w 1491612"/>
              <a:gd name="connsiteY34-56812" fmla="*/ 5193377 h 6858000"/>
              <a:gd name="connsiteX35-56813" fmla="*/ 590855 w 1491612"/>
              <a:gd name="connsiteY35-56814" fmla="*/ 5179288 h 6858000"/>
              <a:gd name="connsiteX36-56815" fmla="*/ 591839 w 1491612"/>
              <a:gd name="connsiteY36-56816" fmla="*/ 5173621 h 6858000"/>
              <a:gd name="connsiteX37-56817" fmla="*/ 587473 w 1491612"/>
              <a:gd name="connsiteY37-56818" fmla="*/ 5159961 h 6858000"/>
              <a:gd name="connsiteX38-56819" fmla="*/ 594150 w 1491612"/>
              <a:gd name="connsiteY38-56820" fmla="*/ 5144295 h 6858000"/>
              <a:gd name="connsiteX39-56821" fmla="*/ 591083 w 1491612"/>
              <a:gd name="connsiteY39-56822" fmla="*/ 5125185 h 6858000"/>
              <a:gd name="connsiteX40-56823" fmla="*/ 597913 w 1491612"/>
              <a:gd name="connsiteY40-56824" fmla="*/ 5121884 h 6858000"/>
              <a:gd name="connsiteX41-56825" fmla="*/ 604949 w 1491612"/>
              <a:gd name="connsiteY41-56826" fmla="*/ 5067850 h 6858000"/>
              <a:gd name="connsiteX42-56827" fmla="*/ 607680 w 1491612"/>
              <a:gd name="connsiteY42-56828" fmla="*/ 5060861 h 6858000"/>
              <a:gd name="connsiteX43-56829" fmla="*/ 604384 w 1491612"/>
              <a:gd name="connsiteY43-56830" fmla="*/ 5034192 h 6858000"/>
              <a:gd name="connsiteX44-56831" fmla="*/ 605938 w 1491612"/>
              <a:gd name="connsiteY44-56832" fmla="*/ 4993030 h 6858000"/>
              <a:gd name="connsiteX45-56833" fmla="*/ 612847 w 1491612"/>
              <a:gd name="connsiteY45-56834" fmla="*/ 4946844 h 6858000"/>
              <a:gd name="connsiteX46-56835" fmla="*/ 608703 w 1491612"/>
              <a:gd name="connsiteY46-56836" fmla="*/ 4932692 h 6858000"/>
              <a:gd name="connsiteX47-56837" fmla="*/ 624106 w 1491612"/>
              <a:gd name="connsiteY47-56838" fmla="*/ 4858827 h 6858000"/>
              <a:gd name="connsiteX48-56839" fmla="*/ 630009 w 1491612"/>
              <a:gd name="connsiteY48-56840" fmla="*/ 4821170 h 6858000"/>
              <a:gd name="connsiteX49-56841" fmla="*/ 634742 w 1491612"/>
              <a:gd name="connsiteY49-56842" fmla="*/ 4780965 h 6858000"/>
              <a:gd name="connsiteX50-56843" fmla="*/ 636035 w 1491612"/>
              <a:gd name="connsiteY50-56844" fmla="*/ 4750867 h 6858000"/>
              <a:gd name="connsiteX51-56845" fmla="*/ 633842 w 1491612"/>
              <a:gd name="connsiteY51-56846" fmla="*/ 4690749 h 6858000"/>
              <a:gd name="connsiteX52-56847" fmla="*/ 629322 w 1491612"/>
              <a:gd name="connsiteY52-56848" fmla="*/ 4584173 h 6858000"/>
              <a:gd name="connsiteX53-56849" fmla="*/ 624405 w 1491612"/>
              <a:gd name="connsiteY53-56850" fmla="*/ 4444346 h 6858000"/>
              <a:gd name="connsiteX54-56851" fmla="*/ 620970 w 1491612"/>
              <a:gd name="connsiteY54-56852" fmla="*/ 4375228 h 6858000"/>
              <a:gd name="connsiteX55-56853" fmla="*/ 601623 w 1491612"/>
              <a:gd name="connsiteY55-56854" fmla="*/ 4214165 h 6858000"/>
              <a:gd name="connsiteX56-56855" fmla="*/ 605696 w 1491612"/>
              <a:gd name="connsiteY56-56856" fmla="*/ 4090296 h 6858000"/>
              <a:gd name="connsiteX57-56857" fmla="*/ 590952 w 1491612"/>
              <a:gd name="connsiteY57-56858" fmla="*/ 4033999 h 6858000"/>
              <a:gd name="connsiteX58-56859" fmla="*/ 592101 w 1491612"/>
              <a:gd name="connsiteY58-56860" fmla="*/ 4031933 h 6858000"/>
              <a:gd name="connsiteX59-56861" fmla="*/ 590677 w 1491612"/>
              <a:gd name="connsiteY59-56862" fmla="*/ 4013953 h 6858000"/>
              <a:gd name="connsiteX60-56863" fmla="*/ 576972 w 1491612"/>
              <a:gd name="connsiteY60-56864" fmla="*/ 3974753 h 6858000"/>
              <a:gd name="connsiteX61-56865" fmla="*/ 578570 w 1491612"/>
              <a:gd name="connsiteY61-56866" fmla="*/ 3969950 h 6858000"/>
              <a:gd name="connsiteX62-56867" fmla="*/ 571992 w 1491612"/>
              <a:gd name="connsiteY62-56868" fmla="*/ 3933779 h 6858000"/>
              <a:gd name="connsiteX63-56869" fmla="*/ 573323 w 1491612"/>
              <a:gd name="connsiteY63-56870" fmla="*/ 3933093 h 6858000"/>
              <a:gd name="connsiteX64-56871" fmla="*/ 577677 w 1491612"/>
              <a:gd name="connsiteY64-56872" fmla="*/ 3922082 h 6858000"/>
              <a:gd name="connsiteX65-56873" fmla="*/ 582755 w 1491612"/>
              <a:gd name="connsiteY65-56874" fmla="*/ 3901461 h 6858000"/>
              <a:gd name="connsiteX66-56875" fmla="*/ 605349 w 1491612"/>
              <a:gd name="connsiteY66-56876" fmla="*/ 3813873 h 6858000"/>
              <a:gd name="connsiteX67-56877" fmla="*/ 604774 w 1491612"/>
              <a:gd name="connsiteY67-56878" fmla="*/ 3806161 h 6858000"/>
              <a:gd name="connsiteX68-56879" fmla="*/ 605081 w 1491612"/>
              <a:gd name="connsiteY68-56880" fmla="*/ 3805957 h 6858000"/>
              <a:gd name="connsiteX69-56881" fmla="*/ 605108 w 1491612"/>
              <a:gd name="connsiteY69-56882" fmla="*/ 3797724 h 6858000"/>
              <a:gd name="connsiteX70-56883" fmla="*/ 603723 w 1491612"/>
              <a:gd name="connsiteY70-56884" fmla="*/ 3792098 h 6858000"/>
              <a:gd name="connsiteX71-56885" fmla="*/ 602607 w 1491612"/>
              <a:gd name="connsiteY71-56886" fmla="*/ 3777135 h 6858000"/>
              <a:gd name="connsiteX72-56887" fmla="*/ 604340 w 1491612"/>
              <a:gd name="connsiteY72-56888" fmla="*/ 3771656 h 6858000"/>
              <a:gd name="connsiteX73-56889" fmla="*/ 608083 w 1491612"/>
              <a:gd name="connsiteY73-56890" fmla="*/ 3769007 h 6858000"/>
              <a:gd name="connsiteX74-56891" fmla="*/ 607549 w 1491612"/>
              <a:gd name="connsiteY74-56892" fmla="*/ 3767709 h 6858000"/>
              <a:gd name="connsiteX75-56893" fmla="*/ 616245 w 1491612"/>
              <a:gd name="connsiteY75-56894" fmla="*/ 3738082 h 6858000"/>
              <a:gd name="connsiteX76-56895" fmla="*/ 623591 w 1491612"/>
              <a:gd name="connsiteY76-56896" fmla="*/ 3673397 h 6858000"/>
              <a:gd name="connsiteX77-56897" fmla="*/ 622887 w 1491612"/>
              <a:gd name="connsiteY77-56898" fmla="*/ 3637109 h 6858000"/>
              <a:gd name="connsiteX78-56899" fmla="*/ 626330 w 1491612"/>
              <a:gd name="connsiteY78-56900" fmla="*/ 3536883 h 6858000"/>
              <a:gd name="connsiteX79-56901" fmla="*/ 633868 w 1491612"/>
              <a:gd name="connsiteY79-56902" fmla="*/ 3435652 h 6858000"/>
              <a:gd name="connsiteX80-56903" fmla="*/ 635539 w 1491612"/>
              <a:gd name="connsiteY80-56904" fmla="*/ 3307769 h 6858000"/>
              <a:gd name="connsiteX81-56905" fmla="*/ 653102 w 1491612"/>
              <a:gd name="connsiteY81-56906" fmla="*/ 3250522 h 6858000"/>
              <a:gd name="connsiteX82-56907" fmla="*/ 653527 w 1491612"/>
              <a:gd name="connsiteY82-56908" fmla="*/ 3229163 h 6858000"/>
              <a:gd name="connsiteX83-56909" fmla="*/ 655350 w 1491612"/>
              <a:gd name="connsiteY83-56910" fmla="*/ 3217217 h 6858000"/>
              <a:gd name="connsiteX84-56911" fmla="*/ 642185 w 1491612"/>
              <a:gd name="connsiteY84-56912" fmla="*/ 3183755 h 6858000"/>
              <a:gd name="connsiteX85-56913" fmla="*/ 642686 w 1491612"/>
              <a:gd name="connsiteY85-56914" fmla="*/ 3178642 h 6858000"/>
              <a:gd name="connsiteX86-56915" fmla="*/ 630286 w 1491612"/>
              <a:gd name="connsiteY86-56916" fmla="*/ 3158586 h 6858000"/>
              <a:gd name="connsiteX87-56917" fmla="*/ 615471 w 1491612"/>
              <a:gd name="connsiteY87-56918" fmla="*/ 3129034 h 6858000"/>
              <a:gd name="connsiteX88-56919" fmla="*/ 616136 w 1491612"/>
              <a:gd name="connsiteY88-56920" fmla="*/ 3126682 h 6858000"/>
              <a:gd name="connsiteX89-56921" fmla="*/ 607004 w 1491612"/>
              <a:gd name="connsiteY89-56922" fmla="*/ 3114519 h 6858000"/>
              <a:gd name="connsiteX90-56923" fmla="*/ 593613 w 1491612"/>
              <a:gd name="connsiteY90-56924" fmla="*/ 3106272 h 6858000"/>
              <a:gd name="connsiteX91-56925" fmla="*/ 566343 w 1491612"/>
              <a:gd name="connsiteY91-56926" fmla="*/ 2958185 h 6858000"/>
              <a:gd name="connsiteX92-56927" fmla="*/ 508957 w 1491612"/>
              <a:gd name="connsiteY92-56928" fmla="*/ 2762989 h 6858000"/>
              <a:gd name="connsiteX93-56929" fmla="*/ 457875 w 1491612"/>
              <a:gd name="connsiteY93-56930" fmla="*/ 2554718 h 6858000"/>
              <a:gd name="connsiteX94-56931" fmla="*/ 437969 w 1491612"/>
              <a:gd name="connsiteY94-56932" fmla="*/ 2485734 h 6858000"/>
              <a:gd name="connsiteX95-56933" fmla="*/ 428692 w 1491612"/>
              <a:gd name="connsiteY95-56934" fmla="*/ 2447068 h 6858000"/>
              <a:gd name="connsiteX96-56935" fmla="*/ 415653 w 1491612"/>
              <a:gd name="connsiteY96-56936" fmla="*/ 2425819 h 6858000"/>
              <a:gd name="connsiteX97-56937" fmla="*/ 421652 w 1491612"/>
              <a:gd name="connsiteY97-56938" fmla="*/ 2402874 h 6858000"/>
              <a:gd name="connsiteX98-56939" fmla="*/ 424264 w 1491612"/>
              <a:gd name="connsiteY98-56940" fmla="*/ 2381443 h 6858000"/>
              <a:gd name="connsiteX99-56941" fmla="*/ 400593 w 1491612"/>
              <a:gd name="connsiteY99-56942" fmla="*/ 2261920 h 6858000"/>
              <a:gd name="connsiteX100-56943" fmla="*/ 390480 w 1491612"/>
              <a:gd name="connsiteY100-56944" fmla="*/ 2195378 h 6858000"/>
              <a:gd name="connsiteX101-56945" fmla="*/ 374697 w 1491612"/>
              <a:gd name="connsiteY101-56946" fmla="*/ 2155135 h 6858000"/>
              <a:gd name="connsiteX102-56947" fmla="*/ 372155 w 1491612"/>
              <a:gd name="connsiteY102-56948" fmla="*/ 2118008 h 6858000"/>
              <a:gd name="connsiteX103-56949" fmla="*/ 373148 w 1491612"/>
              <a:gd name="connsiteY103-56950" fmla="*/ 2050531 h 6858000"/>
              <a:gd name="connsiteX104-56951" fmla="*/ 364954 w 1491612"/>
              <a:gd name="connsiteY104-56952" fmla="*/ 1963269 h 6858000"/>
              <a:gd name="connsiteX105-56953" fmla="*/ 346132 w 1491612"/>
              <a:gd name="connsiteY105-56954" fmla="*/ 1906352 h 6858000"/>
              <a:gd name="connsiteX106-56955" fmla="*/ 322689 w 1491612"/>
              <a:gd name="connsiteY106-56956" fmla="*/ 1861531 h 6858000"/>
              <a:gd name="connsiteX107-56957" fmla="*/ 276488 w 1491612"/>
              <a:gd name="connsiteY107-56958" fmla="*/ 1732919 h 6858000"/>
              <a:gd name="connsiteX108-56959" fmla="*/ 248799 w 1491612"/>
              <a:gd name="connsiteY108-56960" fmla="*/ 1663540 h 6858000"/>
              <a:gd name="connsiteX109-56961" fmla="*/ 247925 w 1491612"/>
              <a:gd name="connsiteY109-56962" fmla="*/ 1615777 h 6858000"/>
              <a:gd name="connsiteX110-56963" fmla="*/ 228720 w 1491612"/>
              <a:gd name="connsiteY110-56964" fmla="*/ 1563678 h 6858000"/>
              <a:gd name="connsiteX111-56965" fmla="*/ 241800 w 1491612"/>
              <a:gd name="connsiteY111-56966" fmla="*/ 1519474 h 6858000"/>
              <a:gd name="connsiteX112-56967" fmla="*/ 234542 w 1491612"/>
              <a:gd name="connsiteY112-56968" fmla="*/ 1477995 h 6858000"/>
              <a:gd name="connsiteX113-56969" fmla="*/ 220627 w 1491612"/>
              <a:gd name="connsiteY113-56970" fmla="*/ 1373769 h 6858000"/>
              <a:gd name="connsiteX114-56971" fmla="*/ 228934 w 1491612"/>
              <a:gd name="connsiteY114-56972" fmla="*/ 1307086 h 6858000"/>
              <a:gd name="connsiteX115-56973" fmla="*/ 230122 w 1491612"/>
              <a:gd name="connsiteY115-56974" fmla="*/ 1189033 h 6858000"/>
              <a:gd name="connsiteX116-56975" fmla="*/ 234807 w 1491612"/>
              <a:gd name="connsiteY116-56976" fmla="*/ 1168288 h 6858000"/>
              <a:gd name="connsiteX117-56977" fmla="*/ 227089 w 1491612"/>
              <a:gd name="connsiteY117-56978" fmla="*/ 1142577 h 6858000"/>
              <a:gd name="connsiteX118-56979" fmla="*/ 216395 w 1491612"/>
              <a:gd name="connsiteY118-56980" fmla="*/ 1088484 h 6858000"/>
              <a:gd name="connsiteX119-56981" fmla="*/ 205131 w 1491612"/>
              <a:gd name="connsiteY119-56982" fmla="*/ 1016103 h 6858000"/>
              <a:gd name="connsiteX120-56983" fmla="*/ 206587 w 1491612"/>
              <a:gd name="connsiteY120-56984" fmla="*/ 932283 h 6858000"/>
              <a:gd name="connsiteX121-56985" fmla="*/ 208823 w 1491612"/>
              <a:gd name="connsiteY121-56986" fmla="*/ 915925 h 6858000"/>
              <a:gd name="connsiteX122-56987" fmla="*/ 201452 w 1491612"/>
              <a:gd name="connsiteY122-56988" fmla="*/ 896999 h 6858000"/>
              <a:gd name="connsiteX123-56989" fmla="*/ 170860 w 1491612"/>
              <a:gd name="connsiteY123-56990" fmla="*/ 821517 h 6858000"/>
              <a:gd name="connsiteX124-56991" fmla="*/ 149810 w 1491612"/>
              <a:gd name="connsiteY124-56992" fmla="*/ 751353 h 6858000"/>
              <a:gd name="connsiteX125-56993" fmla="*/ 149368 w 1491612"/>
              <a:gd name="connsiteY125-56994" fmla="*/ 721230 h 6858000"/>
              <a:gd name="connsiteX126-56995" fmla="*/ 135039 w 1491612"/>
              <a:gd name="connsiteY126-56996" fmla="*/ 681659 h 6858000"/>
              <a:gd name="connsiteX127-56997" fmla="*/ 120458 w 1491612"/>
              <a:gd name="connsiteY127-56998" fmla="*/ 635218 h 6858000"/>
              <a:gd name="connsiteX128-56999" fmla="*/ 125469 w 1491612"/>
              <a:gd name="connsiteY128-57000" fmla="*/ 613763 h 6858000"/>
              <a:gd name="connsiteX129-57001" fmla="*/ 111411 w 1491612"/>
              <a:gd name="connsiteY129-57002" fmla="*/ 598582 h 6858000"/>
              <a:gd name="connsiteX130-57003" fmla="*/ 111092 w 1491612"/>
              <a:gd name="connsiteY130-57004" fmla="*/ 576846 h 6858000"/>
              <a:gd name="connsiteX131-57005" fmla="*/ 90718 w 1491612"/>
              <a:gd name="connsiteY131-57006" fmla="*/ 530055 h 6858000"/>
              <a:gd name="connsiteX132-57007" fmla="*/ 89966 w 1491612"/>
              <a:gd name="connsiteY132-57008" fmla="*/ 465389 h 6858000"/>
              <a:gd name="connsiteX133-57009" fmla="*/ 72889 w 1491612"/>
              <a:gd name="connsiteY133-57010" fmla="*/ 424699 h 6858000"/>
              <a:gd name="connsiteX134-57011" fmla="*/ 73264 w 1491612"/>
              <a:gd name="connsiteY134-57012" fmla="*/ 404917 h 6858000"/>
              <a:gd name="connsiteX135-57013" fmla="*/ 53221 w 1491612"/>
              <a:gd name="connsiteY135-57014" fmla="*/ 367211 h 6858000"/>
              <a:gd name="connsiteX136-57015" fmla="*/ 19525 w 1491612"/>
              <a:gd name="connsiteY136-57016" fmla="*/ 268519 h 6858000"/>
              <a:gd name="connsiteX137-57017" fmla="*/ 7008 w 1491612"/>
              <a:gd name="connsiteY137-57018" fmla="*/ 160886 h 6858000"/>
              <a:gd name="connsiteX138-57019" fmla="*/ 2385 w 1491612"/>
              <a:gd name="connsiteY138-57020" fmla="*/ 47336 h 6858000"/>
              <a:gd name="connsiteX139-57021" fmla="*/ 164830 w 1491612"/>
              <a:gd name="connsiteY139-57022" fmla="*/ 0 h 6858000"/>
              <a:gd name="connsiteX0-57023" fmla="*/ 158408 w 1485190"/>
              <a:gd name="connsiteY0-57024" fmla="*/ 0 h 6858000"/>
              <a:gd name="connsiteX1-57025" fmla="*/ 1485190 w 1485190"/>
              <a:gd name="connsiteY1-57026" fmla="*/ 0 h 6858000"/>
              <a:gd name="connsiteX2-57027" fmla="*/ 1485190 w 1485190"/>
              <a:gd name="connsiteY2-57028" fmla="*/ 6858000 h 6858000"/>
              <a:gd name="connsiteX3-57029" fmla="*/ 221884 w 1485190"/>
              <a:gd name="connsiteY3-57030" fmla="*/ 6857735 h 6858000"/>
              <a:gd name="connsiteX4-57031" fmla="*/ 258477 w 1485190"/>
              <a:gd name="connsiteY4-57032" fmla="*/ 6776847 h 6858000"/>
              <a:gd name="connsiteX5-57033" fmla="*/ 269977 w 1485190"/>
              <a:gd name="connsiteY5-57034" fmla="*/ 6737706 h 6858000"/>
              <a:gd name="connsiteX6-57035" fmla="*/ 294716 w 1485190"/>
              <a:gd name="connsiteY6-57036" fmla="*/ 6691589 h 6858000"/>
              <a:gd name="connsiteX7-57037" fmla="*/ 272273 w 1485190"/>
              <a:gd name="connsiteY7-57038" fmla="*/ 6659970 h 6858000"/>
              <a:gd name="connsiteX8-57039" fmla="*/ 287364 w 1485190"/>
              <a:gd name="connsiteY8-57040" fmla="*/ 6636211 h 6858000"/>
              <a:gd name="connsiteX9-57041" fmla="*/ 304808 w 1485190"/>
              <a:gd name="connsiteY9-57042" fmla="*/ 6594177 h 6858000"/>
              <a:gd name="connsiteX10-57043" fmla="*/ 318848 w 1485190"/>
              <a:gd name="connsiteY10-57044" fmla="*/ 6557575 h 6858000"/>
              <a:gd name="connsiteX11-57045" fmla="*/ 371805 w 1485190"/>
              <a:gd name="connsiteY11-57046" fmla="*/ 6492130 h 6858000"/>
              <a:gd name="connsiteX12-57047" fmla="*/ 387492 w 1485190"/>
              <a:gd name="connsiteY12-57048" fmla="*/ 6431610 h 6858000"/>
              <a:gd name="connsiteX13-57049" fmla="*/ 431197 w 1485190"/>
              <a:gd name="connsiteY13-57050" fmla="*/ 6379786 h 6858000"/>
              <a:gd name="connsiteX14-57051" fmla="*/ 414420 w 1485190"/>
              <a:gd name="connsiteY14-57052" fmla="*/ 6334727 h 6858000"/>
              <a:gd name="connsiteX15-57053" fmla="*/ 391835 w 1485190"/>
              <a:gd name="connsiteY15-57054" fmla="*/ 6313295 h 6858000"/>
              <a:gd name="connsiteX16-57055" fmla="*/ 398999 w 1485190"/>
              <a:gd name="connsiteY16-57056" fmla="*/ 6280046 h 6858000"/>
              <a:gd name="connsiteX17-57057" fmla="*/ 381744 w 1485190"/>
              <a:gd name="connsiteY17-57058" fmla="*/ 6270265 h 6858000"/>
              <a:gd name="connsiteX18-57059" fmla="*/ 408772 w 1485190"/>
              <a:gd name="connsiteY18-57060" fmla="*/ 6252834 h 6858000"/>
              <a:gd name="connsiteX19-57061" fmla="*/ 386764 w 1485190"/>
              <a:gd name="connsiteY19-57062" fmla="*/ 6202459 h 6858000"/>
              <a:gd name="connsiteX20-57063" fmla="*/ 385562 w 1485190"/>
              <a:gd name="connsiteY20-57064" fmla="*/ 6153037 h 6858000"/>
              <a:gd name="connsiteX21-57065" fmla="*/ 400977 w 1485190"/>
              <a:gd name="connsiteY21-57066" fmla="*/ 6078132 h 6858000"/>
              <a:gd name="connsiteX22-57067" fmla="*/ 388364 w 1485190"/>
              <a:gd name="connsiteY22-57068" fmla="*/ 6028119 h 6858000"/>
              <a:gd name="connsiteX23-57069" fmla="*/ 373593 w 1485190"/>
              <a:gd name="connsiteY23-57070" fmla="*/ 5926735 h 6858000"/>
              <a:gd name="connsiteX24-57071" fmla="*/ 423105 w 1485190"/>
              <a:gd name="connsiteY24-57072" fmla="*/ 5712857 h 6858000"/>
              <a:gd name="connsiteX25-57073" fmla="*/ 402180 w 1485190"/>
              <a:gd name="connsiteY25-57074" fmla="*/ 5676393 h 6858000"/>
              <a:gd name="connsiteX26-57075" fmla="*/ 441772 w 1485190"/>
              <a:gd name="connsiteY26-57076" fmla="*/ 5563435 h 6858000"/>
              <a:gd name="connsiteX27-57077" fmla="*/ 488902 w 1485190"/>
              <a:gd name="connsiteY27-57078" fmla="*/ 5437125 h 6858000"/>
              <a:gd name="connsiteX28-57079" fmla="*/ 502470 w 1485190"/>
              <a:gd name="connsiteY28-57080" fmla="*/ 5396260 h 6858000"/>
              <a:gd name="connsiteX29-57081" fmla="*/ 518451 w 1485190"/>
              <a:gd name="connsiteY29-57082" fmla="*/ 5330009 h 6858000"/>
              <a:gd name="connsiteX30-57083" fmla="*/ 551944 w 1485190"/>
              <a:gd name="connsiteY30-57084" fmla="*/ 5273739 h 6858000"/>
              <a:gd name="connsiteX31-57085" fmla="*/ 561543 w 1485190"/>
              <a:gd name="connsiteY31-57086" fmla="*/ 5241779 h 6858000"/>
              <a:gd name="connsiteX32-57087" fmla="*/ 572769 w 1485190"/>
              <a:gd name="connsiteY32-57088" fmla="*/ 5225268 h 6858000"/>
              <a:gd name="connsiteX33-57089" fmla="*/ 573789 w 1485190"/>
              <a:gd name="connsiteY33-57090" fmla="*/ 5217684 h 6858000"/>
              <a:gd name="connsiteX34-57091" fmla="*/ 581130 w 1485190"/>
              <a:gd name="connsiteY34-57092" fmla="*/ 5193377 h 6858000"/>
              <a:gd name="connsiteX35-57093" fmla="*/ 584433 w 1485190"/>
              <a:gd name="connsiteY35-57094" fmla="*/ 5179288 h 6858000"/>
              <a:gd name="connsiteX36-57095" fmla="*/ 585417 w 1485190"/>
              <a:gd name="connsiteY36-57096" fmla="*/ 5173621 h 6858000"/>
              <a:gd name="connsiteX37-57097" fmla="*/ 581051 w 1485190"/>
              <a:gd name="connsiteY37-57098" fmla="*/ 5159961 h 6858000"/>
              <a:gd name="connsiteX38-57099" fmla="*/ 587728 w 1485190"/>
              <a:gd name="connsiteY38-57100" fmla="*/ 5144295 h 6858000"/>
              <a:gd name="connsiteX39-57101" fmla="*/ 584661 w 1485190"/>
              <a:gd name="connsiteY39-57102" fmla="*/ 5125185 h 6858000"/>
              <a:gd name="connsiteX40-57103" fmla="*/ 591491 w 1485190"/>
              <a:gd name="connsiteY40-57104" fmla="*/ 5121884 h 6858000"/>
              <a:gd name="connsiteX41-57105" fmla="*/ 598527 w 1485190"/>
              <a:gd name="connsiteY41-57106" fmla="*/ 5067850 h 6858000"/>
              <a:gd name="connsiteX42-57107" fmla="*/ 601258 w 1485190"/>
              <a:gd name="connsiteY42-57108" fmla="*/ 5060861 h 6858000"/>
              <a:gd name="connsiteX43-57109" fmla="*/ 597962 w 1485190"/>
              <a:gd name="connsiteY43-57110" fmla="*/ 5034192 h 6858000"/>
              <a:gd name="connsiteX44-57111" fmla="*/ 599516 w 1485190"/>
              <a:gd name="connsiteY44-57112" fmla="*/ 4993030 h 6858000"/>
              <a:gd name="connsiteX45-57113" fmla="*/ 606425 w 1485190"/>
              <a:gd name="connsiteY45-57114" fmla="*/ 4946844 h 6858000"/>
              <a:gd name="connsiteX46-57115" fmla="*/ 602281 w 1485190"/>
              <a:gd name="connsiteY46-57116" fmla="*/ 4932692 h 6858000"/>
              <a:gd name="connsiteX47-57117" fmla="*/ 617684 w 1485190"/>
              <a:gd name="connsiteY47-57118" fmla="*/ 4858827 h 6858000"/>
              <a:gd name="connsiteX48-57119" fmla="*/ 623587 w 1485190"/>
              <a:gd name="connsiteY48-57120" fmla="*/ 4821170 h 6858000"/>
              <a:gd name="connsiteX49-57121" fmla="*/ 628320 w 1485190"/>
              <a:gd name="connsiteY49-57122" fmla="*/ 4780965 h 6858000"/>
              <a:gd name="connsiteX50-57123" fmla="*/ 629613 w 1485190"/>
              <a:gd name="connsiteY50-57124" fmla="*/ 4750867 h 6858000"/>
              <a:gd name="connsiteX51-57125" fmla="*/ 627420 w 1485190"/>
              <a:gd name="connsiteY51-57126" fmla="*/ 4690749 h 6858000"/>
              <a:gd name="connsiteX52-57127" fmla="*/ 622900 w 1485190"/>
              <a:gd name="connsiteY52-57128" fmla="*/ 4584173 h 6858000"/>
              <a:gd name="connsiteX53-57129" fmla="*/ 617983 w 1485190"/>
              <a:gd name="connsiteY53-57130" fmla="*/ 4444346 h 6858000"/>
              <a:gd name="connsiteX54-57131" fmla="*/ 614548 w 1485190"/>
              <a:gd name="connsiteY54-57132" fmla="*/ 4375228 h 6858000"/>
              <a:gd name="connsiteX55-57133" fmla="*/ 595201 w 1485190"/>
              <a:gd name="connsiteY55-57134" fmla="*/ 4214165 h 6858000"/>
              <a:gd name="connsiteX56-57135" fmla="*/ 599274 w 1485190"/>
              <a:gd name="connsiteY56-57136" fmla="*/ 4090296 h 6858000"/>
              <a:gd name="connsiteX57-57137" fmla="*/ 584530 w 1485190"/>
              <a:gd name="connsiteY57-57138" fmla="*/ 4033999 h 6858000"/>
              <a:gd name="connsiteX58-57139" fmla="*/ 585679 w 1485190"/>
              <a:gd name="connsiteY58-57140" fmla="*/ 4031933 h 6858000"/>
              <a:gd name="connsiteX59-57141" fmla="*/ 584255 w 1485190"/>
              <a:gd name="connsiteY59-57142" fmla="*/ 4013953 h 6858000"/>
              <a:gd name="connsiteX60-57143" fmla="*/ 570550 w 1485190"/>
              <a:gd name="connsiteY60-57144" fmla="*/ 3974753 h 6858000"/>
              <a:gd name="connsiteX61-57145" fmla="*/ 572148 w 1485190"/>
              <a:gd name="connsiteY61-57146" fmla="*/ 3969950 h 6858000"/>
              <a:gd name="connsiteX62-57147" fmla="*/ 565570 w 1485190"/>
              <a:gd name="connsiteY62-57148" fmla="*/ 3933779 h 6858000"/>
              <a:gd name="connsiteX63-57149" fmla="*/ 566901 w 1485190"/>
              <a:gd name="connsiteY63-57150" fmla="*/ 3933093 h 6858000"/>
              <a:gd name="connsiteX64-57151" fmla="*/ 571255 w 1485190"/>
              <a:gd name="connsiteY64-57152" fmla="*/ 3922082 h 6858000"/>
              <a:gd name="connsiteX65-57153" fmla="*/ 576333 w 1485190"/>
              <a:gd name="connsiteY65-57154" fmla="*/ 3901461 h 6858000"/>
              <a:gd name="connsiteX66-57155" fmla="*/ 598927 w 1485190"/>
              <a:gd name="connsiteY66-57156" fmla="*/ 3813873 h 6858000"/>
              <a:gd name="connsiteX67-57157" fmla="*/ 598352 w 1485190"/>
              <a:gd name="connsiteY67-57158" fmla="*/ 3806161 h 6858000"/>
              <a:gd name="connsiteX68-57159" fmla="*/ 598659 w 1485190"/>
              <a:gd name="connsiteY68-57160" fmla="*/ 3805957 h 6858000"/>
              <a:gd name="connsiteX69-57161" fmla="*/ 598686 w 1485190"/>
              <a:gd name="connsiteY69-57162" fmla="*/ 3797724 h 6858000"/>
              <a:gd name="connsiteX70-57163" fmla="*/ 597301 w 1485190"/>
              <a:gd name="connsiteY70-57164" fmla="*/ 3792098 h 6858000"/>
              <a:gd name="connsiteX71-57165" fmla="*/ 596185 w 1485190"/>
              <a:gd name="connsiteY71-57166" fmla="*/ 3777135 h 6858000"/>
              <a:gd name="connsiteX72-57167" fmla="*/ 597918 w 1485190"/>
              <a:gd name="connsiteY72-57168" fmla="*/ 3771656 h 6858000"/>
              <a:gd name="connsiteX73-57169" fmla="*/ 601661 w 1485190"/>
              <a:gd name="connsiteY73-57170" fmla="*/ 3769007 h 6858000"/>
              <a:gd name="connsiteX74-57171" fmla="*/ 601127 w 1485190"/>
              <a:gd name="connsiteY74-57172" fmla="*/ 3767709 h 6858000"/>
              <a:gd name="connsiteX75-57173" fmla="*/ 609823 w 1485190"/>
              <a:gd name="connsiteY75-57174" fmla="*/ 3738082 h 6858000"/>
              <a:gd name="connsiteX76-57175" fmla="*/ 617169 w 1485190"/>
              <a:gd name="connsiteY76-57176" fmla="*/ 3673397 h 6858000"/>
              <a:gd name="connsiteX77-57177" fmla="*/ 616465 w 1485190"/>
              <a:gd name="connsiteY77-57178" fmla="*/ 3637109 h 6858000"/>
              <a:gd name="connsiteX78-57179" fmla="*/ 619908 w 1485190"/>
              <a:gd name="connsiteY78-57180" fmla="*/ 3536883 h 6858000"/>
              <a:gd name="connsiteX79-57181" fmla="*/ 627446 w 1485190"/>
              <a:gd name="connsiteY79-57182" fmla="*/ 3435652 h 6858000"/>
              <a:gd name="connsiteX80-57183" fmla="*/ 629117 w 1485190"/>
              <a:gd name="connsiteY80-57184" fmla="*/ 3307769 h 6858000"/>
              <a:gd name="connsiteX81-57185" fmla="*/ 646680 w 1485190"/>
              <a:gd name="connsiteY81-57186" fmla="*/ 3250522 h 6858000"/>
              <a:gd name="connsiteX82-57187" fmla="*/ 647105 w 1485190"/>
              <a:gd name="connsiteY82-57188" fmla="*/ 3229163 h 6858000"/>
              <a:gd name="connsiteX83-57189" fmla="*/ 648928 w 1485190"/>
              <a:gd name="connsiteY83-57190" fmla="*/ 3217217 h 6858000"/>
              <a:gd name="connsiteX84-57191" fmla="*/ 635763 w 1485190"/>
              <a:gd name="connsiteY84-57192" fmla="*/ 3183755 h 6858000"/>
              <a:gd name="connsiteX85-57193" fmla="*/ 636264 w 1485190"/>
              <a:gd name="connsiteY85-57194" fmla="*/ 3178642 h 6858000"/>
              <a:gd name="connsiteX86-57195" fmla="*/ 623864 w 1485190"/>
              <a:gd name="connsiteY86-57196" fmla="*/ 3158586 h 6858000"/>
              <a:gd name="connsiteX87-57197" fmla="*/ 609049 w 1485190"/>
              <a:gd name="connsiteY87-57198" fmla="*/ 3129034 h 6858000"/>
              <a:gd name="connsiteX88-57199" fmla="*/ 609714 w 1485190"/>
              <a:gd name="connsiteY88-57200" fmla="*/ 3126682 h 6858000"/>
              <a:gd name="connsiteX89-57201" fmla="*/ 600582 w 1485190"/>
              <a:gd name="connsiteY89-57202" fmla="*/ 3114519 h 6858000"/>
              <a:gd name="connsiteX90-57203" fmla="*/ 587191 w 1485190"/>
              <a:gd name="connsiteY90-57204" fmla="*/ 3106272 h 6858000"/>
              <a:gd name="connsiteX91-57205" fmla="*/ 559921 w 1485190"/>
              <a:gd name="connsiteY91-57206" fmla="*/ 2958185 h 6858000"/>
              <a:gd name="connsiteX92-57207" fmla="*/ 502535 w 1485190"/>
              <a:gd name="connsiteY92-57208" fmla="*/ 2762989 h 6858000"/>
              <a:gd name="connsiteX93-57209" fmla="*/ 451453 w 1485190"/>
              <a:gd name="connsiteY93-57210" fmla="*/ 2554718 h 6858000"/>
              <a:gd name="connsiteX94-57211" fmla="*/ 431547 w 1485190"/>
              <a:gd name="connsiteY94-57212" fmla="*/ 2485734 h 6858000"/>
              <a:gd name="connsiteX95-57213" fmla="*/ 422270 w 1485190"/>
              <a:gd name="connsiteY95-57214" fmla="*/ 2447068 h 6858000"/>
              <a:gd name="connsiteX96-57215" fmla="*/ 409231 w 1485190"/>
              <a:gd name="connsiteY96-57216" fmla="*/ 2425819 h 6858000"/>
              <a:gd name="connsiteX97-57217" fmla="*/ 415230 w 1485190"/>
              <a:gd name="connsiteY97-57218" fmla="*/ 2402874 h 6858000"/>
              <a:gd name="connsiteX98-57219" fmla="*/ 417842 w 1485190"/>
              <a:gd name="connsiteY98-57220" fmla="*/ 2381443 h 6858000"/>
              <a:gd name="connsiteX99-57221" fmla="*/ 394171 w 1485190"/>
              <a:gd name="connsiteY99-57222" fmla="*/ 2261920 h 6858000"/>
              <a:gd name="connsiteX100-57223" fmla="*/ 384058 w 1485190"/>
              <a:gd name="connsiteY100-57224" fmla="*/ 2195378 h 6858000"/>
              <a:gd name="connsiteX101-57225" fmla="*/ 368275 w 1485190"/>
              <a:gd name="connsiteY101-57226" fmla="*/ 2155135 h 6858000"/>
              <a:gd name="connsiteX102-57227" fmla="*/ 365733 w 1485190"/>
              <a:gd name="connsiteY102-57228" fmla="*/ 2118008 h 6858000"/>
              <a:gd name="connsiteX103-57229" fmla="*/ 366726 w 1485190"/>
              <a:gd name="connsiteY103-57230" fmla="*/ 2050531 h 6858000"/>
              <a:gd name="connsiteX104-57231" fmla="*/ 358532 w 1485190"/>
              <a:gd name="connsiteY104-57232" fmla="*/ 1963269 h 6858000"/>
              <a:gd name="connsiteX105-57233" fmla="*/ 339710 w 1485190"/>
              <a:gd name="connsiteY105-57234" fmla="*/ 1906352 h 6858000"/>
              <a:gd name="connsiteX106-57235" fmla="*/ 316267 w 1485190"/>
              <a:gd name="connsiteY106-57236" fmla="*/ 1861531 h 6858000"/>
              <a:gd name="connsiteX107-57237" fmla="*/ 270066 w 1485190"/>
              <a:gd name="connsiteY107-57238" fmla="*/ 1732919 h 6858000"/>
              <a:gd name="connsiteX108-57239" fmla="*/ 242377 w 1485190"/>
              <a:gd name="connsiteY108-57240" fmla="*/ 1663540 h 6858000"/>
              <a:gd name="connsiteX109-57241" fmla="*/ 241503 w 1485190"/>
              <a:gd name="connsiteY109-57242" fmla="*/ 1615777 h 6858000"/>
              <a:gd name="connsiteX110-57243" fmla="*/ 222298 w 1485190"/>
              <a:gd name="connsiteY110-57244" fmla="*/ 1563678 h 6858000"/>
              <a:gd name="connsiteX111-57245" fmla="*/ 235378 w 1485190"/>
              <a:gd name="connsiteY111-57246" fmla="*/ 1519474 h 6858000"/>
              <a:gd name="connsiteX112-57247" fmla="*/ 228120 w 1485190"/>
              <a:gd name="connsiteY112-57248" fmla="*/ 1477995 h 6858000"/>
              <a:gd name="connsiteX113-57249" fmla="*/ 214205 w 1485190"/>
              <a:gd name="connsiteY113-57250" fmla="*/ 1373769 h 6858000"/>
              <a:gd name="connsiteX114-57251" fmla="*/ 222512 w 1485190"/>
              <a:gd name="connsiteY114-57252" fmla="*/ 1307086 h 6858000"/>
              <a:gd name="connsiteX115-57253" fmla="*/ 223700 w 1485190"/>
              <a:gd name="connsiteY115-57254" fmla="*/ 1189033 h 6858000"/>
              <a:gd name="connsiteX116-57255" fmla="*/ 228385 w 1485190"/>
              <a:gd name="connsiteY116-57256" fmla="*/ 1168288 h 6858000"/>
              <a:gd name="connsiteX117-57257" fmla="*/ 220667 w 1485190"/>
              <a:gd name="connsiteY117-57258" fmla="*/ 1142577 h 6858000"/>
              <a:gd name="connsiteX118-57259" fmla="*/ 209973 w 1485190"/>
              <a:gd name="connsiteY118-57260" fmla="*/ 1088484 h 6858000"/>
              <a:gd name="connsiteX119-57261" fmla="*/ 198709 w 1485190"/>
              <a:gd name="connsiteY119-57262" fmla="*/ 1016103 h 6858000"/>
              <a:gd name="connsiteX120-57263" fmla="*/ 200165 w 1485190"/>
              <a:gd name="connsiteY120-57264" fmla="*/ 932283 h 6858000"/>
              <a:gd name="connsiteX121-57265" fmla="*/ 202401 w 1485190"/>
              <a:gd name="connsiteY121-57266" fmla="*/ 915925 h 6858000"/>
              <a:gd name="connsiteX122-57267" fmla="*/ 195030 w 1485190"/>
              <a:gd name="connsiteY122-57268" fmla="*/ 896999 h 6858000"/>
              <a:gd name="connsiteX123-57269" fmla="*/ 164438 w 1485190"/>
              <a:gd name="connsiteY123-57270" fmla="*/ 821517 h 6858000"/>
              <a:gd name="connsiteX124-57271" fmla="*/ 143388 w 1485190"/>
              <a:gd name="connsiteY124-57272" fmla="*/ 751353 h 6858000"/>
              <a:gd name="connsiteX125-57273" fmla="*/ 142946 w 1485190"/>
              <a:gd name="connsiteY125-57274" fmla="*/ 721230 h 6858000"/>
              <a:gd name="connsiteX126-57275" fmla="*/ 128617 w 1485190"/>
              <a:gd name="connsiteY126-57276" fmla="*/ 681659 h 6858000"/>
              <a:gd name="connsiteX127-57277" fmla="*/ 114036 w 1485190"/>
              <a:gd name="connsiteY127-57278" fmla="*/ 635218 h 6858000"/>
              <a:gd name="connsiteX128-57279" fmla="*/ 119047 w 1485190"/>
              <a:gd name="connsiteY128-57280" fmla="*/ 613763 h 6858000"/>
              <a:gd name="connsiteX129-57281" fmla="*/ 104989 w 1485190"/>
              <a:gd name="connsiteY129-57282" fmla="*/ 598582 h 6858000"/>
              <a:gd name="connsiteX130-57283" fmla="*/ 104670 w 1485190"/>
              <a:gd name="connsiteY130-57284" fmla="*/ 576846 h 6858000"/>
              <a:gd name="connsiteX131-57285" fmla="*/ 84296 w 1485190"/>
              <a:gd name="connsiteY131-57286" fmla="*/ 530055 h 6858000"/>
              <a:gd name="connsiteX132-57287" fmla="*/ 83544 w 1485190"/>
              <a:gd name="connsiteY132-57288" fmla="*/ 465389 h 6858000"/>
              <a:gd name="connsiteX133-57289" fmla="*/ 66467 w 1485190"/>
              <a:gd name="connsiteY133-57290" fmla="*/ 424699 h 6858000"/>
              <a:gd name="connsiteX134-57291" fmla="*/ 66842 w 1485190"/>
              <a:gd name="connsiteY134-57292" fmla="*/ 404917 h 6858000"/>
              <a:gd name="connsiteX135-57293" fmla="*/ 46799 w 1485190"/>
              <a:gd name="connsiteY135-57294" fmla="*/ 367211 h 6858000"/>
              <a:gd name="connsiteX136-57295" fmla="*/ 13103 w 1485190"/>
              <a:gd name="connsiteY136-57296" fmla="*/ 268519 h 6858000"/>
              <a:gd name="connsiteX137-57297" fmla="*/ 586 w 1485190"/>
              <a:gd name="connsiteY137-57298" fmla="*/ 160886 h 6858000"/>
              <a:gd name="connsiteX138-57299" fmla="*/ 198854 w 1485190"/>
              <a:gd name="connsiteY138-57300" fmla="*/ 55288 h 6858000"/>
              <a:gd name="connsiteX139-57301" fmla="*/ 158408 w 1485190"/>
              <a:gd name="connsiteY139-57302" fmla="*/ 0 h 6858000"/>
              <a:gd name="connsiteX0-57303" fmla="*/ 145305 w 1472087"/>
              <a:gd name="connsiteY0-57304" fmla="*/ 0 h 6858000"/>
              <a:gd name="connsiteX1-57305" fmla="*/ 1472087 w 1472087"/>
              <a:gd name="connsiteY1-57306" fmla="*/ 0 h 6858000"/>
              <a:gd name="connsiteX2-57307" fmla="*/ 1472087 w 1472087"/>
              <a:gd name="connsiteY2-57308" fmla="*/ 6858000 h 6858000"/>
              <a:gd name="connsiteX3-57309" fmla="*/ 208781 w 1472087"/>
              <a:gd name="connsiteY3-57310" fmla="*/ 6857735 h 6858000"/>
              <a:gd name="connsiteX4-57311" fmla="*/ 245374 w 1472087"/>
              <a:gd name="connsiteY4-57312" fmla="*/ 6776847 h 6858000"/>
              <a:gd name="connsiteX5-57313" fmla="*/ 256874 w 1472087"/>
              <a:gd name="connsiteY5-57314" fmla="*/ 6737706 h 6858000"/>
              <a:gd name="connsiteX6-57315" fmla="*/ 281613 w 1472087"/>
              <a:gd name="connsiteY6-57316" fmla="*/ 6691589 h 6858000"/>
              <a:gd name="connsiteX7-57317" fmla="*/ 259170 w 1472087"/>
              <a:gd name="connsiteY7-57318" fmla="*/ 6659970 h 6858000"/>
              <a:gd name="connsiteX8-57319" fmla="*/ 274261 w 1472087"/>
              <a:gd name="connsiteY8-57320" fmla="*/ 6636211 h 6858000"/>
              <a:gd name="connsiteX9-57321" fmla="*/ 291705 w 1472087"/>
              <a:gd name="connsiteY9-57322" fmla="*/ 6594177 h 6858000"/>
              <a:gd name="connsiteX10-57323" fmla="*/ 305745 w 1472087"/>
              <a:gd name="connsiteY10-57324" fmla="*/ 6557575 h 6858000"/>
              <a:gd name="connsiteX11-57325" fmla="*/ 358702 w 1472087"/>
              <a:gd name="connsiteY11-57326" fmla="*/ 6492130 h 6858000"/>
              <a:gd name="connsiteX12-57327" fmla="*/ 374389 w 1472087"/>
              <a:gd name="connsiteY12-57328" fmla="*/ 6431610 h 6858000"/>
              <a:gd name="connsiteX13-57329" fmla="*/ 418094 w 1472087"/>
              <a:gd name="connsiteY13-57330" fmla="*/ 6379786 h 6858000"/>
              <a:gd name="connsiteX14-57331" fmla="*/ 401317 w 1472087"/>
              <a:gd name="connsiteY14-57332" fmla="*/ 6334727 h 6858000"/>
              <a:gd name="connsiteX15-57333" fmla="*/ 378732 w 1472087"/>
              <a:gd name="connsiteY15-57334" fmla="*/ 6313295 h 6858000"/>
              <a:gd name="connsiteX16-57335" fmla="*/ 385896 w 1472087"/>
              <a:gd name="connsiteY16-57336" fmla="*/ 6280046 h 6858000"/>
              <a:gd name="connsiteX17-57337" fmla="*/ 368641 w 1472087"/>
              <a:gd name="connsiteY17-57338" fmla="*/ 6270265 h 6858000"/>
              <a:gd name="connsiteX18-57339" fmla="*/ 395669 w 1472087"/>
              <a:gd name="connsiteY18-57340" fmla="*/ 6252834 h 6858000"/>
              <a:gd name="connsiteX19-57341" fmla="*/ 373661 w 1472087"/>
              <a:gd name="connsiteY19-57342" fmla="*/ 6202459 h 6858000"/>
              <a:gd name="connsiteX20-57343" fmla="*/ 372459 w 1472087"/>
              <a:gd name="connsiteY20-57344" fmla="*/ 6153037 h 6858000"/>
              <a:gd name="connsiteX21-57345" fmla="*/ 387874 w 1472087"/>
              <a:gd name="connsiteY21-57346" fmla="*/ 6078132 h 6858000"/>
              <a:gd name="connsiteX22-57347" fmla="*/ 375261 w 1472087"/>
              <a:gd name="connsiteY22-57348" fmla="*/ 6028119 h 6858000"/>
              <a:gd name="connsiteX23-57349" fmla="*/ 360490 w 1472087"/>
              <a:gd name="connsiteY23-57350" fmla="*/ 5926735 h 6858000"/>
              <a:gd name="connsiteX24-57351" fmla="*/ 410002 w 1472087"/>
              <a:gd name="connsiteY24-57352" fmla="*/ 5712857 h 6858000"/>
              <a:gd name="connsiteX25-57353" fmla="*/ 389077 w 1472087"/>
              <a:gd name="connsiteY25-57354" fmla="*/ 5676393 h 6858000"/>
              <a:gd name="connsiteX26-57355" fmla="*/ 428669 w 1472087"/>
              <a:gd name="connsiteY26-57356" fmla="*/ 5563435 h 6858000"/>
              <a:gd name="connsiteX27-57357" fmla="*/ 475799 w 1472087"/>
              <a:gd name="connsiteY27-57358" fmla="*/ 5437125 h 6858000"/>
              <a:gd name="connsiteX28-57359" fmla="*/ 489367 w 1472087"/>
              <a:gd name="connsiteY28-57360" fmla="*/ 5396260 h 6858000"/>
              <a:gd name="connsiteX29-57361" fmla="*/ 505348 w 1472087"/>
              <a:gd name="connsiteY29-57362" fmla="*/ 5330009 h 6858000"/>
              <a:gd name="connsiteX30-57363" fmla="*/ 538841 w 1472087"/>
              <a:gd name="connsiteY30-57364" fmla="*/ 5273739 h 6858000"/>
              <a:gd name="connsiteX31-57365" fmla="*/ 548440 w 1472087"/>
              <a:gd name="connsiteY31-57366" fmla="*/ 5241779 h 6858000"/>
              <a:gd name="connsiteX32-57367" fmla="*/ 559666 w 1472087"/>
              <a:gd name="connsiteY32-57368" fmla="*/ 5225268 h 6858000"/>
              <a:gd name="connsiteX33-57369" fmla="*/ 560686 w 1472087"/>
              <a:gd name="connsiteY33-57370" fmla="*/ 5217684 h 6858000"/>
              <a:gd name="connsiteX34-57371" fmla="*/ 568027 w 1472087"/>
              <a:gd name="connsiteY34-57372" fmla="*/ 5193377 h 6858000"/>
              <a:gd name="connsiteX35-57373" fmla="*/ 571330 w 1472087"/>
              <a:gd name="connsiteY35-57374" fmla="*/ 5179288 h 6858000"/>
              <a:gd name="connsiteX36-57375" fmla="*/ 572314 w 1472087"/>
              <a:gd name="connsiteY36-57376" fmla="*/ 5173621 h 6858000"/>
              <a:gd name="connsiteX37-57377" fmla="*/ 567948 w 1472087"/>
              <a:gd name="connsiteY37-57378" fmla="*/ 5159961 h 6858000"/>
              <a:gd name="connsiteX38-57379" fmla="*/ 574625 w 1472087"/>
              <a:gd name="connsiteY38-57380" fmla="*/ 5144295 h 6858000"/>
              <a:gd name="connsiteX39-57381" fmla="*/ 571558 w 1472087"/>
              <a:gd name="connsiteY39-57382" fmla="*/ 5125185 h 6858000"/>
              <a:gd name="connsiteX40-57383" fmla="*/ 578388 w 1472087"/>
              <a:gd name="connsiteY40-57384" fmla="*/ 5121884 h 6858000"/>
              <a:gd name="connsiteX41-57385" fmla="*/ 585424 w 1472087"/>
              <a:gd name="connsiteY41-57386" fmla="*/ 5067850 h 6858000"/>
              <a:gd name="connsiteX42-57387" fmla="*/ 588155 w 1472087"/>
              <a:gd name="connsiteY42-57388" fmla="*/ 5060861 h 6858000"/>
              <a:gd name="connsiteX43-57389" fmla="*/ 584859 w 1472087"/>
              <a:gd name="connsiteY43-57390" fmla="*/ 5034192 h 6858000"/>
              <a:gd name="connsiteX44-57391" fmla="*/ 586413 w 1472087"/>
              <a:gd name="connsiteY44-57392" fmla="*/ 4993030 h 6858000"/>
              <a:gd name="connsiteX45-57393" fmla="*/ 593322 w 1472087"/>
              <a:gd name="connsiteY45-57394" fmla="*/ 4946844 h 6858000"/>
              <a:gd name="connsiteX46-57395" fmla="*/ 589178 w 1472087"/>
              <a:gd name="connsiteY46-57396" fmla="*/ 4932692 h 6858000"/>
              <a:gd name="connsiteX47-57397" fmla="*/ 604581 w 1472087"/>
              <a:gd name="connsiteY47-57398" fmla="*/ 4858827 h 6858000"/>
              <a:gd name="connsiteX48-57399" fmla="*/ 610484 w 1472087"/>
              <a:gd name="connsiteY48-57400" fmla="*/ 4821170 h 6858000"/>
              <a:gd name="connsiteX49-57401" fmla="*/ 615217 w 1472087"/>
              <a:gd name="connsiteY49-57402" fmla="*/ 4780965 h 6858000"/>
              <a:gd name="connsiteX50-57403" fmla="*/ 616510 w 1472087"/>
              <a:gd name="connsiteY50-57404" fmla="*/ 4750867 h 6858000"/>
              <a:gd name="connsiteX51-57405" fmla="*/ 614317 w 1472087"/>
              <a:gd name="connsiteY51-57406" fmla="*/ 4690749 h 6858000"/>
              <a:gd name="connsiteX52-57407" fmla="*/ 609797 w 1472087"/>
              <a:gd name="connsiteY52-57408" fmla="*/ 4584173 h 6858000"/>
              <a:gd name="connsiteX53-57409" fmla="*/ 604880 w 1472087"/>
              <a:gd name="connsiteY53-57410" fmla="*/ 4444346 h 6858000"/>
              <a:gd name="connsiteX54-57411" fmla="*/ 601445 w 1472087"/>
              <a:gd name="connsiteY54-57412" fmla="*/ 4375228 h 6858000"/>
              <a:gd name="connsiteX55-57413" fmla="*/ 582098 w 1472087"/>
              <a:gd name="connsiteY55-57414" fmla="*/ 4214165 h 6858000"/>
              <a:gd name="connsiteX56-57415" fmla="*/ 586171 w 1472087"/>
              <a:gd name="connsiteY56-57416" fmla="*/ 4090296 h 6858000"/>
              <a:gd name="connsiteX57-57417" fmla="*/ 571427 w 1472087"/>
              <a:gd name="connsiteY57-57418" fmla="*/ 4033999 h 6858000"/>
              <a:gd name="connsiteX58-57419" fmla="*/ 572576 w 1472087"/>
              <a:gd name="connsiteY58-57420" fmla="*/ 4031933 h 6858000"/>
              <a:gd name="connsiteX59-57421" fmla="*/ 571152 w 1472087"/>
              <a:gd name="connsiteY59-57422" fmla="*/ 4013953 h 6858000"/>
              <a:gd name="connsiteX60-57423" fmla="*/ 557447 w 1472087"/>
              <a:gd name="connsiteY60-57424" fmla="*/ 3974753 h 6858000"/>
              <a:gd name="connsiteX61-57425" fmla="*/ 559045 w 1472087"/>
              <a:gd name="connsiteY61-57426" fmla="*/ 3969950 h 6858000"/>
              <a:gd name="connsiteX62-57427" fmla="*/ 552467 w 1472087"/>
              <a:gd name="connsiteY62-57428" fmla="*/ 3933779 h 6858000"/>
              <a:gd name="connsiteX63-57429" fmla="*/ 553798 w 1472087"/>
              <a:gd name="connsiteY63-57430" fmla="*/ 3933093 h 6858000"/>
              <a:gd name="connsiteX64-57431" fmla="*/ 558152 w 1472087"/>
              <a:gd name="connsiteY64-57432" fmla="*/ 3922082 h 6858000"/>
              <a:gd name="connsiteX65-57433" fmla="*/ 563230 w 1472087"/>
              <a:gd name="connsiteY65-57434" fmla="*/ 3901461 h 6858000"/>
              <a:gd name="connsiteX66-57435" fmla="*/ 585824 w 1472087"/>
              <a:gd name="connsiteY66-57436" fmla="*/ 3813873 h 6858000"/>
              <a:gd name="connsiteX67-57437" fmla="*/ 585249 w 1472087"/>
              <a:gd name="connsiteY67-57438" fmla="*/ 3806161 h 6858000"/>
              <a:gd name="connsiteX68-57439" fmla="*/ 585556 w 1472087"/>
              <a:gd name="connsiteY68-57440" fmla="*/ 3805957 h 6858000"/>
              <a:gd name="connsiteX69-57441" fmla="*/ 585583 w 1472087"/>
              <a:gd name="connsiteY69-57442" fmla="*/ 3797724 h 6858000"/>
              <a:gd name="connsiteX70-57443" fmla="*/ 584198 w 1472087"/>
              <a:gd name="connsiteY70-57444" fmla="*/ 3792098 h 6858000"/>
              <a:gd name="connsiteX71-57445" fmla="*/ 583082 w 1472087"/>
              <a:gd name="connsiteY71-57446" fmla="*/ 3777135 h 6858000"/>
              <a:gd name="connsiteX72-57447" fmla="*/ 584815 w 1472087"/>
              <a:gd name="connsiteY72-57448" fmla="*/ 3771656 h 6858000"/>
              <a:gd name="connsiteX73-57449" fmla="*/ 588558 w 1472087"/>
              <a:gd name="connsiteY73-57450" fmla="*/ 3769007 h 6858000"/>
              <a:gd name="connsiteX74-57451" fmla="*/ 588024 w 1472087"/>
              <a:gd name="connsiteY74-57452" fmla="*/ 3767709 h 6858000"/>
              <a:gd name="connsiteX75-57453" fmla="*/ 596720 w 1472087"/>
              <a:gd name="connsiteY75-57454" fmla="*/ 3738082 h 6858000"/>
              <a:gd name="connsiteX76-57455" fmla="*/ 604066 w 1472087"/>
              <a:gd name="connsiteY76-57456" fmla="*/ 3673397 h 6858000"/>
              <a:gd name="connsiteX77-57457" fmla="*/ 603362 w 1472087"/>
              <a:gd name="connsiteY77-57458" fmla="*/ 3637109 h 6858000"/>
              <a:gd name="connsiteX78-57459" fmla="*/ 606805 w 1472087"/>
              <a:gd name="connsiteY78-57460" fmla="*/ 3536883 h 6858000"/>
              <a:gd name="connsiteX79-57461" fmla="*/ 614343 w 1472087"/>
              <a:gd name="connsiteY79-57462" fmla="*/ 3435652 h 6858000"/>
              <a:gd name="connsiteX80-57463" fmla="*/ 616014 w 1472087"/>
              <a:gd name="connsiteY80-57464" fmla="*/ 3307769 h 6858000"/>
              <a:gd name="connsiteX81-57465" fmla="*/ 633577 w 1472087"/>
              <a:gd name="connsiteY81-57466" fmla="*/ 3250522 h 6858000"/>
              <a:gd name="connsiteX82-57467" fmla="*/ 634002 w 1472087"/>
              <a:gd name="connsiteY82-57468" fmla="*/ 3229163 h 6858000"/>
              <a:gd name="connsiteX83-57469" fmla="*/ 635825 w 1472087"/>
              <a:gd name="connsiteY83-57470" fmla="*/ 3217217 h 6858000"/>
              <a:gd name="connsiteX84-57471" fmla="*/ 622660 w 1472087"/>
              <a:gd name="connsiteY84-57472" fmla="*/ 3183755 h 6858000"/>
              <a:gd name="connsiteX85-57473" fmla="*/ 623161 w 1472087"/>
              <a:gd name="connsiteY85-57474" fmla="*/ 3178642 h 6858000"/>
              <a:gd name="connsiteX86-57475" fmla="*/ 610761 w 1472087"/>
              <a:gd name="connsiteY86-57476" fmla="*/ 3158586 h 6858000"/>
              <a:gd name="connsiteX87-57477" fmla="*/ 595946 w 1472087"/>
              <a:gd name="connsiteY87-57478" fmla="*/ 3129034 h 6858000"/>
              <a:gd name="connsiteX88-57479" fmla="*/ 596611 w 1472087"/>
              <a:gd name="connsiteY88-57480" fmla="*/ 3126682 h 6858000"/>
              <a:gd name="connsiteX89-57481" fmla="*/ 587479 w 1472087"/>
              <a:gd name="connsiteY89-57482" fmla="*/ 3114519 h 6858000"/>
              <a:gd name="connsiteX90-57483" fmla="*/ 574088 w 1472087"/>
              <a:gd name="connsiteY90-57484" fmla="*/ 3106272 h 6858000"/>
              <a:gd name="connsiteX91-57485" fmla="*/ 546818 w 1472087"/>
              <a:gd name="connsiteY91-57486" fmla="*/ 2958185 h 6858000"/>
              <a:gd name="connsiteX92-57487" fmla="*/ 489432 w 1472087"/>
              <a:gd name="connsiteY92-57488" fmla="*/ 2762989 h 6858000"/>
              <a:gd name="connsiteX93-57489" fmla="*/ 438350 w 1472087"/>
              <a:gd name="connsiteY93-57490" fmla="*/ 2554718 h 6858000"/>
              <a:gd name="connsiteX94-57491" fmla="*/ 418444 w 1472087"/>
              <a:gd name="connsiteY94-57492" fmla="*/ 2485734 h 6858000"/>
              <a:gd name="connsiteX95-57493" fmla="*/ 409167 w 1472087"/>
              <a:gd name="connsiteY95-57494" fmla="*/ 2447068 h 6858000"/>
              <a:gd name="connsiteX96-57495" fmla="*/ 396128 w 1472087"/>
              <a:gd name="connsiteY96-57496" fmla="*/ 2425819 h 6858000"/>
              <a:gd name="connsiteX97-57497" fmla="*/ 402127 w 1472087"/>
              <a:gd name="connsiteY97-57498" fmla="*/ 2402874 h 6858000"/>
              <a:gd name="connsiteX98-57499" fmla="*/ 404739 w 1472087"/>
              <a:gd name="connsiteY98-57500" fmla="*/ 2381443 h 6858000"/>
              <a:gd name="connsiteX99-57501" fmla="*/ 381068 w 1472087"/>
              <a:gd name="connsiteY99-57502" fmla="*/ 2261920 h 6858000"/>
              <a:gd name="connsiteX100-57503" fmla="*/ 370955 w 1472087"/>
              <a:gd name="connsiteY100-57504" fmla="*/ 2195378 h 6858000"/>
              <a:gd name="connsiteX101-57505" fmla="*/ 355172 w 1472087"/>
              <a:gd name="connsiteY101-57506" fmla="*/ 2155135 h 6858000"/>
              <a:gd name="connsiteX102-57507" fmla="*/ 352630 w 1472087"/>
              <a:gd name="connsiteY102-57508" fmla="*/ 2118008 h 6858000"/>
              <a:gd name="connsiteX103-57509" fmla="*/ 353623 w 1472087"/>
              <a:gd name="connsiteY103-57510" fmla="*/ 2050531 h 6858000"/>
              <a:gd name="connsiteX104-57511" fmla="*/ 345429 w 1472087"/>
              <a:gd name="connsiteY104-57512" fmla="*/ 1963269 h 6858000"/>
              <a:gd name="connsiteX105-57513" fmla="*/ 326607 w 1472087"/>
              <a:gd name="connsiteY105-57514" fmla="*/ 1906352 h 6858000"/>
              <a:gd name="connsiteX106-57515" fmla="*/ 303164 w 1472087"/>
              <a:gd name="connsiteY106-57516" fmla="*/ 1861531 h 6858000"/>
              <a:gd name="connsiteX107-57517" fmla="*/ 256963 w 1472087"/>
              <a:gd name="connsiteY107-57518" fmla="*/ 1732919 h 6858000"/>
              <a:gd name="connsiteX108-57519" fmla="*/ 229274 w 1472087"/>
              <a:gd name="connsiteY108-57520" fmla="*/ 1663540 h 6858000"/>
              <a:gd name="connsiteX109-57521" fmla="*/ 228400 w 1472087"/>
              <a:gd name="connsiteY109-57522" fmla="*/ 1615777 h 6858000"/>
              <a:gd name="connsiteX110-57523" fmla="*/ 209195 w 1472087"/>
              <a:gd name="connsiteY110-57524" fmla="*/ 1563678 h 6858000"/>
              <a:gd name="connsiteX111-57525" fmla="*/ 222275 w 1472087"/>
              <a:gd name="connsiteY111-57526" fmla="*/ 1519474 h 6858000"/>
              <a:gd name="connsiteX112-57527" fmla="*/ 215017 w 1472087"/>
              <a:gd name="connsiteY112-57528" fmla="*/ 1477995 h 6858000"/>
              <a:gd name="connsiteX113-57529" fmla="*/ 201102 w 1472087"/>
              <a:gd name="connsiteY113-57530" fmla="*/ 1373769 h 6858000"/>
              <a:gd name="connsiteX114-57531" fmla="*/ 209409 w 1472087"/>
              <a:gd name="connsiteY114-57532" fmla="*/ 1307086 h 6858000"/>
              <a:gd name="connsiteX115-57533" fmla="*/ 210597 w 1472087"/>
              <a:gd name="connsiteY115-57534" fmla="*/ 1189033 h 6858000"/>
              <a:gd name="connsiteX116-57535" fmla="*/ 215282 w 1472087"/>
              <a:gd name="connsiteY116-57536" fmla="*/ 1168288 h 6858000"/>
              <a:gd name="connsiteX117-57537" fmla="*/ 207564 w 1472087"/>
              <a:gd name="connsiteY117-57538" fmla="*/ 1142577 h 6858000"/>
              <a:gd name="connsiteX118-57539" fmla="*/ 196870 w 1472087"/>
              <a:gd name="connsiteY118-57540" fmla="*/ 1088484 h 6858000"/>
              <a:gd name="connsiteX119-57541" fmla="*/ 185606 w 1472087"/>
              <a:gd name="connsiteY119-57542" fmla="*/ 1016103 h 6858000"/>
              <a:gd name="connsiteX120-57543" fmla="*/ 187062 w 1472087"/>
              <a:gd name="connsiteY120-57544" fmla="*/ 932283 h 6858000"/>
              <a:gd name="connsiteX121-57545" fmla="*/ 189298 w 1472087"/>
              <a:gd name="connsiteY121-57546" fmla="*/ 915925 h 6858000"/>
              <a:gd name="connsiteX122-57547" fmla="*/ 181927 w 1472087"/>
              <a:gd name="connsiteY122-57548" fmla="*/ 896999 h 6858000"/>
              <a:gd name="connsiteX123-57549" fmla="*/ 151335 w 1472087"/>
              <a:gd name="connsiteY123-57550" fmla="*/ 821517 h 6858000"/>
              <a:gd name="connsiteX124-57551" fmla="*/ 130285 w 1472087"/>
              <a:gd name="connsiteY124-57552" fmla="*/ 751353 h 6858000"/>
              <a:gd name="connsiteX125-57553" fmla="*/ 129843 w 1472087"/>
              <a:gd name="connsiteY125-57554" fmla="*/ 721230 h 6858000"/>
              <a:gd name="connsiteX126-57555" fmla="*/ 115514 w 1472087"/>
              <a:gd name="connsiteY126-57556" fmla="*/ 681659 h 6858000"/>
              <a:gd name="connsiteX127-57557" fmla="*/ 100933 w 1472087"/>
              <a:gd name="connsiteY127-57558" fmla="*/ 635218 h 6858000"/>
              <a:gd name="connsiteX128-57559" fmla="*/ 105944 w 1472087"/>
              <a:gd name="connsiteY128-57560" fmla="*/ 613763 h 6858000"/>
              <a:gd name="connsiteX129-57561" fmla="*/ 91886 w 1472087"/>
              <a:gd name="connsiteY129-57562" fmla="*/ 598582 h 6858000"/>
              <a:gd name="connsiteX130-57563" fmla="*/ 91567 w 1472087"/>
              <a:gd name="connsiteY130-57564" fmla="*/ 576846 h 6858000"/>
              <a:gd name="connsiteX131-57565" fmla="*/ 71193 w 1472087"/>
              <a:gd name="connsiteY131-57566" fmla="*/ 530055 h 6858000"/>
              <a:gd name="connsiteX132-57567" fmla="*/ 70441 w 1472087"/>
              <a:gd name="connsiteY132-57568" fmla="*/ 465389 h 6858000"/>
              <a:gd name="connsiteX133-57569" fmla="*/ 53364 w 1472087"/>
              <a:gd name="connsiteY133-57570" fmla="*/ 424699 h 6858000"/>
              <a:gd name="connsiteX134-57571" fmla="*/ 53739 w 1472087"/>
              <a:gd name="connsiteY134-57572" fmla="*/ 404917 h 6858000"/>
              <a:gd name="connsiteX135-57573" fmla="*/ 33696 w 1472087"/>
              <a:gd name="connsiteY135-57574" fmla="*/ 367211 h 6858000"/>
              <a:gd name="connsiteX136-57575" fmla="*/ 0 w 1472087"/>
              <a:gd name="connsiteY136-57576" fmla="*/ 268519 h 6858000"/>
              <a:gd name="connsiteX137-57577" fmla="*/ 173467 w 1472087"/>
              <a:gd name="connsiteY137-57578" fmla="*/ 144983 h 6858000"/>
              <a:gd name="connsiteX138-57579" fmla="*/ 185751 w 1472087"/>
              <a:gd name="connsiteY138-57580" fmla="*/ 55288 h 6858000"/>
              <a:gd name="connsiteX139-57581" fmla="*/ 145305 w 1472087"/>
              <a:gd name="connsiteY139-57582" fmla="*/ 0 h 6858000"/>
              <a:gd name="connsiteX0-57583" fmla="*/ 112107 w 1438889"/>
              <a:gd name="connsiteY0-57584" fmla="*/ 0 h 6858000"/>
              <a:gd name="connsiteX1-57585" fmla="*/ 1438889 w 1438889"/>
              <a:gd name="connsiteY1-57586" fmla="*/ 0 h 6858000"/>
              <a:gd name="connsiteX2-57587" fmla="*/ 1438889 w 1438889"/>
              <a:gd name="connsiteY2-57588" fmla="*/ 6858000 h 6858000"/>
              <a:gd name="connsiteX3-57589" fmla="*/ 175583 w 1438889"/>
              <a:gd name="connsiteY3-57590" fmla="*/ 6857735 h 6858000"/>
              <a:gd name="connsiteX4-57591" fmla="*/ 212176 w 1438889"/>
              <a:gd name="connsiteY4-57592" fmla="*/ 6776847 h 6858000"/>
              <a:gd name="connsiteX5-57593" fmla="*/ 223676 w 1438889"/>
              <a:gd name="connsiteY5-57594" fmla="*/ 6737706 h 6858000"/>
              <a:gd name="connsiteX6-57595" fmla="*/ 248415 w 1438889"/>
              <a:gd name="connsiteY6-57596" fmla="*/ 6691589 h 6858000"/>
              <a:gd name="connsiteX7-57597" fmla="*/ 225972 w 1438889"/>
              <a:gd name="connsiteY7-57598" fmla="*/ 6659970 h 6858000"/>
              <a:gd name="connsiteX8-57599" fmla="*/ 241063 w 1438889"/>
              <a:gd name="connsiteY8-57600" fmla="*/ 6636211 h 6858000"/>
              <a:gd name="connsiteX9-57601" fmla="*/ 258507 w 1438889"/>
              <a:gd name="connsiteY9-57602" fmla="*/ 6594177 h 6858000"/>
              <a:gd name="connsiteX10-57603" fmla="*/ 272547 w 1438889"/>
              <a:gd name="connsiteY10-57604" fmla="*/ 6557575 h 6858000"/>
              <a:gd name="connsiteX11-57605" fmla="*/ 325504 w 1438889"/>
              <a:gd name="connsiteY11-57606" fmla="*/ 6492130 h 6858000"/>
              <a:gd name="connsiteX12-57607" fmla="*/ 341191 w 1438889"/>
              <a:gd name="connsiteY12-57608" fmla="*/ 6431610 h 6858000"/>
              <a:gd name="connsiteX13-57609" fmla="*/ 384896 w 1438889"/>
              <a:gd name="connsiteY13-57610" fmla="*/ 6379786 h 6858000"/>
              <a:gd name="connsiteX14-57611" fmla="*/ 368119 w 1438889"/>
              <a:gd name="connsiteY14-57612" fmla="*/ 6334727 h 6858000"/>
              <a:gd name="connsiteX15-57613" fmla="*/ 345534 w 1438889"/>
              <a:gd name="connsiteY15-57614" fmla="*/ 6313295 h 6858000"/>
              <a:gd name="connsiteX16-57615" fmla="*/ 352698 w 1438889"/>
              <a:gd name="connsiteY16-57616" fmla="*/ 6280046 h 6858000"/>
              <a:gd name="connsiteX17-57617" fmla="*/ 335443 w 1438889"/>
              <a:gd name="connsiteY17-57618" fmla="*/ 6270265 h 6858000"/>
              <a:gd name="connsiteX18-57619" fmla="*/ 362471 w 1438889"/>
              <a:gd name="connsiteY18-57620" fmla="*/ 6252834 h 6858000"/>
              <a:gd name="connsiteX19-57621" fmla="*/ 340463 w 1438889"/>
              <a:gd name="connsiteY19-57622" fmla="*/ 6202459 h 6858000"/>
              <a:gd name="connsiteX20-57623" fmla="*/ 339261 w 1438889"/>
              <a:gd name="connsiteY20-57624" fmla="*/ 6153037 h 6858000"/>
              <a:gd name="connsiteX21-57625" fmla="*/ 354676 w 1438889"/>
              <a:gd name="connsiteY21-57626" fmla="*/ 6078132 h 6858000"/>
              <a:gd name="connsiteX22-57627" fmla="*/ 342063 w 1438889"/>
              <a:gd name="connsiteY22-57628" fmla="*/ 6028119 h 6858000"/>
              <a:gd name="connsiteX23-57629" fmla="*/ 327292 w 1438889"/>
              <a:gd name="connsiteY23-57630" fmla="*/ 5926735 h 6858000"/>
              <a:gd name="connsiteX24-57631" fmla="*/ 376804 w 1438889"/>
              <a:gd name="connsiteY24-57632" fmla="*/ 5712857 h 6858000"/>
              <a:gd name="connsiteX25-57633" fmla="*/ 355879 w 1438889"/>
              <a:gd name="connsiteY25-57634" fmla="*/ 5676393 h 6858000"/>
              <a:gd name="connsiteX26-57635" fmla="*/ 395471 w 1438889"/>
              <a:gd name="connsiteY26-57636" fmla="*/ 5563435 h 6858000"/>
              <a:gd name="connsiteX27-57637" fmla="*/ 442601 w 1438889"/>
              <a:gd name="connsiteY27-57638" fmla="*/ 5437125 h 6858000"/>
              <a:gd name="connsiteX28-57639" fmla="*/ 456169 w 1438889"/>
              <a:gd name="connsiteY28-57640" fmla="*/ 5396260 h 6858000"/>
              <a:gd name="connsiteX29-57641" fmla="*/ 472150 w 1438889"/>
              <a:gd name="connsiteY29-57642" fmla="*/ 5330009 h 6858000"/>
              <a:gd name="connsiteX30-57643" fmla="*/ 505643 w 1438889"/>
              <a:gd name="connsiteY30-57644" fmla="*/ 5273739 h 6858000"/>
              <a:gd name="connsiteX31-57645" fmla="*/ 515242 w 1438889"/>
              <a:gd name="connsiteY31-57646" fmla="*/ 5241779 h 6858000"/>
              <a:gd name="connsiteX32-57647" fmla="*/ 526468 w 1438889"/>
              <a:gd name="connsiteY32-57648" fmla="*/ 5225268 h 6858000"/>
              <a:gd name="connsiteX33-57649" fmla="*/ 527488 w 1438889"/>
              <a:gd name="connsiteY33-57650" fmla="*/ 5217684 h 6858000"/>
              <a:gd name="connsiteX34-57651" fmla="*/ 534829 w 1438889"/>
              <a:gd name="connsiteY34-57652" fmla="*/ 5193377 h 6858000"/>
              <a:gd name="connsiteX35-57653" fmla="*/ 538132 w 1438889"/>
              <a:gd name="connsiteY35-57654" fmla="*/ 5179288 h 6858000"/>
              <a:gd name="connsiteX36-57655" fmla="*/ 539116 w 1438889"/>
              <a:gd name="connsiteY36-57656" fmla="*/ 5173621 h 6858000"/>
              <a:gd name="connsiteX37-57657" fmla="*/ 534750 w 1438889"/>
              <a:gd name="connsiteY37-57658" fmla="*/ 5159961 h 6858000"/>
              <a:gd name="connsiteX38-57659" fmla="*/ 541427 w 1438889"/>
              <a:gd name="connsiteY38-57660" fmla="*/ 5144295 h 6858000"/>
              <a:gd name="connsiteX39-57661" fmla="*/ 538360 w 1438889"/>
              <a:gd name="connsiteY39-57662" fmla="*/ 5125185 h 6858000"/>
              <a:gd name="connsiteX40-57663" fmla="*/ 545190 w 1438889"/>
              <a:gd name="connsiteY40-57664" fmla="*/ 5121884 h 6858000"/>
              <a:gd name="connsiteX41-57665" fmla="*/ 552226 w 1438889"/>
              <a:gd name="connsiteY41-57666" fmla="*/ 5067850 h 6858000"/>
              <a:gd name="connsiteX42-57667" fmla="*/ 554957 w 1438889"/>
              <a:gd name="connsiteY42-57668" fmla="*/ 5060861 h 6858000"/>
              <a:gd name="connsiteX43-57669" fmla="*/ 551661 w 1438889"/>
              <a:gd name="connsiteY43-57670" fmla="*/ 5034192 h 6858000"/>
              <a:gd name="connsiteX44-57671" fmla="*/ 553215 w 1438889"/>
              <a:gd name="connsiteY44-57672" fmla="*/ 4993030 h 6858000"/>
              <a:gd name="connsiteX45-57673" fmla="*/ 560124 w 1438889"/>
              <a:gd name="connsiteY45-57674" fmla="*/ 4946844 h 6858000"/>
              <a:gd name="connsiteX46-57675" fmla="*/ 555980 w 1438889"/>
              <a:gd name="connsiteY46-57676" fmla="*/ 4932692 h 6858000"/>
              <a:gd name="connsiteX47-57677" fmla="*/ 571383 w 1438889"/>
              <a:gd name="connsiteY47-57678" fmla="*/ 4858827 h 6858000"/>
              <a:gd name="connsiteX48-57679" fmla="*/ 577286 w 1438889"/>
              <a:gd name="connsiteY48-57680" fmla="*/ 4821170 h 6858000"/>
              <a:gd name="connsiteX49-57681" fmla="*/ 582019 w 1438889"/>
              <a:gd name="connsiteY49-57682" fmla="*/ 4780965 h 6858000"/>
              <a:gd name="connsiteX50-57683" fmla="*/ 583312 w 1438889"/>
              <a:gd name="connsiteY50-57684" fmla="*/ 4750867 h 6858000"/>
              <a:gd name="connsiteX51-57685" fmla="*/ 581119 w 1438889"/>
              <a:gd name="connsiteY51-57686" fmla="*/ 4690749 h 6858000"/>
              <a:gd name="connsiteX52-57687" fmla="*/ 576599 w 1438889"/>
              <a:gd name="connsiteY52-57688" fmla="*/ 4584173 h 6858000"/>
              <a:gd name="connsiteX53-57689" fmla="*/ 571682 w 1438889"/>
              <a:gd name="connsiteY53-57690" fmla="*/ 4444346 h 6858000"/>
              <a:gd name="connsiteX54-57691" fmla="*/ 568247 w 1438889"/>
              <a:gd name="connsiteY54-57692" fmla="*/ 4375228 h 6858000"/>
              <a:gd name="connsiteX55-57693" fmla="*/ 548900 w 1438889"/>
              <a:gd name="connsiteY55-57694" fmla="*/ 4214165 h 6858000"/>
              <a:gd name="connsiteX56-57695" fmla="*/ 552973 w 1438889"/>
              <a:gd name="connsiteY56-57696" fmla="*/ 4090296 h 6858000"/>
              <a:gd name="connsiteX57-57697" fmla="*/ 538229 w 1438889"/>
              <a:gd name="connsiteY57-57698" fmla="*/ 4033999 h 6858000"/>
              <a:gd name="connsiteX58-57699" fmla="*/ 539378 w 1438889"/>
              <a:gd name="connsiteY58-57700" fmla="*/ 4031933 h 6858000"/>
              <a:gd name="connsiteX59-57701" fmla="*/ 537954 w 1438889"/>
              <a:gd name="connsiteY59-57702" fmla="*/ 4013953 h 6858000"/>
              <a:gd name="connsiteX60-57703" fmla="*/ 524249 w 1438889"/>
              <a:gd name="connsiteY60-57704" fmla="*/ 3974753 h 6858000"/>
              <a:gd name="connsiteX61-57705" fmla="*/ 525847 w 1438889"/>
              <a:gd name="connsiteY61-57706" fmla="*/ 3969950 h 6858000"/>
              <a:gd name="connsiteX62-57707" fmla="*/ 519269 w 1438889"/>
              <a:gd name="connsiteY62-57708" fmla="*/ 3933779 h 6858000"/>
              <a:gd name="connsiteX63-57709" fmla="*/ 520600 w 1438889"/>
              <a:gd name="connsiteY63-57710" fmla="*/ 3933093 h 6858000"/>
              <a:gd name="connsiteX64-57711" fmla="*/ 524954 w 1438889"/>
              <a:gd name="connsiteY64-57712" fmla="*/ 3922082 h 6858000"/>
              <a:gd name="connsiteX65-57713" fmla="*/ 530032 w 1438889"/>
              <a:gd name="connsiteY65-57714" fmla="*/ 3901461 h 6858000"/>
              <a:gd name="connsiteX66-57715" fmla="*/ 552626 w 1438889"/>
              <a:gd name="connsiteY66-57716" fmla="*/ 3813873 h 6858000"/>
              <a:gd name="connsiteX67-57717" fmla="*/ 552051 w 1438889"/>
              <a:gd name="connsiteY67-57718" fmla="*/ 3806161 h 6858000"/>
              <a:gd name="connsiteX68-57719" fmla="*/ 552358 w 1438889"/>
              <a:gd name="connsiteY68-57720" fmla="*/ 3805957 h 6858000"/>
              <a:gd name="connsiteX69-57721" fmla="*/ 552385 w 1438889"/>
              <a:gd name="connsiteY69-57722" fmla="*/ 3797724 h 6858000"/>
              <a:gd name="connsiteX70-57723" fmla="*/ 551000 w 1438889"/>
              <a:gd name="connsiteY70-57724" fmla="*/ 3792098 h 6858000"/>
              <a:gd name="connsiteX71-57725" fmla="*/ 549884 w 1438889"/>
              <a:gd name="connsiteY71-57726" fmla="*/ 3777135 h 6858000"/>
              <a:gd name="connsiteX72-57727" fmla="*/ 551617 w 1438889"/>
              <a:gd name="connsiteY72-57728" fmla="*/ 3771656 h 6858000"/>
              <a:gd name="connsiteX73-57729" fmla="*/ 555360 w 1438889"/>
              <a:gd name="connsiteY73-57730" fmla="*/ 3769007 h 6858000"/>
              <a:gd name="connsiteX74-57731" fmla="*/ 554826 w 1438889"/>
              <a:gd name="connsiteY74-57732" fmla="*/ 3767709 h 6858000"/>
              <a:gd name="connsiteX75-57733" fmla="*/ 563522 w 1438889"/>
              <a:gd name="connsiteY75-57734" fmla="*/ 3738082 h 6858000"/>
              <a:gd name="connsiteX76-57735" fmla="*/ 570868 w 1438889"/>
              <a:gd name="connsiteY76-57736" fmla="*/ 3673397 h 6858000"/>
              <a:gd name="connsiteX77-57737" fmla="*/ 570164 w 1438889"/>
              <a:gd name="connsiteY77-57738" fmla="*/ 3637109 h 6858000"/>
              <a:gd name="connsiteX78-57739" fmla="*/ 573607 w 1438889"/>
              <a:gd name="connsiteY78-57740" fmla="*/ 3536883 h 6858000"/>
              <a:gd name="connsiteX79-57741" fmla="*/ 581145 w 1438889"/>
              <a:gd name="connsiteY79-57742" fmla="*/ 3435652 h 6858000"/>
              <a:gd name="connsiteX80-57743" fmla="*/ 582816 w 1438889"/>
              <a:gd name="connsiteY80-57744" fmla="*/ 3307769 h 6858000"/>
              <a:gd name="connsiteX81-57745" fmla="*/ 600379 w 1438889"/>
              <a:gd name="connsiteY81-57746" fmla="*/ 3250522 h 6858000"/>
              <a:gd name="connsiteX82-57747" fmla="*/ 600804 w 1438889"/>
              <a:gd name="connsiteY82-57748" fmla="*/ 3229163 h 6858000"/>
              <a:gd name="connsiteX83-57749" fmla="*/ 602627 w 1438889"/>
              <a:gd name="connsiteY83-57750" fmla="*/ 3217217 h 6858000"/>
              <a:gd name="connsiteX84-57751" fmla="*/ 589462 w 1438889"/>
              <a:gd name="connsiteY84-57752" fmla="*/ 3183755 h 6858000"/>
              <a:gd name="connsiteX85-57753" fmla="*/ 589963 w 1438889"/>
              <a:gd name="connsiteY85-57754" fmla="*/ 3178642 h 6858000"/>
              <a:gd name="connsiteX86-57755" fmla="*/ 577563 w 1438889"/>
              <a:gd name="connsiteY86-57756" fmla="*/ 3158586 h 6858000"/>
              <a:gd name="connsiteX87-57757" fmla="*/ 562748 w 1438889"/>
              <a:gd name="connsiteY87-57758" fmla="*/ 3129034 h 6858000"/>
              <a:gd name="connsiteX88-57759" fmla="*/ 563413 w 1438889"/>
              <a:gd name="connsiteY88-57760" fmla="*/ 3126682 h 6858000"/>
              <a:gd name="connsiteX89-57761" fmla="*/ 554281 w 1438889"/>
              <a:gd name="connsiteY89-57762" fmla="*/ 3114519 h 6858000"/>
              <a:gd name="connsiteX90-57763" fmla="*/ 540890 w 1438889"/>
              <a:gd name="connsiteY90-57764" fmla="*/ 3106272 h 6858000"/>
              <a:gd name="connsiteX91-57765" fmla="*/ 513620 w 1438889"/>
              <a:gd name="connsiteY91-57766" fmla="*/ 2958185 h 6858000"/>
              <a:gd name="connsiteX92-57767" fmla="*/ 456234 w 1438889"/>
              <a:gd name="connsiteY92-57768" fmla="*/ 2762989 h 6858000"/>
              <a:gd name="connsiteX93-57769" fmla="*/ 405152 w 1438889"/>
              <a:gd name="connsiteY93-57770" fmla="*/ 2554718 h 6858000"/>
              <a:gd name="connsiteX94-57771" fmla="*/ 385246 w 1438889"/>
              <a:gd name="connsiteY94-57772" fmla="*/ 2485734 h 6858000"/>
              <a:gd name="connsiteX95-57773" fmla="*/ 375969 w 1438889"/>
              <a:gd name="connsiteY95-57774" fmla="*/ 2447068 h 6858000"/>
              <a:gd name="connsiteX96-57775" fmla="*/ 362930 w 1438889"/>
              <a:gd name="connsiteY96-57776" fmla="*/ 2425819 h 6858000"/>
              <a:gd name="connsiteX97-57777" fmla="*/ 368929 w 1438889"/>
              <a:gd name="connsiteY97-57778" fmla="*/ 2402874 h 6858000"/>
              <a:gd name="connsiteX98-57779" fmla="*/ 371541 w 1438889"/>
              <a:gd name="connsiteY98-57780" fmla="*/ 2381443 h 6858000"/>
              <a:gd name="connsiteX99-57781" fmla="*/ 347870 w 1438889"/>
              <a:gd name="connsiteY99-57782" fmla="*/ 2261920 h 6858000"/>
              <a:gd name="connsiteX100-57783" fmla="*/ 337757 w 1438889"/>
              <a:gd name="connsiteY100-57784" fmla="*/ 2195378 h 6858000"/>
              <a:gd name="connsiteX101-57785" fmla="*/ 321974 w 1438889"/>
              <a:gd name="connsiteY101-57786" fmla="*/ 2155135 h 6858000"/>
              <a:gd name="connsiteX102-57787" fmla="*/ 319432 w 1438889"/>
              <a:gd name="connsiteY102-57788" fmla="*/ 2118008 h 6858000"/>
              <a:gd name="connsiteX103-57789" fmla="*/ 320425 w 1438889"/>
              <a:gd name="connsiteY103-57790" fmla="*/ 2050531 h 6858000"/>
              <a:gd name="connsiteX104-57791" fmla="*/ 312231 w 1438889"/>
              <a:gd name="connsiteY104-57792" fmla="*/ 1963269 h 6858000"/>
              <a:gd name="connsiteX105-57793" fmla="*/ 293409 w 1438889"/>
              <a:gd name="connsiteY105-57794" fmla="*/ 1906352 h 6858000"/>
              <a:gd name="connsiteX106-57795" fmla="*/ 269966 w 1438889"/>
              <a:gd name="connsiteY106-57796" fmla="*/ 1861531 h 6858000"/>
              <a:gd name="connsiteX107-57797" fmla="*/ 223765 w 1438889"/>
              <a:gd name="connsiteY107-57798" fmla="*/ 1732919 h 6858000"/>
              <a:gd name="connsiteX108-57799" fmla="*/ 196076 w 1438889"/>
              <a:gd name="connsiteY108-57800" fmla="*/ 1663540 h 6858000"/>
              <a:gd name="connsiteX109-57801" fmla="*/ 195202 w 1438889"/>
              <a:gd name="connsiteY109-57802" fmla="*/ 1615777 h 6858000"/>
              <a:gd name="connsiteX110-57803" fmla="*/ 175997 w 1438889"/>
              <a:gd name="connsiteY110-57804" fmla="*/ 1563678 h 6858000"/>
              <a:gd name="connsiteX111-57805" fmla="*/ 189077 w 1438889"/>
              <a:gd name="connsiteY111-57806" fmla="*/ 1519474 h 6858000"/>
              <a:gd name="connsiteX112-57807" fmla="*/ 181819 w 1438889"/>
              <a:gd name="connsiteY112-57808" fmla="*/ 1477995 h 6858000"/>
              <a:gd name="connsiteX113-57809" fmla="*/ 167904 w 1438889"/>
              <a:gd name="connsiteY113-57810" fmla="*/ 1373769 h 6858000"/>
              <a:gd name="connsiteX114-57811" fmla="*/ 176211 w 1438889"/>
              <a:gd name="connsiteY114-57812" fmla="*/ 1307086 h 6858000"/>
              <a:gd name="connsiteX115-57813" fmla="*/ 177399 w 1438889"/>
              <a:gd name="connsiteY115-57814" fmla="*/ 1189033 h 6858000"/>
              <a:gd name="connsiteX116-57815" fmla="*/ 182084 w 1438889"/>
              <a:gd name="connsiteY116-57816" fmla="*/ 1168288 h 6858000"/>
              <a:gd name="connsiteX117-57817" fmla="*/ 174366 w 1438889"/>
              <a:gd name="connsiteY117-57818" fmla="*/ 1142577 h 6858000"/>
              <a:gd name="connsiteX118-57819" fmla="*/ 163672 w 1438889"/>
              <a:gd name="connsiteY118-57820" fmla="*/ 1088484 h 6858000"/>
              <a:gd name="connsiteX119-57821" fmla="*/ 152408 w 1438889"/>
              <a:gd name="connsiteY119-57822" fmla="*/ 1016103 h 6858000"/>
              <a:gd name="connsiteX120-57823" fmla="*/ 153864 w 1438889"/>
              <a:gd name="connsiteY120-57824" fmla="*/ 932283 h 6858000"/>
              <a:gd name="connsiteX121-57825" fmla="*/ 156100 w 1438889"/>
              <a:gd name="connsiteY121-57826" fmla="*/ 915925 h 6858000"/>
              <a:gd name="connsiteX122-57827" fmla="*/ 148729 w 1438889"/>
              <a:gd name="connsiteY122-57828" fmla="*/ 896999 h 6858000"/>
              <a:gd name="connsiteX123-57829" fmla="*/ 118137 w 1438889"/>
              <a:gd name="connsiteY123-57830" fmla="*/ 821517 h 6858000"/>
              <a:gd name="connsiteX124-57831" fmla="*/ 97087 w 1438889"/>
              <a:gd name="connsiteY124-57832" fmla="*/ 751353 h 6858000"/>
              <a:gd name="connsiteX125-57833" fmla="*/ 96645 w 1438889"/>
              <a:gd name="connsiteY125-57834" fmla="*/ 721230 h 6858000"/>
              <a:gd name="connsiteX126-57835" fmla="*/ 82316 w 1438889"/>
              <a:gd name="connsiteY126-57836" fmla="*/ 681659 h 6858000"/>
              <a:gd name="connsiteX127-57837" fmla="*/ 67735 w 1438889"/>
              <a:gd name="connsiteY127-57838" fmla="*/ 635218 h 6858000"/>
              <a:gd name="connsiteX128-57839" fmla="*/ 72746 w 1438889"/>
              <a:gd name="connsiteY128-57840" fmla="*/ 613763 h 6858000"/>
              <a:gd name="connsiteX129-57841" fmla="*/ 58688 w 1438889"/>
              <a:gd name="connsiteY129-57842" fmla="*/ 598582 h 6858000"/>
              <a:gd name="connsiteX130-57843" fmla="*/ 58369 w 1438889"/>
              <a:gd name="connsiteY130-57844" fmla="*/ 576846 h 6858000"/>
              <a:gd name="connsiteX131-57845" fmla="*/ 37995 w 1438889"/>
              <a:gd name="connsiteY131-57846" fmla="*/ 530055 h 6858000"/>
              <a:gd name="connsiteX132-57847" fmla="*/ 37243 w 1438889"/>
              <a:gd name="connsiteY132-57848" fmla="*/ 465389 h 6858000"/>
              <a:gd name="connsiteX133-57849" fmla="*/ 20166 w 1438889"/>
              <a:gd name="connsiteY133-57850" fmla="*/ 424699 h 6858000"/>
              <a:gd name="connsiteX134-57851" fmla="*/ 20541 w 1438889"/>
              <a:gd name="connsiteY134-57852" fmla="*/ 404917 h 6858000"/>
              <a:gd name="connsiteX135-57853" fmla="*/ 498 w 1438889"/>
              <a:gd name="connsiteY135-57854" fmla="*/ 367211 h 6858000"/>
              <a:gd name="connsiteX136-57855" fmla="*/ 148559 w 1438889"/>
              <a:gd name="connsiteY136-57856" fmla="*/ 212860 h 6858000"/>
              <a:gd name="connsiteX137-57857" fmla="*/ 140269 w 1438889"/>
              <a:gd name="connsiteY137-57858" fmla="*/ 144983 h 6858000"/>
              <a:gd name="connsiteX138-57859" fmla="*/ 152553 w 1438889"/>
              <a:gd name="connsiteY138-57860" fmla="*/ 55288 h 6858000"/>
              <a:gd name="connsiteX139-57861" fmla="*/ 112107 w 1438889"/>
              <a:gd name="connsiteY139-57862" fmla="*/ 0 h 6858000"/>
              <a:gd name="connsiteX0-57863" fmla="*/ 92101 w 1418883"/>
              <a:gd name="connsiteY0-57864" fmla="*/ 0 h 6858000"/>
              <a:gd name="connsiteX1-57865" fmla="*/ 1418883 w 1418883"/>
              <a:gd name="connsiteY1-57866" fmla="*/ 0 h 6858000"/>
              <a:gd name="connsiteX2-57867" fmla="*/ 1418883 w 1418883"/>
              <a:gd name="connsiteY2-57868" fmla="*/ 6858000 h 6858000"/>
              <a:gd name="connsiteX3-57869" fmla="*/ 155577 w 1418883"/>
              <a:gd name="connsiteY3-57870" fmla="*/ 6857735 h 6858000"/>
              <a:gd name="connsiteX4-57871" fmla="*/ 192170 w 1418883"/>
              <a:gd name="connsiteY4-57872" fmla="*/ 6776847 h 6858000"/>
              <a:gd name="connsiteX5-57873" fmla="*/ 203670 w 1418883"/>
              <a:gd name="connsiteY5-57874" fmla="*/ 6737706 h 6858000"/>
              <a:gd name="connsiteX6-57875" fmla="*/ 228409 w 1418883"/>
              <a:gd name="connsiteY6-57876" fmla="*/ 6691589 h 6858000"/>
              <a:gd name="connsiteX7-57877" fmla="*/ 205966 w 1418883"/>
              <a:gd name="connsiteY7-57878" fmla="*/ 6659970 h 6858000"/>
              <a:gd name="connsiteX8-57879" fmla="*/ 221057 w 1418883"/>
              <a:gd name="connsiteY8-57880" fmla="*/ 6636211 h 6858000"/>
              <a:gd name="connsiteX9-57881" fmla="*/ 238501 w 1418883"/>
              <a:gd name="connsiteY9-57882" fmla="*/ 6594177 h 6858000"/>
              <a:gd name="connsiteX10-57883" fmla="*/ 252541 w 1418883"/>
              <a:gd name="connsiteY10-57884" fmla="*/ 6557575 h 6858000"/>
              <a:gd name="connsiteX11-57885" fmla="*/ 305498 w 1418883"/>
              <a:gd name="connsiteY11-57886" fmla="*/ 6492130 h 6858000"/>
              <a:gd name="connsiteX12-57887" fmla="*/ 321185 w 1418883"/>
              <a:gd name="connsiteY12-57888" fmla="*/ 6431610 h 6858000"/>
              <a:gd name="connsiteX13-57889" fmla="*/ 364890 w 1418883"/>
              <a:gd name="connsiteY13-57890" fmla="*/ 6379786 h 6858000"/>
              <a:gd name="connsiteX14-57891" fmla="*/ 348113 w 1418883"/>
              <a:gd name="connsiteY14-57892" fmla="*/ 6334727 h 6858000"/>
              <a:gd name="connsiteX15-57893" fmla="*/ 325528 w 1418883"/>
              <a:gd name="connsiteY15-57894" fmla="*/ 6313295 h 6858000"/>
              <a:gd name="connsiteX16-57895" fmla="*/ 332692 w 1418883"/>
              <a:gd name="connsiteY16-57896" fmla="*/ 6280046 h 6858000"/>
              <a:gd name="connsiteX17-57897" fmla="*/ 315437 w 1418883"/>
              <a:gd name="connsiteY17-57898" fmla="*/ 6270265 h 6858000"/>
              <a:gd name="connsiteX18-57899" fmla="*/ 342465 w 1418883"/>
              <a:gd name="connsiteY18-57900" fmla="*/ 6252834 h 6858000"/>
              <a:gd name="connsiteX19-57901" fmla="*/ 320457 w 1418883"/>
              <a:gd name="connsiteY19-57902" fmla="*/ 6202459 h 6858000"/>
              <a:gd name="connsiteX20-57903" fmla="*/ 319255 w 1418883"/>
              <a:gd name="connsiteY20-57904" fmla="*/ 6153037 h 6858000"/>
              <a:gd name="connsiteX21-57905" fmla="*/ 334670 w 1418883"/>
              <a:gd name="connsiteY21-57906" fmla="*/ 6078132 h 6858000"/>
              <a:gd name="connsiteX22-57907" fmla="*/ 322057 w 1418883"/>
              <a:gd name="connsiteY22-57908" fmla="*/ 6028119 h 6858000"/>
              <a:gd name="connsiteX23-57909" fmla="*/ 307286 w 1418883"/>
              <a:gd name="connsiteY23-57910" fmla="*/ 5926735 h 6858000"/>
              <a:gd name="connsiteX24-57911" fmla="*/ 356798 w 1418883"/>
              <a:gd name="connsiteY24-57912" fmla="*/ 5712857 h 6858000"/>
              <a:gd name="connsiteX25-57913" fmla="*/ 335873 w 1418883"/>
              <a:gd name="connsiteY25-57914" fmla="*/ 5676393 h 6858000"/>
              <a:gd name="connsiteX26-57915" fmla="*/ 375465 w 1418883"/>
              <a:gd name="connsiteY26-57916" fmla="*/ 5563435 h 6858000"/>
              <a:gd name="connsiteX27-57917" fmla="*/ 422595 w 1418883"/>
              <a:gd name="connsiteY27-57918" fmla="*/ 5437125 h 6858000"/>
              <a:gd name="connsiteX28-57919" fmla="*/ 436163 w 1418883"/>
              <a:gd name="connsiteY28-57920" fmla="*/ 5396260 h 6858000"/>
              <a:gd name="connsiteX29-57921" fmla="*/ 452144 w 1418883"/>
              <a:gd name="connsiteY29-57922" fmla="*/ 5330009 h 6858000"/>
              <a:gd name="connsiteX30-57923" fmla="*/ 485637 w 1418883"/>
              <a:gd name="connsiteY30-57924" fmla="*/ 5273739 h 6858000"/>
              <a:gd name="connsiteX31-57925" fmla="*/ 495236 w 1418883"/>
              <a:gd name="connsiteY31-57926" fmla="*/ 5241779 h 6858000"/>
              <a:gd name="connsiteX32-57927" fmla="*/ 506462 w 1418883"/>
              <a:gd name="connsiteY32-57928" fmla="*/ 5225268 h 6858000"/>
              <a:gd name="connsiteX33-57929" fmla="*/ 507482 w 1418883"/>
              <a:gd name="connsiteY33-57930" fmla="*/ 5217684 h 6858000"/>
              <a:gd name="connsiteX34-57931" fmla="*/ 514823 w 1418883"/>
              <a:gd name="connsiteY34-57932" fmla="*/ 5193377 h 6858000"/>
              <a:gd name="connsiteX35-57933" fmla="*/ 518126 w 1418883"/>
              <a:gd name="connsiteY35-57934" fmla="*/ 5179288 h 6858000"/>
              <a:gd name="connsiteX36-57935" fmla="*/ 519110 w 1418883"/>
              <a:gd name="connsiteY36-57936" fmla="*/ 5173621 h 6858000"/>
              <a:gd name="connsiteX37-57937" fmla="*/ 514744 w 1418883"/>
              <a:gd name="connsiteY37-57938" fmla="*/ 5159961 h 6858000"/>
              <a:gd name="connsiteX38-57939" fmla="*/ 521421 w 1418883"/>
              <a:gd name="connsiteY38-57940" fmla="*/ 5144295 h 6858000"/>
              <a:gd name="connsiteX39-57941" fmla="*/ 518354 w 1418883"/>
              <a:gd name="connsiteY39-57942" fmla="*/ 5125185 h 6858000"/>
              <a:gd name="connsiteX40-57943" fmla="*/ 525184 w 1418883"/>
              <a:gd name="connsiteY40-57944" fmla="*/ 5121884 h 6858000"/>
              <a:gd name="connsiteX41-57945" fmla="*/ 532220 w 1418883"/>
              <a:gd name="connsiteY41-57946" fmla="*/ 5067850 h 6858000"/>
              <a:gd name="connsiteX42-57947" fmla="*/ 534951 w 1418883"/>
              <a:gd name="connsiteY42-57948" fmla="*/ 5060861 h 6858000"/>
              <a:gd name="connsiteX43-57949" fmla="*/ 531655 w 1418883"/>
              <a:gd name="connsiteY43-57950" fmla="*/ 5034192 h 6858000"/>
              <a:gd name="connsiteX44-57951" fmla="*/ 533209 w 1418883"/>
              <a:gd name="connsiteY44-57952" fmla="*/ 4993030 h 6858000"/>
              <a:gd name="connsiteX45-57953" fmla="*/ 540118 w 1418883"/>
              <a:gd name="connsiteY45-57954" fmla="*/ 4946844 h 6858000"/>
              <a:gd name="connsiteX46-57955" fmla="*/ 535974 w 1418883"/>
              <a:gd name="connsiteY46-57956" fmla="*/ 4932692 h 6858000"/>
              <a:gd name="connsiteX47-57957" fmla="*/ 551377 w 1418883"/>
              <a:gd name="connsiteY47-57958" fmla="*/ 4858827 h 6858000"/>
              <a:gd name="connsiteX48-57959" fmla="*/ 557280 w 1418883"/>
              <a:gd name="connsiteY48-57960" fmla="*/ 4821170 h 6858000"/>
              <a:gd name="connsiteX49-57961" fmla="*/ 562013 w 1418883"/>
              <a:gd name="connsiteY49-57962" fmla="*/ 4780965 h 6858000"/>
              <a:gd name="connsiteX50-57963" fmla="*/ 563306 w 1418883"/>
              <a:gd name="connsiteY50-57964" fmla="*/ 4750867 h 6858000"/>
              <a:gd name="connsiteX51-57965" fmla="*/ 561113 w 1418883"/>
              <a:gd name="connsiteY51-57966" fmla="*/ 4690749 h 6858000"/>
              <a:gd name="connsiteX52-57967" fmla="*/ 556593 w 1418883"/>
              <a:gd name="connsiteY52-57968" fmla="*/ 4584173 h 6858000"/>
              <a:gd name="connsiteX53-57969" fmla="*/ 551676 w 1418883"/>
              <a:gd name="connsiteY53-57970" fmla="*/ 4444346 h 6858000"/>
              <a:gd name="connsiteX54-57971" fmla="*/ 548241 w 1418883"/>
              <a:gd name="connsiteY54-57972" fmla="*/ 4375228 h 6858000"/>
              <a:gd name="connsiteX55-57973" fmla="*/ 528894 w 1418883"/>
              <a:gd name="connsiteY55-57974" fmla="*/ 4214165 h 6858000"/>
              <a:gd name="connsiteX56-57975" fmla="*/ 532967 w 1418883"/>
              <a:gd name="connsiteY56-57976" fmla="*/ 4090296 h 6858000"/>
              <a:gd name="connsiteX57-57977" fmla="*/ 518223 w 1418883"/>
              <a:gd name="connsiteY57-57978" fmla="*/ 4033999 h 6858000"/>
              <a:gd name="connsiteX58-57979" fmla="*/ 519372 w 1418883"/>
              <a:gd name="connsiteY58-57980" fmla="*/ 4031933 h 6858000"/>
              <a:gd name="connsiteX59-57981" fmla="*/ 517948 w 1418883"/>
              <a:gd name="connsiteY59-57982" fmla="*/ 4013953 h 6858000"/>
              <a:gd name="connsiteX60-57983" fmla="*/ 504243 w 1418883"/>
              <a:gd name="connsiteY60-57984" fmla="*/ 3974753 h 6858000"/>
              <a:gd name="connsiteX61-57985" fmla="*/ 505841 w 1418883"/>
              <a:gd name="connsiteY61-57986" fmla="*/ 3969950 h 6858000"/>
              <a:gd name="connsiteX62-57987" fmla="*/ 499263 w 1418883"/>
              <a:gd name="connsiteY62-57988" fmla="*/ 3933779 h 6858000"/>
              <a:gd name="connsiteX63-57989" fmla="*/ 500594 w 1418883"/>
              <a:gd name="connsiteY63-57990" fmla="*/ 3933093 h 6858000"/>
              <a:gd name="connsiteX64-57991" fmla="*/ 504948 w 1418883"/>
              <a:gd name="connsiteY64-57992" fmla="*/ 3922082 h 6858000"/>
              <a:gd name="connsiteX65-57993" fmla="*/ 510026 w 1418883"/>
              <a:gd name="connsiteY65-57994" fmla="*/ 3901461 h 6858000"/>
              <a:gd name="connsiteX66-57995" fmla="*/ 532620 w 1418883"/>
              <a:gd name="connsiteY66-57996" fmla="*/ 3813873 h 6858000"/>
              <a:gd name="connsiteX67-57997" fmla="*/ 532045 w 1418883"/>
              <a:gd name="connsiteY67-57998" fmla="*/ 3806161 h 6858000"/>
              <a:gd name="connsiteX68-57999" fmla="*/ 532352 w 1418883"/>
              <a:gd name="connsiteY68-58000" fmla="*/ 3805957 h 6858000"/>
              <a:gd name="connsiteX69-58001" fmla="*/ 532379 w 1418883"/>
              <a:gd name="connsiteY69-58002" fmla="*/ 3797724 h 6858000"/>
              <a:gd name="connsiteX70-58003" fmla="*/ 530994 w 1418883"/>
              <a:gd name="connsiteY70-58004" fmla="*/ 3792098 h 6858000"/>
              <a:gd name="connsiteX71-58005" fmla="*/ 529878 w 1418883"/>
              <a:gd name="connsiteY71-58006" fmla="*/ 3777135 h 6858000"/>
              <a:gd name="connsiteX72-58007" fmla="*/ 531611 w 1418883"/>
              <a:gd name="connsiteY72-58008" fmla="*/ 3771656 h 6858000"/>
              <a:gd name="connsiteX73-58009" fmla="*/ 535354 w 1418883"/>
              <a:gd name="connsiteY73-58010" fmla="*/ 3769007 h 6858000"/>
              <a:gd name="connsiteX74-58011" fmla="*/ 534820 w 1418883"/>
              <a:gd name="connsiteY74-58012" fmla="*/ 3767709 h 6858000"/>
              <a:gd name="connsiteX75-58013" fmla="*/ 543516 w 1418883"/>
              <a:gd name="connsiteY75-58014" fmla="*/ 3738082 h 6858000"/>
              <a:gd name="connsiteX76-58015" fmla="*/ 550862 w 1418883"/>
              <a:gd name="connsiteY76-58016" fmla="*/ 3673397 h 6858000"/>
              <a:gd name="connsiteX77-58017" fmla="*/ 550158 w 1418883"/>
              <a:gd name="connsiteY77-58018" fmla="*/ 3637109 h 6858000"/>
              <a:gd name="connsiteX78-58019" fmla="*/ 553601 w 1418883"/>
              <a:gd name="connsiteY78-58020" fmla="*/ 3536883 h 6858000"/>
              <a:gd name="connsiteX79-58021" fmla="*/ 561139 w 1418883"/>
              <a:gd name="connsiteY79-58022" fmla="*/ 3435652 h 6858000"/>
              <a:gd name="connsiteX80-58023" fmla="*/ 562810 w 1418883"/>
              <a:gd name="connsiteY80-58024" fmla="*/ 3307769 h 6858000"/>
              <a:gd name="connsiteX81-58025" fmla="*/ 580373 w 1418883"/>
              <a:gd name="connsiteY81-58026" fmla="*/ 3250522 h 6858000"/>
              <a:gd name="connsiteX82-58027" fmla="*/ 580798 w 1418883"/>
              <a:gd name="connsiteY82-58028" fmla="*/ 3229163 h 6858000"/>
              <a:gd name="connsiteX83-58029" fmla="*/ 582621 w 1418883"/>
              <a:gd name="connsiteY83-58030" fmla="*/ 3217217 h 6858000"/>
              <a:gd name="connsiteX84-58031" fmla="*/ 569456 w 1418883"/>
              <a:gd name="connsiteY84-58032" fmla="*/ 3183755 h 6858000"/>
              <a:gd name="connsiteX85-58033" fmla="*/ 569957 w 1418883"/>
              <a:gd name="connsiteY85-58034" fmla="*/ 3178642 h 6858000"/>
              <a:gd name="connsiteX86-58035" fmla="*/ 557557 w 1418883"/>
              <a:gd name="connsiteY86-58036" fmla="*/ 3158586 h 6858000"/>
              <a:gd name="connsiteX87-58037" fmla="*/ 542742 w 1418883"/>
              <a:gd name="connsiteY87-58038" fmla="*/ 3129034 h 6858000"/>
              <a:gd name="connsiteX88-58039" fmla="*/ 543407 w 1418883"/>
              <a:gd name="connsiteY88-58040" fmla="*/ 3126682 h 6858000"/>
              <a:gd name="connsiteX89-58041" fmla="*/ 534275 w 1418883"/>
              <a:gd name="connsiteY89-58042" fmla="*/ 3114519 h 6858000"/>
              <a:gd name="connsiteX90-58043" fmla="*/ 520884 w 1418883"/>
              <a:gd name="connsiteY90-58044" fmla="*/ 3106272 h 6858000"/>
              <a:gd name="connsiteX91-58045" fmla="*/ 493614 w 1418883"/>
              <a:gd name="connsiteY91-58046" fmla="*/ 2958185 h 6858000"/>
              <a:gd name="connsiteX92-58047" fmla="*/ 436228 w 1418883"/>
              <a:gd name="connsiteY92-58048" fmla="*/ 2762989 h 6858000"/>
              <a:gd name="connsiteX93-58049" fmla="*/ 385146 w 1418883"/>
              <a:gd name="connsiteY93-58050" fmla="*/ 2554718 h 6858000"/>
              <a:gd name="connsiteX94-58051" fmla="*/ 365240 w 1418883"/>
              <a:gd name="connsiteY94-58052" fmla="*/ 2485734 h 6858000"/>
              <a:gd name="connsiteX95-58053" fmla="*/ 355963 w 1418883"/>
              <a:gd name="connsiteY95-58054" fmla="*/ 2447068 h 6858000"/>
              <a:gd name="connsiteX96-58055" fmla="*/ 342924 w 1418883"/>
              <a:gd name="connsiteY96-58056" fmla="*/ 2425819 h 6858000"/>
              <a:gd name="connsiteX97-58057" fmla="*/ 348923 w 1418883"/>
              <a:gd name="connsiteY97-58058" fmla="*/ 2402874 h 6858000"/>
              <a:gd name="connsiteX98-58059" fmla="*/ 351535 w 1418883"/>
              <a:gd name="connsiteY98-58060" fmla="*/ 2381443 h 6858000"/>
              <a:gd name="connsiteX99-58061" fmla="*/ 327864 w 1418883"/>
              <a:gd name="connsiteY99-58062" fmla="*/ 2261920 h 6858000"/>
              <a:gd name="connsiteX100-58063" fmla="*/ 317751 w 1418883"/>
              <a:gd name="connsiteY100-58064" fmla="*/ 2195378 h 6858000"/>
              <a:gd name="connsiteX101-58065" fmla="*/ 301968 w 1418883"/>
              <a:gd name="connsiteY101-58066" fmla="*/ 2155135 h 6858000"/>
              <a:gd name="connsiteX102-58067" fmla="*/ 299426 w 1418883"/>
              <a:gd name="connsiteY102-58068" fmla="*/ 2118008 h 6858000"/>
              <a:gd name="connsiteX103-58069" fmla="*/ 300419 w 1418883"/>
              <a:gd name="connsiteY103-58070" fmla="*/ 2050531 h 6858000"/>
              <a:gd name="connsiteX104-58071" fmla="*/ 292225 w 1418883"/>
              <a:gd name="connsiteY104-58072" fmla="*/ 1963269 h 6858000"/>
              <a:gd name="connsiteX105-58073" fmla="*/ 273403 w 1418883"/>
              <a:gd name="connsiteY105-58074" fmla="*/ 1906352 h 6858000"/>
              <a:gd name="connsiteX106-58075" fmla="*/ 249960 w 1418883"/>
              <a:gd name="connsiteY106-58076" fmla="*/ 1861531 h 6858000"/>
              <a:gd name="connsiteX107-58077" fmla="*/ 203759 w 1418883"/>
              <a:gd name="connsiteY107-58078" fmla="*/ 1732919 h 6858000"/>
              <a:gd name="connsiteX108-58079" fmla="*/ 176070 w 1418883"/>
              <a:gd name="connsiteY108-58080" fmla="*/ 1663540 h 6858000"/>
              <a:gd name="connsiteX109-58081" fmla="*/ 175196 w 1418883"/>
              <a:gd name="connsiteY109-58082" fmla="*/ 1615777 h 6858000"/>
              <a:gd name="connsiteX110-58083" fmla="*/ 155991 w 1418883"/>
              <a:gd name="connsiteY110-58084" fmla="*/ 1563678 h 6858000"/>
              <a:gd name="connsiteX111-58085" fmla="*/ 169071 w 1418883"/>
              <a:gd name="connsiteY111-58086" fmla="*/ 1519474 h 6858000"/>
              <a:gd name="connsiteX112-58087" fmla="*/ 161813 w 1418883"/>
              <a:gd name="connsiteY112-58088" fmla="*/ 1477995 h 6858000"/>
              <a:gd name="connsiteX113-58089" fmla="*/ 147898 w 1418883"/>
              <a:gd name="connsiteY113-58090" fmla="*/ 1373769 h 6858000"/>
              <a:gd name="connsiteX114-58091" fmla="*/ 156205 w 1418883"/>
              <a:gd name="connsiteY114-58092" fmla="*/ 1307086 h 6858000"/>
              <a:gd name="connsiteX115-58093" fmla="*/ 157393 w 1418883"/>
              <a:gd name="connsiteY115-58094" fmla="*/ 1189033 h 6858000"/>
              <a:gd name="connsiteX116-58095" fmla="*/ 162078 w 1418883"/>
              <a:gd name="connsiteY116-58096" fmla="*/ 1168288 h 6858000"/>
              <a:gd name="connsiteX117-58097" fmla="*/ 154360 w 1418883"/>
              <a:gd name="connsiteY117-58098" fmla="*/ 1142577 h 6858000"/>
              <a:gd name="connsiteX118-58099" fmla="*/ 143666 w 1418883"/>
              <a:gd name="connsiteY118-58100" fmla="*/ 1088484 h 6858000"/>
              <a:gd name="connsiteX119-58101" fmla="*/ 132402 w 1418883"/>
              <a:gd name="connsiteY119-58102" fmla="*/ 1016103 h 6858000"/>
              <a:gd name="connsiteX120-58103" fmla="*/ 133858 w 1418883"/>
              <a:gd name="connsiteY120-58104" fmla="*/ 932283 h 6858000"/>
              <a:gd name="connsiteX121-58105" fmla="*/ 136094 w 1418883"/>
              <a:gd name="connsiteY121-58106" fmla="*/ 915925 h 6858000"/>
              <a:gd name="connsiteX122-58107" fmla="*/ 128723 w 1418883"/>
              <a:gd name="connsiteY122-58108" fmla="*/ 896999 h 6858000"/>
              <a:gd name="connsiteX123-58109" fmla="*/ 98131 w 1418883"/>
              <a:gd name="connsiteY123-58110" fmla="*/ 821517 h 6858000"/>
              <a:gd name="connsiteX124-58111" fmla="*/ 77081 w 1418883"/>
              <a:gd name="connsiteY124-58112" fmla="*/ 751353 h 6858000"/>
              <a:gd name="connsiteX125-58113" fmla="*/ 76639 w 1418883"/>
              <a:gd name="connsiteY125-58114" fmla="*/ 721230 h 6858000"/>
              <a:gd name="connsiteX126-58115" fmla="*/ 62310 w 1418883"/>
              <a:gd name="connsiteY126-58116" fmla="*/ 681659 h 6858000"/>
              <a:gd name="connsiteX127-58117" fmla="*/ 47729 w 1418883"/>
              <a:gd name="connsiteY127-58118" fmla="*/ 635218 h 6858000"/>
              <a:gd name="connsiteX128-58119" fmla="*/ 52740 w 1418883"/>
              <a:gd name="connsiteY128-58120" fmla="*/ 613763 h 6858000"/>
              <a:gd name="connsiteX129-58121" fmla="*/ 38682 w 1418883"/>
              <a:gd name="connsiteY129-58122" fmla="*/ 598582 h 6858000"/>
              <a:gd name="connsiteX130-58123" fmla="*/ 38363 w 1418883"/>
              <a:gd name="connsiteY130-58124" fmla="*/ 576846 h 6858000"/>
              <a:gd name="connsiteX131-58125" fmla="*/ 17989 w 1418883"/>
              <a:gd name="connsiteY131-58126" fmla="*/ 530055 h 6858000"/>
              <a:gd name="connsiteX132-58127" fmla="*/ 17237 w 1418883"/>
              <a:gd name="connsiteY132-58128" fmla="*/ 465389 h 6858000"/>
              <a:gd name="connsiteX133-58129" fmla="*/ 160 w 1418883"/>
              <a:gd name="connsiteY133-58130" fmla="*/ 424699 h 6858000"/>
              <a:gd name="connsiteX134-58131" fmla="*/ 535 w 1418883"/>
              <a:gd name="connsiteY134-58132" fmla="*/ 404917 h 6858000"/>
              <a:gd name="connsiteX135-58133" fmla="*/ 111526 w 1418883"/>
              <a:gd name="connsiteY135-58134" fmla="*/ 275771 h 6858000"/>
              <a:gd name="connsiteX136-58135" fmla="*/ 128553 w 1418883"/>
              <a:gd name="connsiteY136-58136" fmla="*/ 212860 h 6858000"/>
              <a:gd name="connsiteX137-58137" fmla="*/ 120263 w 1418883"/>
              <a:gd name="connsiteY137-58138" fmla="*/ 144983 h 6858000"/>
              <a:gd name="connsiteX138-58139" fmla="*/ 132547 w 1418883"/>
              <a:gd name="connsiteY138-58140" fmla="*/ 55288 h 6858000"/>
              <a:gd name="connsiteX139-58141" fmla="*/ 92101 w 1418883"/>
              <a:gd name="connsiteY139-58142" fmla="*/ 0 h 6858000"/>
              <a:gd name="connsiteX0-58143" fmla="*/ 91951 w 1418733"/>
              <a:gd name="connsiteY0-58144" fmla="*/ 0 h 6858000"/>
              <a:gd name="connsiteX1-58145" fmla="*/ 1418733 w 1418733"/>
              <a:gd name="connsiteY1-58146" fmla="*/ 0 h 6858000"/>
              <a:gd name="connsiteX2-58147" fmla="*/ 1418733 w 1418733"/>
              <a:gd name="connsiteY2-58148" fmla="*/ 6858000 h 6858000"/>
              <a:gd name="connsiteX3-58149" fmla="*/ 155427 w 1418733"/>
              <a:gd name="connsiteY3-58150" fmla="*/ 6857735 h 6858000"/>
              <a:gd name="connsiteX4-58151" fmla="*/ 192020 w 1418733"/>
              <a:gd name="connsiteY4-58152" fmla="*/ 6776847 h 6858000"/>
              <a:gd name="connsiteX5-58153" fmla="*/ 203520 w 1418733"/>
              <a:gd name="connsiteY5-58154" fmla="*/ 6737706 h 6858000"/>
              <a:gd name="connsiteX6-58155" fmla="*/ 228259 w 1418733"/>
              <a:gd name="connsiteY6-58156" fmla="*/ 6691589 h 6858000"/>
              <a:gd name="connsiteX7-58157" fmla="*/ 205816 w 1418733"/>
              <a:gd name="connsiteY7-58158" fmla="*/ 6659970 h 6858000"/>
              <a:gd name="connsiteX8-58159" fmla="*/ 220907 w 1418733"/>
              <a:gd name="connsiteY8-58160" fmla="*/ 6636211 h 6858000"/>
              <a:gd name="connsiteX9-58161" fmla="*/ 238351 w 1418733"/>
              <a:gd name="connsiteY9-58162" fmla="*/ 6594177 h 6858000"/>
              <a:gd name="connsiteX10-58163" fmla="*/ 252391 w 1418733"/>
              <a:gd name="connsiteY10-58164" fmla="*/ 6557575 h 6858000"/>
              <a:gd name="connsiteX11-58165" fmla="*/ 305348 w 1418733"/>
              <a:gd name="connsiteY11-58166" fmla="*/ 6492130 h 6858000"/>
              <a:gd name="connsiteX12-58167" fmla="*/ 321035 w 1418733"/>
              <a:gd name="connsiteY12-58168" fmla="*/ 6431610 h 6858000"/>
              <a:gd name="connsiteX13-58169" fmla="*/ 364740 w 1418733"/>
              <a:gd name="connsiteY13-58170" fmla="*/ 6379786 h 6858000"/>
              <a:gd name="connsiteX14-58171" fmla="*/ 347963 w 1418733"/>
              <a:gd name="connsiteY14-58172" fmla="*/ 6334727 h 6858000"/>
              <a:gd name="connsiteX15-58173" fmla="*/ 325378 w 1418733"/>
              <a:gd name="connsiteY15-58174" fmla="*/ 6313295 h 6858000"/>
              <a:gd name="connsiteX16-58175" fmla="*/ 332542 w 1418733"/>
              <a:gd name="connsiteY16-58176" fmla="*/ 6280046 h 6858000"/>
              <a:gd name="connsiteX17-58177" fmla="*/ 315287 w 1418733"/>
              <a:gd name="connsiteY17-58178" fmla="*/ 6270265 h 6858000"/>
              <a:gd name="connsiteX18-58179" fmla="*/ 342315 w 1418733"/>
              <a:gd name="connsiteY18-58180" fmla="*/ 6252834 h 6858000"/>
              <a:gd name="connsiteX19-58181" fmla="*/ 320307 w 1418733"/>
              <a:gd name="connsiteY19-58182" fmla="*/ 6202459 h 6858000"/>
              <a:gd name="connsiteX20-58183" fmla="*/ 319105 w 1418733"/>
              <a:gd name="connsiteY20-58184" fmla="*/ 6153037 h 6858000"/>
              <a:gd name="connsiteX21-58185" fmla="*/ 334520 w 1418733"/>
              <a:gd name="connsiteY21-58186" fmla="*/ 6078132 h 6858000"/>
              <a:gd name="connsiteX22-58187" fmla="*/ 321907 w 1418733"/>
              <a:gd name="connsiteY22-58188" fmla="*/ 6028119 h 6858000"/>
              <a:gd name="connsiteX23-58189" fmla="*/ 307136 w 1418733"/>
              <a:gd name="connsiteY23-58190" fmla="*/ 5926735 h 6858000"/>
              <a:gd name="connsiteX24-58191" fmla="*/ 356648 w 1418733"/>
              <a:gd name="connsiteY24-58192" fmla="*/ 5712857 h 6858000"/>
              <a:gd name="connsiteX25-58193" fmla="*/ 335723 w 1418733"/>
              <a:gd name="connsiteY25-58194" fmla="*/ 5676393 h 6858000"/>
              <a:gd name="connsiteX26-58195" fmla="*/ 375315 w 1418733"/>
              <a:gd name="connsiteY26-58196" fmla="*/ 5563435 h 6858000"/>
              <a:gd name="connsiteX27-58197" fmla="*/ 422445 w 1418733"/>
              <a:gd name="connsiteY27-58198" fmla="*/ 5437125 h 6858000"/>
              <a:gd name="connsiteX28-58199" fmla="*/ 436013 w 1418733"/>
              <a:gd name="connsiteY28-58200" fmla="*/ 5396260 h 6858000"/>
              <a:gd name="connsiteX29-58201" fmla="*/ 451994 w 1418733"/>
              <a:gd name="connsiteY29-58202" fmla="*/ 5330009 h 6858000"/>
              <a:gd name="connsiteX30-58203" fmla="*/ 485487 w 1418733"/>
              <a:gd name="connsiteY30-58204" fmla="*/ 5273739 h 6858000"/>
              <a:gd name="connsiteX31-58205" fmla="*/ 495086 w 1418733"/>
              <a:gd name="connsiteY31-58206" fmla="*/ 5241779 h 6858000"/>
              <a:gd name="connsiteX32-58207" fmla="*/ 506312 w 1418733"/>
              <a:gd name="connsiteY32-58208" fmla="*/ 5225268 h 6858000"/>
              <a:gd name="connsiteX33-58209" fmla="*/ 507332 w 1418733"/>
              <a:gd name="connsiteY33-58210" fmla="*/ 5217684 h 6858000"/>
              <a:gd name="connsiteX34-58211" fmla="*/ 514673 w 1418733"/>
              <a:gd name="connsiteY34-58212" fmla="*/ 5193377 h 6858000"/>
              <a:gd name="connsiteX35-58213" fmla="*/ 517976 w 1418733"/>
              <a:gd name="connsiteY35-58214" fmla="*/ 5179288 h 6858000"/>
              <a:gd name="connsiteX36-58215" fmla="*/ 518960 w 1418733"/>
              <a:gd name="connsiteY36-58216" fmla="*/ 5173621 h 6858000"/>
              <a:gd name="connsiteX37-58217" fmla="*/ 514594 w 1418733"/>
              <a:gd name="connsiteY37-58218" fmla="*/ 5159961 h 6858000"/>
              <a:gd name="connsiteX38-58219" fmla="*/ 521271 w 1418733"/>
              <a:gd name="connsiteY38-58220" fmla="*/ 5144295 h 6858000"/>
              <a:gd name="connsiteX39-58221" fmla="*/ 518204 w 1418733"/>
              <a:gd name="connsiteY39-58222" fmla="*/ 5125185 h 6858000"/>
              <a:gd name="connsiteX40-58223" fmla="*/ 525034 w 1418733"/>
              <a:gd name="connsiteY40-58224" fmla="*/ 5121884 h 6858000"/>
              <a:gd name="connsiteX41-58225" fmla="*/ 532070 w 1418733"/>
              <a:gd name="connsiteY41-58226" fmla="*/ 5067850 h 6858000"/>
              <a:gd name="connsiteX42-58227" fmla="*/ 534801 w 1418733"/>
              <a:gd name="connsiteY42-58228" fmla="*/ 5060861 h 6858000"/>
              <a:gd name="connsiteX43-58229" fmla="*/ 531505 w 1418733"/>
              <a:gd name="connsiteY43-58230" fmla="*/ 5034192 h 6858000"/>
              <a:gd name="connsiteX44-58231" fmla="*/ 533059 w 1418733"/>
              <a:gd name="connsiteY44-58232" fmla="*/ 4993030 h 6858000"/>
              <a:gd name="connsiteX45-58233" fmla="*/ 539968 w 1418733"/>
              <a:gd name="connsiteY45-58234" fmla="*/ 4946844 h 6858000"/>
              <a:gd name="connsiteX46-58235" fmla="*/ 535824 w 1418733"/>
              <a:gd name="connsiteY46-58236" fmla="*/ 4932692 h 6858000"/>
              <a:gd name="connsiteX47-58237" fmla="*/ 551227 w 1418733"/>
              <a:gd name="connsiteY47-58238" fmla="*/ 4858827 h 6858000"/>
              <a:gd name="connsiteX48-58239" fmla="*/ 557130 w 1418733"/>
              <a:gd name="connsiteY48-58240" fmla="*/ 4821170 h 6858000"/>
              <a:gd name="connsiteX49-58241" fmla="*/ 561863 w 1418733"/>
              <a:gd name="connsiteY49-58242" fmla="*/ 4780965 h 6858000"/>
              <a:gd name="connsiteX50-58243" fmla="*/ 563156 w 1418733"/>
              <a:gd name="connsiteY50-58244" fmla="*/ 4750867 h 6858000"/>
              <a:gd name="connsiteX51-58245" fmla="*/ 560963 w 1418733"/>
              <a:gd name="connsiteY51-58246" fmla="*/ 4690749 h 6858000"/>
              <a:gd name="connsiteX52-58247" fmla="*/ 556443 w 1418733"/>
              <a:gd name="connsiteY52-58248" fmla="*/ 4584173 h 6858000"/>
              <a:gd name="connsiteX53-58249" fmla="*/ 551526 w 1418733"/>
              <a:gd name="connsiteY53-58250" fmla="*/ 4444346 h 6858000"/>
              <a:gd name="connsiteX54-58251" fmla="*/ 548091 w 1418733"/>
              <a:gd name="connsiteY54-58252" fmla="*/ 4375228 h 6858000"/>
              <a:gd name="connsiteX55-58253" fmla="*/ 528744 w 1418733"/>
              <a:gd name="connsiteY55-58254" fmla="*/ 4214165 h 6858000"/>
              <a:gd name="connsiteX56-58255" fmla="*/ 532817 w 1418733"/>
              <a:gd name="connsiteY56-58256" fmla="*/ 4090296 h 6858000"/>
              <a:gd name="connsiteX57-58257" fmla="*/ 518073 w 1418733"/>
              <a:gd name="connsiteY57-58258" fmla="*/ 4033999 h 6858000"/>
              <a:gd name="connsiteX58-58259" fmla="*/ 519222 w 1418733"/>
              <a:gd name="connsiteY58-58260" fmla="*/ 4031933 h 6858000"/>
              <a:gd name="connsiteX59-58261" fmla="*/ 517798 w 1418733"/>
              <a:gd name="connsiteY59-58262" fmla="*/ 4013953 h 6858000"/>
              <a:gd name="connsiteX60-58263" fmla="*/ 504093 w 1418733"/>
              <a:gd name="connsiteY60-58264" fmla="*/ 3974753 h 6858000"/>
              <a:gd name="connsiteX61-58265" fmla="*/ 505691 w 1418733"/>
              <a:gd name="connsiteY61-58266" fmla="*/ 3969950 h 6858000"/>
              <a:gd name="connsiteX62-58267" fmla="*/ 499113 w 1418733"/>
              <a:gd name="connsiteY62-58268" fmla="*/ 3933779 h 6858000"/>
              <a:gd name="connsiteX63-58269" fmla="*/ 500444 w 1418733"/>
              <a:gd name="connsiteY63-58270" fmla="*/ 3933093 h 6858000"/>
              <a:gd name="connsiteX64-58271" fmla="*/ 504798 w 1418733"/>
              <a:gd name="connsiteY64-58272" fmla="*/ 3922082 h 6858000"/>
              <a:gd name="connsiteX65-58273" fmla="*/ 509876 w 1418733"/>
              <a:gd name="connsiteY65-58274" fmla="*/ 3901461 h 6858000"/>
              <a:gd name="connsiteX66-58275" fmla="*/ 532470 w 1418733"/>
              <a:gd name="connsiteY66-58276" fmla="*/ 3813873 h 6858000"/>
              <a:gd name="connsiteX67-58277" fmla="*/ 531895 w 1418733"/>
              <a:gd name="connsiteY67-58278" fmla="*/ 3806161 h 6858000"/>
              <a:gd name="connsiteX68-58279" fmla="*/ 532202 w 1418733"/>
              <a:gd name="connsiteY68-58280" fmla="*/ 3805957 h 6858000"/>
              <a:gd name="connsiteX69-58281" fmla="*/ 532229 w 1418733"/>
              <a:gd name="connsiteY69-58282" fmla="*/ 3797724 h 6858000"/>
              <a:gd name="connsiteX70-58283" fmla="*/ 530844 w 1418733"/>
              <a:gd name="connsiteY70-58284" fmla="*/ 3792098 h 6858000"/>
              <a:gd name="connsiteX71-58285" fmla="*/ 529728 w 1418733"/>
              <a:gd name="connsiteY71-58286" fmla="*/ 3777135 h 6858000"/>
              <a:gd name="connsiteX72-58287" fmla="*/ 531461 w 1418733"/>
              <a:gd name="connsiteY72-58288" fmla="*/ 3771656 h 6858000"/>
              <a:gd name="connsiteX73-58289" fmla="*/ 535204 w 1418733"/>
              <a:gd name="connsiteY73-58290" fmla="*/ 3769007 h 6858000"/>
              <a:gd name="connsiteX74-58291" fmla="*/ 534670 w 1418733"/>
              <a:gd name="connsiteY74-58292" fmla="*/ 3767709 h 6858000"/>
              <a:gd name="connsiteX75-58293" fmla="*/ 543366 w 1418733"/>
              <a:gd name="connsiteY75-58294" fmla="*/ 3738082 h 6858000"/>
              <a:gd name="connsiteX76-58295" fmla="*/ 550712 w 1418733"/>
              <a:gd name="connsiteY76-58296" fmla="*/ 3673397 h 6858000"/>
              <a:gd name="connsiteX77-58297" fmla="*/ 550008 w 1418733"/>
              <a:gd name="connsiteY77-58298" fmla="*/ 3637109 h 6858000"/>
              <a:gd name="connsiteX78-58299" fmla="*/ 553451 w 1418733"/>
              <a:gd name="connsiteY78-58300" fmla="*/ 3536883 h 6858000"/>
              <a:gd name="connsiteX79-58301" fmla="*/ 560989 w 1418733"/>
              <a:gd name="connsiteY79-58302" fmla="*/ 3435652 h 6858000"/>
              <a:gd name="connsiteX80-58303" fmla="*/ 562660 w 1418733"/>
              <a:gd name="connsiteY80-58304" fmla="*/ 3307769 h 6858000"/>
              <a:gd name="connsiteX81-58305" fmla="*/ 580223 w 1418733"/>
              <a:gd name="connsiteY81-58306" fmla="*/ 3250522 h 6858000"/>
              <a:gd name="connsiteX82-58307" fmla="*/ 580648 w 1418733"/>
              <a:gd name="connsiteY82-58308" fmla="*/ 3229163 h 6858000"/>
              <a:gd name="connsiteX83-58309" fmla="*/ 582471 w 1418733"/>
              <a:gd name="connsiteY83-58310" fmla="*/ 3217217 h 6858000"/>
              <a:gd name="connsiteX84-58311" fmla="*/ 569306 w 1418733"/>
              <a:gd name="connsiteY84-58312" fmla="*/ 3183755 h 6858000"/>
              <a:gd name="connsiteX85-58313" fmla="*/ 569807 w 1418733"/>
              <a:gd name="connsiteY85-58314" fmla="*/ 3178642 h 6858000"/>
              <a:gd name="connsiteX86-58315" fmla="*/ 557407 w 1418733"/>
              <a:gd name="connsiteY86-58316" fmla="*/ 3158586 h 6858000"/>
              <a:gd name="connsiteX87-58317" fmla="*/ 542592 w 1418733"/>
              <a:gd name="connsiteY87-58318" fmla="*/ 3129034 h 6858000"/>
              <a:gd name="connsiteX88-58319" fmla="*/ 543257 w 1418733"/>
              <a:gd name="connsiteY88-58320" fmla="*/ 3126682 h 6858000"/>
              <a:gd name="connsiteX89-58321" fmla="*/ 534125 w 1418733"/>
              <a:gd name="connsiteY89-58322" fmla="*/ 3114519 h 6858000"/>
              <a:gd name="connsiteX90-58323" fmla="*/ 520734 w 1418733"/>
              <a:gd name="connsiteY90-58324" fmla="*/ 3106272 h 6858000"/>
              <a:gd name="connsiteX91-58325" fmla="*/ 493464 w 1418733"/>
              <a:gd name="connsiteY91-58326" fmla="*/ 2958185 h 6858000"/>
              <a:gd name="connsiteX92-58327" fmla="*/ 436078 w 1418733"/>
              <a:gd name="connsiteY92-58328" fmla="*/ 2762989 h 6858000"/>
              <a:gd name="connsiteX93-58329" fmla="*/ 384996 w 1418733"/>
              <a:gd name="connsiteY93-58330" fmla="*/ 2554718 h 6858000"/>
              <a:gd name="connsiteX94-58331" fmla="*/ 365090 w 1418733"/>
              <a:gd name="connsiteY94-58332" fmla="*/ 2485734 h 6858000"/>
              <a:gd name="connsiteX95-58333" fmla="*/ 355813 w 1418733"/>
              <a:gd name="connsiteY95-58334" fmla="*/ 2447068 h 6858000"/>
              <a:gd name="connsiteX96-58335" fmla="*/ 342774 w 1418733"/>
              <a:gd name="connsiteY96-58336" fmla="*/ 2425819 h 6858000"/>
              <a:gd name="connsiteX97-58337" fmla="*/ 348773 w 1418733"/>
              <a:gd name="connsiteY97-58338" fmla="*/ 2402874 h 6858000"/>
              <a:gd name="connsiteX98-58339" fmla="*/ 351385 w 1418733"/>
              <a:gd name="connsiteY98-58340" fmla="*/ 2381443 h 6858000"/>
              <a:gd name="connsiteX99-58341" fmla="*/ 327714 w 1418733"/>
              <a:gd name="connsiteY99-58342" fmla="*/ 2261920 h 6858000"/>
              <a:gd name="connsiteX100-58343" fmla="*/ 317601 w 1418733"/>
              <a:gd name="connsiteY100-58344" fmla="*/ 2195378 h 6858000"/>
              <a:gd name="connsiteX101-58345" fmla="*/ 301818 w 1418733"/>
              <a:gd name="connsiteY101-58346" fmla="*/ 2155135 h 6858000"/>
              <a:gd name="connsiteX102-58347" fmla="*/ 299276 w 1418733"/>
              <a:gd name="connsiteY102-58348" fmla="*/ 2118008 h 6858000"/>
              <a:gd name="connsiteX103-58349" fmla="*/ 300269 w 1418733"/>
              <a:gd name="connsiteY103-58350" fmla="*/ 2050531 h 6858000"/>
              <a:gd name="connsiteX104-58351" fmla="*/ 292075 w 1418733"/>
              <a:gd name="connsiteY104-58352" fmla="*/ 1963269 h 6858000"/>
              <a:gd name="connsiteX105-58353" fmla="*/ 273253 w 1418733"/>
              <a:gd name="connsiteY105-58354" fmla="*/ 1906352 h 6858000"/>
              <a:gd name="connsiteX106-58355" fmla="*/ 249810 w 1418733"/>
              <a:gd name="connsiteY106-58356" fmla="*/ 1861531 h 6858000"/>
              <a:gd name="connsiteX107-58357" fmla="*/ 203609 w 1418733"/>
              <a:gd name="connsiteY107-58358" fmla="*/ 1732919 h 6858000"/>
              <a:gd name="connsiteX108-58359" fmla="*/ 175920 w 1418733"/>
              <a:gd name="connsiteY108-58360" fmla="*/ 1663540 h 6858000"/>
              <a:gd name="connsiteX109-58361" fmla="*/ 175046 w 1418733"/>
              <a:gd name="connsiteY109-58362" fmla="*/ 1615777 h 6858000"/>
              <a:gd name="connsiteX110-58363" fmla="*/ 155841 w 1418733"/>
              <a:gd name="connsiteY110-58364" fmla="*/ 1563678 h 6858000"/>
              <a:gd name="connsiteX111-58365" fmla="*/ 168921 w 1418733"/>
              <a:gd name="connsiteY111-58366" fmla="*/ 1519474 h 6858000"/>
              <a:gd name="connsiteX112-58367" fmla="*/ 161663 w 1418733"/>
              <a:gd name="connsiteY112-58368" fmla="*/ 1477995 h 6858000"/>
              <a:gd name="connsiteX113-58369" fmla="*/ 147748 w 1418733"/>
              <a:gd name="connsiteY113-58370" fmla="*/ 1373769 h 6858000"/>
              <a:gd name="connsiteX114-58371" fmla="*/ 156055 w 1418733"/>
              <a:gd name="connsiteY114-58372" fmla="*/ 1307086 h 6858000"/>
              <a:gd name="connsiteX115-58373" fmla="*/ 157243 w 1418733"/>
              <a:gd name="connsiteY115-58374" fmla="*/ 1189033 h 6858000"/>
              <a:gd name="connsiteX116-58375" fmla="*/ 161928 w 1418733"/>
              <a:gd name="connsiteY116-58376" fmla="*/ 1168288 h 6858000"/>
              <a:gd name="connsiteX117-58377" fmla="*/ 154210 w 1418733"/>
              <a:gd name="connsiteY117-58378" fmla="*/ 1142577 h 6858000"/>
              <a:gd name="connsiteX118-58379" fmla="*/ 143516 w 1418733"/>
              <a:gd name="connsiteY118-58380" fmla="*/ 1088484 h 6858000"/>
              <a:gd name="connsiteX119-58381" fmla="*/ 132252 w 1418733"/>
              <a:gd name="connsiteY119-58382" fmla="*/ 1016103 h 6858000"/>
              <a:gd name="connsiteX120-58383" fmla="*/ 133708 w 1418733"/>
              <a:gd name="connsiteY120-58384" fmla="*/ 932283 h 6858000"/>
              <a:gd name="connsiteX121-58385" fmla="*/ 135944 w 1418733"/>
              <a:gd name="connsiteY121-58386" fmla="*/ 915925 h 6858000"/>
              <a:gd name="connsiteX122-58387" fmla="*/ 128573 w 1418733"/>
              <a:gd name="connsiteY122-58388" fmla="*/ 896999 h 6858000"/>
              <a:gd name="connsiteX123-58389" fmla="*/ 97981 w 1418733"/>
              <a:gd name="connsiteY123-58390" fmla="*/ 821517 h 6858000"/>
              <a:gd name="connsiteX124-58391" fmla="*/ 76931 w 1418733"/>
              <a:gd name="connsiteY124-58392" fmla="*/ 751353 h 6858000"/>
              <a:gd name="connsiteX125-58393" fmla="*/ 76489 w 1418733"/>
              <a:gd name="connsiteY125-58394" fmla="*/ 721230 h 6858000"/>
              <a:gd name="connsiteX126-58395" fmla="*/ 62160 w 1418733"/>
              <a:gd name="connsiteY126-58396" fmla="*/ 681659 h 6858000"/>
              <a:gd name="connsiteX127-58397" fmla="*/ 47579 w 1418733"/>
              <a:gd name="connsiteY127-58398" fmla="*/ 635218 h 6858000"/>
              <a:gd name="connsiteX128-58399" fmla="*/ 52590 w 1418733"/>
              <a:gd name="connsiteY128-58400" fmla="*/ 613763 h 6858000"/>
              <a:gd name="connsiteX129-58401" fmla="*/ 38532 w 1418733"/>
              <a:gd name="connsiteY129-58402" fmla="*/ 598582 h 6858000"/>
              <a:gd name="connsiteX130-58403" fmla="*/ 38213 w 1418733"/>
              <a:gd name="connsiteY130-58404" fmla="*/ 576846 h 6858000"/>
              <a:gd name="connsiteX131-58405" fmla="*/ 17839 w 1418733"/>
              <a:gd name="connsiteY131-58406" fmla="*/ 530055 h 6858000"/>
              <a:gd name="connsiteX132-58407" fmla="*/ 17087 w 1418733"/>
              <a:gd name="connsiteY132-58408" fmla="*/ 465389 h 6858000"/>
              <a:gd name="connsiteX133-58409" fmla="*/ 10 w 1418733"/>
              <a:gd name="connsiteY133-58410" fmla="*/ 424699 h 6858000"/>
              <a:gd name="connsiteX134-58411" fmla="*/ 127193 w 1418733"/>
              <a:gd name="connsiteY134-58412" fmla="*/ 309501 h 6858000"/>
              <a:gd name="connsiteX135-58413" fmla="*/ 111376 w 1418733"/>
              <a:gd name="connsiteY135-58414" fmla="*/ 275771 h 6858000"/>
              <a:gd name="connsiteX136-58415" fmla="*/ 128403 w 1418733"/>
              <a:gd name="connsiteY136-58416" fmla="*/ 212860 h 6858000"/>
              <a:gd name="connsiteX137-58417" fmla="*/ 120113 w 1418733"/>
              <a:gd name="connsiteY137-58418" fmla="*/ 144983 h 6858000"/>
              <a:gd name="connsiteX138-58419" fmla="*/ 132397 w 1418733"/>
              <a:gd name="connsiteY138-58420" fmla="*/ 55288 h 6858000"/>
              <a:gd name="connsiteX139-58421" fmla="*/ 91951 w 1418733"/>
              <a:gd name="connsiteY139-58422" fmla="*/ 0 h 6858000"/>
              <a:gd name="connsiteX0-58423" fmla="*/ 76413 w 1403195"/>
              <a:gd name="connsiteY0-58424" fmla="*/ 0 h 6858000"/>
              <a:gd name="connsiteX1-58425" fmla="*/ 1403195 w 1403195"/>
              <a:gd name="connsiteY1-58426" fmla="*/ 0 h 6858000"/>
              <a:gd name="connsiteX2-58427" fmla="*/ 1403195 w 1403195"/>
              <a:gd name="connsiteY2-58428" fmla="*/ 6858000 h 6858000"/>
              <a:gd name="connsiteX3-58429" fmla="*/ 139889 w 1403195"/>
              <a:gd name="connsiteY3-58430" fmla="*/ 6857735 h 6858000"/>
              <a:gd name="connsiteX4-58431" fmla="*/ 176482 w 1403195"/>
              <a:gd name="connsiteY4-58432" fmla="*/ 6776847 h 6858000"/>
              <a:gd name="connsiteX5-58433" fmla="*/ 187982 w 1403195"/>
              <a:gd name="connsiteY5-58434" fmla="*/ 6737706 h 6858000"/>
              <a:gd name="connsiteX6-58435" fmla="*/ 212721 w 1403195"/>
              <a:gd name="connsiteY6-58436" fmla="*/ 6691589 h 6858000"/>
              <a:gd name="connsiteX7-58437" fmla="*/ 190278 w 1403195"/>
              <a:gd name="connsiteY7-58438" fmla="*/ 6659970 h 6858000"/>
              <a:gd name="connsiteX8-58439" fmla="*/ 205369 w 1403195"/>
              <a:gd name="connsiteY8-58440" fmla="*/ 6636211 h 6858000"/>
              <a:gd name="connsiteX9-58441" fmla="*/ 222813 w 1403195"/>
              <a:gd name="connsiteY9-58442" fmla="*/ 6594177 h 6858000"/>
              <a:gd name="connsiteX10-58443" fmla="*/ 236853 w 1403195"/>
              <a:gd name="connsiteY10-58444" fmla="*/ 6557575 h 6858000"/>
              <a:gd name="connsiteX11-58445" fmla="*/ 289810 w 1403195"/>
              <a:gd name="connsiteY11-58446" fmla="*/ 6492130 h 6858000"/>
              <a:gd name="connsiteX12-58447" fmla="*/ 305497 w 1403195"/>
              <a:gd name="connsiteY12-58448" fmla="*/ 6431610 h 6858000"/>
              <a:gd name="connsiteX13-58449" fmla="*/ 349202 w 1403195"/>
              <a:gd name="connsiteY13-58450" fmla="*/ 6379786 h 6858000"/>
              <a:gd name="connsiteX14-58451" fmla="*/ 332425 w 1403195"/>
              <a:gd name="connsiteY14-58452" fmla="*/ 6334727 h 6858000"/>
              <a:gd name="connsiteX15-58453" fmla="*/ 309840 w 1403195"/>
              <a:gd name="connsiteY15-58454" fmla="*/ 6313295 h 6858000"/>
              <a:gd name="connsiteX16-58455" fmla="*/ 317004 w 1403195"/>
              <a:gd name="connsiteY16-58456" fmla="*/ 6280046 h 6858000"/>
              <a:gd name="connsiteX17-58457" fmla="*/ 299749 w 1403195"/>
              <a:gd name="connsiteY17-58458" fmla="*/ 6270265 h 6858000"/>
              <a:gd name="connsiteX18-58459" fmla="*/ 326777 w 1403195"/>
              <a:gd name="connsiteY18-58460" fmla="*/ 6252834 h 6858000"/>
              <a:gd name="connsiteX19-58461" fmla="*/ 304769 w 1403195"/>
              <a:gd name="connsiteY19-58462" fmla="*/ 6202459 h 6858000"/>
              <a:gd name="connsiteX20-58463" fmla="*/ 303567 w 1403195"/>
              <a:gd name="connsiteY20-58464" fmla="*/ 6153037 h 6858000"/>
              <a:gd name="connsiteX21-58465" fmla="*/ 318982 w 1403195"/>
              <a:gd name="connsiteY21-58466" fmla="*/ 6078132 h 6858000"/>
              <a:gd name="connsiteX22-58467" fmla="*/ 306369 w 1403195"/>
              <a:gd name="connsiteY22-58468" fmla="*/ 6028119 h 6858000"/>
              <a:gd name="connsiteX23-58469" fmla="*/ 291598 w 1403195"/>
              <a:gd name="connsiteY23-58470" fmla="*/ 5926735 h 6858000"/>
              <a:gd name="connsiteX24-58471" fmla="*/ 341110 w 1403195"/>
              <a:gd name="connsiteY24-58472" fmla="*/ 5712857 h 6858000"/>
              <a:gd name="connsiteX25-58473" fmla="*/ 320185 w 1403195"/>
              <a:gd name="connsiteY25-58474" fmla="*/ 5676393 h 6858000"/>
              <a:gd name="connsiteX26-58475" fmla="*/ 359777 w 1403195"/>
              <a:gd name="connsiteY26-58476" fmla="*/ 5563435 h 6858000"/>
              <a:gd name="connsiteX27-58477" fmla="*/ 406907 w 1403195"/>
              <a:gd name="connsiteY27-58478" fmla="*/ 5437125 h 6858000"/>
              <a:gd name="connsiteX28-58479" fmla="*/ 420475 w 1403195"/>
              <a:gd name="connsiteY28-58480" fmla="*/ 5396260 h 6858000"/>
              <a:gd name="connsiteX29-58481" fmla="*/ 436456 w 1403195"/>
              <a:gd name="connsiteY29-58482" fmla="*/ 5330009 h 6858000"/>
              <a:gd name="connsiteX30-58483" fmla="*/ 469949 w 1403195"/>
              <a:gd name="connsiteY30-58484" fmla="*/ 5273739 h 6858000"/>
              <a:gd name="connsiteX31-58485" fmla="*/ 479548 w 1403195"/>
              <a:gd name="connsiteY31-58486" fmla="*/ 5241779 h 6858000"/>
              <a:gd name="connsiteX32-58487" fmla="*/ 490774 w 1403195"/>
              <a:gd name="connsiteY32-58488" fmla="*/ 5225268 h 6858000"/>
              <a:gd name="connsiteX33-58489" fmla="*/ 491794 w 1403195"/>
              <a:gd name="connsiteY33-58490" fmla="*/ 5217684 h 6858000"/>
              <a:gd name="connsiteX34-58491" fmla="*/ 499135 w 1403195"/>
              <a:gd name="connsiteY34-58492" fmla="*/ 5193377 h 6858000"/>
              <a:gd name="connsiteX35-58493" fmla="*/ 502438 w 1403195"/>
              <a:gd name="connsiteY35-58494" fmla="*/ 5179288 h 6858000"/>
              <a:gd name="connsiteX36-58495" fmla="*/ 503422 w 1403195"/>
              <a:gd name="connsiteY36-58496" fmla="*/ 5173621 h 6858000"/>
              <a:gd name="connsiteX37-58497" fmla="*/ 499056 w 1403195"/>
              <a:gd name="connsiteY37-58498" fmla="*/ 5159961 h 6858000"/>
              <a:gd name="connsiteX38-58499" fmla="*/ 505733 w 1403195"/>
              <a:gd name="connsiteY38-58500" fmla="*/ 5144295 h 6858000"/>
              <a:gd name="connsiteX39-58501" fmla="*/ 502666 w 1403195"/>
              <a:gd name="connsiteY39-58502" fmla="*/ 5125185 h 6858000"/>
              <a:gd name="connsiteX40-58503" fmla="*/ 509496 w 1403195"/>
              <a:gd name="connsiteY40-58504" fmla="*/ 5121884 h 6858000"/>
              <a:gd name="connsiteX41-58505" fmla="*/ 516532 w 1403195"/>
              <a:gd name="connsiteY41-58506" fmla="*/ 5067850 h 6858000"/>
              <a:gd name="connsiteX42-58507" fmla="*/ 519263 w 1403195"/>
              <a:gd name="connsiteY42-58508" fmla="*/ 5060861 h 6858000"/>
              <a:gd name="connsiteX43-58509" fmla="*/ 515967 w 1403195"/>
              <a:gd name="connsiteY43-58510" fmla="*/ 5034192 h 6858000"/>
              <a:gd name="connsiteX44-58511" fmla="*/ 517521 w 1403195"/>
              <a:gd name="connsiteY44-58512" fmla="*/ 4993030 h 6858000"/>
              <a:gd name="connsiteX45-58513" fmla="*/ 524430 w 1403195"/>
              <a:gd name="connsiteY45-58514" fmla="*/ 4946844 h 6858000"/>
              <a:gd name="connsiteX46-58515" fmla="*/ 520286 w 1403195"/>
              <a:gd name="connsiteY46-58516" fmla="*/ 4932692 h 6858000"/>
              <a:gd name="connsiteX47-58517" fmla="*/ 535689 w 1403195"/>
              <a:gd name="connsiteY47-58518" fmla="*/ 4858827 h 6858000"/>
              <a:gd name="connsiteX48-58519" fmla="*/ 541592 w 1403195"/>
              <a:gd name="connsiteY48-58520" fmla="*/ 4821170 h 6858000"/>
              <a:gd name="connsiteX49-58521" fmla="*/ 546325 w 1403195"/>
              <a:gd name="connsiteY49-58522" fmla="*/ 4780965 h 6858000"/>
              <a:gd name="connsiteX50-58523" fmla="*/ 547618 w 1403195"/>
              <a:gd name="connsiteY50-58524" fmla="*/ 4750867 h 6858000"/>
              <a:gd name="connsiteX51-58525" fmla="*/ 545425 w 1403195"/>
              <a:gd name="connsiteY51-58526" fmla="*/ 4690749 h 6858000"/>
              <a:gd name="connsiteX52-58527" fmla="*/ 540905 w 1403195"/>
              <a:gd name="connsiteY52-58528" fmla="*/ 4584173 h 6858000"/>
              <a:gd name="connsiteX53-58529" fmla="*/ 535988 w 1403195"/>
              <a:gd name="connsiteY53-58530" fmla="*/ 4444346 h 6858000"/>
              <a:gd name="connsiteX54-58531" fmla="*/ 532553 w 1403195"/>
              <a:gd name="connsiteY54-58532" fmla="*/ 4375228 h 6858000"/>
              <a:gd name="connsiteX55-58533" fmla="*/ 513206 w 1403195"/>
              <a:gd name="connsiteY55-58534" fmla="*/ 4214165 h 6858000"/>
              <a:gd name="connsiteX56-58535" fmla="*/ 517279 w 1403195"/>
              <a:gd name="connsiteY56-58536" fmla="*/ 4090296 h 6858000"/>
              <a:gd name="connsiteX57-58537" fmla="*/ 502535 w 1403195"/>
              <a:gd name="connsiteY57-58538" fmla="*/ 4033999 h 6858000"/>
              <a:gd name="connsiteX58-58539" fmla="*/ 503684 w 1403195"/>
              <a:gd name="connsiteY58-58540" fmla="*/ 4031933 h 6858000"/>
              <a:gd name="connsiteX59-58541" fmla="*/ 502260 w 1403195"/>
              <a:gd name="connsiteY59-58542" fmla="*/ 4013953 h 6858000"/>
              <a:gd name="connsiteX60-58543" fmla="*/ 488555 w 1403195"/>
              <a:gd name="connsiteY60-58544" fmla="*/ 3974753 h 6858000"/>
              <a:gd name="connsiteX61-58545" fmla="*/ 490153 w 1403195"/>
              <a:gd name="connsiteY61-58546" fmla="*/ 3969950 h 6858000"/>
              <a:gd name="connsiteX62-58547" fmla="*/ 483575 w 1403195"/>
              <a:gd name="connsiteY62-58548" fmla="*/ 3933779 h 6858000"/>
              <a:gd name="connsiteX63-58549" fmla="*/ 484906 w 1403195"/>
              <a:gd name="connsiteY63-58550" fmla="*/ 3933093 h 6858000"/>
              <a:gd name="connsiteX64-58551" fmla="*/ 489260 w 1403195"/>
              <a:gd name="connsiteY64-58552" fmla="*/ 3922082 h 6858000"/>
              <a:gd name="connsiteX65-58553" fmla="*/ 494338 w 1403195"/>
              <a:gd name="connsiteY65-58554" fmla="*/ 3901461 h 6858000"/>
              <a:gd name="connsiteX66-58555" fmla="*/ 516932 w 1403195"/>
              <a:gd name="connsiteY66-58556" fmla="*/ 3813873 h 6858000"/>
              <a:gd name="connsiteX67-58557" fmla="*/ 516357 w 1403195"/>
              <a:gd name="connsiteY67-58558" fmla="*/ 3806161 h 6858000"/>
              <a:gd name="connsiteX68-58559" fmla="*/ 516664 w 1403195"/>
              <a:gd name="connsiteY68-58560" fmla="*/ 3805957 h 6858000"/>
              <a:gd name="connsiteX69-58561" fmla="*/ 516691 w 1403195"/>
              <a:gd name="connsiteY69-58562" fmla="*/ 3797724 h 6858000"/>
              <a:gd name="connsiteX70-58563" fmla="*/ 515306 w 1403195"/>
              <a:gd name="connsiteY70-58564" fmla="*/ 3792098 h 6858000"/>
              <a:gd name="connsiteX71-58565" fmla="*/ 514190 w 1403195"/>
              <a:gd name="connsiteY71-58566" fmla="*/ 3777135 h 6858000"/>
              <a:gd name="connsiteX72-58567" fmla="*/ 515923 w 1403195"/>
              <a:gd name="connsiteY72-58568" fmla="*/ 3771656 h 6858000"/>
              <a:gd name="connsiteX73-58569" fmla="*/ 519666 w 1403195"/>
              <a:gd name="connsiteY73-58570" fmla="*/ 3769007 h 6858000"/>
              <a:gd name="connsiteX74-58571" fmla="*/ 519132 w 1403195"/>
              <a:gd name="connsiteY74-58572" fmla="*/ 3767709 h 6858000"/>
              <a:gd name="connsiteX75-58573" fmla="*/ 527828 w 1403195"/>
              <a:gd name="connsiteY75-58574" fmla="*/ 3738082 h 6858000"/>
              <a:gd name="connsiteX76-58575" fmla="*/ 535174 w 1403195"/>
              <a:gd name="connsiteY76-58576" fmla="*/ 3673397 h 6858000"/>
              <a:gd name="connsiteX77-58577" fmla="*/ 534470 w 1403195"/>
              <a:gd name="connsiteY77-58578" fmla="*/ 3637109 h 6858000"/>
              <a:gd name="connsiteX78-58579" fmla="*/ 537913 w 1403195"/>
              <a:gd name="connsiteY78-58580" fmla="*/ 3536883 h 6858000"/>
              <a:gd name="connsiteX79-58581" fmla="*/ 545451 w 1403195"/>
              <a:gd name="connsiteY79-58582" fmla="*/ 3435652 h 6858000"/>
              <a:gd name="connsiteX80-58583" fmla="*/ 547122 w 1403195"/>
              <a:gd name="connsiteY80-58584" fmla="*/ 3307769 h 6858000"/>
              <a:gd name="connsiteX81-58585" fmla="*/ 564685 w 1403195"/>
              <a:gd name="connsiteY81-58586" fmla="*/ 3250522 h 6858000"/>
              <a:gd name="connsiteX82-58587" fmla="*/ 565110 w 1403195"/>
              <a:gd name="connsiteY82-58588" fmla="*/ 3229163 h 6858000"/>
              <a:gd name="connsiteX83-58589" fmla="*/ 566933 w 1403195"/>
              <a:gd name="connsiteY83-58590" fmla="*/ 3217217 h 6858000"/>
              <a:gd name="connsiteX84-58591" fmla="*/ 553768 w 1403195"/>
              <a:gd name="connsiteY84-58592" fmla="*/ 3183755 h 6858000"/>
              <a:gd name="connsiteX85-58593" fmla="*/ 554269 w 1403195"/>
              <a:gd name="connsiteY85-58594" fmla="*/ 3178642 h 6858000"/>
              <a:gd name="connsiteX86-58595" fmla="*/ 541869 w 1403195"/>
              <a:gd name="connsiteY86-58596" fmla="*/ 3158586 h 6858000"/>
              <a:gd name="connsiteX87-58597" fmla="*/ 527054 w 1403195"/>
              <a:gd name="connsiteY87-58598" fmla="*/ 3129034 h 6858000"/>
              <a:gd name="connsiteX88-58599" fmla="*/ 527719 w 1403195"/>
              <a:gd name="connsiteY88-58600" fmla="*/ 3126682 h 6858000"/>
              <a:gd name="connsiteX89-58601" fmla="*/ 518587 w 1403195"/>
              <a:gd name="connsiteY89-58602" fmla="*/ 3114519 h 6858000"/>
              <a:gd name="connsiteX90-58603" fmla="*/ 505196 w 1403195"/>
              <a:gd name="connsiteY90-58604" fmla="*/ 3106272 h 6858000"/>
              <a:gd name="connsiteX91-58605" fmla="*/ 477926 w 1403195"/>
              <a:gd name="connsiteY91-58606" fmla="*/ 2958185 h 6858000"/>
              <a:gd name="connsiteX92-58607" fmla="*/ 420540 w 1403195"/>
              <a:gd name="connsiteY92-58608" fmla="*/ 2762989 h 6858000"/>
              <a:gd name="connsiteX93-58609" fmla="*/ 369458 w 1403195"/>
              <a:gd name="connsiteY93-58610" fmla="*/ 2554718 h 6858000"/>
              <a:gd name="connsiteX94-58611" fmla="*/ 349552 w 1403195"/>
              <a:gd name="connsiteY94-58612" fmla="*/ 2485734 h 6858000"/>
              <a:gd name="connsiteX95-58613" fmla="*/ 340275 w 1403195"/>
              <a:gd name="connsiteY95-58614" fmla="*/ 2447068 h 6858000"/>
              <a:gd name="connsiteX96-58615" fmla="*/ 327236 w 1403195"/>
              <a:gd name="connsiteY96-58616" fmla="*/ 2425819 h 6858000"/>
              <a:gd name="connsiteX97-58617" fmla="*/ 333235 w 1403195"/>
              <a:gd name="connsiteY97-58618" fmla="*/ 2402874 h 6858000"/>
              <a:gd name="connsiteX98-58619" fmla="*/ 335847 w 1403195"/>
              <a:gd name="connsiteY98-58620" fmla="*/ 2381443 h 6858000"/>
              <a:gd name="connsiteX99-58621" fmla="*/ 312176 w 1403195"/>
              <a:gd name="connsiteY99-58622" fmla="*/ 2261920 h 6858000"/>
              <a:gd name="connsiteX100-58623" fmla="*/ 302063 w 1403195"/>
              <a:gd name="connsiteY100-58624" fmla="*/ 2195378 h 6858000"/>
              <a:gd name="connsiteX101-58625" fmla="*/ 286280 w 1403195"/>
              <a:gd name="connsiteY101-58626" fmla="*/ 2155135 h 6858000"/>
              <a:gd name="connsiteX102-58627" fmla="*/ 283738 w 1403195"/>
              <a:gd name="connsiteY102-58628" fmla="*/ 2118008 h 6858000"/>
              <a:gd name="connsiteX103-58629" fmla="*/ 284731 w 1403195"/>
              <a:gd name="connsiteY103-58630" fmla="*/ 2050531 h 6858000"/>
              <a:gd name="connsiteX104-58631" fmla="*/ 276537 w 1403195"/>
              <a:gd name="connsiteY104-58632" fmla="*/ 1963269 h 6858000"/>
              <a:gd name="connsiteX105-58633" fmla="*/ 257715 w 1403195"/>
              <a:gd name="connsiteY105-58634" fmla="*/ 1906352 h 6858000"/>
              <a:gd name="connsiteX106-58635" fmla="*/ 234272 w 1403195"/>
              <a:gd name="connsiteY106-58636" fmla="*/ 1861531 h 6858000"/>
              <a:gd name="connsiteX107-58637" fmla="*/ 188071 w 1403195"/>
              <a:gd name="connsiteY107-58638" fmla="*/ 1732919 h 6858000"/>
              <a:gd name="connsiteX108-58639" fmla="*/ 160382 w 1403195"/>
              <a:gd name="connsiteY108-58640" fmla="*/ 1663540 h 6858000"/>
              <a:gd name="connsiteX109-58641" fmla="*/ 159508 w 1403195"/>
              <a:gd name="connsiteY109-58642" fmla="*/ 1615777 h 6858000"/>
              <a:gd name="connsiteX110-58643" fmla="*/ 140303 w 1403195"/>
              <a:gd name="connsiteY110-58644" fmla="*/ 1563678 h 6858000"/>
              <a:gd name="connsiteX111-58645" fmla="*/ 153383 w 1403195"/>
              <a:gd name="connsiteY111-58646" fmla="*/ 1519474 h 6858000"/>
              <a:gd name="connsiteX112-58647" fmla="*/ 146125 w 1403195"/>
              <a:gd name="connsiteY112-58648" fmla="*/ 1477995 h 6858000"/>
              <a:gd name="connsiteX113-58649" fmla="*/ 132210 w 1403195"/>
              <a:gd name="connsiteY113-58650" fmla="*/ 1373769 h 6858000"/>
              <a:gd name="connsiteX114-58651" fmla="*/ 140517 w 1403195"/>
              <a:gd name="connsiteY114-58652" fmla="*/ 1307086 h 6858000"/>
              <a:gd name="connsiteX115-58653" fmla="*/ 141705 w 1403195"/>
              <a:gd name="connsiteY115-58654" fmla="*/ 1189033 h 6858000"/>
              <a:gd name="connsiteX116-58655" fmla="*/ 146390 w 1403195"/>
              <a:gd name="connsiteY116-58656" fmla="*/ 1168288 h 6858000"/>
              <a:gd name="connsiteX117-58657" fmla="*/ 138672 w 1403195"/>
              <a:gd name="connsiteY117-58658" fmla="*/ 1142577 h 6858000"/>
              <a:gd name="connsiteX118-58659" fmla="*/ 127978 w 1403195"/>
              <a:gd name="connsiteY118-58660" fmla="*/ 1088484 h 6858000"/>
              <a:gd name="connsiteX119-58661" fmla="*/ 116714 w 1403195"/>
              <a:gd name="connsiteY119-58662" fmla="*/ 1016103 h 6858000"/>
              <a:gd name="connsiteX120-58663" fmla="*/ 118170 w 1403195"/>
              <a:gd name="connsiteY120-58664" fmla="*/ 932283 h 6858000"/>
              <a:gd name="connsiteX121-58665" fmla="*/ 120406 w 1403195"/>
              <a:gd name="connsiteY121-58666" fmla="*/ 915925 h 6858000"/>
              <a:gd name="connsiteX122-58667" fmla="*/ 113035 w 1403195"/>
              <a:gd name="connsiteY122-58668" fmla="*/ 896999 h 6858000"/>
              <a:gd name="connsiteX123-58669" fmla="*/ 82443 w 1403195"/>
              <a:gd name="connsiteY123-58670" fmla="*/ 821517 h 6858000"/>
              <a:gd name="connsiteX124-58671" fmla="*/ 61393 w 1403195"/>
              <a:gd name="connsiteY124-58672" fmla="*/ 751353 h 6858000"/>
              <a:gd name="connsiteX125-58673" fmla="*/ 60951 w 1403195"/>
              <a:gd name="connsiteY125-58674" fmla="*/ 721230 h 6858000"/>
              <a:gd name="connsiteX126-58675" fmla="*/ 46622 w 1403195"/>
              <a:gd name="connsiteY126-58676" fmla="*/ 681659 h 6858000"/>
              <a:gd name="connsiteX127-58677" fmla="*/ 32041 w 1403195"/>
              <a:gd name="connsiteY127-58678" fmla="*/ 635218 h 6858000"/>
              <a:gd name="connsiteX128-58679" fmla="*/ 37052 w 1403195"/>
              <a:gd name="connsiteY128-58680" fmla="*/ 613763 h 6858000"/>
              <a:gd name="connsiteX129-58681" fmla="*/ 22994 w 1403195"/>
              <a:gd name="connsiteY129-58682" fmla="*/ 598582 h 6858000"/>
              <a:gd name="connsiteX130-58683" fmla="*/ 22675 w 1403195"/>
              <a:gd name="connsiteY130-58684" fmla="*/ 576846 h 6858000"/>
              <a:gd name="connsiteX131-58685" fmla="*/ 2301 w 1403195"/>
              <a:gd name="connsiteY131-58686" fmla="*/ 530055 h 6858000"/>
              <a:gd name="connsiteX132-58687" fmla="*/ 1549 w 1403195"/>
              <a:gd name="connsiteY132-58688" fmla="*/ 465389 h 6858000"/>
              <a:gd name="connsiteX133-58689" fmla="*/ 90145 w 1403195"/>
              <a:gd name="connsiteY133-58690" fmla="*/ 353137 h 6858000"/>
              <a:gd name="connsiteX134-58691" fmla="*/ 111655 w 1403195"/>
              <a:gd name="connsiteY134-58692" fmla="*/ 309501 h 6858000"/>
              <a:gd name="connsiteX135-58693" fmla="*/ 95838 w 1403195"/>
              <a:gd name="connsiteY135-58694" fmla="*/ 275771 h 6858000"/>
              <a:gd name="connsiteX136-58695" fmla="*/ 112865 w 1403195"/>
              <a:gd name="connsiteY136-58696" fmla="*/ 212860 h 6858000"/>
              <a:gd name="connsiteX137-58697" fmla="*/ 104575 w 1403195"/>
              <a:gd name="connsiteY137-58698" fmla="*/ 144983 h 6858000"/>
              <a:gd name="connsiteX138-58699" fmla="*/ 116859 w 1403195"/>
              <a:gd name="connsiteY138-58700" fmla="*/ 55288 h 6858000"/>
              <a:gd name="connsiteX139-58701" fmla="*/ 76413 w 1403195"/>
              <a:gd name="connsiteY139-58702" fmla="*/ 0 h 6858000"/>
              <a:gd name="connsiteX0-58703" fmla="*/ 74305 w 1401087"/>
              <a:gd name="connsiteY0-58704" fmla="*/ 0 h 6858000"/>
              <a:gd name="connsiteX1-58705" fmla="*/ 1401087 w 1401087"/>
              <a:gd name="connsiteY1-58706" fmla="*/ 0 h 6858000"/>
              <a:gd name="connsiteX2-58707" fmla="*/ 1401087 w 1401087"/>
              <a:gd name="connsiteY2-58708" fmla="*/ 6858000 h 6858000"/>
              <a:gd name="connsiteX3-58709" fmla="*/ 137781 w 1401087"/>
              <a:gd name="connsiteY3-58710" fmla="*/ 6857735 h 6858000"/>
              <a:gd name="connsiteX4-58711" fmla="*/ 174374 w 1401087"/>
              <a:gd name="connsiteY4-58712" fmla="*/ 6776847 h 6858000"/>
              <a:gd name="connsiteX5-58713" fmla="*/ 185874 w 1401087"/>
              <a:gd name="connsiteY5-58714" fmla="*/ 6737706 h 6858000"/>
              <a:gd name="connsiteX6-58715" fmla="*/ 210613 w 1401087"/>
              <a:gd name="connsiteY6-58716" fmla="*/ 6691589 h 6858000"/>
              <a:gd name="connsiteX7-58717" fmla="*/ 188170 w 1401087"/>
              <a:gd name="connsiteY7-58718" fmla="*/ 6659970 h 6858000"/>
              <a:gd name="connsiteX8-58719" fmla="*/ 203261 w 1401087"/>
              <a:gd name="connsiteY8-58720" fmla="*/ 6636211 h 6858000"/>
              <a:gd name="connsiteX9-58721" fmla="*/ 220705 w 1401087"/>
              <a:gd name="connsiteY9-58722" fmla="*/ 6594177 h 6858000"/>
              <a:gd name="connsiteX10-58723" fmla="*/ 234745 w 1401087"/>
              <a:gd name="connsiteY10-58724" fmla="*/ 6557575 h 6858000"/>
              <a:gd name="connsiteX11-58725" fmla="*/ 287702 w 1401087"/>
              <a:gd name="connsiteY11-58726" fmla="*/ 6492130 h 6858000"/>
              <a:gd name="connsiteX12-58727" fmla="*/ 303389 w 1401087"/>
              <a:gd name="connsiteY12-58728" fmla="*/ 6431610 h 6858000"/>
              <a:gd name="connsiteX13-58729" fmla="*/ 347094 w 1401087"/>
              <a:gd name="connsiteY13-58730" fmla="*/ 6379786 h 6858000"/>
              <a:gd name="connsiteX14-58731" fmla="*/ 330317 w 1401087"/>
              <a:gd name="connsiteY14-58732" fmla="*/ 6334727 h 6858000"/>
              <a:gd name="connsiteX15-58733" fmla="*/ 307732 w 1401087"/>
              <a:gd name="connsiteY15-58734" fmla="*/ 6313295 h 6858000"/>
              <a:gd name="connsiteX16-58735" fmla="*/ 314896 w 1401087"/>
              <a:gd name="connsiteY16-58736" fmla="*/ 6280046 h 6858000"/>
              <a:gd name="connsiteX17-58737" fmla="*/ 297641 w 1401087"/>
              <a:gd name="connsiteY17-58738" fmla="*/ 6270265 h 6858000"/>
              <a:gd name="connsiteX18-58739" fmla="*/ 324669 w 1401087"/>
              <a:gd name="connsiteY18-58740" fmla="*/ 6252834 h 6858000"/>
              <a:gd name="connsiteX19-58741" fmla="*/ 302661 w 1401087"/>
              <a:gd name="connsiteY19-58742" fmla="*/ 6202459 h 6858000"/>
              <a:gd name="connsiteX20-58743" fmla="*/ 301459 w 1401087"/>
              <a:gd name="connsiteY20-58744" fmla="*/ 6153037 h 6858000"/>
              <a:gd name="connsiteX21-58745" fmla="*/ 316874 w 1401087"/>
              <a:gd name="connsiteY21-58746" fmla="*/ 6078132 h 6858000"/>
              <a:gd name="connsiteX22-58747" fmla="*/ 304261 w 1401087"/>
              <a:gd name="connsiteY22-58748" fmla="*/ 6028119 h 6858000"/>
              <a:gd name="connsiteX23-58749" fmla="*/ 289490 w 1401087"/>
              <a:gd name="connsiteY23-58750" fmla="*/ 5926735 h 6858000"/>
              <a:gd name="connsiteX24-58751" fmla="*/ 339002 w 1401087"/>
              <a:gd name="connsiteY24-58752" fmla="*/ 5712857 h 6858000"/>
              <a:gd name="connsiteX25-58753" fmla="*/ 318077 w 1401087"/>
              <a:gd name="connsiteY25-58754" fmla="*/ 5676393 h 6858000"/>
              <a:gd name="connsiteX26-58755" fmla="*/ 357669 w 1401087"/>
              <a:gd name="connsiteY26-58756" fmla="*/ 5563435 h 6858000"/>
              <a:gd name="connsiteX27-58757" fmla="*/ 404799 w 1401087"/>
              <a:gd name="connsiteY27-58758" fmla="*/ 5437125 h 6858000"/>
              <a:gd name="connsiteX28-58759" fmla="*/ 418367 w 1401087"/>
              <a:gd name="connsiteY28-58760" fmla="*/ 5396260 h 6858000"/>
              <a:gd name="connsiteX29-58761" fmla="*/ 434348 w 1401087"/>
              <a:gd name="connsiteY29-58762" fmla="*/ 5330009 h 6858000"/>
              <a:gd name="connsiteX30-58763" fmla="*/ 467841 w 1401087"/>
              <a:gd name="connsiteY30-58764" fmla="*/ 5273739 h 6858000"/>
              <a:gd name="connsiteX31-58765" fmla="*/ 477440 w 1401087"/>
              <a:gd name="connsiteY31-58766" fmla="*/ 5241779 h 6858000"/>
              <a:gd name="connsiteX32-58767" fmla="*/ 488666 w 1401087"/>
              <a:gd name="connsiteY32-58768" fmla="*/ 5225268 h 6858000"/>
              <a:gd name="connsiteX33-58769" fmla="*/ 489686 w 1401087"/>
              <a:gd name="connsiteY33-58770" fmla="*/ 5217684 h 6858000"/>
              <a:gd name="connsiteX34-58771" fmla="*/ 497027 w 1401087"/>
              <a:gd name="connsiteY34-58772" fmla="*/ 5193377 h 6858000"/>
              <a:gd name="connsiteX35-58773" fmla="*/ 500330 w 1401087"/>
              <a:gd name="connsiteY35-58774" fmla="*/ 5179288 h 6858000"/>
              <a:gd name="connsiteX36-58775" fmla="*/ 501314 w 1401087"/>
              <a:gd name="connsiteY36-58776" fmla="*/ 5173621 h 6858000"/>
              <a:gd name="connsiteX37-58777" fmla="*/ 496948 w 1401087"/>
              <a:gd name="connsiteY37-58778" fmla="*/ 5159961 h 6858000"/>
              <a:gd name="connsiteX38-58779" fmla="*/ 503625 w 1401087"/>
              <a:gd name="connsiteY38-58780" fmla="*/ 5144295 h 6858000"/>
              <a:gd name="connsiteX39-58781" fmla="*/ 500558 w 1401087"/>
              <a:gd name="connsiteY39-58782" fmla="*/ 5125185 h 6858000"/>
              <a:gd name="connsiteX40-58783" fmla="*/ 507388 w 1401087"/>
              <a:gd name="connsiteY40-58784" fmla="*/ 5121884 h 6858000"/>
              <a:gd name="connsiteX41-58785" fmla="*/ 514424 w 1401087"/>
              <a:gd name="connsiteY41-58786" fmla="*/ 5067850 h 6858000"/>
              <a:gd name="connsiteX42-58787" fmla="*/ 517155 w 1401087"/>
              <a:gd name="connsiteY42-58788" fmla="*/ 5060861 h 6858000"/>
              <a:gd name="connsiteX43-58789" fmla="*/ 513859 w 1401087"/>
              <a:gd name="connsiteY43-58790" fmla="*/ 5034192 h 6858000"/>
              <a:gd name="connsiteX44-58791" fmla="*/ 515413 w 1401087"/>
              <a:gd name="connsiteY44-58792" fmla="*/ 4993030 h 6858000"/>
              <a:gd name="connsiteX45-58793" fmla="*/ 522322 w 1401087"/>
              <a:gd name="connsiteY45-58794" fmla="*/ 4946844 h 6858000"/>
              <a:gd name="connsiteX46-58795" fmla="*/ 518178 w 1401087"/>
              <a:gd name="connsiteY46-58796" fmla="*/ 4932692 h 6858000"/>
              <a:gd name="connsiteX47-58797" fmla="*/ 533581 w 1401087"/>
              <a:gd name="connsiteY47-58798" fmla="*/ 4858827 h 6858000"/>
              <a:gd name="connsiteX48-58799" fmla="*/ 539484 w 1401087"/>
              <a:gd name="connsiteY48-58800" fmla="*/ 4821170 h 6858000"/>
              <a:gd name="connsiteX49-58801" fmla="*/ 544217 w 1401087"/>
              <a:gd name="connsiteY49-58802" fmla="*/ 4780965 h 6858000"/>
              <a:gd name="connsiteX50-58803" fmla="*/ 545510 w 1401087"/>
              <a:gd name="connsiteY50-58804" fmla="*/ 4750867 h 6858000"/>
              <a:gd name="connsiteX51-58805" fmla="*/ 543317 w 1401087"/>
              <a:gd name="connsiteY51-58806" fmla="*/ 4690749 h 6858000"/>
              <a:gd name="connsiteX52-58807" fmla="*/ 538797 w 1401087"/>
              <a:gd name="connsiteY52-58808" fmla="*/ 4584173 h 6858000"/>
              <a:gd name="connsiteX53-58809" fmla="*/ 533880 w 1401087"/>
              <a:gd name="connsiteY53-58810" fmla="*/ 4444346 h 6858000"/>
              <a:gd name="connsiteX54-58811" fmla="*/ 530445 w 1401087"/>
              <a:gd name="connsiteY54-58812" fmla="*/ 4375228 h 6858000"/>
              <a:gd name="connsiteX55-58813" fmla="*/ 511098 w 1401087"/>
              <a:gd name="connsiteY55-58814" fmla="*/ 4214165 h 6858000"/>
              <a:gd name="connsiteX56-58815" fmla="*/ 515171 w 1401087"/>
              <a:gd name="connsiteY56-58816" fmla="*/ 4090296 h 6858000"/>
              <a:gd name="connsiteX57-58817" fmla="*/ 500427 w 1401087"/>
              <a:gd name="connsiteY57-58818" fmla="*/ 4033999 h 6858000"/>
              <a:gd name="connsiteX58-58819" fmla="*/ 501576 w 1401087"/>
              <a:gd name="connsiteY58-58820" fmla="*/ 4031933 h 6858000"/>
              <a:gd name="connsiteX59-58821" fmla="*/ 500152 w 1401087"/>
              <a:gd name="connsiteY59-58822" fmla="*/ 4013953 h 6858000"/>
              <a:gd name="connsiteX60-58823" fmla="*/ 486447 w 1401087"/>
              <a:gd name="connsiteY60-58824" fmla="*/ 3974753 h 6858000"/>
              <a:gd name="connsiteX61-58825" fmla="*/ 488045 w 1401087"/>
              <a:gd name="connsiteY61-58826" fmla="*/ 3969950 h 6858000"/>
              <a:gd name="connsiteX62-58827" fmla="*/ 481467 w 1401087"/>
              <a:gd name="connsiteY62-58828" fmla="*/ 3933779 h 6858000"/>
              <a:gd name="connsiteX63-58829" fmla="*/ 482798 w 1401087"/>
              <a:gd name="connsiteY63-58830" fmla="*/ 3933093 h 6858000"/>
              <a:gd name="connsiteX64-58831" fmla="*/ 487152 w 1401087"/>
              <a:gd name="connsiteY64-58832" fmla="*/ 3922082 h 6858000"/>
              <a:gd name="connsiteX65-58833" fmla="*/ 492230 w 1401087"/>
              <a:gd name="connsiteY65-58834" fmla="*/ 3901461 h 6858000"/>
              <a:gd name="connsiteX66-58835" fmla="*/ 514824 w 1401087"/>
              <a:gd name="connsiteY66-58836" fmla="*/ 3813873 h 6858000"/>
              <a:gd name="connsiteX67-58837" fmla="*/ 514249 w 1401087"/>
              <a:gd name="connsiteY67-58838" fmla="*/ 3806161 h 6858000"/>
              <a:gd name="connsiteX68-58839" fmla="*/ 514556 w 1401087"/>
              <a:gd name="connsiteY68-58840" fmla="*/ 3805957 h 6858000"/>
              <a:gd name="connsiteX69-58841" fmla="*/ 514583 w 1401087"/>
              <a:gd name="connsiteY69-58842" fmla="*/ 3797724 h 6858000"/>
              <a:gd name="connsiteX70-58843" fmla="*/ 513198 w 1401087"/>
              <a:gd name="connsiteY70-58844" fmla="*/ 3792098 h 6858000"/>
              <a:gd name="connsiteX71-58845" fmla="*/ 512082 w 1401087"/>
              <a:gd name="connsiteY71-58846" fmla="*/ 3777135 h 6858000"/>
              <a:gd name="connsiteX72-58847" fmla="*/ 513815 w 1401087"/>
              <a:gd name="connsiteY72-58848" fmla="*/ 3771656 h 6858000"/>
              <a:gd name="connsiteX73-58849" fmla="*/ 517558 w 1401087"/>
              <a:gd name="connsiteY73-58850" fmla="*/ 3769007 h 6858000"/>
              <a:gd name="connsiteX74-58851" fmla="*/ 517024 w 1401087"/>
              <a:gd name="connsiteY74-58852" fmla="*/ 3767709 h 6858000"/>
              <a:gd name="connsiteX75-58853" fmla="*/ 525720 w 1401087"/>
              <a:gd name="connsiteY75-58854" fmla="*/ 3738082 h 6858000"/>
              <a:gd name="connsiteX76-58855" fmla="*/ 533066 w 1401087"/>
              <a:gd name="connsiteY76-58856" fmla="*/ 3673397 h 6858000"/>
              <a:gd name="connsiteX77-58857" fmla="*/ 532362 w 1401087"/>
              <a:gd name="connsiteY77-58858" fmla="*/ 3637109 h 6858000"/>
              <a:gd name="connsiteX78-58859" fmla="*/ 535805 w 1401087"/>
              <a:gd name="connsiteY78-58860" fmla="*/ 3536883 h 6858000"/>
              <a:gd name="connsiteX79-58861" fmla="*/ 543343 w 1401087"/>
              <a:gd name="connsiteY79-58862" fmla="*/ 3435652 h 6858000"/>
              <a:gd name="connsiteX80-58863" fmla="*/ 545014 w 1401087"/>
              <a:gd name="connsiteY80-58864" fmla="*/ 3307769 h 6858000"/>
              <a:gd name="connsiteX81-58865" fmla="*/ 562577 w 1401087"/>
              <a:gd name="connsiteY81-58866" fmla="*/ 3250522 h 6858000"/>
              <a:gd name="connsiteX82-58867" fmla="*/ 563002 w 1401087"/>
              <a:gd name="connsiteY82-58868" fmla="*/ 3229163 h 6858000"/>
              <a:gd name="connsiteX83-58869" fmla="*/ 564825 w 1401087"/>
              <a:gd name="connsiteY83-58870" fmla="*/ 3217217 h 6858000"/>
              <a:gd name="connsiteX84-58871" fmla="*/ 551660 w 1401087"/>
              <a:gd name="connsiteY84-58872" fmla="*/ 3183755 h 6858000"/>
              <a:gd name="connsiteX85-58873" fmla="*/ 552161 w 1401087"/>
              <a:gd name="connsiteY85-58874" fmla="*/ 3178642 h 6858000"/>
              <a:gd name="connsiteX86-58875" fmla="*/ 539761 w 1401087"/>
              <a:gd name="connsiteY86-58876" fmla="*/ 3158586 h 6858000"/>
              <a:gd name="connsiteX87-58877" fmla="*/ 524946 w 1401087"/>
              <a:gd name="connsiteY87-58878" fmla="*/ 3129034 h 6858000"/>
              <a:gd name="connsiteX88-58879" fmla="*/ 525611 w 1401087"/>
              <a:gd name="connsiteY88-58880" fmla="*/ 3126682 h 6858000"/>
              <a:gd name="connsiteX89-58881" fmla="*/ 516479 w 1401087"/>
              <a:gd name="connsiteY89-58882" fmla="*/ 3114519 h 6858000"/>
              <a:gd name="connsiteX90-58883" fmla="*/ 503088 w 1401087"/>
              <a:gd name="connsiteY90-58884" fmla="*/ 3106272 h 6858000"/>
              <a:gd name="connsiteX91-58885" fmla="*/ 475818 w 1401087"/>
              <a:gd name="connsiteY91-58886" fmla="*/ 2958185 h 6858000"/>
              <a:gd name="connsiteX92-58887" fmla="*/ 418432 w 1401087"/>
              <a:gd name="connsiteY92-58888" fmla="*/ 2762989 h 6858000"/>
              <a:gd name="connsiteX93-58889" fmla="*/ 367350 w 1401087"/>
              <a:gd name="connsiteY93-58890" fmla="*/ 2554718 h 6858000"/>
              <a:gd name="connsiteX94-58891" fmla="*/ 347444 w 1401087"/>
              <a:gd name="connsiteY94-58892" fmla="*/ 2485734 h 6858000"/>
              <a:gd name="connsiteX95-58893" fmla="*/ 338167 w 1401087"/>
              <a:gd name="connsiteY95-58894" fmla="*/ 2447068 h 6858000"/>
              <a:gd name="connsiteX96-58895" fmla="*/ 325128 w 1401087"/>
              <a:gd name="connsiteY96-58896" fmla="*/ 2425819 h 6858000"/>
              <a:gd name="connsiteX97-58897" fmla="*/ 331127 w 1401087"/>
              <a:gd name="connsiteY97-58898" fmla="*/ 2402874 h 6858000"/>
              <a:gd name="connsiteX98-58899" fmla="*/ 333739 w 1401087"/>
              <a:gd name="connsiteY98-58900" fmla="*/ 2381443 h 6858000"/>
              <a:gd name="connsiteX99-58901" fmla="*/ 310068 w 1401087"/>
              <a:gd name="connsiteY99-58902" fmla="*/ 2261920 h 6858000"/>
              <a:gd name="connsiteX100-58903" fmla="*/ 299955 w 1401087"/>
              <a:gd name="connsiteY100-58904" fmla="*/ 2195378 h 6858000"/>
              <a:gd name="connsiteX101-58905" fmla="*/ 284172 w 1401087"/>
              <a:gd name="connsiteY101-58906" fmla="*/ 2155135 h 6858000"/>
              <a:gd name="connsiteX102-58907" fmla="*/ 281630 w 1401087"/>
              <a:gd name="connsiteY102-58908" fmla="*/ 2118008 h 6858000"/>
              <a:gd name="connsiteX103-58909" fmla="*/ 282623 w 1401087"/>
              <a:gd name="connsiteY103-58910" fmla="*/ 2050531 h 6858000"/>
              <a:gd name="connsiteX104-58911" fmla="*/ 274429 w 1401087"/>
              <a:gd name="connsiteY104-58912" fmla="*/ 1963269 h 6858000"/>
              <a:gd name="connsiteX105-58913" fmla="*/ 255607 w 1401087"/>
              <a:gd name="connsiteY105-58914" fmla="*/ 1906352 h 6858000"/>
              <a:gd name="connsiteX106-58915" fmla="*/ 232164 w 1401087"/>
              <a:gd name="connsiteY106-58916" fmla="*/ 1861531 h 6858000"/>
              <a:gd name="connsiteX107-58917" fmla="*/ 185963 w 1401087"/>
              <a:gd name="connsiteY107-58918" fmla="*/ 1732919 h 6858000"/>
              <a:gd name="connsiteX108-58919" fmla="*/ 158274 w 1401087"/>
              <a:gd name="connsiteY108-58920" fmla="*/ 1663540 h 6858000"/>
              <a:gd name="connsiteX109-58921" fmla="*/ 157400 w 1401087"/>
              <a:gd name="connsiteY109-58922" fmla="*/ 1615777 h 6858000"/>
              <a:gd name="connsiteX110-58923" fmla="*/ 138195 w 1401087"/>
              <a:gd name="connsiteY110-58924" fmla="*/ 1563678 h 6858000"/>
              <a:gd name="connsiteX111-58925" fmla="*/ 151275 w 1401087"/>
              <a:gd name="connsiteY111-58926" fmla="*/ 1519474 h 6858000"/>
              <a:gd name="connsiteX112-58927" fmla="*/ 144017 w 1401087"/>
              <a:gd name="connsiteY112-58928" fmla="*/ 1477995 h 6858000"/>
              <a:gd name="connsiteX113-58929" fmla="*/ 130102 w 1401087"/>
              <a:gd name="connsiteY113-58930" fmla="*/ 1373769 h 6858000"/>
              <a:gd name="connsiteX114-58931" fmla="*/ 138409 w 1401087"/>
              <a:gd name="connsiteY114-58932" fmla="*/ 1307086 h 6858000"/>
              <a:gd name="connsiteX115-58933" fmla="*/ 139597 w 1401087"/>
              <a:gd name="connsiteY115-58934" fmla="*/ 1189033 h 6858000"/>
              <a:gd name="connsiteX116-58935" fmla="*/ 144282 w 1401087"/>
              <a:gd name="connsiteY116-58936" fmla="*/ 1168288 h 6858000"/>
              <a:gd name="connsiteX117-58937" fmla="*/ 136564 w 1401087"/>
              <a:gd name="connsiteY117-58938" fmla="*/ 1142577 h 6858000"/>
              <a:gd name="connsiteX118-58939" fmla="*/ 125870 w 1401087"/>
              <a:gd name="connsiteY118-58940" fmla="*/ 1088484 h 6858000"/>
              <a:gd name="connsiteX119-58941" fmla="*/ 114606 w 1401087"/>
              <a:gd name="connsiteY119-58942" fmla="*/ 1016103 h 6858000"/>
              <a:gd name="connsiteX120-58943" fmla="*/ 116062 w 1401087"/>
              <a:gd name="connsiteY120-58944" fmla="*/ 932283 h 6858000"/>
              <a:gd name="connsiteX121-58945" fmla="*/ 118298 w 1401087"/>
              <a:gd name="connsiteY121-58946" fmla="*/ 915925 h 6858000"/>
              <a:gd name="connsiteX122-58947" fmla="*/ 110927 w 1401087"/>
              <a:gd name="connsiteY122-58948" fmla="*/ 896999 h 6858000"/>
              <a:gd name="connsiteX123-58949" fmla="*/ 80335 w 1401087"/>
              <a:gd name="connsiteY123-58950" fmla="*/ 821517 h 6858000"/>
              <a:gd name="connsiteX124-58951" fmla="*/ 59285 w 1401087"/>
              <a:gd name="connsiteY124-58952" fmla="*/ 751353 h 6858000"/>
              <a:gd name="connsiteX125-58953" fmla="*/ 58843 w 1401087"/>
              <a:gd name="connsiteY125-58954" fmla="*/ 721230 h 6858000"/>
              <a:gd name="connsiteX126-58955" fmla="*/ 44514 w 1401087"/>
              <a:gd name="connsiteY126-58956" fmla="*/ 681659 h 6858000"/>
              <a:gd name="connsiteX127-58957" fmla="*/ 29933 w 1401087"/>
              <a:gd name="connsiteY127-58958" fmla="*/ 635218 h 6858000"/>
              <a:gd name="connsiteX128-58959" fmla="*/ 34944 w 1401087"/>
              <a:gd name="connsiteY128-58960" fmla="*/ 613763 h 6858000"/>
              <a:gd name="connsiteX129-58961" fmla="*/ 20886 w 1401087"/>
              <a:gd name="connsiteY129-58962" fmla="*/ 598582 h 6858000"/>
              <a:gd name="connsiteX130-58963" fmla="*/ 20567 w 1401087"/>
              <a:gd name="connsiteY130-58964" fmla="*/ 576846 h 6858000"/>
              <a:gd name="connsiteX131-58965" fmla="*/ 193 w 1401087"/>
              <a:gd name="connsiteY131-58966" fmla="*/ 530055 h 6858000"/>
              <a:gd name="connsiteX132-58967" fmla="*/ 88207 w 1401087"/>
              <a:gd name="connsiteY132-58968" fmla="*/ 393828 h 6858000"/>
              <a:gd name="connsiteX133-58969" fmla="*/ 88037 w 1401087"/>
              <a:gd name="connsiteY133-58970" fmla="*/ 353137 h 6858000"/>
              <a:gd name="connsiteX134-58971" fmla="*/ 109547 w 1401087"/>
              <a:gd name="connsiteY134-58972" fmla="*/ 309501 h 6858000"/>
              <a:gd name="connsiteX135-58973" fmla="*/ 93730 w 1401087"/>
              <a:gd name="connsiteY135-58974" fmla="*/ 275771 h 6858000"/>
              <a:gd name="connsiteX136-58975" fmla="*/ 110757 w 1401087"/>
              <a:gd name="connsiteY136-58976" fmla="*/ 212860 h 6858000"/>
              <a:gd name="connsiteX137-58977" fmla="*/ 102467 w 1401087"/>
              <a:gd name="connsiteY137-58978" fmla="*/ 144983 h 6858000"/>
              <a:gd name="connsiteX138-58979" fmla="*/ 114751 w 1401087"/>
              <a:gd name="connsiteY138-58980" fmla="*/ 55288 h 6858000"/>
              <a:gd name="connsiteX139-58981" fmla="*/ 74305 w 1401087"/>
              <a:gd name="connsiteY139-58982" fmla="*/ 0 h 6858000"/>
              <a:gd name="connsiteX0-58983" fmla="*/ 53738 w 1380520"/>
              <a:gd name="connsiteY0-58984" fmla="*/ 0 h 6858000"/>
              <a:gd name="connsiteX1-58985" fmla="*/ 1380520 w 1380520"/>
              <a:gd name="connsiteY1-58986" fmla="*/ 0 h 6858000"/>
              <a:gd name="connsiteX2-58987" fmla="*/ 1380520 w 1380520"/>
              <a:gd name="connsiteY2-58988" fmla="*/ 6858000 h 6858000"/>
              <a:gd name="connsiteX3-58989" fmla="*/ 117214 w 1380520"/>
              <a:gd name="connsiteY3-58990" fmla="*/ 6857735 h 6858000"/>
              <a:gd name="connsiteX4-58991" fmla="*/ 153807 w 1380520"/>
              <a:gd name="connsiteY4-58992" fmla="*/ 6776847 h 6858000"/>
              <a:gd name="connsiteX5-58993" fmla="*/ 165307 w 1380520"/>
              <a:gd name="connsiteY5-58994" fmla="*/ 6737706 h 6858000"/>
              <a:gd name="connsiteX6-58995" fmla="*/ 190046 w 1380520"/>
              <a:gd name="connsiteY6-58996" fmla="*/ 6691589 h 6858000"/>
              <a:gd name="connsiteX7-58997" fmla="*/ 167603 w 1380520"/>
              <a:gd name="connsiteY7-58998" fmla="*/ 6659970 h 6858000"/>
              <a:gd name="connsiteX8-58999" fmla="*/ 182694 w 1380520"/>
              <a:gd name="connsiteY8-59000" fmla="*/ 6636211 h 6858000"/>
              <a:gd name="connsiteX9-59001" fmla="*/ 200138 w 1380520"/>
              <a:gd name="connsiteY9-59002" fmla="*/ 6594177 h 6858000"/>
              <a:gd name="connsiteX10-59003" fmla="*/ 214178 w 1380520"/>
              <a:gd name="connsiteY10-59004" fmla="*/ 6557575 h 6858000"/>
              <a:gd name="connsiteX11-59005" fmla="*/ 267135 w 1380520"/>
              <a:gd name="connsiteY11-59006" fmla="*/ 6492130 h 6858000"/>
              <a:gd name="connsiteX12-59007" fmla="*/ 282822 w 1380520"/>
              <a:gd name="connsiteY12-59008" fmla="*/ 6431610 h 6858000"/>
              <a:gd name="connsiteX13-59009" fmla="*/ 326527 w 1380520"/>
              <a:gd name="connsiteY13-59010" fmla="*/ 6379786 h 6858000"/>
              <a:gd name="connsiteX14-59011" fmla="*/ 309750 w 1380520"/>
              <a:gd name="connsiteY14-59012" fmla="*/ 6334727 h 6858000"/>
              <a:gd name="connsiteX15-59013" fmla="*/ 287165 w 1380520"/>
              <a:gd name="connsiteY15-59014" fmla="*/ 6313295 h 6858000"/>
              <a:gd name="connsiteX16-59015" fmla="*/ 294329 w 1380520"/>
              <a:gd name="connsiteY16-59016" fmla="*/ 6280046 h 6858000"/>
              <a:gd name="connsiteX17-59017" fmla="*/ 277074 w 1380520"/>
              <a:gd name="connsiteY17-59018" fmla="*/ 6270265 h 6858000"/>
              <a:gd name="connsiteX18-59019" fmla="*/ 304102 w 1380520"/>
              <a:gd name="connsiteY18-59020" fmla="*/ 6252834 h 6858000"/>
              <a:gd name="connsiteX19-59021" fmla="*/ 282094 w 1380520"/>
              <a:gd name="connsiteY19-59022" fmla="*/ 6202459 h 6858000"/>
              <a:gd name="connsiteX20-59023" fmla="*/ 280892 w 1380520"/>
              <a:gd name="connsiteY20-59024" fmla="*/ 6153037 h 6858000"/>
              <a:gd name="connsiteX21-59025" fmla="*/ 296307 w 1380520"/>
              <a:gd name="connsiteY21-59026" fmla="*/ 6078132 h 6858000"/>
              <a:gd name="connsiteX22-59027" fmla="*/ 283694 w 1380520"/>
              <a:gd name="connsiteY22-59028" fmla="*/ 6028119 h 6858000"/>
              <a:gd name="connsiteX23-59029" fmla="*/ 268923 w 1380520"/>
              <a:gd name="connsiteY23-59030" fmla="*/ 5926735 h 6858000"/>
              <a:gd name="connsiteX24-59031" fmla="*/ 318435 w 1380520"/>
              <a:gd name="connsiteY24-59032" fmla="*/ 5712857 h 6858000"/>
              <a:gd name="connsiteX25-59033" fmla="*/ 297510 w 1380520"/>
              <a:gd name="connsiteY25-59034" fmla="*/ 5676393 h 6858000"/>
              <a:gd name="connsiteX26-59035" fmla="*/ 337102 w 1380520"/>
              <a:gd name="connsiteY26-59036" fmla="*/ 5563435 h 6858000"/>
              <a:gd name="connsiteX27-59037" fmla="*/ 384232 w 1380520"/>
              <a:gd name="connsiteY27-59038" fmla="*/ 5437125 h 6858000"/>
              <a:gd name="connsiteX28-59039" fmla="*/ 397800 w 1380520"/>
              <a:gd name="connsiteY28-59040" fmla="*/ 5396260 h 6858000"/>
              <a:gd name="connsiteX29-59041" fmla="*/ 413781 w 1380520"/>
              <a:gd name="connsiteY29-59042" fmla="*/ 5330009 h 6858000"/>
              <a:gd name="connsiteX30-59043" fmla="*/ 447274 w 1380520"/>
              <a:gd name="connsiteY30-59044" fmla="*/ 5273739 h 6858000"/>
              <a:gd name="connsiteX31-59045" fmla="*/ 456873 w 1380520"/>
              <a:gd name="connsiteY31-59046" fmla="*/ 5241779 h 6858000"/>
              <a:gd name="connsiteX32-59047" fmla="*/ 468099 w 1380520"/>
              <a:gd name="connsiteY32-59048" fmla="*/ 5225268 h 6858000"/>
              <a:gd name="connsiteX33-59049" fmla="*/ 469119 w 1380520"/>
              <a:gd name="connsiteY33-59050" fmla="*/ 5217684 h 6858000"/>
              <a:gd name="connsiteX34-59051" fmla="*/ 476460 w 1380520"/>
              <a:gd name="connsiteY34-59052" fmla="*/ 5193377 h 6858000"/>
              <a:gd name="connsiteX35-59053" fmla="*/ 479763 w 1380520"/>
              <a:gd name="connsiteY35-59054" fmla="*/ 5179288 h 6858000"/>
              <a:gd name="connsiteX36-59055" fmla="*/ 480747 w 1380520"/>
              <a:gd name="connsiteY36-59056" fmla="*/ 5173621 h 6858000"/>
              <a:gd name="connsiteX37-59057" fmla="*/ 476381 w 1380520"/>
              <a:gd name="connsiteY37-59058" fmla="*/ 5159961 h 6858000"/>
              <a:gd name="connsiteX38-59059" fmla="*/ 483058 w 1380520"/>
              <a:gd name="connsiteY38-59060" fmla="*/ 5144295 h 6858000"/>
              <a:gd name="connsiteX39-59061" fmla="*/ 479991 w 1380520"/>
              <a:gd name="connsiteY39-59062" fmla="*/ 5125185 h 6858000"/>
              <a:gd name="connsiteX40-59063" fmla="*/ 486821 w 1380520"/>
              <a:gd name="connsiteY40-59064" fmla="*/ 5121884 h 6858000"/>
              <a:gd name="connsiteX41-59065" fmla="*/ 493857 w 1380520"/>
              <a:gd name="connsiteY41-59066" fmla="*/ 5067850 h 6858000"/>
              <a:gd name="connsiteX42-59067" fmla="*/ 496588 w 1380520"/>
              <a:gd name="connsiteY42-59068" fmla="*/ 5060861 h 6858000"/>
              <a:gd name="connsiteX43-59069" fmla="*/ 493292 w 1380520"/>
              <a:gd name="connsiteY43-59070" fmla="*/ 5034192 h 6858000"/>
              <a:gd name="connsiteX44-59071" fmla="*/ 494846 w 1380520"/>
              <a:gd name="connsiteY44-59072" fmla="*/ 4993030 h 6858000"/>
              <a:gd name="connsiteX45-59073" fmla="*/ 501755 w 1380520"/>
              <a:gd name="connsiteY45-59074" fmla="*/ 4946844 h 6858000"/>
              <a:gd name="connsiteX46-59075" fmla="*/ 497611 w 1380520"/>
              <a:gd name="connsiteY46-59076" fmla="*/ 4932692 h 6858000"/>
              <a:gd name="connsiteX47-59077" fmla="*/ 513014 w 1380520"/>
              <a:gd name="connsiteY47-59078" fmla="*/ 4858827 h 6858000"/>
              <a:gd name="connsiteX48-59079" fmla="*/ 518917 w 1380520"/>
              <a:gd name="connsiteY48-59080" fmla="*/ 4821170 h 6858000"/>
              <a:gd name="connsiteX49-59081" fmla="*/ 523650 w 1380520"/>
              <a:gd name="connsiteY49-59082" fmla="*/ 4780965 h 6858000"/>
              <a:gd name="connsiteX50-59083" fmla="*/ 524943 w 1380520"/>
              <a:gd name="connsiteY50-59084" fmla="*/ 4750867 h 6858000"/>
              <a:gd name="connsiteX51-59085" fmla="*/ 522750 w 1380520"/>
              <a:gd name="connsiteY51-59086" fmla="*/ 4690749 h 6858000"/>
              <a:gd name="connsiteX52-59087" fmla="*/ 518230 w 1380520"/>
              <a:gd name="connsiteY52-59088" fmla="*/ 4584173 h 6858000"/>
              <a:gd name="connsiteX53-59089" fmla="*/ 513313 w 1380520"/>
              <a:gd name="connsiteY53-59090" fmla="*/ 4444346 h 6858000"/>
              <a:gd name="connsiteX54-59091" fmla="*/ 509878 w 1380520"/>
              <a:gd name="connsiteY54-59092" fmla="*/ 4375228 h 6858000"/>
              <a:gd name="connsiteX55-59093" fmla="*/ 490531 w 1380520"/>
              <a:gd name="connsiteY55-59094" fmla="*/ 4214165 h 6858000"/>
              <a:gd name="connsiteX56-59095" fmla="*/ 494604 w 1380520"/>
              <a:gd name="connsiteY56-59096" fmla="*/ 4090296 h 6858000"/>
              <a:gd name="connsiteX57-59097" fmla="*/ 479860 w 1380520"/>
              <a:gd name="connsiteY57-59098" fmla="*/ 4033999 h 6858000"/>
              <a:gd name="connsiteX58-59099" fmla="*/ 481009 w 1380520"/>
              <a:gd name="connsiteY58-59100" fmla="*/ 4031933 h 6858000"/>
              <a:gd name="connsiteX59-59101" fmla="*/ 479585 w 1380520"/>
              <a:gd name="connsiteY59-59102" fmla="*/ 4013953 h 6858000"/>
              <a:gd name="connsiteX60-59103" fmla="*/ 465880 w 1380520"/>
              <a:gd name="connsiteY60-59104" fmla="*/ 3974753 h 6858000"/>
              <a:gd name="connsiteX61-59105" fmla="*/ 467478 w 1380520"/>
              <a:gd name="connsiteY61-59106" fmla="*/ 3969950 h 6858000"/>
              <a:gd name="connsiteX62-59107" fmla="*/ 460900 w 1380520"/>
              <a:gd name="connsiteY62-59108" fmla="*/ 3933779 h 6858000"/>
              <a:gd name="connsiteX63-59109" fmla="*/ 462231 w 1380520"/>
              <a:gd name="connsiteY63-59110" fmla="*/ 3933093 h 6858000"/>
              <a:gd name="connsiteX64-59111" fmla="*/ 466585 w 1380520"/>
              <a:gd name="connsiteY64-59112" fmla="*/ 3922082 h 6858000"/>
              <a:gd name="connsiteX65-59113" fmla="*/ 471663 w 1380520"/>
              <a:gd name="connsiteY65-59114" fmla="*/ 3901461 h 6858000"/>
              <a:gd name="connsiteX66-59115" fmla="*/ 494257 w 1380520"/>
              <a:gd name="connsiteY66-59116" fmla="*/ 3813873 h 6858000"/>
              <a:gd name="connsiteX67-59117" fmla="*/ 493682 w 1380520"/>
              <a:gd name="connsiteY67-59118" fmla="*/ 3806161 h 6858000"/>
              <a:gd name="connsiteX68-59119" fmla="*/ 493989 w 1380520"/>
              <a:gd name="connsiteY68-59120" fmla="*/ 3805957 h 6858000"/>
              <a:gd name="connsiteX69-59121" fmla="*/ 494016 w 1380520"/>
              <a:gd name="connsiteY69-59122" fmla="*/ 3797724 h 6858000"/>
              <a:gd name="connsiteX70-59123" fmla="*/ 492631 w 1380520"/>
              <a:gd name="connsiteY70-59124" fmla="*/ 3792098 h 6858000"/>
              <a:gd name="connsiteX71-59125" fmla="*/ 491515 w 1380520"/>
              <a:gd name="connsiteY71-59126" fmla="*/ 3777135 h 6858000"/>
              <a:gd name="connsiteX72-59127" fmla="*/ 493248 w 1380520"/>
              <a:gd name="connsiteY72-59128" fmla="*/ 3771656 h 6858000"/>
              <a:gd name="connsiteX73-59129" fmla="*/ 496991 w 1380520"/>
              <a:gd name="connsiteY73-59130" fmla="*/ 3769007 h 6858000"/>
              <a:gd name="connsiteX74-59131" fmla="*/ 496457 w 1380520"/>
              <a:gd name="connsiteY74-59132" fmla="*/ 3767709 h 6858000"/>
              <a:gd name="connsiteX75-59133" fmla="*/ 505153 w 1380520"/>
              <a:gd name="connsiteY75-59134" fmla="*/ 3738082 h 6858000"/>
              <a:gd name="connsiteX76-59135" fmla="*/ 512499 w 1380520"/>
              <a:gd name="connsiteY76-59136" fmla="*/ 3673397 h 6858000"/>
              <a:gd name="connsiteX77-59137" fmla="*/ 511795 w 1380520"/>
              <a:gd name="connsiteY77-59138" fmla="*/ 3637109 h 6858000"/>
              <a:gd name="connsiteX78-59139" fmla="*/ 515238 w 1380520"/>
              <a:gd name="connsiteY78-59140" fmla="*/ 3536883 h 6858000"/>
              <a:gd name="connsiteX79-59141" fmla="*/ 522776 w 1380520"/>
              <a:gd name="connsiteY79-59142" fmla="*/ 3435652 h 6858000"/>
              <a:gd name="connsiteX80-59143" fmla="*/ 524447 w 1380520"/>
              <a:gd name="connsiteY80-59144" fmla="*/ 3307769 h 6858000"/>
              <a:gd name="connsiteX81-59145" fmla="*/ 542010 w 1380520"/>
              <a:gd name="connsiteY81-59146" fmla="*/ 3250522 h 6858000"/>
              <a:gd name="connsiteX82-59147" fmla="*/ 542435 w 1380520"/>
              <a:gd name="connsiteY82-59148" fmla="*/ 3229163 h 6858000"/>
              <a:gd name="connsiteX83-59149" fmla="*/ 544258 w 1380520"/>
              <a:gd name="connsiteY83-59150" fmla="*/ 3217217 h 6858000"/>
              <a:gd name="connsiteX84-59151" fmla="*/ 531093 w 1380520"/>
              <a:gd name="connsiteY84-59152" fmla="*/ 3183755 h 6858000"/>
              <a:gd name="connsiteX85-59153" fmla="*/ 531594 w 1380520"/>
              <a:gd name="connsiteY85-59154" fmla="*/ 3178642 h 6858000"/>
              <a:gd name="connsiteX86-59155" fmla="*/ 519194 w 1380520"/>
              <a:gd name="connsiteY86-59156" fmla="*/ 3158586 h 6858000"/>
              <a:gd name="connsiteX87-59157" fmla="*/ 504379 w 1380520"/>
              <a:gd name="connsiteY87-59158" fmla="*/ 3129034 h 6858000"/>
              <a:gd name="connsiteX88-59159" fmla="*/ 505044 w 1380520"/>
              <a:gd name="connsiteY88-59160" fmla="*/ 3126682 h 6858000"/>
              <a:gd name="connsiteX89-59161" fmla="*/ 495912 w 1380520"/>
              <a:gd name="connsiteY89-59162" fmla="*/ 3114519 h 6858000"/>
              <a:gd name="connsiteX90-59163" fmla="*/ 482521 w 1380520"/>
              <a:gd name="connsiteY90-59164" fmla="*/ 3106272 h 6858000"/>
              <a:gd name="connsiteX91-59165" fmla="*/ 455251 w 1380520"/>
              <a:gd name="connsiteY91-59166" fmla="*/ 2958185 h 6858000"/>
              <a:gd name="connsiteX92-59167" fmla="*/ 397865 w 1380520"/>
              <a:gd name="connsiteY92-59168" fmla="*/ 2762989 h 6858000"/>
              <a:gd name="connsiteX93-59169" fmla="*/ 346783 w 1380520"/>
              <a:gd name="connsiteY93-59170" fmla="*/ 2554718 h 6858000"/>
              <a:gd name="connsiteX94-59171" fmla="*/ 326877 w 1380520"/>
              <a:gd name="connsiteY94-59172" fmla="*/ 2485734 h 6858000"/>
              <a:gd name="connsiteX95-59173" fmla="*/ 317600 w 1380520"/>
              <a:gd name="connsiteY95-59174" fmla="*/ 2447068 h 6858000"/>
              <a:gd name="connsiteX96-59175" fmla="*/ 304561 w 1380520"/>
              <a:gd name="connsiteY96-59176" fmla="*/ 2425819 h 6858000"/>
              <a:gd name="connsiteX97-59177" fmla="*/ 310560 w 1380520"/>
              <a:gd name="connsiteY97-59178" fmla="*/ 2402874 h 6858000"/>
              <a:gd name="connsiteX98-59179" fmla="*/ 313172 w 1380520"/>
              <a:gd name="connsiteY98-59180" fmla="*/ 2381443 h 6858000"/>
              <a:gd name="connsiteX99-59181" fmla="*/ 289501 w 1380520"/>
              <a:gd name="connsiteY99-59182" fmla="*/ 2261920 h 6858000"/>
              <a:gd name="connsiteX100-59183" fmla="*/ 279388 w 1380520"/>
              <a:gd name="connsiteY100-59184" fmla="*/ 2195378 h 6858000"/>
              <a:gd name="connsiteX101-59185" fmla="*/ 263605 w 1380520"/>
              <a:gd name="connsiteY101-59186" fmla="*/ 2155135 h 6858000"/>
              <a:gd name="connsiteX102-59187" fmla="*/ 261063 w 1380520"/>
              <a:gd name="connsiteY102-59188" fmla="*/ 2118008 h 6858000"/>
              <a:gd name="connsiteX103-59189" fmla="*/ 262056 w 1380520"/>
              <a:gd name="connsiteY103-59190" fmla="*/ 2050531 h 6858000"/>
              <a:gd name="connsiteX104-59191" fmla="*/ 253862 w 1380520"/>
              <a:gd name="connsiteY104-59192" fmla="*/ 1963269 h 6858000"/>
              <a:gd name="connsiteX105-59193" fmla="*/ 235040 w 1380520"/>
              <a:gd name="connsiteY105-59194" fmla="*/ 1906352 h 6858000"/>
              <a:gd name="connsiteX106-59195" fmla="*/ 211597 w 1380520"/>
              <a:gd name="connsiteY106-59196" fmla="*/ 1861531 h 6858000"/>
              <a:gd name="connsiteX107-59197" fmla="*/ 165396 w 1380520"/>
              <a:gd name="connsiteY107-59198" fmla="*/ 1732919 h 6858000"/>
              <a:gd name="connsiteX108-59199" fmla="*/ 137707 w 1380520"/>
              <a:gd name="connsiteY108-59200" fmla="*/ 1663540 h 6858000"/>
              <a:gd name="connsiteX109-59201" fmla="*/ 136833 w 1380520"/>
              <a:gd name="connsiteY109-59202" fmla="*/ 1615777 h 6858000"/>
              <a:gd name="connsiteX110-59203" fmla="*/ 117628 w 1380520"/>
              <a:gd name="connsiteY110-59204" fmla="*/ 1563678 h 6858000"/>
              <a:gd name="connsiteX111-59205" fmla="*/ 130708 w 1380520"/>
              <a:gd name="connsiteY111-59206" fmla="*/ 1519474 h 6858000"/>
              <a:gd name="connsiteX112-59207" fmla="*/ 123450 w 1380520"/>
              <a:gd name="connsiteY112-59208" fmla="*/ 1477995 h 6858000"/>
              <a:gd name="connsiteX113-59209" fmla="*/ 109535 w 1380520"/>
              <a:gd name="connsiteY113-59210" fmla="*/ 1373769 h 6858000"/>
              <a:gd name="connsiteX114-59211" fmla="*/ 117842 w 1380520"/>
              <a:gd name="connsiteY114-59212" fmla="*/ 1307086 h 6858000"/>
              <a:gd name="connsiteX115-59213" fmla="*/ 119030 w 1380520"/>
              <a:gd name="connsiteY115-59214" fmla="*/ 1189033 h 6858000"/>
              <a:gd name="connsiteX116-59215" fmla="*/ 123715 w 1380520"/>
              <a:gd name="connsiteY116-59216" fmla="*/ 1168288 h 6858000"/>
              <a:gd name="connsiteX117-59217" fmla="*/ 115997 w 1380520"/>
              <a:gd name="connsiteY117-59218" fmla="*/ 1142577 h 6858000"/>
              <a:gd name="connsiteX118-59219" fmla="*/ 105303 w 1380520"/>
              <a:gd name="connsiteY118-59220" fmla="*/ 1088484 h 6858000"/>
              <a:gd name="connsiteX119-59221" fmla="*/ 94039 w 1380520"/>
              <a:gd name="connsiteY119-59222" fmla="*/ 1016103 h 6858000"/>
              <a:gd name="connsiteX120-59223" fmla="*/ 95495 w 1380520"/>
              <a:gd name="connsiteY120-59224" fmla="*/ 932283 h 6858000"/>
              <a:gd name="connsiteX121-59225" fmla="*/ 97731 w 1380520"/>
              <a:gd name="connsiteY121-59226" fmla="*/ 915925 h 6858000"/>
              <a:gd name="connsiteX122-59227" fmla="*/ 90360 w 1380520"/>
              <a:gd name="connsiteY122-59228" fmla="*/ 896999 h 6858000"/>
              <a:gd name="connsiteX123-59229" fmla="*/ 59768 w 1380520"/>
              <a:gd name="connsiteY123-59230" fmla="*/ 821517 h 6858000"/>
              <a:gd name="connsiteX124-59231" fmla="*/ 38718 w 1380520"/>
              <a:gd name="connsiteY124-59232" fmla="*/ 751353 h 6858000"/>
              <a:gd name="connsiteX125-59233" fmla="*/ 38276 w 1380520"/>
              <a:gd name="connsiteY125-59234" fmla="*/ 721230 h 6858000"/>
              <a:gd name="connsiteX126-59235" fmla="*/ 23947 w 1380520"/>
              <a:gd name="connsiteY126-59236" fmla="*/ 681659 h 6858000"/>
              <a:gd name="connsiteX127-59237" fmla="*/ 9366 w 1380520"/>
              <a:gd name="connsiteY127-59238" fmla="*/ 635218 h 6858000"/>
              <a:gd name="connsiteX128-59239" fmla="*/ 14377 w 1380520"/>
              <a:gd name="connsiteY128-59240" fmla="*/ 613763 h 6858000"/>
              <a:gd name="connsiteX129-59241" fmla="*/ 319 w 1380520"/>
              <a:gd name="connsiteY129-59242" fmla="*/ 598582 h 6858000"/>
              <a:gd name="connsiteX130-59243" fmla="*/ 0 w 1380520"/>
              <a:gd name="connsiteY130-59244" fmla="*/ 576846 h 6858000"/>
              <a:gd name="connsiteX131-59245" fmla="*/ 68392 w 1380520"/>
              <a:gd name="connsiteY131-59246" fmla="*/ 446567 h 6858000"/>
              <a:gd name="connsiteX132-59247" fmla="*/ 67640 w 1380520"/>
              <a:gd name="connsiteY132-59248" fmla="*/ 393828 h 6858000"/>
              <a:gd name="connsiteX133-59249" fmla="*/ 67470 w 1380520"/>
              <a:gd name="connsiteY133-59250" fmla="*/ 353137 h 6858000"/>
              <a:gd name="connsiteX134-59251" fmla="*/ 88980 w 1380520"/>
              <a:gd name="connsiteY134-59252" fmla="*/ 309501 h 6858000"/>
              <a:gd name="connsiteX135-59253" fmla="*/ 73163 w 1380520"/>
              <a:gd name="connsiteY135-59254" fmla="*/ 275771 h 6858000"/>
              <a:gd name="connsiteX136-59255" fmla="*/ 90190 w 1380520"/>
              <a:gd name="connsiteY136-59256" fmla="*/ 212860 h 6858000"/>
              <a:gd name="connsiteX137-59257" fmla="*/ 81900 w 1380520"/>
              <a:gd name="connsiteY137-59258" fmla="*/ 144983 h 6858000"/>
              <a:gd name="connsiteX138-59259" fmla="*/ 94184 w 1380520"/>
              <a:gd name="connsiteY138-59260" fmla="*/ 55288 h 6858000"/>
              <a:gd name="connsiteX139-59261" fmla="*/ 53738 w 1380520"/>
              <a:gd name="connsiteY139-59262" fmla="*/ 0 h 6858000"/>
              <a:gd name="connsiteX0-59263" fmla="*/ 53420 w 1380202"/>
              <a:gd name="connsiteY0-59264" fmla="*/ 0 h 6858000"/>
              <a:gd name="connsiteX1-59265" fmla="*/ 1380202 w 1380202"/>
              <a:gd name="connsiteY1-59266" fmla="*/ 0 h 6858000"/>
              <a:gd name="connsiteX2-59267" fmla="*/ 1380202 w 1380202"/>
              <a:gd name="connsiteY2-59268" fmla="*/ 6858000 h 6858000"/>
              <a:gd name="connsiteX3-59269" fmla="*/ 116896 w 1380202"/>
              <a:gd name="connsiteY3-59270" fmla="*/ 6857735 h 6858000"/>
              <a:gd name="connsiteX4-59271" fmla="*/ 153489 w 1380202"/>
              <a:gd name="connsiteY4-59272" fmla="*/ 6776847 h 6858000"/>
              <a:gd name="connsiteX5-59273" fmla="*/ 164989 w 1380202"/>
              <a:gd name="connsiteY5-59274" fmla="*/ 6737706 h 6858000"/>
              <a:gd name="connsiteX6-59275" fmla="*/ 189728 w 1380202"/>
              <a:gd name="connsiteY6-59276" fmla="*/ 6691589 h 6858000"/>
              <a:gd name="connsiteX7-59277" fmla="*/ 167285 w 1380202"/>
              <a:gd name="connsiteY7-59278" fmla="*/ 6659970 h 6858000"/>
              <a:gd name="connsiteX8-59279" fmla="*/ 182376 w 1380202"/>
              <a:gd name="connsiteY8-59280" fmla="*/ 6636211 h 6858000"/>
              <a:gd name="connsiteX9-59281" fmla="*/ 199820 w 1380202"/>
              <a:gd name="connsiteY9-59282" fmla="*/ 6594177 h 6858000"/>
              <a:gd name="connsiteX10-59283" fmla="*/ 213860 w 1380202"/>
              <a:gd name="connsiteY10-59284" fmla="*/ 6557575 h 6858000"/>
              <a:gd name="connsiteX11-59285" fmla="*/ 266817 w 1380202"/>
              <a:gd name="connsiteY11-59286" fmla="*/ 6492130 h 6858000"/>
              <a:gd name="connsiteX12-59287" fmla="*/ 282504 w 1380202"/>
              <a:gd name="connsiteY12-59288" fmla="*/ 6431610 h 6858000"/>
              <a:gd name="connsiteX13-59289" fmla="*/ 326209 w 1380202"/>
              <a:gd name="connsiteY13-59290" fmla="*/ 6379786 h 6858000"/>
              <a:gd name="connsiteX14-59291" fmla="*/ 309432 w 1380202"/>
              <a:gd name="connsiteY14-59292" fmla="*/ 6334727 h 6858000"/>
              <a:gd name="connsiteX15-59293" fmla="*/ 286847 w 1380202"/>
              <a:gd name="connsiteY15-59294" fmla="*/ 6313295 h 6858000"/>
              <a:gd name="connsiteX16-59295" fmla="*/ 294011 w 1380202"/>
              <a:gd name="connsiteY16-59296" fmla="*/ 6280046 h 6858000"/>
              <a:gd name="connsiteX17-59297" fmla="*/ 276756 w 1380202"/>
              <a:gd name="connsiteY17-59298" fmla="*/ 6270265 h 6858000"/>
              <a:gd name="connsiteX18-59299" fmla="*/ 303784 w 1380202"/>
              <a:gd name="connsiteY18-59300" fmla="*/ 6252834 h 6858000"/>
              <a:gd name="connsiteX19-59301" fmla="*/ 281776 w 1380202"/>
              <a:gd name="connsiteY19-59302" fmla="*/ 6202459 h 6858000"/>
              <a:gd name="connsiteX20-59303" fmla="*/ 280574 w 1380202"/>
              <a:gd name="connsiteY20-59304" fmla="*/ 6153037 h 6858000"/>
              <a:gd name="connsiteX21-59305" fmla="*/ 295989 w 1380202"/>
              <a:gd name="connsiteY21-59306" fmla="*/ 6078132 h 6858000"/>
              <a:gd name="connsiteX22-59307" fmla="*/ 283376 w 1380202"/>
              <a:gd name="connsiteY22-59308" fmla="*/ 6028119 h 6858000"/>
              <a:gd name="connsiteX23-59309" fmla="*/ 268605 w 1380202"/>
              <a:gd name="connsiteY23-59310" fmla="*/ 5926735 h 6858000"/>
              <a:gd name="connsiteX24-59311" fmla="*/ 318117 w 1380202"/>
              <a:gd name="connsiteY24-59312" fmla="*/ 5712857 h 6858000"/>
              <a:gd name="connsiteX25-59313" fmla="*/ 297192 w 1380202"/>
              <a:gd name="connsiteY25-59314" fmla="*/ 5676393 h 6858000"/>
              <a:gd name="connsiteX26-59315" fmla="*/ 336784 w 1380202"/>
              <a:gd name="connsiteY26-59316" fmla="*/ 5563435 h 6858000"/>
              <a:gd name="connsiteX27-59317" fmla="*/ 383914 w 1380202"/>
              <a:gd name="connsiteY27-59318" fmla="*/ 5437125 h 6858000"/>
              <a:gd name="connsiteX28-59319" fmla="*/ 397482 w 1380202"/>
              <a:gd name="connsiteY28-59320" fmla="*/ 5396260 h 6858000"/>
              <a:gd name="connsiteX29-59321" fmla="*/ 413463 w 1380202"/>
              <a:gd name="connsiteY29-59322" fmla="*/ 5330009 h 6858000"/>
              <a:gd name="connsiteX30-59323" fmla="*/ 446956 w 1380202"/>
              <a:gd name="connsiteY30-59324" fmla="*/ 5273739 h 6858000"/>
              <a:gd name="connsiteX31-59325" fmla="*/ 456555 w 1380202"/>
              <a:gd name="connsiteY31-59326" fmla="*/ 5241779 h 6858000"/>
              <a:gd name="connsiteX32-59327" fmla="*/ 467781 w 1380202"/>
              <a:gd name="connsiteY32-59328" fmla="*/ 5225268 h 6858000"/>
              <a:gd name="connsiteX33-59329" fmla="*/ 468801 w 1380202"/>
              <a:gd name="connsiteY33-59330" fmla="*/ 5217684 h 6858000"/>
              <a:gd name="connsiteX34-59331" fmla="*/ 476142 w 1380202"/>
              <a:gd name="connsiteY34-59332" fmla="*/ 5193377 h 6858000"/>
              <a:gd name="connsiteX35-59333" fmla="*/ 479445 w 1380202"/>
              <a:gd name="connsiteY35-59334" fmla="*/ 5179288 h 6858000"/>
              <a:gd name="connsiteX36-59335" fmla="*/ 480429 w 1380202"/>
              <a:gd name="connsiteY36-59336" fmla="*/ 5173621 h 6858000"/>
              <a:gd name="connsiteX37-59337" fmla="*/ 476063 w 1380202"/>
              <a:gd name="connsiteY37-59338" fmla="*/ 5159961 h 6858000"/>
              <a:gd name="connsiteX38-59339" fmla="*/ 482740 w 1380202"/>
              <a:gd name="connsiteY38-59340" fmla="*/ 5144295 h 6858000"/>
              <a:gd name="connsiteX39-59341" fmla="*/ 479673 w 1380202"/>
              <a:gd name="connsiteY39-59342" fmla="*/ 5125185 h 6858000"/>
              <a:gd name="connsiteX40-59343" fmla="*/ 486503 w 1380202"/>
              <a:gd name="connsiteY40-59344" fmla="*/ 5121884 h 6858000"/>
              <a:gd name="connsiteX41-59345" fmla="*/ 493539 w 1380202"/>
              <a:gd name="connsiteY41-59346" fmla="*/ 5067850 h 6858000"/>
              <a:gd name="connsiteX42-59347" fmla="*/ 496270 w 1380202"/>
              <a:gd name="connsiteY42-59348" fmla="*/ 5060861 h 6858000"/>
              <a:gd name="connsiteX43-59349" fmla="*/ 492974 w 1380202"/>
              <a:gd name="connsiteY43-59350" fmla="*/ 5034192 h 6858000"/>
              <a:gd name="connsiteX44-59351" fmla="*/ 494528 w 1380202"/>
              <a:gd name="connsiteY44-59352" fmla="*/ 4993030 h 6858000"/>
              <a:gd name="connsiteX45-59353" fmla="*/ 501437 w 1380202"/>
              <a:gd name="connsiteY45-59354" fmla="*/ 4946844 h 6858000"/>
              <a:gd name="connsiteX46-59355" fmla="*/ 497293 w 1380202"/>
              <a:gd name="connsiteY46-59356" fmla="*/ 4932692 h 6858000"/>
              <a:gd name="connsiteX47-59357" fmla="*/ 512696 w 1380202"/>
              <a:gd name="connsiteY47-59358" fmla="*/ 4858827 h 6858000"/>
              <a:gd name="connsiteX48-59359" fmla="*/ 518599 w 1380202"/>
              <a:gd name="connsiteY48-59360" fmla="*/ 4821170 h 6858000"/>
              <a:gd name="connsiteX49-59361" fmla="*/ 523332 w 1380202"/>
              <a:gd name="connsiteY49-59362" fmla="*/ 4780965 h 6858000"/>
              <a:gd name="connsiteX50-59363" fmla="*/ 524625 w 1380202"/>
              <a:gd name="connsiteY50-59364" fmla="*/ 4750867 h 6858000"/>
              <a:gd name="connsiteX51-59365" fmla="*/ 522432 w 1380202"/>
              <a:gd name="connsiteY51-59366" fmla="*/ 4690749 h 6858000"/>
              <a:gd name="connsiteX52-59367" fmla="*/ 517912 w 1380202"/>
              <a:gd name="connsiteY52-59368" fmla="*/ 4584173 h 6858000"/>
              <a:gd name="connsiteX53-59369" fmla="*/ 512995 w 1380202"/>
              <a:gd name="connsiteY53-59370" fmla="*/ 4444346 h 6858000"/>
              <a:gd name="connsiteX54-59371" fmla="*/ 509560 w 1380202"/>
              <a:gd name="connsiteY54-59372" fmla="*/ 4375228 h 6858000"/>
              <a:gd name="connsiteX55-59373" fmla="*/ 490213 w 1380202"/>
              <a:gd name="connsiteY55-59374" fmla="*/ 4214165 h 6858000"/>
              <a:gd name="connsiteX56-59375" fmla="*/ 494286 w 1380202"/>
              <a:gd name="connsiteY56-59376" fmla="*/ 4090296 h 6858000"/>
              <a:gd name="connsiteX57-59377" fmla="*/ 479542 w 1380202"/>
              <a:gd name="connsiteY57-59378" fmla="*/ 4033999 h 6858000"/>
              <a:gd name="connsiteX58-59379" fmla="*/ 480691 w 1380202"/>
              <a:gd name="connsiteY58-59380" fmla="*/ 4031933 h 6858000"/>
              <a:gd name="connsiteX59-59381" fmla="*/ 479267 w 1380202"/>
              <a:gd name="connsiteY59-59382" fmla="*/ 4013953 h 6858000"/>
              <a:gd name="connsiteX60-59383" fmla="*/ 465562 w 1380202"/>
              <a:gd name="connsiteY60-59384" fmla="*/ 3974753 h 6858000"/>
              <a:gd name="connsiteX61-59385" fmla="*/ 467160 w 1380202"/>
              <a:gd name="connsiteY61-59386" fmla="*/ 3969950 h 6858000"/>
              <a:gd name="connsiteX62-59387" fmla="*/ 460582 w 1380202"/>
              <a:gd name="connsiteY62-59388" fmla="*/ 3933779 h 6858000"/>
              <a:gd name="connsiteX63-59389" fmla="*/ 461913 w 1380202"/>
              <a:gd name="connsiteY63-59390" fmla="*/ 3933093 h 6858000"/>
              <a:gd name="connsiteX64-59391" fmla="*/ 466267 w 1380202"/>
              <a:gd name="connsiteY64-59392" fmla="*/ 3922082 h 6858000"/>
              <a:gd name="connsiteX65-59393" fmla="*/ 471345 w 1380202"/>
              <a:gd name="connsiteY65-59394" fmla="*/ 3901461 h 6858000"/>
              <a:gd name="connsiteX66-59395" fmla="*/ 493939 w 1380202"/>
              <a:gd name="connsiteY66-59396" fmla="*/ 3813873 h 6858000"/>
              <a:gd name="connsiteX67-59397" fmla="*/ 493364 w 1380202"/>
              <a:gd name="connsiteY67-59398" fmla="*/ 3806161 h 6858000"/>
              <a:gd name="connsiteX68-59399" fmla="*/ 493671 w 1380202"/>
              <a:gd name="connsiteY68-59400" fmla="*/ 3805957 h 6858000"/>
              <a:gd name="connsiteX69-59401" fmla="*/ 493698 w 1380202"/>
              <a:gd name="connsiteY69-59402" fmla="*/ 3797724 h 6858000"/>
              <a:gd name="connsiteX70-59403" fmla="*/ 492313 w 1380202"/>
              <a:gd name="connsiteY70-59404" fmla="*/ 3792098 h 6858000"/>
              <a:gd name="connsiteX71-59405" fmla="*/ 491197 w 1380202"/>
              <a:gd name="connsiteY71-59406" fmla="*/ 3777135 h 6858000"/>
              <a:gd name="connsiteX72-59407" fmla="*/ 492930 w 1380202"/>
              <a:gd name="connsiteY72-59408" fmla="*/ 3771656 h 6858000"/>
              <a:gd name="connsiteX73-59409" fmla="*/ 496673 w 1380202"/>
              <a:gd name="connsiteY73-59410" fmla="*/ 3769007 h 6858000"/>
              <a:gd name="connsiteX74-59411" fmla="*/ 496139 w 1380202"/>
              <a:gd name="connsiteY74-59412" fmla="*/ 3767709 h 6858000"/>
              <a:gd name="connsiteX75-59413" fmla="*/ 504835 w 1380202"/>
              <a:gd name="connsiteY75-59414" fmla="*/ 3738082 h 6858000"/>
              <a:gd name="connsiteX76-59415" fmla="*/ 512181 w 1380202"/>
              <a:gd name="connsiteY76-59416" fmla="*/ 3673397 h 6858000"/>
              <a:gd name="connsiteX77-59417" fmla="*/ 511477 w 1380202"/>
              <a:gd name="connsiteY77-59418" fmla="*/ 3637109 h 6858000"/>
              <a:gd name="connsiteX78-59419" fmla="*/ 514920 w 1380202"/>
              <a:gd name="connsiteY78-59420" fmla="*/ 3536883 h 6858000"/>
              <a:gd name="connsiteX79-59421" fmla="*/ 522458 w 1380202"/>
              <a:gd name="connsiteY79-59422" fmla="*/ 3435652 h 6858000"/>
              <a:gd name="connsiteX80-59423" fmla="*/ 524129 w 1380202"/>
              <a:gd name="connsiteY80-59424" fmla="*/ 3307769 h 6858000"/>
              <a:gd name="connsiteX81-59425" fmla="*/ 541692 w 1380202"/>
              <a:gd name="connsiteY81-59426" fmla="*/ 3250522 h 6858000"/>
              <a:gd name="connsiteX82-59427" fmla="*/ 542117 w 1380202"/>
              <a:gd name="connsiteY82-59428" fmla="*/ 3229163 h 6858000"/>
              <a:gd name="connsiteX83-59429" fmla="*/ 543940 w 1380202"/>
              <a:gd name="connsiteY83-59430" fmla="*/ 3217217 h 6858000"/>
              <a:gd name="connsiteX84-59431" fmla="*/ 530775 w 1380202"/>
              <a:gd name="connsiteY84-59432" fmla="*/ 3183755 h 6858000"/>
              <a:gd name="connsiteX85-59433" fmla="*/ 531276 w 1380202"/>
              <a:gd name="connsiteY85-59434" fmla="*/ 3178642 h 6858000"/>
              <a:gd name="connsiteX86-59435" fmla="*/ 518876 w 1380202"/>
              <a:gd name="connsiteY86-59436" fmla="*/ 3158586 h 6858000"/>
              <a:gd name="connsiteX87-59437" fmla="*/ 504061 w 1380202"/>
              <a:gd name="connsiteY87-59438" fmla="*/ 3129034 h 6858000"/>
              <a:gd name="connsiteX88-59439" fmla="*/ 504726 w 1380202"/>
              <a:gd name="connsiteY88-59440" fmla="*/ 3126682 h 6858000"/>
              <a:gd name="connsiteX89-59441" fmla="*/ 495594 w 1380202"/>
              <a:gd name="connsiteY89-59442" fmla="*/ 3114519 h 6858000"/>
              <a:gd name="connsiteX90-59443" fmla="*/ 482203 w 1380202"/>
              <a:gd name="connsiteY90-59444" fmla="*/ 3106272 h 6858000"/>
              <a:gd name="connsiteX91-59445" fmla="*/ 454933 w 1380202"/>
              <a:gd name="connsiteY91-59446" fmla="*/ 2958185 h 6858000"/>
              <a:gd name="connsiteX92-59447" fmla="*/ 397547 w 1380202"/>
              <a:gd name="connsiteY92-59448" fmla="*/ 2762989 h 6858000"/>
              <a:gd name="connsiteX93-59449" fmla="*/ 346465 w 1380202"/>
              <a:gd name="connsiteY93-59450" fmla="*/ 2554718 h 6858000"/>
              <a:gd name="connsiteX94-59451" fmla="*/ 326559 w 1380202"/>
              <a:gd name="connsiteY94-59452" fmla="*/ 2485734 h 6858000"/>
              <a:gd name="connsiteX95-59453" fmla="*/ 317282 w 1380202"/>
              <a:gd name="connsiteY95-59454" fmla="*/ 2447068 h 6858000"/>
              <a:gd name="connsiteX96-59455" fmla="*/ 304243 w 1380202"/>
              <a:gd name="connsiteY96-59456" fmla="*/ 2425819 h 6858000"/>
              <a:gd name="connsiteX97-59457" fmla="*/ 310242 w 1380202"/>
              <a:gd name="connsiteY97-59458" fmla="*/ 2402874 h 6858000"/>
              <a:gd name="connsiteX98-59459" fmla="*/ 312854 w 1380202"/>
              <a:gd name="connsiteY98-59460" fmla="*/ 2381443 h 6858000"/>
              <a:gd name="connsiteX99-59461" fmla="*/ 289183 w 1380202"/>
              <a:gd name="connsiteY99-59462" fmla="*/ 2261920 h 6858000"/>
              <a:gd name="connsiteX100-59463" fmla="*/ 279070 w 1380202"/>
              <a:gd name="connsiteY100-59464" fmla="*/ 2195378 h 6858000"/>
              <a:gd name="connsiteX101-59465" fmla="*/ 263287 w 1380202"/>
              <a:gd name="connsiteY101-59466" fmla="*/ 2155135 h 6858000"/>
              <a:gd name="connsiteX102-59467" fmla="*/ 260745 w 1380202"/>
              <a:gd name="connsiteY102-59468" fmla="*/ 2118008 h 6858000"/>
              <a:gd name="connsiteX103-59469" fmla="*/ 261738 w 1380202"/>
              <a:gd name="connsiteY103-59470" fmla="*/ 2050531 h 6858000"/>
              <a:gd name="connsiteX104-59471" fmla="*/ 253544 w 1380202"/>
              <a:gd name="connsiteY104-59472" fmla="*/ 1963269 h 6858000"/>
              <a:gd name="connsiteX105-59473" fmla="*/ 234722 w 1380202"/>
              <a:gd name="connsiteY105-59474" fmla="*/ 1906352 h 6858000"/>
              <a:gd name="connsiteX106-59475" fmla="*/ 211279 w 1380202"/>
              <a:gd name="connsiteY106-59476" fmla="*/ 1861531 h 6858000"/>
              <a:gd name="connsiteX107-59477" fmla="*/ 165078 w 1380202"/>
              <a:gd name="connsiteY107-59478" fmla="*/ 1732919 h 6858000"/>
              <a:gd name="connsiteX108-59479" fmla="*/ 137389 w 1380202"/>
              <a:gd name="connsiteY108-59480" fmla="*/ 1663540 h 6858000"/>
              <a:gd name="connsiteX109-59481" fmla="*/ 136515 w 1380202"/>
              <a:gd name="connsiteY109-59482" fmla="*/ 1615777 h 6858000"/>
              <a:gd name="connsiteX110-59483" fmla="*/ 117310 w 1380202"/>
              <a:gd name="connsiteY110-59484" fmla="*/ 1563678 h 6858000"/>
              <a:gd name="connsiteX111-59485" fmla="*/ 130390 w 1380202"/>
              <a:gd name="connsiteY111-59486" fmla="*/ 1519474 h 6858000"/>
              <a:gd name="connsiteX112-59487" fmla="*/ 123132 w 1380202"/>
              <a:gd name="connsiteY112-59488" fmla="*/ 1477995 h 6858000"/>
              <a:gd name="connsiteX113-59489" fmla="*/ 109217 w 1380202"/>
              <a:gd name="connsiteY113-59490" fmla="*/ 1373769 h 6858000"/>
              <a:gd name="connsiteX114-59491" fmla="*/ 117524 w 1380202"/>
              <a:gd name="connsiteY114-59492" fmla="*/ 1307086 h 6858000"/>
              <a:gd name="connsiteX115-59493" fmla="*/ 118712 w 1380202"/>
              <a:gd name="connsiteY115-59494" fmla="*/ 1189033 h 6858000"/>
              <a:gd name="connsiteX116-59495" fmla="*/ 123397 w 1380202"/>
              <a:gd name="connsiteY116-59496" fmla="*/ 1168288 h 6858000"/>
              <a:gd name="connsiteX117-59497" fmla="*/ 115679 w 1380202"/>
              <a:gd name="connsiteY117-59498" fmla="*/ 1142577 h 6858000"/>
              <a:gd name="connsiteX118-59499" fmla="*/ 104985 w 1380202"/>
              <a:gd name="connsiteY118-59500" fmla="*/ 1088484 h 6858000"/>
              <a:gd name="connsiteX119-59501" fmla="*/ 93721 w 1380202"/>
              <a:gd name="connsiteY119-59502" fmla="*/ 1016103 h 6858000"/>
              <a:gd name="connsiteX120-59503" fmla="*/ 95177 w 1380202"/>
              <a:gd name="connsiteY120-59504" fmla="*/ 932283 h 6858000"/>
              <a:gd name="connsiteX121-59505" fmla="*/ 97413 w 1380202"/>
              <a:gd name="connsiteY121-59506" fmla="*/ 915925 h 6858000"/>
              <a:gd name="connsiteX122-59507" fmla="*/ 90042 w 1380202"/>
              <a:gd name="connsiteY122-59508" fmla="*/ 896999 h 6858000"/>
              <a:gd name="connsiteX123-59509" fmla="*/ 59450 w 1380202"/>
              <a:gd name="connsiteY123-59510" fmla="*/ 821517 h 6858000"/>
              <a:gd name="connsiteX124-59511" fmla="*/ 38400 w 1380202"/>
              <a:gd name="connsiteY124-59512" fmla="*/ 751353 h 6858000"/>
              <a:gd name="connsiteX125-59513" fmla="*/ 37958 w 1380202"/>
              <a:gd name="connsiteY125-59514" fmla="*/ 721230 h 6858000"/>
              <a:gd name="connsiteX126-59515" fmla="*/ 23629 w 1380202"/>
              <a:gd name="connsiteY126-59516" fmla="*/ 681659 h 6858000"/>
              <a:gd name="connsiteX127-59517" fmla="*/ 9048 w 1380202"/>
              <a:gd name="connsiteY127-59518" fmla="*/ 635218 h 6858000"/>
              <a:gd name="connsiteX128-59519" fmla="*/ 14059 w 1380202"/>
              <a:gd name="connsiteY128-59520" fmla="*/ 613763 h 6858000"/>
              <a:gd name="connsiteX129-59521" fmla="*/ 1 w 1380202"/>
              <a:gd name="connsiteY129-59522" fmla="*/ 598582 h 6858000"/>
              <a:gd name="connsiteX130-59523" fmla="*/ 79993 w 1380202"/>
              <a:gd name="connsiteY130-59524" fmla="*/ 473479 h 6858000"/>
              <a:gd name="connsiteX131-59525" fmla="*/ 68074 w 1380202"/>
              <a:gd name="connsiteY131-59526" fmla="*/ 446567 h 6858000"/>
              <a:gd name="connsiteX132-59527" fmla="*/ 67322 w 1380202"/>
              <a:gd name="connsiteY132-59528" fmla="*/ 393828 h 6858000"/>
              <a:gd name="connsiteX133-59529" fmla="*/ 67152 w 1380202"/>
              <a:gd name="connsiteY133-59530" fmla="*/ 353137 h 6858000"/>
              <a:gd name="connsiteX134-59531" fmla="*/ 88662 w 1380202"/>
              <a:gd name="connsiteY134-59532" fmla="*/ 309501 h 6858000"/>
              <a:gd name="connsiteX135-59533" fmla="*/ 72845 w 1380202"/>
              <a:gd name="connsiteY135-59534" fmla="*/ 275771 h 6858000"/>
              <a:gd name="connsiteX136-59535" fmla="*/ 89872 w 1380202"/>
              <a:gd name="connsiteY136-59536" fmla="*/ 212860 h 6858000"/>
              <a:gd name="connsiteX137-59537" fmla="*/ 81582 w 1380202"/>
              <a:gd name="connsiteY137-59538" fmla="*/ 144983 h 6858000"/>
              <a:gd name="connsiteX138-59539" fmla="*/ 93866 w 1380202"/>
              <a:gd name="connsiteY138-59540" fmla="*/ 55288 h 6858000"/>
              <a:gd name="connsiteX139-59541" fmla="*/ 53420 w 1380202"/>
              <a:gd name="connsiteY139-59542" fmla="*/ 0 h 6858000"/>
              <a:gd name="connsiteX0-59543" fmla="*/ 44600 w 1371382"/>
              <a:gd name="connsiteY0-59544" fmla="*/ 0 h 6858000"/>
              <a:gd name="connsiteX1-59545" fmla="*/ 1371382 w 1371382"/>
              <a:gd name="connsiteY1-59546" fmla="*/ 0 h 6858000"/>
              <a:gd name="connsiteX2-59547" fmla="*/ 1371382 w 1371382"/>
              <a:gd name="connsiteY2-59548" fmla="*/ 6858000 h 6858000"/>
              <a:gd name="connsiteX3-59549" fmla="*/ 108076 w 1371382"/>
              <a:gd name="connsiteY3-59550" fmla="*/ 6857735 h 6858000"/>
              <a:gd name="connsiteX4-59551" fmla="*/ 144669 w 1371382"/>
              <a:gd name="connsiteY4-59552" fmla="*/ 6776847 h 6858000"/>
              <a:gd name="connsiteX5-59553" fmla="*/ 156169 w 1371382"/>
              <a:gd name="connsiteY5-59554" fmla="*/ 6737706 h 6858000"/>
              <a:gd name="connsiteX6-59555" fmla="*/ 180908 w 1371382"/>
              <a:gd name="connsiteY6-59556" fmla="*/ 6691589 h 6858000"/>
              <a:gd name="connsiteX7-59557" fmla="*/ 158465 w 1371382"/>
              <a:gd name="connsiteY7-59558" fmla="*/ 6659970 h 6858000"/>
              <a:gd name="connsiteX8-59559" fmla="*/ 173556 w 1371382"/>
              <a:gd name="connsiteY8-59560" fmla="*/ 6636211 h 6858000"/>
              <a:gd name="connsiteX9-59561" fmla="*/ 191000 w 1371382"/>
              <a:gd name="connsiteY9-59562" fmla="*/ 6594177 h 6858000"/>
              <a:gd name="connsiteX10-59563" fmla="*/ 205040 w 1371382"/>
              <a:gd name="connsiteY10-59564" fmla="*/ 6557575 h 6858000"/>
              <a:gd name="connsiteX11-59565" fmla="*/ 257997 w 1371382"/>
              <a:gd name="connsiteY11-59566" fmla="*/ 6492130 h 6858000"/>
              <a:gd name="connsiteX12-59567" fmla="*/ 273684 w 1371382"/>
              <a:gd name="connsiteY12-59568" fmla="*/ 6431610 h 6858000"/>
              <a:gd name="connsiteX13-59569" fmla="*/ 317389 w 1371382"/>
              <a:gd name="connsiteY13-59570" fmla="*/ 6379786 h 6858000"/>
              <a:gd name="connsiteX14-59571" fmla="*/ 300612 w 1371382"/>
              <a:gd name="connsiteY14-59572" fmla="*/ 6334727 h 6858000"/>
              <a:gd name="connsiteX15-59573" fmla="*/ 278027 w 1371382"/>
              <a:gd name="connsiteY15-59574" fmla="*/ 6313295 h 6858000"/>
              <a:gd name="connsiteX16-59575" fmla="*/ 285191 w 1371382"/>
              <a:gd name="connsiteY16-59576" fmla="*/ 6280046 h 6858000"/>
              <a:gd name="connsiteX17-59577" fmla="*/ 267936 w 1371382"/>
              <a:gd name="connsiteY17-59578" fmla="*/ 6270265 h 6858000"/>
              <a:gd name="connsiteX18-59579" fmla="*/ 294964 w 1371382"/>
              <a:gd name="connsiteY18-59580" fmla="*/ 6252834 h 6858000"/>
              <a:gd name="connsiteX19-59581" fmla="*/ 272956 w 1371382"/>
              <a:gd name="connsiteY19-59582" fmla="*/ 6202459 h 6858000"/>
              <a:gd name="connsiteX20-59583" fmla="*/ 271754 w 1371382"/>
              <a:gd name="connsiteY20-59584" fmla="*/ 6153037 h 6858000"/>
              <a:gd name="connsiteX21-59585" fmla="*/ 287169 w 1371382"/>
              <a:gd name="connsiteY21-59586" fmla="*/ 6078132 h 6858000"/>
              <a:gd name="connsiteX22-59587" fmla="*/ 274556 w 1371382"/>
              <a:gd name="connsiteY22-59588" fmla="*/ 6028119 h 6858000"/>
              <a:gd name="connsiteX23-59589" fmla="*/ 259785 w 1371382"/>
              <a:gd name="connsiteY23-59590" fmla="*/ 5926735 h 6858000"/>
              <a:gd name="connsiteX24-59591" fmla="*/ 309297 w 1371382"/>
              <a:gd name="connsiteY24-59592" fmla="*/ 5712857 h 6858000"/>
              <a:gd name="connsiteX25-59593" fmla="*/ 288372 w 1371382"/>
              <a:gd name="connsiteY25-59594" fmla="*/ 5676393 h 6858000"/>
              <a:gd name="connsiteX26-59595" fmla="*/ 327964 w 1371382"/>
              <a:gd name="connsiteY26-59596" fmla="*/ 5563435 h 6858000"/>
              <a:gd name="connsiteX27-59597" fmla="*/ 375094 w 1371382"/>
              <a:gd name="connsiteY27-59598" fmla="*/ 5437125 h 6858000"/>
              <a:gd name="connsiteX28-59599" fmla="*/ 388662 w 1371382"/>
              <a:gd name="connsiteY28-59600" fmla="*/ 5396260 h 6858000"/>
              <a:gd name="connsiteX29-59601" fmla="*/ 404643 w 1371382"/>
              <a:gd name="connsiteY29-59602" fmla="*/ 5330009 h 6858000"/>
              <a:gd name="connsiteX30-59603" fmla="*/ 438136 w 1371382"/>
              <a:gd name="connsiteY30-59604" fmla="*/ 5273739 h 6858000"/>
              <a:gd name="connsiteX31-59605" fmla="*/ 447735 w 1371382"/>
              <a:gd name="connsiteY31-59606" fmla="*/ 5241779 h 6858000"/>
              <a:gd name="connsiteX32-59607" fmla="*/ 458961 w 1371382"/>
              <a:gd name="connsiteY32-59608" fmla="*/ 5225268 h 6858000"/>
              <a:gd name="connsiteX33-59609" fmla="*/ 459981 w 1371382"/>
              <a:gd name="connsiteY33-59610" fmla="*/ 5217684 h 6858000"/>
              <a:gd name="connsiteX34-59611" fmla="*/ 467322 w 1371382"/>
              <a:gd name="connsiteY34-59612" fmla="*/ 5193377 h 6858000"/>
              <a:gd name="connsiteX35-59613" fmla="*/ 470625 w 1371382"/>
              <a:gd name="connsiteY35-59614" fmla="*/ 5179288 h 6858000"/>
              <a:gd name="connsiteX36-59615" fmla="*/ 471609 w 1371382"/>
              <a:gd name="connsiteY36-59616" fmla="*/ 5173621 h 6858000"/>
              <a:gd name="connsiteX37-59617" fmla="*/ 467243 w 1371382"/>
              <a:gd name="connsiteY37-59618" fmla="*/ 5159961 h 6858000"/>
              <a:gd name="connsiteX38-59619" fmla="*/ 473920 w 1371382"/>
              <a:gd name="connsiteY38-59620" fmla="*/ 5144295 h 6858000"/>
              <a:gd name="connsiteX39-59621" fmla="*/ 470853 w 1371382"/>
              <a:gd name="connsiteY39-59622" fmla="*/ 5125185 h 6858000"/>
              <a:gd name="connsiteX40-59623" fmla="*/ 477683 w 1371382"/>
              <a:gd name="connsiteY40-59624" fmla="*/ 5121884 h 6858000"/>
              <a:gd name="connsiteX41-59625" fmla="*/ 484719 w 1371382"/>
              <a:gd name="connsiteY41-59626" fmla="*/ 5067850 h 6858000"/>
              <a:gd name="connsiteX42-59627" fmla="*/ 487450 w 1371382"/>
              <a:gd name="connsiteY42-59628" fmla="*/ 5060861 h 6858000"/>
              <a:gd name="connsiteX43-59629" fmla="*/ 484154 w 1371382"/>
              <a:gd name="connsiteY43-59630" fmla="*/ 5034192 h 6858000"/>
              <a:gd name="connsiteX44-59631" fmla="*/ 485708 w 1371382"/>
              <a:gd name="connsiteY44-59632" fmla="*/ 4993030 h 6858000"/>
              <a:gd name="connsiteX45-59633" fmla="*/ 492617 w 1371382"/>
              <a:gd name="connsiteY45-59634" fmla="*/ 4946844 h 6858000"/>
              <a:gd name="connsiteX46-59635" fmla="*/ 488473 w 1371382"/>
              <a:gd name="connsiteY46-59636" fmla="*/ 4932692 h 6858000"/>
              <a:gd name="connsiteX47-59637" fmla="*/ 503876 w 1371382"/>
              <a:gd name="connsiteY47-59638" fmla="*/ 4858827 h 6858000"/>
              <a:gd name="connsiteX48-59639" fmla="*/ 509779 w 1371382"/>
              <a:gd name="connsiteY48-59640" fmla="*/ 4821170 h 6858000"/>
              <a:gd name="connsiteX49-59641" fmla="*/ 514512 w 1371382"/>
              <a:gd name="connsiteY49-59642" fmla="*/ 4780965 h 6858000"/>
              <a:gd name="connsiteX50-59643" fmla="*/ 515805 w 1371382"/>
              <a:gd name="connsiteY50-59644" fmla="*/ 4750867 h 6858000"/>
              <a:gd name="connsiteX51-59645" fmla="*/ 513612 w 1371382"/>
              <a:gd name="connsiteY51-59646" fmla="*/ 4690749 h 6858000"/>
              <a:gd name="connsiteX52-59647" fmla="*/ 509092 w 1371382"/>
              <a:gd name="connsiteY52-59648" fmla="*/ 4584173 h 6858000"/>
              <a:gd name="connsiteX53-59649" fmla="*/ 504175 w 1371382"/>
              <a:gd name="connsiteY53-59650" fmla="*/ 4444346 h 6858000"/>
              <a:gd name="connsiteX54-59651" fmla="*/ 500740 w 1371382"/>
              <a:gd name="connsiteY54-59652" fmla="*/ 4375228 h 6858000"/>
              <a:gd name="connsiteX55-59653" fmla="*/ 481393 w 1371382"/>
              <a:gd name="connsiteY55-59654" fmla="*/ 4214165 h 6858000"/>
              <a:gd name="connsiteX56-59655" fmla="*/ 485466 w 1371382"/>
              <a:gd name="connsiteY56-59656" fmla="*/ 4090296 h 6858000"/>
              <a:gd name="connsiteX57-59657" fmla="*/ 470722 w 1371382"/>
              <a:gd name="connsiteY57-59658" fmla="*/ 4033999 h 6858000"/>
              <a:gd name="connsiteX58-59659" fmla="*/ 471871 w 1371382"/>
              <a:gd name="connsiteY58-59660" fmla="*/ 4031933 h 6858000"/>
              <a:gd name="connsiteX59-59661" fmla="*/ 470447 w 1371382"/>
              <a:gd name="connsiteY59-59662" fmla="*/ 4013953 h 6858000"/>
              <a:gd name="connsiteX60-59663" fmla="*/ 456742 w 1371382"/>
              <a:gd name="connsiteY60-59664" fmla="*/ 3974753 h 6858000"/>
              <a:gd name="connsiteX61-59665" fmla="*/ 458340 w 1371382"/>
              <a:gd name="connsiteY61-59666" fmla="*/ 3969950 h 6858000"/>
              <a:gd name="connsiteX62-59667" fmla="*/ 451762 w 1371382"/>
              <a:gd name="connsiteY62-59668" fmla="*/ 3933779 h 6858000"/>
              <a:gd name="connsiteX63-59669" fmla="*/ 453093 w 1371382"/>
              <a:gd name="connsiteY63-59670" fmla="*/ 3933093 h 6858000"/>
              <a:gd name="connsiteX64-59671" fmla="*/ 457447 w 1371382"/>
              <a:gd name="connsiteY64-59672" fmla="*/ 3922082 h 6858000"/>
              <a:gd name="connsiteX65-59673" fmla="*/ 462525 w 1371382"/>
              <a:gd name="connsiteY65-59674" fmla="*/ 3901461 h 6858000"/>
              <a:gd name="connsiteX66-59675" fmla="*/ 485119 w 1371382"/>
              <a:gd name="connsiteY66-59676" fmla="*/ 3813873 h 6858000"/>
              <a:gd name="connsiteX67-59677" fmla="*/ 484544 w 1371382"/>
              <a:gd name="connsiteY67-59678" fmla="*/ 3806161 h 6858000"/>
              <a:gd name="connsiteX68-59679" fmla="*/ 484851 w 1371382"/>
              <a:gd name="connsiteY68-59680" fmla="*/ 3805957 h 6858000"/>
              <a:gd name="connsiteX69-59681" fmla="*/ 484878 w 1371382"/>
              <a:gd name="connsiteY69-59682" fmla="*/ 3797724 h 6858000"/>
              <a:gd name="connsiteX70-59683" fmla="*/ 483493 w 1371382"/>
              <a:gd name="connsiteY70-59684" fmla="*/ 3792098 h 6858000"/>
              <a:gd name="connsiteX71-59685" fmla="*/ 482377 w 1371382"/>
              <a:gd name="connsiteY71-59686" fmla="*/ 3777135 h 6858000"/>
              <a:gd name="connsiteX72-59687" fmla="*/ 484110 w 1371382"/>
              <a:gd name="connsiteY72-59688" fmla="*/ 3771656 h 6858000"/>
              <a:gd name="connsiteX73-59689" fmla="*/ 487853 w 1371382"/>
              <a:gd name="connsiteY73-59690" fmla="*/ 3769007 h 6858000"/>
              <a:gd name="connsiteX74-59691" fmla="*/ 487319 w 1371382"/>
              <a:gd name="connsiteY74-59692" fmla="*/ 3767709 h 6858000"/>
              <a:gd name="connsiteX75-59693" fmla="*/ 496015 w 1371382"/>
              <a:gd name="connsiteY75-59694" fmla="*/ 3738082 h 6858000"/>
              <a:gd name="connsiteX76-59695" fmla="*/ 503361 w 1371382"/>
              <a:gd name="connsiteY76-59696" fmla="*/ 3673397 h 6858000"/>
              <a:gd name="connsiteX77-59697" fmla="*/ 502657 w 1371382"/>
              <a:gd name="connsiteY77-59698" fmla="*/ 3637109 h 6858000"/>
              <a:gd name="connsiteX78-59699" fmla="*/ 506100 w 1371382"/>
              <a:gd name="connsiteY78-59700" fmla="*/ 3536883 h 6858000"/>
              <a:gd name="connsiteX79-59701" fmla="*/ 513638 w 1371382"/>
              <a:gd name="connsiteY79-59702" fmla="*/ 3435652 h 6858000"/>
              <a:gd name="connsiteX80-59703" fmla="*/ 515309 w 1371382"/>
              <a:gd name="connsiteY80-59704" fmla="*/ 3307769 h 6858000"/>
              <a:gd name="connsiteX81-59705" fmla="*/ 532872 w 1371382"/>
              <a:gd name="connsiteY81-59706" fmla="*/ 3250522 h 6858000"/>
              <a:gd name="connsiteX82-59707" fmla="*/ 533297 w 1371382"/>
              <a:gd name="connsiteY82-59708" fmla="*/ 3229163 h 6858000"/>
              <a:gd name="connsiteX83-59709" fmla="*/ 535120 w 1371382"/>
              <a:gd name="connsiteY83-59710" fmla="*/ 3217217 h 6858000"/>
              <a:gd name="connsiteX84-59711" fmla="*/ 521955 w 1371382"/>
              <a:gd name="connsiteY84-59712" fmla="*/ 3183755 h 6858000"/>
              <a:gd name="connsiteX85-59713" fmla="*/ 522456 w 1371382"/>
              <a:gd name="connsiteY85-59714" fmla="*/ 3178642 h 6858000"/>
              <a:gd name="connsiteX86-59715" fmla="*/ 510056 w 1371382"/>
              <a:gd name="connsiteY86-59716" fmla="*/ 3158586 h 6858000"/>
              <a:gd name="connsiteX87-59717" fmla="*/ 495241 w 1371382"/>
              <a:gd name="connsiteY87-59718" fmla="*/ 3129034 h 6858000"/>
              <a:gd name="connsiteX88-59719" fmla="*/ 495906 w 1371382"/>
              <a:gd name="connsiteY88-59720" fmla="*/ 3126682 h 6858000"/>
              <a:gd name="connsiteX89-59721" fmla="*/ 486774 w 1371382"/>
              <a:gd name="connsiteY89-59722" fmla="*/ 3114519 h 6858000"/>
              <a:gd name="connsiteX90-59723" fmla="*/ 473383 w 1371382"/>
              <a:gd name="connsiteY90-59724" fmla="*/ 3106272 h 6858000"/>
              <a:gd name="connsiteX91-59725" fmla="*/ 446113 w 1371382"/>
              <a:gd name="connsiteY91-59726" fmla="*/ 2958185 h 6858000"/>
              <a:gd name="connsiteX92-59727" fmla="*/ 388727 w 1371382"/>
              <a:gd name="connsiteY92-59728" fmla="*/ 2762989 h 6858000"/>
              <a:gd name="connsiteX93-59729" fmla="*/ 337645 w 1371382"/>
              <a:gd name="connsiteY93-59730" fmla="*/ 2554718 h 6858000"/>
              <a:gd name="connsiteX94-59731" fmla="*/ 317739 w 1371382"/>
              <a:gd name="connsiteY94-59732" fmla="*/ 2485734 h 6858000"/>
              <a:gd name="connsiteX95-59733" fmla="*/ 308462 w 1371382"/>
              <a:gd name="connsiteY95-59734" fmla="*/ 2447068 h 6858000"/>
              <a:gd name="connsiteX96-59735" fmla="*/ 295423 w 1371382"/>
              <a:gd name="connsiteY96-59736" fmla="*/ 2425819 h 6858000"/>
              <a:gd name="connsiteX97-59737" fmla="*/ 301422 w 1371382"/>
              <a:gd name="connsiteY97-59738" fmla="*/ 2402874 h 6858000"/>
              <a:gd name="connsiteX98-59739" fmla="*/ 304034 w 1371382"/>
              <a:gd name="connsiteY98-59740" fmla="*/ 2381443 h 6858000"/>
              <a:gd name="connsiteX99-59741" fmla="*/ 280363 w 1371382"/>
              <a:gd name="connsiteY99-59742" fmla="*/ 2261920 h 6858000"/>
              <a:gd name="connsiteX100-59743" fmla="*/ 270250 w 1371382"/>
              <a:gd name="connsiteY100-59744" fmla="*/ 2195378 h 6858000"/>
              <a:gd name="connsiteX101-59745" fmla="*/ 254467 w 1371382"/>
              <a:gd name="connsiteY101-59746" fmla="*/ 2155135 h 6858000"/>
              <a:gd name="connsiteX102-59747" fmla="*/ 251925 w 1371382"/>
              <a:gd name="connsiteY102-59748" fmla="*/ 2118008 h 6858000"/>
              <a:gd name="connsiteX103-59749" fmla="*/ 252918 w 1371382"/>
              <a:gd name="connsiteY103-59750" fmla="*/ 2050531 h 6858000"/>
              <a:gd name="connsiteX104-59751" fmla="*/ 244724 w 1371382"/>
              <a:gd name="connsiteY104-59752" fmla="*/ 1963269 h 6858000"/>
              <a:gd name="connsiteX105-59753" fmla="*/ 225902 w 1371382"/>
              <a:gd name="connsiteY105-59754" fmla="*/ 1906352 h 6858000"/>
              <a:gd name="connsiteX106-59755" fmla="*/ 202459 w 1371382"/>
              <a:gd name="connsiteY106-59756" fmla="*/ 1861531 h 6858000"/>
              <a:gd name="connsiteX107-59757" fmla="*/ 156258 w 1371382"/>
              <a:gd name="connsiteY107-59758" fmla="*/ 1732919 h 6858000"/>
              <a:gd name="connsiteX108-59759" fmla="*/ 128569 w 1371382"/>
              <a:gd name="connsiteY108-59760" fmla="*/ 1663540 h 6858000"/>
              <a:gd name="connsiteX109-59761" fmla="*/ 127695 w 1371382"/>
              <a:gd name="connsiteY109-59762" fmla="*/ 1615777 h 6858000"/>
              <a:gd name="connsiteX110-59763" fmla="*/ 108490 w 1371382"/>
              <a:gd name="connsiteY110-59764" fmla="*/ 1563678 h 6858000"/>
              <a:gd name="connsiteX111-59765" fmla="*/ 121570 w 1371382"/>
              <a:gd name="connsiteY111-59766" fmla="*/ 1519474 h 6858000"/>
              <a:gd name="connsiteX112-59767" fmla="*/ 114312 w 1371382"/>
              <a:gd name="connsiteY112-59768" fmla="*/ 1477995 h 6858000"/>
              <a:gd name="connsiteX113-59769" fmla="*/ 100397 w 1371382"/>
              <a:gd name="connsiteY113-59770" fmla="*/ 1373769 h 6858000"/>
              <a:gd name="connsiteX114-59771" fmla="*/ 108704 w 1371382"/>
              <a:gd name="connsiteY114-59772" fmla="*/ 1307086 h 6858000"/>
              <a:gd name="connsiteX115-59773" fmla="*/ 109892 w 1371382"/>
              <a:gd name="connsiteY115-59774" fmla="*/ 1189033 h 6858000"/>
              <a:gd name="connsiteX116-59775" fmla="*/ 114577 w 1371382"/>
              <a:gd name="connsiteY116-59776" fmla="*/ 1168288 h 6858000"/>
              <a:gd name="connsiteX117-59777" fmla="*/ 106859 w 1371382"/>
              <a:gd name="connsiteY117-59778" fmla="*/ 1142577 h 6858000"/>
              <a:gd name="connsiteX118-59779" fmla="*/ 96165 w 1371382"/>
              <a:gd name="connsiteY118-59780" fmla="*/ 1088484 h 6858000"/>
              <a:gd name="connsiteX119-59781" fmla="*/ 84901 w 1371382"/>
              <a:gd name="connsiteY119-59782" fmla="*/ 1016103 h 6858000"/>
              <a:gd name="connsiteX120-59783" fmla="*/ 86357 w 1371382"/>
              <a:gd name="connsiteY120-59784" fmla="*/ 932283 h 6858000"/>
              <a:gd name="connsiteX121-59785" fmla="*/ 88593 w 1371382"/>
              <a:gd name="connsiteY121-59786" fmla="*/ 915925 h 6858000"/>
              <a:gd name="connsiteX122-59787" fmla="*/ 81222 w 1371382"/>
              <a:gd name="connsiteY122-59788" fmla="*/ 896999 h 6858000"/>
              <a:gd name="connsiteX123-59789" fmla="*/ 50630 w 1371382"/>
              <a:gd name="connsiteY123-59790" fmla="*/ 821517 h 6858000"/>
              <a:gd name="connsiteX124-59791" fmla="*/ 29580 w 1371382"/>
              <a:gd name="connsiteY124-59792" fmla="*/ 751353 h 6858000"/>
              <a:gd name="connsiteX125-59793" fmla="*/ 29138 w 1371382"/>
              <a:gd name="connsiteY125-59794" fmla="*/ 721230 h 6858000"/>
              <a:gd name="connsiteX126-59795" fmla="*/ 14809 w 1371382"/>
              <a:gd name="connsiteY126-59796" fmla="*/ 681659 h 6858000"/>
              <a:gd name="connsiteX127-59797" fmla="*/ 228 w 1371382"/>
              <a:gd name="connsiteY127-59798" fmla="*/ 635218 h 6858000"/>
              <a:gd name="connsiteX128-59799" fmla="*/ 5239 w 1371382"/>
              <a:gd name="connsiteY128-59800" fmla="*/ 613763 h 6858000"/>
              <a:gd name="connsiteX129-59801" fmla="*/ 20769 w 1371382"/>
              <a:gd name="connsiteY129-59802" fmla="*/ 542923 h 6858000"/>
              <a:gd name="connsiteX130-59803" fmla="*/ 71173 w 1371382"/>
              <a:gd name="connsiteY130-59804" fmla="*/ 473479 h 6858000"/>
              <a:gd name="connsiteX131-59805" fmla="*/ 59254 w 1371382"/>
              <a:gd name="connsiteY131-59806" fmla="*/ 446567 h 6858000"/>
              <a:gd name="connsiteX132-59807" fmla="*/ 58502 w 1371382"/>
              <a:gd name="connsiteY132-59808" fmla="*/ 393828 h 6858000"/>
              <a:gd name="connsiteX133-59809" fmla="*/ 58332 w 1371382"/>
              <a:gd name="connsiteY133-59810" fmla="*/ 353137 h 6858000"/>
              <a:gd name="connsiteX134-59811" fmla="*/ 79842 w 1371382"/>
              <a:gd name="connsiteY134-59812" fmla="*/ 309501 h 6858000"/>
              <a:gd name="connsiteX135-59813" fmla="*/ 64025 w 1371382"/>
              <a:gd name="connsiteY135-59814" fmla="*/ 275771 h 6858000"/>
              <a:gd name="connsiteX136-59815" fmla="*/ 81052 w 1371382"/>
              <a:gd name="connsiteY136-59816" fmla="*/ 212860 h 6858000"/>
              <a:gd name="connsiteX137-59817" fmla="*/ 72762 w 1371382"/>
              <a:gd name="connsiteY137-59818" fmla="*/ 144983 h 6858000"/>
              <a:gd name="connsiteX138-59819" fmla="*/ 85046 w 1371382"/>
              <a:gd name="connsiteY138-59820" fmla="*/ 55288 h 6858000"/>
              <a:gd name="connsiteX139-59821" fmla="*/ 44600 w 1371382"/>
              <a:gd name="connsiteY139-59822" fmla="*/ 0 h 6858000"/>
              <a:gd name="connsiteX0-59823" fmla="*/ 44600 w 1371382"/>
              <a:gd name="connsiteY0-59824" fmla="*/ 0 h 6858000"/>
              <a:gd name="connsiteX1-59825" fmla="*/ 1371382 w 1371382"/>
              <a:gd name="connsiteY1-59826" fmla="*/ 0 h 6858000"/>
              <a:gd name="connsiteX2-59827" fmla="*/ 1371382 w 1371382"/>
              <a:gd name="connsiteY2-59828" fmla="*/ 6858000 h 6858000"/>
              <a:gd name="connsiteX3-59829" fmla="*/ 108076 w 1371382"/>
              <a:gd name="connsiteY3-59830" fmla="*/ 6857735 h 6858000"/>
              <a:gd name="connsiteX4-59831" fmla="*/ 144669 w 1371382"/>
              <a:gd name="connsiteY4-59832" fmla="*/ 6776847 h 6858000"/>
              <a:gd name="connsiteX5-59833" fmla="*/ 156169 w 1371382"/>
              <a:gd name="connsiteY5-59834" fmla="*/ 6737706 h 6858000"/>
              <a:gd name="connsiteX6-59835" fmla="*/ 180908 w 1371382"/>
              <a:gd name="connsiteY6-59836" fmla="*/ 6691589 h 6858000"/>
              <a:gd name="connsiteX7-59837" fmla="*/ 158465 w 1371382"/>
              <a:gd name="connsiteY7-59838" fmla="*/ 6659970 h 6858000"/>
              <a:gd name="connsiteX8-59839" fmla="*/ 173556 w 1371382"/>
              <a:gd name="connsiteY8-59840" fmla="*/ 6636211 h 6858000"/>
              <a:gd name="connsiteX9-59841" fmla="*/ 191000 w 1371382"/>
              <a:gd name="connsiteY9-59842" fmla="*/ 6594177 h 6858000"/>
              <a:gd name="connsiteX10-59843" fmla="*/ 205040 w 1371382"/>
              <a:gd name="connsiteY10-59844" fmla="*/ 6557575 h 6858000"/>
              <a:gd name="connsiteX11-59845" fmla="*/ 257997 w 1371382"/>
              <a:gd name="connsiteY11-59846" fmla="*/ 6492130 h 6858000"/>
              <a:gd name="connsiteX12-59847" fmla="*/ 273684 w 1371382"/>
              <a:gd name="connsiteY12-59848" fmla="*/ 6431610 h 6858000"/>
              <a:gd name="connsiteX13-59849" fmla="*/ 317389 w 1371382"/>
              <a:gd name="connsiteY13-59850" fmla="*/ 6379786 h 6858000"/>
              <a:gd name="connsiteX14-59851" fmla="*/ 300612 w 1371382"/>
              <a:gd name="connsiteY14-59852" fmla="*/ 6334727 h 6858000"/>
              <a:gd name="connsiteX15-59853" fmla="*/ 278027 w 1371382"/>
              <a:gd name="connsiteY15-59854" fmla="*/ 6313295 h 6858000"/>
              <a:gd name="connsiteX16-59855" fmla="*/ 285191 w 1371382"/>
              <a:gd name="connsiteY16-59856" fmla="*/ 6280046 h 6858000"/>
              <a:gd name="connsiteX17-59857" fmla="*/ 267936 w 1371382"/>
              <a:gd name="connsiteY17-59858" fmla="*/ 6270265 h 6858000"/>
              <a:gd name="connsiteX18-59859" fmla="*/ 294964 w 1371382"/>
              <a:gd name="connsiteY18-59860" fmla="*/ 6252834 h 6858000"/>
              <a:gd name="connsiteX19-59861" fmla="*/ 272956 w 1371382"/>
              <a:gd name="connsiteY19-59862" fmla="*/ 6202459 h 6858000"/>
              <a:gd name="connsiteX20-59863" fmla="*/ 271754 w 1371382"/>
              <a:gd name="connsiteY20-59864" fmla="*/ 6153037 h 6858000"/>
              <a:gd name="connsiteX21-59865" fmla="*/ 287169 w 1371382"/>
              <a:gd name="connsiteY21-59866" fmla="*/ 6078132 h 6858000"/>
              <a:gd name="connsiteX22-59867" fmla="*/ 274556 w 1371382"/>
              <a:gd name="connsiteY22-59868" fmla="*/ 6028119 h 6858000"/>
              <a:gd name="connsiteX23-59869" fmla="*/ 259785 w 1371382"/>
              <a:gd name="connsiteY23-59870" fmla="*/ 5926735 h 6858000"/>
              <a:gd name="connsiteX24-59871" fmla="*/ 309297 w 1371382"/>
              <a:gd name="connsiteY24-59872" fmla="*/ 5712857 h 6858000"/>
              <a:gd name="connsiteX25-59873" fmla="*/ 288372 w 1371382"/>
              <a:gd name="connsiteY25-59874" fmla="*/ 5676393 h 6858000"/>
              <a:gd name="connsiteX26-59875" fmla="*/ 327964 w 1371382"/>
              <a:gd name="connsiteY26-59876" fmla="*/ 5563435 h 6858000"/>
              <a:gd name="connsiteX27-59877" fmla="*/ 375094 w 1371382"/>
              <a:gd name="connsiteY27-59878" fmla="*/ 5437125 h 6858000"/>
              <a:gd name="connsiteX28-59879" fmla="*/ 388662 w 1371382"/>
              <a:gd name="connsiteY28-59880" fmla="*/ 5396260 h 6858000"/>
              <a:gd name="connsiteX29-59881" fmla="*/ 404643 w 1371382"/>
              <a:gd name="connsiteY29-59882" fmla="*/ 5330009 h 6858000"/>
              <a:gd name="connsiteX30-59883" fmla="*/ 438136 w 1371382"/>
              <a:gd name="connsiteY30-59884" fmla="*/ 5273739 h 6858000"/>
              <a:gd name="connsiteX31-59885" fmla="*/ 447735 w 1371382"/>
              <a:gd name="connsiteY31-59886" fmla="*/ 5241779 h 6858000"/>
              <a:gd name="connsiteX32-59887" fmla="*/ 458961 w 1371382"/>
              <a:gd name="connsiteY32-59888" fmla="*/ 5225268 h 6858000"/>
              <a:gd name="connsiteX33-59889" fmla="*/ 459981 w 1371382"/>
              <a:gd name="connsiteY33-59890" fmla="*/ 5217684 h 6858000"/>
              <a:gd name="connsiteX34-59891" fmla="*/ 467322 w 1371382"/>
              <a:gd name="connsiteY34-59892" fmla="*/ 5193377 h 6858000"/>
              <a:gd name="connsiteX35-59893" fmla="*/ 470625 w 1371382"/>
              <a:gd name="connsiteY35-59894" fmla="*/ 5179288 h 6858000"/>
              <a:gd name="connsiteX36-59895" fmla="*/ 471609 w 1371382"/>
              <a:gd name="connsiteY36-59896" fmla="*/ 5173621 h 6858000"/>
              <a:gd name="connsiteX37-59897" fmla="*/ 467243 w 1371382"/>
              <a:gd name="connsiteY37-59898" fmla="*/ 5159961 h 6858000"/>
              <a:gd name="connsiteX38-59899" fmla="*/ 473920 w 1371382"/>
              <a:gd name="connsiteY38-59900" fmla="*/ 5144295 h 6858000"/>
              <a:gd name="connsiteX39-59901" fmla="*/ 470853 w 1371382"/>
              <a:gd name="connsiteY39-59902" fmla="*/ 5125185 h 6858000"/>
              <a:gd name="connsiteX40-59903" fmla="*/ 477683 w 1371382"/>
              <a:gd name="connsiteY40-59904" fmla="*/ 5121884 h 6858000"/>
              <a:gd name="connsiteX41-59905" fmla="*/ 484719 w 1371382"/>
              <a:gd name="connsiteY41-59906" fmla="*/ 5067850 h 6858000"/>
              <a:gd name="connsiteX42-59907" fmla="*/ 487450 w 1371382"/>
              <a:gd name="connsiteY42-59908" fmla="*/ 5060861 h 6858000"/>
              <a:gd name="connsiteX43-59909" fmla="*/ 484154 w 1371382"/>
              <a:gd name="connsiteY43-59910" fmla="*/ 5034192 h 6858000"/>
              <a:gd name="connsiteX44-59911" fmla="*/ 485708 w 1371382"/>
              <a:gd name="connsiteY44-59912" fmla="*/ 4993030 h 6858000"/>
              <a:gd name="connsiteX45-59913" fmla="*/ 492617 w 1371382"/>
              <a:gd name="connsiteY45-59914" fmla="*/ 4946844 h 6858000"/>
              <a:gd name="connsiteX46-59915" fmla="*/ 488473 w 1371382"/>
              <a:gd name="connsiteY46-59916" fmla="*/ 4932692 h 6858000"/>
              <a:gd name="connsiteX47-59917" fmla="*/ 503876 w 1371382"/>
              <a:gd name="connsiteY47-59918" fmla="*/ 4858827 h 6858000"/>
              <a:gd name="connsiteX48-59919" fmla="*/ 509779 w 1371382"/>
              <a:gd name="connsiteY48-59920" fmla="*/ 4821170 h 6858000"/>
              <a:gd name="connsiteX49-59921" fmla="*/ 514512 w 1371382"/>
              <a:gd name="connsiteY49-59922" fmla="*/ 4780965 h 6858000"/>
              <a:gd name="connsiteX50-59923" fmla="*/ 515805 w 1371382"/>
              <a:gd name="connsiteY50-59924" fmla="*/ 4750867 h 6858000"/>
              <a:gd name="connsiteX51-59925" fmla="*/ 513612 w 1371382"/>
              <a:gd name="connsiteY51-59926" fmla="*/ 4690749 h 6858000"/>
              <a:gd name="connsiteX52-59927" fmla="*/ 509092 w 1371382"/>
              <a:gd name="connsiteY52-59928" fmla="*/ 4584173 h 6858000"/>
              <a:gd name="connsiteX53-59929" fmla="*/ 504175 w 1371382"/>
              <a:gd name="connsiteY53-59930" fmla="*/ 4444346 h 6858000"/>
              <a:gd name="connsiteX54-59931" fmla="*/ 500740 w 1371382"/>
              <a:gd name="connsiteY54-59932" fmla="*/ 4375228 h 6858000"/>
              <a:gd name="connsiteX55-59933" fmla="*/ 481393 w 1371382"/>
              <a:gd name="connsiteY55-59934" fmla="*/ 4214165 h 6858000"/>
              <a:gd name="connsiteX56-59935" fmla="*/ 485466 w 1371382"/>
              <a:gd name="connsiteY56-59936" fmla="*/ 4090296 h 6858000"/>
              <a:gd name="connsiteX57-59937" fmla="*/ 470722 w 1371382"/>
              <a:gd name="connsiteY57-59938" fmla="*/ 4033999 h 6858000"/>
              <a:gd name="connsiteX58-59939" fmla="*/ 471871 w 1371382"/>
              <a:gd name="connsiteY58-59940" fmla="*/ 4031933 h 6858000"/>
              <a:gd name="connsiteX59-59941" fmla="*/ 470447 w 1371382"/>
              <a:gd name="connsiteY59-59942" fmla="*/ 4013953 h 6858000"/>
              <a:gd name="connsiteX60-59943" fmla="*/ 456742 w 1371382"/>
              <a:gd name="connsiteY60-59944" fmla="*/ 3974753 h 6858000"/>
              <a:gd name="connsiteX61-59945" fmla="*/ 458340 w 1371382"/>
              <a:gd name="connsiteY61-59946" fmla="*/ 3969950 h 6858000"/>
              <a:gd name="connsiteX62-59947" fmla="*/ 451762 w 1371382"/>
              <a:gd name="connsiteY62-59948" fmla="*/ 3933779 h 6858000"/>
              <a:gd name="connsiteX63-59949" fmla="*/ 453093 w 1371382"/>
              <a:gd name="connsiteY63-59950" fmla="*/ 3933093 h 6858000"/>
              <a:gd name="connsiteX64-59951" fmla="*/ 457447 w 1371382"/>
              <a:gd name="connsiteY64-59952" fmla="*/ 3922082 h 6858000"/>
              <a:gd name="connsiteX65-59953" fmla="*/ 462525 w 1371382"/>
              <a:gd name="connsiteY65-59954" fmla="*/ 3901461 h 6858000"/>
              <a:gd name="connsiteX66-59955" fmla="*/ 485119 w 1371382"/>
              <a:gd name="connsiteY66-59956" fmla="*/ 3813873 h 6858000"/>
              <a:gd name="connsiteX67-59957" fmla="*/ 484544 w 1371382"/>
              <a:gd name="connsiteY67-59958" fmla="*/ 3806161 h 6858000"/>
              <a:gd name="connsiteX68-59959" fmla="*/ 484851 w 1371382"/>
              <a:gd name="connsiteY68-59960" fmla="*/ 3805957 h 6858000"/>
              <a:gd name="connsiteX69-59961" fmla="*/ 484878 w 1371382"/>
              <a:gd name="connsiteY69-59962" fmla="*/ 3797724 h 6858000"/>
              <a:gd name="connsiteX70-59963" fmla="*/ 483493 w 1371382"/>
              <a:gd name="connsiteY70-59964" fmla="*/ 3792098 h 6858000"/>
              <a:gd name="connsiteX71-59965" fmla="*/ 482377 w 1371382"/>
              <a:gd name="connsiteY71-59966" fmla="*/ 3777135 h 6858000"/>
              <a:gd name="connsiteX72-59967" fmla="*/ 484110 w 1371382"/>
              <a:gd name="connsiteY72-59968" fmla="*/ 3771656 h 6858000"/>
              <a:gd name="connsiteX73-59969" fmla="*/ 487853 w 1371382"/>
              <a:gd name="connsiteY73-59970" fmla="*/ 3769007 h 6858000"/>
              <a:gd name="connsiteX74-59971" fmla="*/ 487319 w 1371382"/>
              <a:gd name="connsiteY74-59972" fmla="*/ 3767709 h 6858000"/>
              <a:gd name="connsiteX75-59973" fmla="*/ 496015 w 1371382"/>
              <a:gd name="connsiteY75-59974" fmla="*/ 3738082 h 6858000"/>
              <a:gd name="connsiteX76-59975" fmla="*/ 503361 w 1371382"/>
              <a:gd name="connsiteY76-59976" fmla="*/ 3673397 h 6858000"/>
              <a:gd name="connsiteX77-59977" fmla="*/ 502657 w 1371382"/>
              <a:gd name="connsiteY77-59978" fmla="*/ 3637109 h 6858000"/>
              <a:gd name="connsiteX78-59979" fmla="*/ 506100 w 1371382"/>
              <a:gd name="connsiteY78-59980" fmla="*/ 3536883 h 6858000"/>
              <a:gd name="connsiteX79-59981" fmla="*/ 513638 w 1371382"/>
              <a:gd name="connsiteY79-59982" fmla="*/ 3435652 h 6858000"/>
              <a:gd name="connsiteX80-59983" fmla="*/ 515309 w 1371382"/>
              <a:gd name="connsiteY80-59984" fmla="*/ 3307769 h 6858000"/>
              <a:gd name="connsiteX81-59985" fmla="*/ 532872 w 1371382"/>
              <a:gd name="connsiteY81-59986" fmla="*/ 3250522 h 6858000"/>
              <a:gd name="connsiteX82-59987" fmla="*/ 533297 w 1371382"/>
              <a:gd name="connsiteY82-59988" fmla="*/ 3229163 h 6858000"/>
              <a:gd name="connsiteX83-59989" fmla="*/ 535120 w 1371382"/>
              <a:gd name="connsiteY83-59990" fmla="*/ 3217217 h 6858000"/>
              <a:gd name="connsiteX84-59991" fmla="*/ 521955 w 1371382"/>
              <a:gd name="connsiteY84-59992" fmla="*/ 3183755 h 6858000"/>
              <a:gd name="connsiteX85-59993" fmla="*/ 522456 w 1371382"/>
              <a:gd name="connsiteY85-59994" fmla="*/ 3178642 h 6858000"/>
              <a:gd name="connsiteX86-59995" fmla="*/ 510056 w 1371382"/>
              <a:gd name="connsiteY86-59996" fmla="*/ 3158586 h 6858000"/>
              <a:gd name="connsiteX87-59997" fmla="*/ 495241 w 1371382"/>
              <a:gd name="connsiteY87-59998" fmla="*/ 3129034 h 6858000"/>
              <a:gd name="connsiteX88-59999" fmla="*/ 495906 w 1371382"/>
              <a:gd name="connsiteY88-60000" fmla="*/ 3126682 h 6858000"/>
              <a:gd name="connsiteX89-60001" fmla="*/ 486774 w 1371382"/>
              <a:gd name="connsiteY89-60002" fmla="*/ 3114519 h 6858000"/>
              <a:gd name="connsiteX90-60003" fmla="*/ 473383 w 1371382"/>
              <a:gd name="connsiteY90-60004" fmla="*/ 3106272 h 6858000"/>
              <a:gd name="connsiteX91-60005" fmla="*/ 446113 w 1371382"/>
              <a:gd name="connsiteY91-60006" fmla="*/ 2958185 h 6858000"/>
              <a:gd name="connsiteX92-60007" fmla="*/ 388727 w 1371382"/>
              <a:gd name="connsiteY92-60008" fmla="*/ 2762989 h 6858000"/>
              <a:gd name="connsiteX93-60009" fmla="*/ 337645 w 1371382"/>
              <a:gd name="connsiteY93-60010" fmla="*/ 2554718 h 6858000"/>
              <a:gd name="connsiteX94-60011" fmla="*/ 317739 w 1371382"/>
              <a:gd name="connsiteY94-60012" fmla="*/ 2485734 h 6858000"/>
              <a:gd name="connsiteX95-60013" fmla="*/ 308462 w 1371382"/>
              <a:gd name="connsiteY95-60014" fmla="*/ 2447068 h 6858000"/>
              <a:gd name="connsiteX96-60015" fmla="*/ 295423 w 1371382"/>
              <a:gd name="connsiteY96-60016" fmla="*/ 2425819 h 6858000"/>
              <a:gd name="connsiteX97-60017" fmla="*/ 301422 w 1371382"/>
              <a:gd name="connsiteY97-60018" fmla="*/ 2402874 h 6858000"/>
              <a:gd name="connsiteX98-60019" fmla="*/ 304034 w 1371382"/>
              <a:gd name="connsiteY98-60020" fmla="*/ 2381443 h 6858000"/>
              <a:gd name="connsiteX99-60021" fmla="*/ 280363 w 1371382"/>
              <a:gd name="connsiteY99-60022" fmla="*/ 2261920 h 6858000"/>
              <a:gd name="connsiteX100-60023" fmla="*/ 270250 w 1371382"/>
              <a:gd name="connsiteY100-60024" fmla="*/ 2195378 h 6858000"/>
              <a:gd name="connsiteX101-60025" fmla="*/ 254467 w 1371382"/>
              <a:gd name="connsiteY101-60026" fmla="*/ 2155135 h 6858000"/>
              <a:gd name="connsiteX102-60027" fmla="*/ 251925 w 1371382"/>
              <a:gd name="connsiteY102-60028" fmla="*/ 2118008 h 6858000"/>
              <a:gd name="connsiteX103-60029" fmla="*/ 252918 w 1371382"/>
              <a:gd name="connsiteY103-60030" fmla="*/ 2050531 h 6858000"/>
              <a:gd name="connsiteX104-60031" fmla="*/ 244724 w 1371382"/>
              <a:gd name="connsiteY104-60032" fmla="*/ 1963269 h 6858000"/>
              <a:gd name="connsiteX105-60033" fmla="*/ 225902 w 1371382"/>
              <a:gd name="connsiteY105-60034" fmla="*/ 1906352 h 6858000"/>
              <a:gd name="connsiteX106-60035" fmla="*/ 202459 w 1371382"/>
              <a:gd name="connsiteY106-60036" fmla="*/ 1861531 h 6858000"/>
              <a:gd name="connsiteX107-60037" fmla="*/ 156258 w 1371382"/>
              <a:gd name="connsiteY107-60038" fmla="*/ 1732919 h 6858000"/>
              <a:gd name="connsiteX108-60039" fmla="*/ 128569 w 1371382"/>
              <a:gd name="connsiteY108-60040" fmla="*/ 1663540 h 6858000"/>
              <a:gd name="connsiteX109-60041" fmla="*/ 127695 w 1371382"/>
              <a:gd name="connsiteY109-60042" fmla="*/ 1615777 h 6858000"/>
              <a:gd name="connsiteX110-60043" fmla="*/ 108490 w 1371382"/>
              <a:gd name="connsiteY110-60044" fmla="*/ 1563678 h 6858000"/>
              <a:gd name="connsiteX111-60045" fmla="*/ 121570 w 1371382"/>
              <a:gd name="connsiteY111-60046" fmla="*/ 1519474 h 6858000"/>
              <a:gd name="connsiteX112-60047" fmla="*/ 114312 w 1371382"/>
              <a:gd name="connsiteY112-60048" fmla="*/ 1477995 h 6858000"/>
              <a:gd name="connsiteX113-60049" fmla="*/ 100397 w 1371382"/>
              <a:gd name="connsiteY113-60050" fmla="*/ 1373769 h 6858000"/>
              <a:gd name="connsiteX114-60051" fmla="*/ 108704 w 1371382"/>
              <a:gd name="connsiteY114-60052" fmla="*/ 1307086 h 6858000"/>
              <a:gd name="connsiteX115-60053" fmla="*/ 109892 w 1371382"/>
              <a:gd name="connsiteY115-60054" fmla="*/ 1189033 h 6858000"/>
              <a:gd name="connsiteX116-60055" fmla="*/ 114577 w 1371382"/>
              <a:gd name="connsiteY116-60056" fmla="*/ 1168288 h 6858000"/>
              <a:gd name="connsiteX117-60057" fmla="*/ 106859 w 1371382"/>
              <a:gd name="connsiteY117-60058" fmla="*/ 1142577 h 6858000"/>
              <a:gd name="connsiteX118-60059" fmla="*/ 96165 w 1371382"/>
              <a:gd name="connsiteY118-60060" fmla="*/ 1088484 h 6858000"/>
              <a:gd name="connsiteX119-60061" fmla="*/ 84901 w 1371382"/>
              <a:gd name="connsiteY119-60062" fmla="*/ 1016103 h 6858000"/>
              <a:gd name="connsiteX120-60063" fmla="*/ 86357 w 1371382"/>
              <a:gd name="connsiteY120-60064" fmla="*/ 932283 h 6858000"/>
              <a:gd name="connsiteX121-60065" fmla="*/ 88593 w 1371382"/>
              <a:gd name="connsiteY121-60066" fmla="*/ 915925 h 6858000"/>
              <a:gd name="connsiteX122-60067" fmla="*/ 81222 w 1371382"/>
              <a:gd name="connsiteY122-60068" fmla="*/ 896999 h 6858000"/>
              <a:gd name="connsiteX123-60069" fmla="*/ 50630 w 1371382"/>
              <a:gd name="connsiteY123-60070" fmla="*/ 821517 h 6858000"/>
              <a:gd name="connsiteX124-60071" fmla="*/ 29580 w 1371382"/>
              <a:gd name="connsiteY124-60072" fmla="*/ 751353 h 6858000"/>
              <a:gd name="connsiteX125-60073" fmla="*/ 29138 w 1371382"/>
              <a:gd name="connsiteY125-60074" fmla="*/ 721230 h 6858000"/>
              <a:gd name="connsiteX126-60075" fmla="*/ 14809 w 1371382"/>
              <a:gd name="connsiteY126-60076" fmla="*/ 681659 h 6858000"/>
              <a:gd name="connsiteX127-60077" fmla="*/ 228 w 1371382"/>
              <a:gd name="connsiteY127-60078" fmla="*/ 635218 h 6858000"/>
              <a:gd name="connsiteX128-60079" fmla="*/ 22148 w 1371382"/>
              <a:gd name="connsiteY128-60080" fmla="*/ 585934 h 6858000"/>
              <a:gd name="connsiteX129-60081" fmla="*/ 20769 w 1371382"/>
              <a:gd name="connsiteY129-60082" fmla="*/ 542923 h 6858000"/>
              <a:gd name="connsiteX130-60083" fmla="*/ 71173 w 1371382"/>
              <a:gd name="connsiteY130-60084" fmla="*/ 473479 h 6858000"/>
              <a:gd name="connsiteX131-60085" fmla="*/ 59254 w 1371382"/>
              <a:gd name="connsiteY131-60086" fmla="*/ 446567 h 6858000"/>
              <a:gd name="connsiteX132-60087" fmla="*/ 58502 w 1371382"/>
              <a:gd name="connsiteY132-60088" fmla="*/ 393828 h 6858000"/>
              <a:gd name="connsiteX133-60089" fmla="*/ 58332 w 1371382"/>
              <a:gd name="connsiteY133-60090" fmla="*/ 353137 h 6858000"/>
              <a:gd name="connsiteX134-60091" fmla="*/ 79842 w 1371382"/>
              <a:gd name="connsiteY134-60092" fmla="*/ 309501 h 6858000"/>
              <a:gd name="connsiteX135-60093" fmla="*/ 64025 w 1371382"/>
              <a:gd name="connsiteY135-60094" fmla="*/ 275771 h 6858000"/>
              <a:gd name="connsiteX136-60095" fmla="*/ 81052 w 1371382"/>
              <a:gd name="connsiteY136-60096" fmla="*/ 212860 h 6858000"/>
              <a:gd name="connsiteX137-60097" fmla="*/ 72762 w 1371382"/>
              <a:gd name="connsiteY137-60098" fmla="*/ 144983 h 6858000"/>
              <a:gd name="connsiteX138-60099" fmla="*/ 85046 w 1371382"/>
              <a:gd name="connsiteY138-60100" fmla="*/ 55288 h 6858000"/>
              <a:gd name="connsiteX139-60101" fmla="*/ 44600 w 1371382"/>
              <a:gd name="connsiteY139-60102" fmla="*/ 0 h 6858000"/>
              <a:gd name="connsiteX0-60103" fmla="*/ 37636 w 1364418"/>
              <a:gd name="connsiteY0-60104" fmla="*/ 0 h 6858000"/>
              <a:gd name="connsiteX1-60105" fmla="*/ 1364418 w 1364418"/>
              <a:gd name="connsiteY1-60106" fmla="*/ 0 h 6858000"/>
              <a:gd name="connsiteX2-60107" fmla="*/ 1364418 w 1364418"/>
              <a:gd name="connsiteY2-60108" fmla="*/ 6858000 h 6858000"/>
              <a:gd name="connsiteX3-60109" fmla="*/ 101112 w 1364418"/>
              <a:gd name="connsiteY3-60110" fmla="*/ 6857735 h 6858000"/>
              <a:gd name="connsiteX4-60111" fmla="*/ 137705 w 1364418"/>
              <a:gd name="connsiteY4-60112" fmla="*/ 6776847 h 6858000"/>
              <a:gd name="connsiteX5-60113" fmla="*/ 149205 w 1364418"/>
              <a:gd name="connsiteY5-60114" fmla="*/ 6737706 h 6858000"/>
              <a:gd name="connsiteX6-60115" fmla="*/ 173944 w 1364418"/>
              <a:gd name="connsiteY6-60116" fmla="*/ 6691589 h 6858000"/>
              <a:gd name="connsiteX7-60117" fmla="*/ 151501 w 1364418"/>
              <a:gd name="connsiteY7-60118" fmla="*/ 6659970 h 6858000"/>
              <a:gd name="connsiteX8-60119" fmla="*/ 166592 w 1364418"/>
              <a:gd name="connsiteY8-60120" fmla="*/ 6636211 h 6858000"/>
              <a:gd name="connsiteX9-60121" fmla="*/ 184036 w 1364418"/>
              <a:gd name="connsiteY9-60122" fmla="*/ 6594177 h 6858000"/>
              <a:gd name="connsiteX10-60123" fmla="*/ 198076 w 1364418"/>
              <a:gd name="connsiteY10-60124" fmla="*/ 6557575 h 6858000"/>
              <a:gd name="connsiteX11-60125" fmla="*/ 251033 w 1364418"/>
              <a:gd name="connsiteY11-60126" fmla="*/ 6492130 h 6858000"/>
              <a:gd name="connsiteX12-60127" fmla="*/ 266720 w 1364418"/>
              <a:gd name="connsiteY12-60128" fmla="*/ 6431610 h 6858000"/>
              <a:gd name="connsiteX13-60129" fmla="*/ 310425 w 1364418"/>
              <a:gd name="connsiteY13-60130" fmla="*/ 6379786 h 6858000"/>
              <a:gd name="connsiteX14-60131" fmla="*/ 293648 w 1364418"/>
              <a:gd name="connsiteY14-60132" fmla="*/ 6334727 h 6858000"/>
              <a:gd name="connsiteX15-60133" fmla="*/ 271063 w 1364418"/>
              <a:gd name="connsiteY15-60134" fmla="*/ 6313295 h 6858000"/>
              <a:gd name="connsiteX16-60135" fmla="*/ 278227 w 1364418"/>
              <a:gd name="connsiteY16-60136" fmla="*/ 6280046 h 6858000"/>
              <a:gd name="connsiteX17-60137" fmla="*/ 260972 w 1364418"/>
              <a:gd name="connsiteY17-60138" fmla="*/ 6270265 h 6858000"/>
              <a:gd name="connsiteX18-60139" fmla="*/ 288000 w 1364418"/>
              <a:gd name="connsiteY18-60140" fmla="*/ 6252834 h 6858000"/>
              <a:gd name="connsiteX19-60141" fmla="*/ 265992 w 1364418"/>
              <a:gd name="connsiteY19-60142" fmla="*/ 6202459 h 6858000"/>
              <a:gd name="connsiteX20-60143" fmla="*/ 264790 w 1364418"/>
              <a:gd name="connsiteY20-60144" fmla="*/ 6153037 h 6858000"/>
              <a:gd name="connsiteX21-60145" fmla="*/ 280205 w 1364418"/>
              <a:gd name="connsiteY21-60146" fmla="*/ 6078132 h 6858000"/>
              <a:gd name="connsiteX22-60147" fmla="*/ 267592 w 1364418"/>
              <a:gd name="connsiteY22-60148" fmla="*/ 6028119 h 6858000"/>
              <a:gd name="connsiteX23-60149" fmla="*/ 252821 w 1364418"/>
              <a:gd name="connsiteY23-60150" fmla="*/ 5926735 h 6858000"/>
              <a:gd name="connsiteX24-60151" fmla="*/ 302333 w 1364418"/>
              <a:gd name="connsiteY24-60152" fmla="*/ 5712857 h 6858000"/>
              <a:gd name="connsiteX25-60153" fmla="*/ 281408 w 1364418"/>
              <a:gd name="connsiteY25-60154" fmla="*/ 5676393 h 6858000"/>
              <a:gd name="connsiteX26-60155" fmla="*/ 321000 w 1364418"/>
              <a:gd name="connsiteY26-60156" fmla="*/ 5563435 h 6858000"/>
              <a:gd name="connsiteX27-60157" fmla="*/ 368130 w 1364418"/>
              <a:gd name="connsiteY27-60158" fmla="*/ 5437125 h 6858000"/>
              <a:gd name="connsiteX28-60159" fmla="*/ 381698 w 1364418"/>
              <a:gd name="connsiteY28-60160" fmla="*/ 5396260 h 6858000"/>
              <a:gd name="connsiteX29-60161" fmla="*/ 397679 w 1364418"/>
              <a:gd name="connsiteY29-60162" fmla="*/ 5330009 h 6858000"/>
              <a:gd name="connsiteX30-60163" fmla="*/ 431172 w 1364418"/>
              <a:gd name="connsiteY30-60164" fmla="*/ 5273739 h 6858000"/>
              <a:gd name="connsiteX31-60165" fmla="*/ 440771 w 1364418"/>
              <a:gd name="connsiteY31-60166" fmla="*/ 5241779 h 6858000"/>
              <a:gd name="connsiteX32-60167" fmla="*/ 451997 w 1364418"/>
              <a:gd name="connsiteY32-60168" fmla="*/ 5225268 h 6858000"/>
              <a:gd name="connsiteX33-60169" fmla="*/ 453017 w 1364418"/>
              <a:gd name="connsiteY33-60170" fmla="*/ 5217684 h 6858000"/>
              <a:gd name="connsiteX34-60171" fmla="*/ 460358 w 1364418"/>
              <a:gd name="connsiteY34-60172" fmla="*/ 5193377 h 6858000"/>
              <a:gd name="connsiteX35-60173" fmla="*/ 463661 w 1364418"/>
              <a:gd name="connsiteY35-60174" fmla="*/ 5179288 h 6858000"/>
              <a:gd name="connsiteX36-60175" fmla="*/ 464645 w 1364418"/>
              <a:gd name="connsiteY36-60176" fmla="*/ 5173621 h 6858000"/>
              <a:gd name="connsiteX37-60177" fmla="*/ 460279 w 1364418"/>
              <a:gd name="connsiteY37-60178" fmla="*/ 5159961 h 6858000"/>
              <a:gd name="connsiteX38-60179" fmla="*/ 466956 w 1364418"/>
              <a:gd name="connsiteY38-60180" fmla="*/ 5144295 h 6858000"/>
              <a:gd name="connsiteX39-60181" fmla="*/ 463889 w 1364418"/>
              <a:gd name="connsiteY39-60182" fmla="*/ 5125185 h 6858000"/>
              <a:gd name="connsiteX40-60183" fmla="*/ 470719 w 1364418"/>
              <a:gd name="connsiteY40-60184" fmla="*/ 5121884 h 6858000"/>
              <a:gd name="connsiteX41-60185" fmla="*/ 477755 w 1364418"/>
              <a:gd name="connsiteY41-60186" fmla="*/ 5067850 h 6858000"/>
              <a:gd name="connsiteX42-60187" fmla="*/ 480486 w 1364418"/>
              <a:gd name="connsiteY42-60188" fmla="*/ 5060861 h 6858000"/>
              <a:gd name="connsiteX43-60189" fmla="*/ 477190 w 1364418"/>
              <a:gd name="connsiteY43-60190" fmla="*/ 5034192 h 6858000"/>
              <a:gd name="connsiteX44-60191" fmla="*/ 478744 w 1364418"/>
              <a:gd name="connsiteY44-60192" fmla="*/ 4993030 h 6858000"/>
              <a:gd name="connsiteX45-60193" fmla="*/ 485653 w 1364418"/>
              <a:gd name="connsiteY45-60194" fmla="*/ 4946844 h 6858000"/>
              <a:gd name="connsiteX46-60195" fmla="*/ 481509 w 1364418"/>
              <a:gd name="connsiteY46-60196" fmla="*/ 4932692 h 6858000"/>
              <a:gd name="connsiteX47-60197" fmla="*/ 496912 w 1364418"/>
              <a:gd name="connsiteY47-60198" fmla="*/ 4858827 h 6858000"/>
              <a:gd name="connsiteX48-60199" fmla="*/ 502815 w 1364418"/>
              <a:gd name="connsiteY48-60200" fmla="*/ 4821170 h 6858000"/>
              <a:gd name="connsiteX49-60201" fmla="*/ 507548 w 1364418"/>
              <a:gd name="connsiteY49-60202" fmla="*/ 4780965 h 6858000"/>
              <a:gd name="connsiteX50-60203" fmla="*/ 508841 w 1364418"/>
              <a:gd name="connsiteY50-60204" fmla="*/ 4750867 h 6858000"/>
              <a:gd name="connsiteX51-60205" fmla="*/ 506648 w 1364418"/>
              <a:gd name="connsiteY51-60206" fmla="*/ 4690749 h 6858000"/>
              <a:gd name="connsiteX52-60207" fmla="*/ 502128 w 1364418"/>
              <a:gd name="connsiteY52-60208" fmla="*/ 4584173 h 6858000"/>
              <a:gd name="connsiteX53-60209" fmla="*/ 497211 w 1364418"/>
              <a:gd name="connsiteY53-60210" fmla="*/ 4444346 h 6858000"/>
              <a:gd name="connsiteX54-60211" fmla="*/ 493776 w 1364418"/>
              <a:gd name="connsiteY54-60212" fmla="*/ 4375228 h 6858000"/>
              <a:gd name="connsiteX55-60213" fmla="*/ 474429 w 1364418"/>
              <a:gd name="connsiteY55-60214" fmla="*/ 4214165 h 6858000"/>
              <a:gd name="connsiteX56-60215" fmla="*/ 478502 w 1364418"/>
              <a:gd name="connsiteY56-60216" fmla="*/ 4090296 h 6858000"/>
              <a:gd name="connsiteX57-60217" fmla="*/ 463758 w 1364418"/>
              <a:gd name="connsiteY57-60218" fmla="*/ 4033999 h 6858000"/>
              <a:gd name="connsiteX58-60219" fmla="*/ 464907 w 1364418"/>
              <a:gd name="connsiteY58-60220" fmla="*/ 4031933 h 6858000"/>
              <a:gd name="connsiteX59-60221" fmla="*/ 463483 w 1364418"/>
              <a:gd name="connsiteY59-60222" fmla="*/ 4013953 h 6858000"/>
              <a:gd name="connsiteX60-60223" fmla="*/ 449778 w 1364418"/>
              <a:gd name="connsiteY60-60224" fmla="*/ 3974753 h 6858000"/>
              <a:gd name="connsiteX61-60225" fmla="*/ 451376 w 1364418"/>
              <a:gd name="connsiteY61-60226" fmla="*/ 3969950 h 6858000"/>
              <a:gd name="connsiteX62-60227" fmla="*/ 444798 w 1364418"/>
              <a:gd name="connsiteY62-60228" fmla="*/ 3933779 h 6858000"/>
              <a:gd name="connsiteX63-60229" fmla="*/ 446129 w 1364418"/>
              <a:gd name="connsiteY63-60230" fmla="*/ 3933093 h 6858000"/>
              <a:gd name="connsiteX64-60231" fmla="*/ 450483 w 1364418"/>
              <a:gd name="connsiteY64-60232" fmla="*/ 3922082 h 6858000"/>
              <a:gd name="connsiteX65-60233" fmla="*/ 455561 w 1364418"/>
              <a:gd name="connsiteY65-60234" fmla="*/ 3901461 h 6858000"/>
              <a:gd name="connsiteX66-60235" fmla="*/ 478155 w 1364418"/>
              <a:gd name="connsiteY66-60236" fmla="*/ 3813873 h 6858000"/>
              <a:gd name="connsiteX67-60237" fmla="*/ 477580 w 1364418"/>
              <a:gd name="connsiteY67-60238" fmla="*/ 3806161 h 6858000"/>
              <a:gd name="connsiteX68-60239" fmla="*/ 477887 w 1364418"/>
              <a:gd name="connsiteY68-60240" fmla="*/ 3805957 h 6858000"/>
              <a:gd name="connsiteX69-60241" fmla="*/ 477914 w 1364418"/>
              <a:gd name="connsiteY69-60242" fmla="*/ 3797724 h 6858000"/>
              <a:gd name="connsiteX70-60243" fmla="*/ 476529 w 1364418"/>
              <a:gd name="connsiteY70-60244" fmla="*/ 3792098 h 6858000"/>
              <a:gd name="connsiteX71-60245" fmla="*/ 475413 w 1364418"/>
              <a:gd name="connsiteY71-60246" fmla="*/ 3777135 h 6858000"/>
              <a:gd name="connsiteX72-60247" fmla="*/ 477146 w 1364418"/>
              <a:gd name="connsiteY72-60248" fmla="*/ 3771656 h 6858000"/>
              <a:gd name="connsiteX73-60249" fmla="*/ 480889 w 1364418"/>
              <a:gd name="connsiteY73-60250" fmla="*/ 3769007 h 6858000"/>
              <a:gd name="connsiteX74-60251" fmla="*/ 480355 w 1364418"/>
              <a:gd name="connsiteY74-60252" fmla="*/ 3767709 h 6858000"/>
              <a:gd name="connsiteX75-60253" fmla="*/ 489051 w 1364418"/>
              <a:gd name="connsiteY75-60254" fmla="*/ 3738082 h 6858000"/>
              <a:gd name="connsiteX76-60255" fmla="*/ 496397 w 1364418"/>
              <a:gd name="connsiteY76-60256" fmla="*/ 3673397 h 6858000"/>
              <a:gd name="connsiteX77-60257" fmla="*/ 495693 w 1364418"/>
              <a:gd name="connsiteY77-60258" fmla="*/ 3637109 h 6858000"/>
              <a:gd name="connsiteX78-60259" fmla="*/ 499136 w 1364418"/>
              <a:gd name="connsiteY78-60260" fmla="*/ 3536883 h 6858000"/>
              <a:gd name="connsiteX79-60261" fmla="*/ 506674 w 1364418"/>
              <a:gd name="connsiteY79-60262" fmla="*/ 3435652 h 6858000"/>
              <a:gd name="connsiteX80-60263" fmla="*/ 508345 w 1364418"/>
              <a:gd name="connsiteY80-60264" fmla="*/ 3307769 h 6858000"/>
              <a:gd name="connsiteX81-60265" fmla="*/ 525908 w 1364418"/>
              <a:gd name="connsiteY81-60266" fmla="*/ 3250522 h 6858000"/>
              <a:gd name="connsiteX82-60267" fmla="*/ 526333 w 1364418"/>
              <a:gd name="connsiteY82-60268" fmla="*/ 3229163 h 6858000"/>
              <a:gd name="connsiteX83-60269" fmla="*/ 528156 w 1364418"/>
              <a:gd name="connsiteY83-60270" fmla="*/ 3217217 h 6858000"/>
              <a:gd name="connsiteX84-60271" fmla="*/ 514991 w 1364418"/>
              <a:gd name="connsiteY84-60272" fmla="*/ 3183755 h 6858000"/>
              <a:gd name="connsiteX85-60273" fmla="*/ 515492 w 1364418"/>
              <a:gd name="connsiteY85-60274" fmla="*/ 3178642 h 6858000"/>
              <a:gd name="connsiteX86-60275" fmla="*/ 503092 w 1364418"/>
              <a:gd name="connsiteY86-60276" fmla="*/ 3158586 h 6858000"/>
              <a:gd name="connsiteX87-60277" fmla="*/ 488277 w 1364418"/>
              <a:gd name="connsiteY87-60278" fmla="*/ 3129034 h 6858000"/>
              <a:gd name="connsiteX88-60279" fmla="*/ 488942 w 1364418"/>
              <a:gd name="connsiteY88-60280" fmla="*/ 3126682 h 6858000"/>
              <a:gd name="connsiteX89-60281" fmla="*/ 479810 w 1364418"/>
              <a:gd name="connsiteY89-60282" fmla="*/ 3114519 h 6858000"/>
              <a:gd name="connsiteX90-60283" fmla="*/ 466419 w 1364418"/>
              <a:gd name="connsiteY90-60284" fmla="*/ 3106272 h 6858000"/>
              <a:gd name="connsiteX91-60285" fmla="*/ 439149 w 1364418"/>
              <a:gd name="connsiteY91-60286" fmla="*/ 2958185 h 6858000"/>
              <a:gd name="connsiteX92-60287" fmla="*/ 381763 w 1364418"/>
              <a:gd name="connsiteY92-60288" fmla="*/ 2762989 h 6858000"/>
              <a:gd name="connsiteX93-60289" fmla="*/ 330681 w 1364418"/>
              <a:gd name="connsiteY93-60290" fmla="*/ 2554718 h 6858000"/>
              <a:gd name="connsiteX94-60291" fmla="*/ 310775 w 1364418"/>
              <a:gd name="connsiteY94-60292" fmla="*/ 2485734 h 6858000"/>
              <a:gd name="connsiteX95-60293" fmla="*/ 301498 w 1364418"/>
              <a:gd name="connsiteY95-60294" fmla="*/ 2447068 h 6858000"/>
              <a:gd name="connsiteX96-60295" fmla="*/ 288459 w 1364418"/>
              <a:gd name="connsiteY96-60296" fmla="*/ 2425819 h 6858000"/>
              <a:gd name="connsiteX97-60297" fmla="*/ 294458 w 1364418"/>
              <a:gd name="connsiteY97-60298" fmla="*/ 2402874 h 6858000"/>
              <a:gd name="connsiteX98-60299" fmla="*/ 297070 w 1364418"/>
              <a:gd name="connsiteY98-60300" fmla="*/ 2381443 h 6858000"/>
              <a:gd name="connsiteX99-60301" fmla="*/ 273399 w 1364418"/>
              <a:gd name="connsiteY99-60302" fmla="*/ 2261920 h 6858000"/>
              <a:gd name="connsiteX100-60303" fmla="*/ 263286 w 1364418"/>
              <a:gd name="connsiteY100-60304" fmla="*/ 2195378 h 6858000"/>
              <a:gd name="connsiteX101-60305" fmla="*/ 247503 w 1364418"/>
              <a:gd name="connsiteY101-60306" fmla="*/ 2155135 h 6858000"/>
              <a:gd name="connsiteX102-60307" fmla="*/ 244961 w 1364418"/>
              <a:gd name="connsiteY102-60308" fmla="*/ 2118008 h 6858000"/>
              <a:gd name="connsiteX103-60309" fmla="*/ 245954 w 1364418"/>
              <a:gd name="connsiteY103-60310" fmla="*/ 2050531 h 6858000"/>
              <a:gd name="connsiteX104-60311" fmla="*/ 237760 w 1364418"/>
              <a:gd name="connsiteY104-60312" fmla="*/ 1963269 h 6858000"/>
              <a:gd name="connsiteX105-60313" fmla="*/ 218938 w 1364418"/>
              <a:gd name="connsiteY105-60314" fmla="*/ 1906352 h 6858000"/>
              <a:gd name="connsiteX106-60315" fmla="*/ 195495 w 1364418"/>
              <a:gd name="connsiteY106-60316" fmla="*/ 1861531 h 6858000"/>
              <a:gd name="connsiteX107-60317" fmla="*/ 149294 w 1364418"/>
              <a:gd name="connsiteY107-60318" fmla="*/ 1732919 h 6858000"/>
              <a:gd name="connsiteX108-60319" fmla="*/ 121605 w 1364418"/>
              <a:gd name="connsiteY108-60320" fmla="*/ 1663540 h 6858000"/>
              <a:gd name="connsiteX109-60321" fmla="*/ 120731 w 1364418"/>
              <a:gd name="connsiteY109-60322" fmla="*/ 1615777 h 6858000"/>
              <a:gd name="connsiteX110-60323" fmla="*/ 101526 w 1364418"/>
              <a:gd name="connsiteY110-60324" fmla="*/ 1563678 h 6858000"/>
              <a:gd name="connsiteX111-60325" fmla="*/ 114606 w 1364418"/>
              <a:gd name="connsiteY111-60326" fmla="*/ 1519474 h 6858000"/>
              <a:gd name="connsiteX112-60327" fmla="*/ 107348 w 1364418"/>
              <a:gd name="connsiteY112-60328" fmla="*/ 1477995 h 6858000"/>
              <a:gd name="connsiteX113-60329" fmla="*/ 93433 w 1364418"/>
              <a:gd name="connsiteY113-60330" fmla="*/ 1373769 h 6858000"/>
              <a:gd name="connsiteX114-60331" fmla="*/ 101740 w 1364418"/>
              <a:gd name="connsiteY114-60332" fmla="*/ 1307086 h 6858000"/>
              <a:gd name="connsiteX115-60333" fmla="*/ 102928 w 1364418"/>
              <a:gd name="connsiteY115-60334" fmla="*/ 1189033 h 6858000"/>
              <a:gd name="connsiteX116-60335" fmla="*/ 107613 w 1364418"/>
              <a:gd name="connsiteY116-60336" fmla="*/ 1168288 h 6858000"/>
              <a:gd name="connsiteX117-60337" fmla="*/ 99895 w 1364418"/>
              <a:gd name="connsiteY117-60338" fmla="*/ 1142577 h 6858000"/>
              <a:gd name="connsiteX118-60339" fmla="*/ 89201 w 1364418"/>
              <a:gd name="connsiteY118-60340" fmla="*/ 1088484 h 6858000"/>
              <a:gd name="connsiteX119-60341" fmla="*/ 77937 w 1364418"/>
              <a:gd name="connsiteY119-60342" fmla="*/ 1016103 h 6858000"/>
              <a:gd name="connsiteX120-60343" fmla="*/ 79393 w 1364418"/>
              <a:gd name="connsiteY120-60344" fmla="*/ 932283 h 6858000"/>
              <a:gd name="connsiteX121-60345" fmla="*/ 81629 w 1364418"/>
              <a:gd name="connsiteY121-60346" fmla="*/ 915925 h 6858000"/>
              <a:gd name="connsiteX122-60347" fmla="*/ 74258 w 1364418"/>
              <a:gd name="connsiteY122-60348" fmla="*/ 896999 h 6858000"/>
              <a:gd name="connsiteX123-60349" fmla="*/ 43666 w 1364418"/>
              <a:gd name="connsiteY123-60350" fmla="*/ 821517 h 6858000"/>
              <a:gd name="connsiteX124-60351" fmla="*/ 22616 w 1364418"/>
              <a:gd name="connsiteY124-60352" fmla="*/ 751353 h 6858000"/>
              <a:gd name="connsiteX125-60353" fmla="*/ 22174 w 1364418"/>
              <a:gd name="connsiteY125-60354" fmla="*/ 721230 h 6858000"/>
              <a:gd name="connsiteX126-60355" fmla="*/ 7845 w 1364418"/>
              <a:gd name="connsiteY126-60356" fmla="*/ 681659 h 6858000"/>
              <a:gd name="connsiteX127-60357" fmla="*/ 31306 w 1364418"/>
              <a:gd name="connsiteY127-60358" fmla="*/ 619315 h 6858000"/>
              <a:gd name="connsiteX128-60359" fmla="*/ 15184 w 1364418"/>
              <a:gd name="connsiteY128-60360" fmla="*/ 585934 h 6858000"/>
              <a:gd name="connsiteX129-60361" fmla="*/ 13805 w 1364418"/>
              <a:gd name="connsiteY129-60362" fmla="*/ 542923 h 6858000"/>
              <a:gd name="connsiteX130-60363" fmla="*/ 64209 w 1364418"/>
              <a:gd name="connsiteY130-60364" fmla="*/ 473479 h 6858000"/>
              <a:gd name="connsiteX131-60365" fmla="*/ 52290 w 1364418"/>
              <a:gd name="connsiteY131-60366" fmla="*/ 446567 h 6858000"/>
              <a:gd name="connsiteX132-60367" fmla="*/ 51538 w 1364418"/>
              <a:gd name="connsiteY132-60368" fmla="*/ 393828 h 6858000"/>
              <a:gd name="connsiteX133-60369" fmla="*/ 51368 w 1364418"/>
              <a:gd name="connsiteY133-60370" fmla="*/ 353137 h 6858000"/>
              <a:gd name="connsiteX134-60371" fmla="*/ 72878 w 1364418"/>
              <a:gd name="connsiteY134-60372" fmla="*/ 309501 h 6858000"/>
              <a:gd name="connsiteX135-60373" fmla="*/ 57061 w 1364418"/>
              <a:gd name="connsiteY135-60374" fmla="*/ 275771 h 6858000"/>
              <a:gd name="connsiteX136-60375" fmla="*/ 74088 w 1364418"/>
              <a:gd name="connsiteY136-60376" fmla="*/ 212860 h 6858000"/>
              <a:gd name="connsiteX137-60377" fmla="*/ 65798 w 1364418"/>
              <a:gd name="connsiteY137-60378" fmla="*/ 144983 h 6858000"/>
              <a:gd name="connsiteX138-60379" fmla="*/ 78082 w 1364418"/>
              <a:gd name="connsiteY138-60380" fmla="*/ 55288 h 6858000"/>
              <a:gd name="connsiteX139-60381" fmla="*/ 37636 w 1364418"/>
              <a:gd name="connsiteY139-60382" fmla="*/ 0 h 6858000"/>
              <a:gd name="connsiteX0-60383" fmla="*/ 37636 w 1364418"/>
              <a:gd name="connsiteY0-60384" fmla="*/ 0 h 6858000"/>
              <a:gd name="connsiteX1-60385" fmla="*/ 1364418 w 1364418"/>
              <a:gd name="connsiteY1-60386" fmla="*/ 0 h 6858000"/>
              <a:gd name="connsiteX2-60387" fmla="*/ 1364418 w 1364418"/>
              <a:gd name="connsiteY2-60388" fmla="*/ 6858000 h 6858000"/>
              <a:gd name="connsiteX3-60389" fmla="*/ 101112 w 1364418"/>
              <a:gd name="connsiteY3-60390" fmla="*/ 6857735 h 6858000"/>
              <a:gd name="connsiteX4-60391" fmla="*/ 137705 w 1364418"/>
              <a:gd name="connsiteY4-60392" fmla="*/ 6776847 h 6858000"/>
              <a:gd name="connsiteX5-60393" fmla="*/ 149205 w 1364418"/>
              <a:gd name="connsiteY5-60394" fmla="*/ 6737706 h 6858000"/>
              <a:gd name="connsiteX6-60395" fmla="*/ 173944 w 1364418"/>
              <a:gd name="connsiteY6-60396" fmla="*/ 6691589 h 6858000"/>
              <a:gd name="connsiteX7-60397" fmla="*/ 151501 w 1364418"/>
              <a:gd name="connsiteY7-60398" fmla="*/ 6659970 h 6858000"/>
              <a:gd name="connsiteX8-60399" fmla="*/ 166592 w 1364418"/>
              <a:gd name="connsiteY8-60400" fmla="*/ 6636211 h 6858000"/>
              <a:gd name="connsiteX9-60401" fmla="*/ 184036 w 1364418"/>
              <a:gd name="connsiteY9-60402" fmla="*/ 6594177 h 6858000"/>
              <a:gd name="connsiteX10-60403" fmla="*/ 198076 w 1364418"/>
              <a:gd name="connsiteY10-60404" fmla="*/ 6557575 h 6858000"/>
              <a:gd name="connsiteX11-60405" fmla="*/ 251033 w 1364418"/>
              <a:gd name="connsiteY11-60406" fmla="*/ 6492130 h 6858000"/>
              <a:gd name="connsiteX12-60407" fmla="*/ 266720 w 1364418"/>
              <a:gd name="connsiteY12-60408" fmla="*/ 6431610 h 6858000"/>
              <a:gd name="connsiteX13-60409" fmla="*/ 310425 w 1364418"/>
              <a:gd name="connsiteY13-60410" fmla="*/ 6379786 h 6858000"/>
              <a:gd name="connsiteX14-60411" fmla="*/ 293648 w 1364418"/>
              <a:gd name="connsiteY14-60412" fmla="*/ 6334727 h 6858000"/>
              <a:gd name="connsiteX15-60413" fmla="*/ 271063 w 1364418"/>
              <a:gd name="connsiteY15-60414" fmla="*/ 6313295 h 6858000"/>
              <a:gd name="connsiteX16-60415" fmla="*/ 278227 w 1364418"/>
              <a:gd name="connsiteY16-60416" fmla="*/ 6280046 h 6858000"/>
              <a:gd name="connsiteX17-60417" fmla="*/ 260972 w 1364418"/>
              <a:gd name="connsiteY17-60418" fmla="*/ 6270265 h 6858000"/>
              <a:gd name="connsiteX18-60419" fmla="*/ 288000 w 1364418"/>
              <a:gd name="connsiteY18-60420" fmla="*/ 6252834 h 6858000"/>
              <a:gd name="connsiteX19-60421" fmla="*/ 265992 w 1364418"/>
              <a:gd name="connsiteY19-60422" fmla="*/ 6202459 h 6858000"/>
              <a:gd name="connsiteX20-60423" fmla="*/ 264790 w 1364418"/>
              <a:gd name="connsiteY20-60424" fmla="*/ 6153037 h 6858000"/>
              <a:gd name="connsiteX21-60425" fmla="*/ 280205 w 1364418"/>
              <a:gd name="connsiteY21-60426" fmla="*/ 6078132 h 6858000"/>
              <a:gd name="connsiteX22-60427" fmla="*/ 267592 w 1364418"/>
              <a:gd name="connsiteY22-60428" fmla="*/ 6028119 h 6858000"/>
              <a:gd name="connsiteX23-60429" fmla="*/ 252821 w 1364418"/>
              <a:gd name="connsiteY23-60430" fmla="*/ 5926735 h 6858000"/>
              <a:gd name="connsiteX24-60431" fmla="*/ 302333 w 1364418"/>
              <a:gd name="connsiteY24-60432" fmla="*/ 5712857 h 6858000"/>
              <a:gd name="connsiteX25-60433" fmla="*/ 281408 w 1364418"/>
              <a:gd name="connsiteY25-60434" fmla="*/ 5676393 h 6858000"/>
              <a:gd name="connsiteX26-60435" fmla="*/ 321000 w 1364418"/>
              <a:gd name="connsiteY26-60436" fmla="*/ 5563435 h 6858000"/>
              <a:gd name="connsiteX27-60437" fmla="*/ 368130 w 1364418"/>
              <a:gd name="connsiteY27-60438" fmla="*/ 5437125 h 6858000"/>
              <a:gd name="connsiteX28-60439" fmla="*/ 381698 w 1364418"/>
              <a:gd name="connsiteY28-60440" fmla="*/ 5396260 h 6858000"/>
              <a:gd name="connsiteX29-60441" fmla="*/ 397679 w 1364418"/>
              <a:gd name="connsiteY29-60442" fmla="*/ 5330009 h 6858000"/>
              <a:gd name="connsiteX30-60443" fmla="*/ 431172 w 1364418"/>
              <a:gd name="connsiteY30-60444" fmla="*/ 5273739 h 6858000"/>
              <a:gd name="connsiteX31-60445" fmla="*/ 440771 w 1364418"/>
              <a:gd name="connsiteY31-60446" fmla="*/ 5241779 h 6858000"/>
              <a:gd name="connsiteX32-60447" fmla="*/ 451997 w 1364418"/>
              <a:gd name="connsiteY32-60448" fmla="*/ 5225268 h 6858000"/>
              <a:gd name="connsiteX33-60449" fmla="*/ 453017 w 1364418"/>
              <a:gd name="connsiteY33-60450" fmla="*/ 5217684 h 6858000"/>
              <a:gd name="connsiteX34-60451" fmla="*/ 460358 w 1364418"/>
              <a:gd name="connsiteY34-60452" fmla="*/ 5193377 h 6858000"/>
              <a:gd name="connsiteX35-60453" fmla="*/ 463661 w 1364418"/>
              <a:gd name="connsiteY35-60454" fmla="*/ 5179288 h 6858000"/>
              <a:gd name="connsiteX36-60455" fmla="*/ 464645 w 1364418"/>
              <a:gd name="connsiteY36-60456" fmla="*/ 5173621 h 6858000"/>
              <a:gd name="connsiteX37-60457" fmla="*/ 460279 w 1364418"/>
              <a:gd name="connsiteY37-60458" fmla="*/ 5159961 h 6858000"/>
              <a:gd name="connsiteX38-60459" fmla="*/ 466956 w 1364418"/>
              <a:gd name="connsiteY38-60460" fmla="*/ 5144295 h 6858000"/>
              <a:gd name="connsiteX39-60461" fmla="*/ 463889 w 1364418"/>
              <a:gd name="connsiteY39-60462" fmla="*/ 5125185 h 6858000"/>
              <a:gd name="connsiteX40-60463" fmla="*/ 470719 w 1364418"/>
              <a:gd name="connsiteY40-60464" fmla="*/ 5121884 h 6858000"/>
              <a:gd name="connsiteX41-60465" fmla="*/ 477755 w 1364418"/>
              <a:gd name="connsiteY41-60466" fmla="*/ 5067850 h 6858000"/>
              <a:gd name="connsiteX42-60467" fmla="*/ 480486 w 1364418"/>
              <a:gd name="connsiteY42-60468" fmla="*/ 5060861 h 6858000"/>
              <a:gd name="connsiteX43-60469" fmla="*/ 477190 w 1364418"/>
              <a:gd name="connsiteY43-60470" fmla="*/ 5034192 h 6858000"/>
              <a:gd name="connsiteX44-60471" fmla="*/ 478744 w 1364418"/>
              <a:gd name="connsiteY44-60472" fmla="*/ 4993030 h 6858000"/>
              <a:gd name="connsiteX45-60473" fmla="*/ 485653 w 1364418"/>
              <a:gd name="connsiteY45-60474" fmla="*/ 4946844 h 6858000"/>
              <a:gd name="connsiteX46-60475" fmla="*/ 481509 w 1364418"/>
              <a:gd name="connsiteY46-60476" fmla="*/ 4932692 h 6858000"/>
              <a:gd name="connsiteX47-60477" fmla="*/ 496912 w 1364418"/>
              <a:gd name="connsiteY47-60478" fmla="*/ 4858827 h 6858000"/>
              <a:gd name="connsiteX48-60479" fmla="*/ 502815 w 1364418"/>
              <a:gd name="connsiteY48-60480" fmla="*/ 4821170 h 6858000"/>
              <a:gd name="connsiteX49-60481" fmla="*/ 507548 w 1364418"/>
              <a:gd name="connsiteY49-60482" fmla="*/ 4780965 h 6858000"/>
              <a:gd name="connsiteX50-60483" fmla="*/ 508841 w 1364418"/>
              <a:gd name="connsiteY50-60484" fmla="*/ 4750867 h 6858000"/>
              <a:gd name="connsiteX51-60485" fmla="*/ 506648 w 1364418"/>
              <a:gd name="connsiteY51-60486" fmla="*/ 4690749 h 6858000"/>
              <a:gd name="connsiteX52-60487" fmla="*/ 502128 w 1364418"/>
              <a:gd name="connsiteY52-60488" fmla="*/ 4584173 h 6858000"/>
              <a:gd name="connsiteX53-60489" fmla="*/ 497211 w 1364418"/>
              <a:gd name="connsiteY53-60490" fmla="*/ 4444346 h 6858000"/>
              <a:gd name="connsiteX54-60491" fmla="*/ 493776 w 1364418"/>
              <a:gd name="connsiteY54-60492" fmla="*/ 4375228 h 6858000"/>
              <a:gd name="connsiteX55-60493" fmla="*/ 474429 w 1364418"/>
              <a:gd name="connsiteY55-60494" fmla="*/ 4214165 h 6858000"/>
              <a:gd name="connsiteX56-60495" fmla="*/ 478502 w 1364418"/>
              <a:gd name="connsiteY56-60496" fmla="*/ 4090296 h 6858000"/>
              <a:gd name="connsiteX57-60497" fmla="*/ 463758 w 1364418"/>
              <a:gd name="connsiteY57-60498" fmla="*/ 4033999 h 6858000"/>
              <a:gd name="connsiteX58-60499" fmla="*/ 464907 w 1364418"/>
              <a:gd name="connsiteY58-60500" fmla="*/ 4031933 h 6858000"/>
              <a:gd name="connsiteX59-60501" fmla="*/ 463483 w 1364418"/>
              <a:gd name="connsiteY59-60502" fmla="*/ 4013953 h 6858000"/>
              <a:gd name="connsiteX60-60503" fmla="*/ 449778 w 1364418"/>
              <a:gd name="connsiteY60-60504" fmla="*/ 3974753 h 6858000"/>
              <a:gd name="connsiteX61-60505" fmla="*/ 451376 w 1364418"/>
              <a:gd name="connsiteY61-60506" fmla="*/ 3969950 h 6858000"/>
              <a:gd name="connsiteX62-60507" fmla="*/ 444798 w 1364418"/>
              <a:gd name="connsiteY62-60508" fmla="*/ 3933779 h 6858000"/>
              <a:gd name="connsiteX63-60509" fmla="*/ 446129 w 1364418"/>
              <a:gd name="connsiteY63-60510" fmla="*/ 3933093 h 6858000"/>
              <a:gd name="connsiteX64-60511" fmla="*/ 450483 w 1364418"/>
              <a:gd name="connsiteY64-60512" fmla="*/ 3922082 h 6858000"/>
              <a:gd name="connsiteX65-60513" fmla="*/ 455561 w 1364418"/>
              <a:gd name="connsiteY65-60514" fmla="*/ 3901461 h 6858000"/>
              <a:gd name="connsiteX66-60515" fmla="*/ 478155 w 1364418"/>
              <a:gd name="connsiteY66-60516" fmla="*/ 3813873 h 6858000"/>
              <a:gd name="connsiteX67-60517" fmla="*/ 477580 w 1364418"/>
              <a:gd name="connsiteY67-60518" fmla="*/ 3806161 h 6858000"/>
              <a:gd name="connsiteX68-60519" fmla="*/ 477887 w 1364418"/>
              <a:gd name="connsiteY68-60520" fmla="*/ 3805957 h 6858000"/>
              <a:gd name="connsiteX69-60521" fmla="*/ 477914 w 1364418"/>
              <a:gd name="connsiteY69-60522" fmla="*/ 3797724 h 6858000"/>
              <a:gd name="connsiteX70-60523" fmla="*/ 476529 w 1364418"/>
              <a:gd name="connsiteY70-60524" fmla="*/ 3792098 h 6858000"/>
              <a:gd name="connsiteX71-60525" fmla="*/ 475413 w 1364418"/>
              <a:gd name="connsiteY71-60526" fmla="*/ 3777135 h 6858000"/>
              <a:gd name="connsiteX72-60527" fmla="*/ 477146 w 1364418"/>
              <a:gd name="connsiteY72-60528" fmla="*/ 3771656 h 6858000"/>
              <a:gd name="connsiteX73-60529" fmla="*/ 480889 w 1364418"/>
              <a:gd name="connsiteY73-60530" fmla="*/ 3769007 h 6858000"/>
              <a:gd name="connsiteX74-60531" fmla="*/ 480355 w 1364418"/>
              <a:gd name="connsiteY74-60532" fmla="*/ 3767709 h 6858000"/>
              <a:gd name="connsiteX75-60533" fmla="*/ 489051 w 1364418"/>
              <a:gd name="connsiteY75-60534" fmla="*/ 3738082 h 6858000"/>
              <a:gd name="connsiteX76-60535" fmla="*/ 496397 w 1364418"/>
              <a:gd name="connsiteY76-60536" fmla="*/ 3673397 h 6858000"/>
              <a:gd name="connsiteX77-60537" fmla="*/ 495693 w 1364418"/>
              <a:gd name="connsiteY77-60538" fmla="*/ 3637109 h 6858000"/>
              <a:gd name="connsiteX78-60539" fmla="*/ 499136 w 1364418"/>
              <a:gd name="connsiteY78-60540" fmla="*/ 3536883 h 6858000"/>
              <a:gd name="connsiteX79-60541" fmla="*/ 506674 w 1364418"/>
              <a:gd name="connsiteY79-60542" fmla="*/ 3435652 h 6858000"/>
              <a:gd name="connsiteX80-60543" fmla="*/ 508345 w 1364418"/>
              <a:gd name="connsiteY80-60544" fmla="*/ 3307769 h 6858000"/>
              <a:gd name="connsiteX81-60545" fmla="*/ 525908 w 1364418"/>
              <a:gd name="connsiteY81-60546" fmla="*/ 3250522 h 6858000"/>
              <a:gd name="connsiteX82-60547" fmla="*/ 526333 w 1364418"/>
              <a:gd name="connsiteY82-60548" fmla="*/ 3229163 h 6858000"/>
              <a:gd name="connsiteX83-60549" fmla="*/ 528156 w 1364418"/>
              <a:gd name="connsiteY83-60550" fmla="*/ 3217217 h 6858000"/>
              <a:gd name="connsiteX84-60551" fmla="*/ 514991 w 1364418"/>
              <a:gd name="connsiteY84-60552" fmla="*/ 3183755 h 6858000"/>
              <a:gd name="connsiteX85-60553" fmla="*/ 515492 w 1364418"/>
              <a:gd name="connsiteY85-60554" fmla="*/ 3178642 h 6858000"/>
              <a:gd name="connsiteX86-60555" fmla="*/ 503092 w 1364418"/>
              <a:gd name="connsiteY86-60556" fmla="*/ 3158586 h 6858000"/>
              <a:gd name="connsiteX87-60557" fmla="*/ 488277 w 1364418"/>
              <a:gd name="connsiteY87-60558" fmla="*/ 3129034 h 6858000"/>
              <a:gd name="connsiteX88-60559" fmla="*/ 488942 w 1364418"/>
              <a:gd name="connsiteY88-60560" fmla="*/ 3126682 h 6858000"/>
              <a:gd name="connsiteX89-60561" fmla="*/ 479810 w 1364418"/>
              <a:gd name="connsiteY89-60562" fmla="*/ 3114519 h 6858000"/>
              <a:gd name="connsiteX90-60563" fmla="*/ 466419 w 1364418"/>
              <a:gd name="connsiteY90-60564" fmla="*/ 3106272 h 6858000"/>
              <a:gd name="connsiteX91-60565" fmla="*/ 439149 w 1364418"/>
              <a:gd name="connsiteY91-60566" fmla="*/ 2958185 h 6858000"/>
              <a:gd name="connsiteX92-60567" fmla="*/ 381763 w 1364418"/>
              <a:gd name="connsiteY92-60568" fmla="*/ 2762989 h 6858000"/>
              <a:gd name="connsiteX93-60569" fmla="*/ 330681 w 1364418"/>
              <a:gd name="connsiteY93-60570" fmla="*/ 2554718 h 6858000"/>
              <a:gd name="connsiteX94-60571" fmla="*/ 310775 w 1364418"/>
              <a:gd name="connsiteY94-60572" fmla="*/ 2485734 h 6858000"/>
              <a:gd name="connsiteX95-60573" fmla="*/ 301498 w 1364418"/>
              <a:gd name="connsiteY95-60574" fmla="*/ 2447068 h 6858000"/>
              <a:gd name="connsiteX96-60575" fmla="*/ 288459 w 1364418"/>
              <a:gd name="connsiteY96-60576" fmla="*/ 2425819 h 6858000"/>
              <a:gd name="connsiteX97-60577" fmla="*/ 294458 w 1364418"/>
              <a:gd name="connsiteY97-60578" fmla="*/ 2402874 h 6858000"/>
              <a:gd name="connsiteX98-60579" fmla="*/ 297070 w 1364418"/>
              <a:gd name="connsiteY98-60580" fmla="*/ 2381443 h 6858000"/>
              <a:gd name="connsiteX99-60581" fmla="*/ 273399 w 1364418"/>
              <a:gd name="connsiteY99-60582" fmla="*/ 2261920 h 6858000"/>
              <a:gd name="connsiteX100-60583" fmla="*/ 263286 w 1364418"/>
              <a:gd name="connsiteY100-60584" fmla="*/ 2195378 h 6858000"/>
              <a:gd name="connsiteX101-60585" fmla="*/ 247503 w 1364418"/>
              <a:gd name="connsiteY101-60586" fmla="*/ 2155135 h 6858000"/>
              <a:gd name="connsiteX102-60587" fmla="*/ 244961 w 1364418"/>
              <a:gd name="connsiteY102-60588" fmla="*/ 2118008 h 6858000"/>
              <a:gd name="connsiteX103-60589" fmla="*/ 245954 w 1364418"/>
              <a:gd name="connsiteY103-60590" fmla="*/ 2050531 h 6858000"/>
              <a:gd name="connsiteX104-60591" fmla="*/ 237760 w 1364418"/>
              <a:gd name="connsiteY104-60592" fmla="*/ 1963269 h 6858000"/>
              <a:gd name="connsiteX105-60593" fmla="*/ 218938 w 1364418"/>
              <a:gd name="connsiteY105-60594" fmla="*/ 1906352 h 6858000"/>
              <a:gd name="connsiteX106-60595" fmla="*/ 195495 w 1364418"/>
              <a:gd name="connsiteY106-60596" fmla="*/ 1861531 h 6858000"/>
              <a:gd name="connsiteX107-60597" fmla="*/ 149294 w 1364418"/>
              <a:gd name="connsiteY107-60598" fmla="*/ 1732919 h 6858000"/>
              <a:gd name="connsiteX108-60599" fmla="*/ 121605 w 1364418"/>
              <a:gd name="connsiteY108-60600" fmla="*/ 1663540 h 6858000"/>
              <a:gd name="connsiteX109-60601" fmla="*/ 120731 w 1364418"/>
              <a:gd name="connsiteY109-60602" fmla="*/ 1615777 h 6858000"/>
              <a:gd name="connsiteX110-60603" fmla="*/ 101526 w 1364418"/>
              <a:gd name="connsiteY110-60604" fmla="*/ 1563678 h 6858000"/>
              <a:gd name="connsiteX111-60605" fmla="*/ 114606 w 1364418"/>
              <a:gd name="connsiteY111-60606" fmla="*/ 1519474 h 6858000"/>
              <a:gd name="connsiteX112-60607" fmla="*/ 107348 w 1364418"/>
              <a:gd name="connsiteY112-60608" fmla="*/ 1477995 h 6858000"/>
              <a:gd name="connsiteX113-60609" fmla="*/ 93433 w 1364418"/>
              <a:gd name="connsiteY113-60610" fmla="*/ 1373769 h 6858000"/>
              <a:gd name="connsiteX114-60611" fmla="*/ 101740 w 1364418"/>
              <a:gd name="connsiteY114-60612" fmla="*/ 1307086 h 6858000"/>
              <a:gd name="connsiteX115-60613" fmla="*/ 102928 w 1364418"/>
              <a:gd name="connsiteY115-60614" fmla="*/ 1189033 h 6858000"/>
              <a:gd name="connsiteX116-60615" fmla="*/ 107613 w 1364418"/>
              <a:gd name="connsiteY116-60616" fmla="*/ 1168288 h 6858000"/>
              <a:gd name="connsiteX117-60617" fmla="*/ 99895 w 1364418"/>
              <a:gd name="connsiteY117-60618" fmla="*/ 1142577 h 6858000"/>
              <a:gd name="connsiteX118-60619" fmla="*/ 89201 w 1364418"/>
              <a:gd name="connsiteY118-60620" fmla="*/ 1088484 h 6858000"/>
              <a:gd name="connsiteX119-60621" fmla="*/ 77937 w 1364418"/>
              <a:gd name="connsiteY119-60622" fmla="*/ 1016103 h 6858000"/>
              <a:gd name="connsiteX120-60623" fmla="*/ 79393 w 1364418"/>
              <a:gd name="connsiteY120-60624" fmla="*/ 932283 h 6858000"/>
              <a:gd name="connsiteX121-60625" fmla="*/ 81629 w 1364418"/>
              <a:gd name="connsiteY121-60626" fmla="*/ 915925 h 6858000"/>
              <a:gd name="connsiteX122-60627" fmla="*/ 74258 w 1364418"/>
              <a:gd name="connsiteY122-60628" fmla="*/ 896999 h 6858000"/>
              <a:gd name="connsiteX123-60629" fmla="*/ 43666 w 1364418"/>
              <a:gd name="connsiteY123-60630" fmla="*/ 821517 h 6858000"/>
              <a:gd name="connsiteX124-60631" fmla="*/ 22616 w 1364418"/>
              <a:gd name="connsiteY124-60632" fmla="*/ 751353 h 6858000"/>
              <a:gd name="connsiteX125-60633" fmla="*/ 22174 w 1364418"/>
              <a:gd name="connsiteY125-60634" fmla="*/ 721230 h 6858000"/>
              <a:gd name="connsiteX126-60635" fmla="*/ 7845 w 1364418"/>
              <a:gd name="connsiteY126-60636" fmla="*/ 681659 h 6858000"/>
              <a:gd name="connsiteX127-60637" fmla="*/ 31306 w 1364418"/>
              <a:gd name="connsiteY127-60638" fmla="*/ 619315 h 6858000"/>
              <a:gd name="connsiteX128-60639" fmla="*/ 15184 w 1364418"/>
              <a:gd name="connsiteY128-60640" fmla="*/ 585934 h 6858000"/>
              <a:gd name="connsiteX129-60641" fmla="*/ 22258 w 1364418"/>
              <a:gd name="connsiteY129-60642" fmla="*/ 538948 h 6858000"/>
              <a:gd name="connsiteX130-60643" fmla="*/ 64209 w 1364418"/>
              <a:gd name="connsiteY130-60644" fmla="*/ 473479 h 6858000"/>
              <a:gd name="connsiteX131-60645" fmla="*/ 52290 w 1364418"/>
              <a:gd name="connsiteY131-60646" fmla="*/ 446567 h 6858000"/>
              <a:gd name="connsiteX132-60647" fmla="*/ 51538 w 1364418"/>
              <a:gd name="connsiteY132-60648" fmla="*/ 393828 h 6858000"/>
              <a:gd name="connsiteX133-60649" fmla="*/ 51368 w 1364418"/>
              <a:gd name="connsiteY133-60650" fmla="*/ 353137 h 6858000"/>
              <a:gd name="connsiteX134-60651" fmla="*/ 72878 w 1364418"/>
              <a:gd name="connsiteY134-60652" fmla="*/ 309501 h 6858000"/>
              <a:gd name="connsiteX135-60653" fmla="*/ 57061 w 1364418"/>
              <a:gd name="connsiteY135-60654" fmla="*/ 275771 h 6858000"/>
              <a:gd name="connsiteX136-60655" fmla="*/ 74088 w 1364418"/>
              <a:gd name="connsiteY136-60656" fmla="*/ 212860 h 6858000"/>
              <a:gd name="connsiteX137-60657" fmla="*/ 65798 w 1364418"/>
              <a:gd name="connsiteY137-60658" fmla="*/ 144983 h 6858000"/>
              <a:gd name="connsiteX138-60659" fmla="*/ 78082 w 1364418"/>
              <a:gd name="connsiteY138-60660" fmla="*/ 55288 h 6858000"/>
              <a:gd name="connsiteX139-60661" fmla="*/ 37636 w 1364418"/>
              <a:gd name="connsiteY139-60662" fmla="*/ 0 h 6858000"/>
              <a:gd name="connsiteX0-60663" fmla="*/ 37636 w 1364418"/>
              <a:gd name="connsiteY0-60664" fmla="*/ 0 h 6858000"/>
              <a:gd name="connsiteX1-60665" fmla="*/ 1364418 w 1364418"/>
              <a:gd name="connsiteY1-60666" fmla="*/ 0 h 6858000"/>
              <a:gd name="connsiteX2-60667" fmla="*/ 1364418 w 1364418"/>
              <a:gd name="connsiteY2-60668" fmla="*/ 6858000 h 6858000"/>
              <a:gd name="connsiteX3-60669" fmla="*/ 101112 w 1364418"/>
              <a:gd name="connsiteY3-60670" fmla="*/ 6857735 h 6858000"/>
              <a:gd name="connsiteX4-60671" fmla="*/ 137705 w 1364418"/>
              <a:gd name="connsiteY4-60672" fmla="*/ 6776847 h 6858000"/>
              <a:gd name="connsiteX5-60673" fmla="*/ 149205 w 1364418"/>
              <a:gd name="connsiteY5-60674" fmla="*/ 6737706 h 6858000"/>
              <a:gd name="connsiteX6-60675" fmla="*/ 173944 w 1364418"/>
              <a:gd name="connsiteY6-60676" fmla="*/ 6691589 h 6858000"/>
              <a:gd name="connsiteX7-60677" fmla="*/ 151501 w 1364418"/>
              <a:gd name="connsiteY7-60678" fmla="*/ 6659970 h 6858000"/>
              <a:gd name="connsiteX8-60679" fmla="*/ 166592 w 1364418"/>
              <a:gd name="connsiteY8-60680" fmla="*/ 6636211 h 6858000"/>
              <a:gd name="connsiteX9-60681" fmla="*/ 184036 w 1364418"/>
              <a:gd name="connsiteY9-60682" fmla="*/ 6594177 h 6858000"/>
              <a:gd name="connsiteX10-60683" fmla="*/ 198076 w 1364418"/>
              <a:gd name="connsiteY10-60684" fmla="*/ 6557575 h 6858000"/>
              <a:gd name="connsiteX11-60685" fmla="*/ 251033 w 1364418"/>
              <a:gd name="connsiteY11-60686" fmla="*/ 6492130 h 6858000"/>
              <a:gd name="connsiteX12-60687" fmla="*/ 266720 w 1364418"/>
              <a:gd name="connsiteY12-60688" fmla="*/ 6431610 h 6858000"/>
              <a:gd name="connsiteX13-60689" fmla="*/ 310425 w 1364418"/>
              <a:gd name="connsiteY13-60690" fmla="*/ 6379786 h 6858000"/>
              <a:gd name="connsiteX14-60691" fmla="*/ 293648 w 1364418"/>
              <a:gd name="connsiteY14-60692" fmla="*/ 6334727 h 6858000"/>
              <a:gd name="connsiteX15-60693" fmla="*/ 271063 w 1364418"/>
              <a:gd name="connsiteY15-60694" fmla="*/ 6313295 h 6858000"/>
              <a:gd name="connsiteX16-60695" fmla="*/ 278227 w 1364418"/>
              <a:gd name="connsiteY16-60696" fmla="*/ 6280046 h 6858000"/>
              <a:gd name="connsiteX17-60697" fmla="*/ 260972 w 1364418"/>
              <a:gd name="connsiteY17-60698" fmla="*/ 6270265 h 6858000"/>
              <a:gd name="connsiteX18-60699" fmla="*/ 288000 w 1364418"/>
              <a:gd name="connsiteY18-60700" fmla="*/ 6252834 h 6858000"/>
              <a:gd name="connsiteX19-60701" fmla="*/ 265992 w 1364418"/>
              <a:gd name="connsiteY19-60702" fmla="*/ 6202459 h 6858000"/>
              <a:gd name="connsiteX20-60703" fmla="*/ 264790 w 1364418"/>
              <a:gd name="connsiteY20-60704" fmla="*/ 6153037 h 6858000"/>
              <a:gd name="connsiteX21-60705" fmla="*/ 280205 w 1364418"/>
              <a:gd name="connsiteY21-60706" fmla="*/ 6078132 h 6858000"/>
              <a:gd name="connsiteX22-60707" fmla="*/ 267592 w 1364418"/>
              <a:gd name="connsiteY22-60708" fmla="*/ 6028119 h 6858000"/>
              <a:gd name="connsiteX23-60709" fmla="*/ 252821 w 1364418"/>
              <a:gd name="connsiteY23-60710" fmla="*/ 5926735 h 6858000"/>
              <a:gd name="connsiteX24-60711" fmla="*/ 302333 w 1364418"/>
              <a:gd name="connsiteY24-60712" fmla="*/ 5712857 h 6858000"/>
              <a:gd name="connsiteX25-60713" fmla="*/ 281408 w 1364418"/>
              <a:gd name="connsiteY25-60714" fmla="*/ 5676393 h 6858000"/>
              <a:gd name="connsiteX26-60715" fmla="*/ 321000 w 1364418"/>
              <a:gd name="connsiteY26-60716" fmla="*/ 5563435 h 6858000"/>
              <a:gd name="connsiteX27-60717" fmla="*/ 368130 w 1364418"/>
              <a:gd name="connsiteY27-60718" fmla="*/ 5437125 h 6858000"/>
              <a:gd name="connsiteX28-60719" fmla="*/ 381698 w 1364418"/>
              <a:gd name="connsiteY28-60720" fmla="*/ 5396260 h 6858000"/>
              <a:gd name="connsiteX29-60721" fmla="*/ 397679 w 1364418"/>
              <a:gd name="connsiteY29-60722" fmla="*/ 5330009 h 6858000"/>
              <a:gd name="connsiteX30-60723" fmla="*/ 431172 w 1364418"/>
              <a:gd name="connsiteY30-60724" fmla="*/ 5273739 h 6858000"/>
              <a:gd name="connsiteX31-60725" fmla="*/ 440771 w 1364418"/>
              <a:gd name="connsiteY31-60726" fmla="*/ 5241779 h 6858000"/>
              <a:gd name="connsiteX32-60727" fmla="*/ 451997 w 1364418"/>
              <a:gd name="connsiteY32-60728" fmla="*/ 5225268 h 6858000"/>
              <a:gd name="connsiteX33-60729" fmla="*/ 453017 w 1364418"/>
              <a:gd name="connsiteY33-60730" fmla="*/ 5217684 h 6858000"/>
              <a:gd name="connsiteX34-60731" fmla="*/ 460358 w 1364418"/>
              <a:gd name="connsiteY34-60732" fmla="*/ 5193377 h 6858000"/>
              <a:gd name="connsiteX35-60733" fmla="*/ 463661 w 1364418"/>
              <a:gd name="connsiteY35-60734" fmla="*/ 5179288 h 6858000"/>
              <a:gd name="connsiteX36-60735" fmla="*/ 464645 w 1364418"/>
              <a:gd name="connsiteY36-60736" fmla="*/ 5173621 h 6858000"/>
              <a:gd name="connsiteX37-60737" fmla="*/ 460279 w 1364418"/>
              <a:gd name="connsiteY37-60738" fmla="*/ 5159961 h 6858000"/>
              <a:gd name="connsiteX38-60739" fmla="*/ 466956 w 1364418"/>
              <a:gd name="connsiteY38-60740" fmla="*/ 5144295 h 6858000"/>
              <a:gd name="connsiteX39-60741" fmla="*/ 463889 w 1364418"/>
              <a:gd name="connsiteY39-60742" fmla="*/ 5125185 h 6858000"/>
              <a:gd name="connsiteX40-60743" fmla="*/ 470719 w 1364418"/>
              <a:gd name="connsiteY40-60744" fmla="*/ 5121884 h 6858000"/>
              <a:gd name="connsiteX41-60745" fmla="*/ 477755 w 1364418"/>
              <a:gd name="connsiteY41-60746" fmla="*/ 5067850 h 6858000"/>
              <a:gd name="connsiteX42-60747" fmla="*/ 480486 w 1364418"/>
              <a:gd name="connsiteY42-60748" fmla="*/ 5060861 h 6858000"/>
              <a:gd name="connsiteX43-60749" fmla="*/ 477190 w 1364418"/>
              <a:gd name="connsiteY43-60750" fmla="*/ 5034192 h 6858000"/>
              <a:gd name="connsiteX44-60751" fmla="*/ 478744 w 1364418"/>
              <a:gd name="connsiteY44-60752" fmla="*/ 4993030 h 6858000"/>
              <a:gd name="connsiteX45-60753" fmla="*/ 485653 w 1364418"/>
              <a:gd name="connsiteY45-60754" fmla="*/ 4946844 h 6858000"/>
              <a:gd name="connsiteX46-60755" fmla="*/ 481509 w 1364418"/>
              <a:gd name="connsiteY46-60756" fmla="*/ 4932692 h 6858000"/>
              <a:gd name="connsiteX47-60757" fmla="*/ 496912 w 1364418"/>
              <a:gd name="connsiteY47-60758" fmla="*/ 4858827 h 6858000"/>
              <a:gd name="connsiteX48-60759" fmla="*/ 502815 w 1364418"/>
              <a:gd name="connsiteY48-60760" fmla="*/ 4821170 h 6858000"/>
              <a:gd name="connsiteX49-60761" fmla="*/ 507548 w 1364418"/>
              <a:gd name="connsiteY49-60762" fmla="*/ 4780965 h 6858000"/>
              <a:gd name="connsiteX50-60763" fmla="*/ 508841 w 1364418"/>
              <a:gd name="connsiteY50-60764" fmla="*/ 4750867 h 6858000"/>
              <a:gd name="connsiteX51-60765" fmla="*/ 506648 w 1364418"/>
              <a:gd name="connsiteY51-60766" fmla="*/ 4690749 h 6858000"/>
              <a:gd name="connsiteX52-60767" fmla="*/ 502128 w 1364418"/>
              <a:gd name="connsiteY52-60768" fmla="*/ 4584173 h 6858000"/>
              <a:gd name="connsiteX53-60769" fmla="*/ 497211 w 1364418"/>
              <a:gd name="connsiteY53-60770" fmla="*/ 4444346 h 6858000"/>
              <a:gd name="connsiteX54-60771" fmla="*/ 493776 w 1364418"/>
              <a:gd name="connsiteY54-60772" fmla="*/ 4375228 h 6858000"/>
              <a:gd name="connsiteX55-60773" fmla="*/ 474429 w 1364418"/>
              <a:gd name="connsiteY55-60774" fmla="*/ 4214165 h 6858000"/>
              <a:gd name="connsiteX56-60775" fmla="*/ 478502 w 1364418"/>
              <a:gd name="connsiteY56-60776" fmla="*/ 4090296 h 6858000"/>
              <a:gd name="connsiteX57-60777" fmla="*/ 463758 w 1364418"/>
              <a:gd name="connsiteY57-60778" fmla="*/ 4033999 h 6858000"/>
              <a:gd name="connsiteX58-60779" fmla="*/ 464907 w 1364418"/>
              <a:gd name="connsiteY58-60780" fmla="*/ 4031933 h 6858000"/>
              <a:gd name="connsiteX59-60781" fmla="*/ 463483 w 1364418"/>
              <a:gd name="connsiteY59-60782" fmla="*/ 4013953 h 6858000"/>
              <a:gd name="connsiteX60-60783" fmla="*/ 449778 w 1364418"/>
              <a:gd name="connsiteY60-60784" fmla="*/ 3974753 h 6858000"/>
              <a:gd name="connsiteX61-60785" fmla="*/ 451376 w 1364418"/>
              <a:gd name="connsiteY61-60786" fmla="*/ 3969950 h 6858000"/>
              <a:gd name="connsiteX62-60787" fmla="*/ 444798 w 1364418"/>
              <a:gd name="connsiteY62-60788" fmla="*/ 3933779 h 6858000"/>
              <a:gd name="connsiteX63-60789" fmla="*/ 446129 w 1364418"/>
              <a:gd name="connsiteY63-60790" fmla="*/ 3933093 h 6858000"/>
              <a:gd name="connsiteX64-60791" fmla="*/ 450483 w 1364418"/>
              <a:gd name="connsiteY64-60792" fmla="*/ 3922082 h 6858000"/>
              <a:gd name="connsiteX65-60793" fmla="*/ 455561 w 1364418"/>
              <a:gd name="connsiteY65-60794" fmla="*/ 3901461 h 6858000"/>
              <a:gd name="connsiteX66-60795" fmla="*/ 478155 w 1364418"/>
              <a:gd name="connsiteY66-60796" fmla="*/ 3813873 h 6858000"/>
              <a:gd name="connsiteX67-60797" fmla="*/ 477580 w 1364418"/>
              <a:gd name="connsiteY67-60798" fmla="*/ 3806161 h 6858000"/>
              <a:gd name="connsiteX68-60799" fmla="*/ 477887 w 1364418"/>
              <a:gd name="connsiteY68-60800" fmla="*/ 3805957 h 6858000"/>
              <a:gd name="connsiteX69-60801" fmla="*/ 477914 w 1364418"/>
              <a:gd name="connsiteY69-60802" fmla="*/ 3797724 h 6858000"/>
              <a:gd name="connsiteX70-60803" fmla="*/ 476529 w 1364418"/>
              <a:gd name="connsiteY70-60804" fmla="*/ 3792098 h 6858000"/>
              <a:gd name="connsiteX71-60805" fmla="*/ 475413 w 1364418"/>
              <a:gd name="connsiteY71-60806" fmla="*/ 3777135 h 6858000"/>
              <a:gd name="connsiteX72-60807" fmla="*/ 477146 w 1364418"/>
              <a:gd name="connsiteY72-60808" fmla="*/ 3771656 h 6858000"/>
              <a:gd name="connsiteX73-60809" fmla="*/ 480889 w 1364418"/>
              <a:gd name="connsiteY73-60810" fmla="*/ 3769007 h 6858000"/>
              <a:gd name="connsiteX74-60811" fmla="*/ 480355 w 1364418"/>
              <a:gd name="connsiteY74-60812" fmla="*/ 3767709 h 6858000"/>
              <a:gd name="connsiteX75-60813" fmla="*/ 489051 w 1364418"/>
              <a:gd name="connsiteY75-60814" fmla="*/ 3738082 h 6858000"/>
              <a:gd name="connsiteX76-60815" fmla="*/ 496397 w 1364418"/>
              <a:gd name="connsiteY76-60816" fmla="*/ 3673397 h 6858000"/>
              <a:gd name="connsiteX77-60817" fmla="*/ 495693 w 1364418"/>
              <a:gd name="connsiteY77-60818" fmla="*/ 3637109 h 6858000"/>
              <a:gd name="connsiteX78-60819" fmla="*/ 499136 w 1364418"/>
              <a:gd name="connsiteY78-60820" fmla="*/ 3536883 h 6858000"/>
              <a:gd name="connsiteX79-60821" fmla="*/ 506674 w 1364418"/>
              <a:gd name="connsiteY79-60822" fmla="*/ 3435652 h 6858000"/>
              <a:gd name="connsiteX80-60823" fmla="*/ 508345 w 1364418"/>
              <a:gd name="connsiteY80-60824" fmla="*/ 3307769 h 6858000"/>
              <a:gd name="connsiteX81-60825" fmla="*/ 525908 w 1364418"/>
              <a:gd name="connsiteY81-60826" fmla="*/ 3250522 h 6858000"/>
              <a:gd name="connsiteX82-60827" fmla="*/ 526333 w 1364418"/>
              <a:gd name="connsiteY82-60828" fmla="*/ 3229163 h 6858000"/>
              <a:gd name="connsiteX83-60829" fmla="*/ 528156 w 1364418"/>
              <a:gd name="connsiteY83-60830" fmla="*/ 3217217 h 6858000"/>
              <a:gd name="connsiteX84-60831" fmla="*/ 514991 w 1364418"/>
              <a:gd name="connsiteY84-60832" fmla="*/ 3183755 h 6858000"/>
              <a:gd name="connsiteX85-60833" fmla="*/ 515492 w 1364418"/>
              <a:gd name="connsiteY85-60834" fmla="*/ 3178642 h 6858000"/>
              <a:gd name="connsiteX86-60835" fmla="*/ 503092 w 1364418"/>
              <a:gd name="connsiteY86-60836" fmla="*/ 3158586 h 6858000"/>
              <a:gd name="connsiteX87-60837" fmla="*/ 488277 w 1364418"/>
              <a:gd name="connsiteY87-60838" fmla="*/ 3129034 h 6858000"/>
              <a:gd name="connsiteX88-60839" fmla="*/ 488942 w 1364418"/>
              <a:gd name="connsiteY88-60840" fmla="*/ 3126682 h 6858000"/>
              <a:gd name="connsiteX89-60841" fmla="*/ 479810 w 1364418"/>
              <a:gd name="connsiteY89-60842" fmla="*/ 3114519 h 6858000"/>
              <a:gd name="connsiteX90-60843" fmla="*/ 466419 w 1364418"/>
              <a:gd name="connsiteY90-60844" fmla="*/ 3106272 h 6858000"/>
              <a:gd name="connsiteX91-60845" fmla="*/ 439149 w 1364418"/>
              <a:gd name="connsiteY91-60846" fmla="*/ 2958185 h 6858000"/>
              <a:gd name="connsiteX92-60847" fmla="*/ 381763 w 1364418"/>
              <a:gd name="connsiteY92-60848" fmla="*/ 2762989 h 6858000"/>
              <a:gd name="connsiteX93-60849" fmla="*/ 330681 w 1364418"/>
              <a:gd name="connsiteY93-60850" fmla="*/ 2554718 h 6858000"/>
              <a:gd name="connsiteX94-60851" fmla="*/ 310775 w 1364418"/>
              <a:gd name="connsiteY94-60852" fmla="*/ 2485734 h 6858000"/>
              <a:gd name="connsiteX95-60853" fmla="*/ 301498 w 1364418"/>
              <a:gd name="connsiteY95-60854" fmla="*/ 2447068 h 6858000"/>
              <a:gd name="connsiteX96-60855" fmla="*/ 288459 w 1364418"/>
              <a:gd name="connsiteY96-60856" fmla="*/ 2425819 h 6858000"/>
              <a:gd name="connsiteX97-60857" fmla="*/ 294458 w 1364418"/>
              <a:gd name="connsiteY97-60858" fmla="*/ 2402874 h 6858000"/>
              <a:gd name="connsiteX98-60859" fmla="*/ 297070 w 1364418"/>
              <a:gd name="connsiteY98-60860" fmla="*/ 2381443 h 6858000"/>
              <a:gd name="connsiteX99-60861" fmla="*/ 273399 w 1364418"/>
              <a:gd name="connsiteY99-60862" fmla="*/ 2261920 h 6858000"/>
              <a:gd name="connsiteX100-60863" fmla="*/ 263286 w 1364418"/>
              <a:gd name="connsiteY100-60864" fmla="*/ 2195378 h 6858000"/>
              <a:gd name="connsiteX101-60865" fmla="*/ 247503 w 1364418"/>
              <a:gd name="connsiteY101-60866" fmla="*/ 2155135 h 6858000"/>
              <a:gd name="connsiteX102-60867" fmla="*/ 244961 w 1364418"/>
              <a:gd name="connsiteY102-60868" fmla="*/ 2118008 h 6858000"/>
              <a:gd name="connsiteX103-60869" fmla="*/ 245954 w 1364418"/>
              <a:gd name="connsiteY103-60870" fmla="*/ 2050531 h 6858000"/>
              <a:gd name="connsiteX104-60871" fmla="*/ 237760 w 1364418"/>
              <a:gd name="connsiteY104-60872" fmla="*/ 1963269 h 6858000"/>
              <a:gd name="connsiteX105-60873" fmla="*/ 218938 w 1364418"/>
              <a:gd name="connsiteY105-60874" fmla="*/ 1906352 h 6858000"/>
              <a:gd name="connsiteX106-60875" fmla="*/ 195495 w 1364418"/>
              <a:gd name="connsiteY106-60876" fmla="*/ 1861531 h 6858000"/>
              <a:gd name="connsiteX107-60877" fmla="*/ 149294 w 1364418"/>
              <a:gd name="connsiteY107-60878" fmla="*/ 1732919 h 6858000"/>
              <a:gd name="connsiteX108-60879" fmla="*/ 121605 w 1364418"/>
              <a:gd name="connsiteY108-60880" fmla="*/ 1663540 h 6858000"/>
              <a:gd name="connsiteX109-60881" fmla="*/ 120731 w 1364418"/>
              <a:gd name="connsiteY109-60882" fmla="*/ 1615777 h 6858000"/>
              <a:gd name="connsiteX110-60883" fmla="*/ 101526 w 1364418"/>
              <a:gd name="connsiteY110-60884" fmla="*/ 1563678 h 6858000"/>
              <a:gd name="connsiteX111-60885" fmla="*/ 114606 w 1364418"/>
              <a:gd name="connsiteY111-60886" fmla="*/ 1519474 h 6858000"/>
              <a:gd name="connsiteX112-60887" fmla="*/ 107348 w 1364418"/>
              <a:gd name="connsiteY112-60888" fmla="*/ 1477995 h 6858000"/>
              <a:gd name="connsiteX113-60889" fmla="*/ 93433 w 1364418"/>
              <a:gd name="connsiteY113-60890" fmla="*/ 1373769 h 6858000"/>
              <a:gd name="connsiteX114-60891" fmla="*/ 101740 w 1364418"/>
              <a:gd name="connsiteY114-60892" fmla="*/ 1307086 h 6858000"/>
              <a:gd name="connsiteX115-60893" fmla="*/ 102928 w 1364418"/>
              <a:gd name="connsiteY115-60894" fmla="*/ 1189033 h 6858000"/>
              <a:gd name="connsiteX116-60895" fmla="*/ 107613 w 1364418"/>
              <a:gd name="connsiteY116-60896" fmla="*/ 1168288 h 6858000"/>
              <a:gd name="connsiteX117-60897" fmla="*/ 99895 w 1364418"/>
              <a:gd name="connsiteY117-60898" fmla="*/ 1142577 h 6858000"/>
              <a:gd name="connsiteX118-60899" fmla="*/ 89201 w 1364418"/>
              <a:gd name="connsiteY118-60900" fmla="*/ 1088484 h 6858000"/>
              <a:gd name="connsiteX119-60901" fmla="*/ 77937 w 1364418"/>
              <a:gd name="connsiteY119-60902" fmla="*/ 1016103 h 6858000"/>
              <a:gd name="connsiteX120-60903" fmla="*/ 79393 w 1364418"/>
              <a:gd name="connsiteY120-60904" fmla="*/ 932283 h 6858000"/>
              <a:gd name="connsiteX121-60905" fmla="*/ 81629 w 1364418"/>
              <a:gd name="connsiteY121-60906" fmla="*/ 915925 h 6858000"/>
              <a:gd name="connsiteX122-60907" fmla="*/ 74258 w 1364418"/>
              <a:gd name="connsiteY122-60908" fmla="*/ 896999 h 6858000"/>
              <a:gd name="connsiteX123-60909" fmla="*/ 43666 w 1364418"/>
              <a:gd name="connsiteY123-60910" fmla="*/ 821517 h 6858000"/>
              <a:gd name="connsiteX124-60911" fmla="*/ 22616 w 1364418"/>
              <a:gd name="connsiteY124-60912" fmla="*/ 751353 h 6858000"/>
              <a:gd name="connsiteX125-60913" fmla="*/ 22174 w 1364418"/>
              <a:gd name="connsiteY125-60914" fmla="*/ 721230 h 6858000"/>
              <a:gd name="connsiteX126-60915" fmla="*/ 7845 w 1364418"/>
              <a:gd name="connsiteY126-60916" fmla="*/ 681659 h 6858000"/>
              <a:gd name="connsiteX127-60917" fmla="*/ 31306 w 1364418"/>
              <a:gd name="connsiteY127-60918" fmla="*/ 619315 h 6858000"/>
              <a:gd name="connsiteX128-60919" fmla="*/ 15184 w 1364418"/>
              <a:gd name="connsiteY128-60920" fmla="*/ 585934 h 6858000"/>
              <a:gd name="connsiteX129-60921" fmla="*/ 22258 w 1364418"/>
              <a:gd name="connsiteY129-60922" fmla="*/ 538948 h 6858000"/>
              <a:gd name="connsiteX130-60923" fmla="*/ 26166 w 1364418"/>
              <a:gd name="connsiteY130-60924" fmla="*/ 525163 h 6858000"/>
              <a:gd name="connsiteX131-60925" fmla="*/ 52290 w 1364418"/>
              <a:gd name="connsiteY131-60926" fmla="*/ 446567 h 6858000"/>
              <a:gd name="connsiteX132-60927" fmla="*/ 51538 w 1364418"/>
              <a:gd name="connsiteY132-60928" fmla="*/ 393828 h 6858000"/>
              <a:gd name="connsiteX133-60929" fmla="*/ 51368 w 1364418"/>
              <a:gd name="connsiteY133-60930" fmla="*/ 353137 h 6858000"/>
              <a:gd name="connsiteX134-60931" fmla="*/ 72878 w 1364418"/>
              <a:gd name="connsiteY134-60932" fmla="*/ 309501 h 6858000"/>
              <a:gd name="connsiteX135-60933" fmla="*/ 57061 w 1364418"/>
              <a:gd name="connsiteY135-60934" fmla="*/ 275771 h 6858000"/>
              <a:gd name="connsiteX136-60935" fmla="*/ 74088 w 1364418"/>
              <a:gd name="connsiteY136-60936" fmla="*/ 212860 h 6858000"/>
              <a:gd name="connsiteX137-60937" fmla="*/ 65798 w 1364418"/>
              <a:gd name="connsiteY137-60938" fmla="*/ 144983 h 6858000"/>
              <a:gd name="connsiteX138-60939" fmla="*/ 78082 w 1364418"/>
              <a:gd name="connsiteY138-60940" fmla="*/ 55288 h 6858000"/>
              <a:gd name="connsiteX139-60941" fmla="*/ 37636 w 1364418"/>
              <a:gd name="connsiteY139-60942" fmla="*/ 0 h 6858000"/>
              <a:gd name="connsiteX0-60943" fmla="*/ 37636 w 1364418"/>
              <a:gd name="connsiteY0-60944" fmla="*/ 0 h 6858000"/>
              <a:gd name="connsiteX1-60945" fmla="*/ 1364418 w 1364418"/>
              <a:gd name="connsiteY1-60946" fmla="*/ 0 h 6858000"/>
              <a:gd name="connsiteX2-60947" fmla="*/ 1364418 w 1364418"/>
              <a:gd name="connsiteY2-60948" fmla="*/ 6858000 h 6858000"/>
              <a:gd name="connsiteX3-60949" fmla="*/ 101112 w 1364418"/>
              <a:gd name="connsiteY3-60950" fmla="*/ 6857735 h 6858000"/>
              <a:gd name="connsiteX4-60951" fmla="*/ 137705 w 1364418"/>
              <a:gd name="connsiteY4-60952" fmla="*/ 6776847 h 6858000"/>
              <a:gd name="connsiteX5-60953" fmla="*/ 149205 w 1364418"/>
              <a:gd name="connsiteY5-60954" fmla="*/ 6737706 h 6858000"/>
              <a:gd name="connsiteX6-60955" fmla="*/ 173944 w 1364418"/>
              <a:gd name="connsiteY6-60956" fmla="*/ 6691589 h 6858000"/>
              <a:gd name="connsiteX7-60957" fmla="*/ 151501 w 1364418"/>
              <a:gd name="connsiteY7-60958" fmla="*/ 6659970 h 6858000"/>
              <a:gd name="connsiteX8-60959" fmla="*/ 166592 w 1364418"/>
              <a:gd name="connsiteY8-60960" fmla="*/ 6636211 h 6858000"/>
              <a:gd name="connsiteX9-60961" fmla="*/ 184036 w 1364418"/>
              <a:gd name="connsiteY9-60962" fmla="*/ 6594177 h 6858000"/>
              <a:gd name="connsiteX10-60963" fmla="*/ 198076 w 1364418"/>
              <a:gd name="connsiteY10-60964" fmla="*/ 6557575 h 6858000"/>
              <a:gd name="connsiteX11-60965" fmla="*/ 251033 w 1364418"/>
              <a:gd name="connsiteY11-60966" fmla="*/ 6492130 h 6858000"/>
              <a:gd name="connsiteX12-60967" fmla="*/ 266720 w 1364418"/>
              <a:gd name="connsiteY12-60968" fmla="*/ 6431610 h 6858000"/>
              <a:gd name="connsiteX13-60969" fmla="*/ 310425 w 1364418"/>
              <a:gd name="connsiteY13-60970" fmla="*/ 6379786 h 6858000"/>
              <a:gd name="connsiteX14-60971" fmla="*/ 293648 w 1364418"/>
              <a:gd name="connsiteY14-60972" fmla="*/ 6334727 h 6858000"/>
              <a:gd name="connsiteX15-60973" fmla="*/ 271063 w 1364418"/>
              <a:gd name="connsiteY15-60974" fmla="*/ 6313295 h 6858000"/>
              <a:gd name="connsiteX16-60975" fmla="*/ 278227 w 1364418"/>
              <a:gd name="connsiteY16-60976" fmla="*/ 6280046 h 6858000"/>
              <a:gd name="connsiteX17-60977" fmla="*/ 260972 w 1364418"/>
              <a:gd name="connsiteY17-60978" fmla="*/ 6270265 h 6858000"/>
              <a:gd name="connsiteX18-60979" fmla="*/ 288000 w 1364418"/>
              <a:gd name="connsiteY18-60980" fmla="*/ 6252834 h 6858000"/>
              <a:gd name="connsiteX19-60981" fmla="*/ 265992 w 1364418"/>
              <a:gd name="connsiteY19-60982" fmla="*/ 6202459 h 6858000"/>
              <a:gd name="connsiteX20-60983" fmla="*/ 264790 w 1364418"/>
              <a:gd name="connsiteY20-60984" fmla="*/ 6153037 h 6858000"/>
              <a:gd name="connsiteX21-60985" fmla="*/ 280205 w 1364418"/>
              <a:gd name="connsiteY21-60986" fmla="*/ 6078132 h 6858000"/>
              <a:gd name="connsiteX22-60987" fmla="*/ 267592 w 1364418"/>
              <a:gd name="connsiteY22-60988" fmla="*/ 6028119 h 6858000"/>
              <a:gd name="connsiteX23-60989" fmla="*/ 252821 w 1364418"/>
              <a:gd name="connsiteY23-60990" fmla="*/ 5926735 h 6858000"/>
              <a:gd name="connsiteX24-60991" fmla="*/ 302333 w 1364418"/>
              <a:gd name="connsiteY24-60992" fmla="*/ 5712857 h 6858000"/>
              <a:gd name="connsiteX25-60993" fmla="*/ 281408 w 1364418"/>
              <a:gd name="connsiteY25-60994" fmla="*/ 5676393 h 6858000"/>
              <a:gd name="connsiteX26-60995" fmla="*/ 321000 w 1364418"/>
              <a:gd name="connsiteY26-60996" fmla="*/ 5563435 h 6858000"/>
              <a:gd name="connsiteX27-60997" fmla="*/ 368130 w 1364418"/>
              <a:gd name="connsiteY27-60998" fmla="*/ 5437125 h 6858000"/>
              <a:gd name="connsiteX28-60999" fmla="*/ 381698 w 1364418"/>
              <a:gd name="connsiteY28-61000" fmla="*/ 5396260 h 6858000"/>
              <a:gd name="connsiteX29-61001" fmla="*/ 397679 w 1364418"/>
              <a:gd name="connsiteY29-61002" fmla="*/ 5330009 h 6858000"/>
              <a:gd name="connsiteX30-61003" fmla="*/ 431172 w 1364418"/>
              <a:gd name="connsiteY30-61004" fmla="*/ 5273739 h 6858000"/>
              <a:gd name="connsiteX31-61005" fmla="*/ 440771 w 1364418"/>
              <a:gd name="connsiteY31-61006" fmla="*/ 5241779 h 6858000"/>
              <a:gd name="connsiteX32-61007" fmla="*/ 451997 w 1364418"/>
              <a:gd name="connsiteY32-61008" fmla="*/ 5225268 h 6858000"/>
              <a:gd name="connsiteX33-61009" fmla="*/ 453017 w 1364418"/>
              <a:gd name="connsiteY33-61010" fmla="*/ 5217684 h 6858000"/>
              <a:gd name="connsiteX34-61011" fmla="*/ 460358 w 1364418"/>
              <a:gd name="connsiteY34-61012" fmla="*/ 5193377 h 6858000"/>
              <a:gd name="connsiteX35-61013" fmla="*/ 463661 w 1364418"/>
              <a:gd name="connsiteY35-61014" fmla="*/ 5179288 h 6858000"/>
              <a:gd name="connsiteX36-61015" fmla="*/ 464645 w 1364418"/>
              <a:gd name="connsiteY36-61016" fmla="*/ 5173621 h 6858000"/>
              <a:gd name="connsiteX37-61017" fmla="*/ 460279 w 1364418"/>
              <a:gd name="connsiteY37-61018" fmla="*/ 5159961 h 6858000"/>
              <a:gd name="connsiteX38-61019" fmla="*/ 466956 w 1364418"/>
              <a:gd name="connsiteY38-61020" fmla="*/ 5144295 h 6858000"/>
              <a:gd name="connsiteX39-61021" fmla="*/ 463889 w 1364418"/>
              <a:gd name="connsiteY39-61022" fmla="*/ 5125185 h 6858000"/>
              <a:gd name="connsiteX40-61023" fmla="*/ 470719 w 1364418"/>
              <a:gd name="connsiteY40-61024" fmla="*/ 5121884 h 6858000"/>
              <a:gd name="connsiteX41-61025" fmla="*/ 477755 w 1364418"/>
              <a:gd name="connsiteY41-61026" fmla="*/ 5067850 h 6858000"/>
              <a:gd name="connsiteX42-61027" fmla="*/ 480486 w 1364418"/>
              <a:gd name="connsiteY42-61028" fmla="*/ 5060861 h 6858000"/>
              <a:gd name="connsiteX43-61029" fmla="*/ 477190 w 1364418"/>
              <a:gd name="connsiteY43-61030" fmla="*/ 5034192 h 6858000"/>
              <a:gd name="connsiteX44-61031" fmla="*/ 478744 w 1364418"/>
              <a:gd name="connsiteY44-61032" fmla="*/ 4993030 h 6858000"/>
              <a:gd name="connsiteX45-61033" fmla="*/ 485653 w 1364418"/>
              <a:gd name="connsiteY45-61034" fmla="*/ 4946844 h 6858000"/>
              <a:gd name="connsiteX46-61035" fmla="*/ 481509 w 1364418"/>
              <a:gd name="connsiteY46-61036" fmla="*/ 4932692 h 6858000"/>
              <a:gd name="connsiteX47-61037" fmla="*/ 496912 w 1364418"/>
              <a:gd name="connsiteY47-61038" fmla="*/ 4858827 h 6858000"/>
              <a:gd name="connsiteX48-61039" fmla="*/ 502815 w 1364418"/>
              <a:gd name="connsiteY48-61040" fmla="*/ 4821170 h 6858000"/>
              <a:gd name="connsiteX49-61041" fmla="*/ 507548 w 1364418"/>
              <a:gd name="connsiteY49-61042" fmla="*/ 4780965 h 6858000"/>
              <a:gd name="connsiteX50-61043" fmla="*/ 508841 w 1364418"/>
              <a:gd name="connsiteY50-61044" fmla="*/ 4750867 h 6858000"/>
              <a:gd name="connsiteX51-61045" fmla="*/ 506648 w 1364418"/>
              <a:gd name="connsiteY51-61046" fmla="*/ 4690749 h 6858000"/>
              <a:gd name="connsiteX52-61047" fmla="*/ 502128 w 1364418"/>
              <a:gd name="connsiteY52-61048" fmla="*/ 4584173 h 6858000"/>
              <a:gd name="connsiteX53-61049" fmla="*/ 497211 w 1364418"/>
              <a:gd name="connsiteY53-61050" fmla="*/ 4444346 h 6858000"/>
              <a:gd name="connsiteX54-61051" fmla="*/ 493776 w 1364418"/>
              <a:gd name="connsiteY54-61052" fmla="*/ 4375228 h 6858000"/>
              <a:gd name="connsiteX55-61053" fmla="*/ 474429 w 1364418"/>
              <a:gd name="connsiteY55-61054" fmla="*/ 4214165 h 6858000"/>
              <a:gd name="connsiteX56-61055" fmla="*/ 478502 w 1364418"/>
              <a:gd name="connsiteY56-61056" fmla="*/ 4090296 h 6858000"/>
              <a:gd name="connsiteX57-61057" fmla="*/ 463758 w 1364418"/>
              <a:gd name="connsiteY57-61058" fmla="*/ 4033999 h 6858000"/>
              <a:gd name="connsiteX58-61059" fmla="*/ 464907 w 1364418"/>
              <a:gd name="connsiteY58-61060" fmla="*/ 4031933 h 6858000"/>
              <a:gd name="connsiteX59-61061" fmla="*/ 463483 w 1364418"/>
              <a:gd name="connsiteY59-61062" fmla="*/ 4013953 h 6858000"/>
              <a:gd name="connsiteX60-61063" fmla="*/ 449778 w 1364418"/>
              <a:gd name="connsiteY60-61064" fmla="*/ 3974753 h 6858000"/>
              <a:gd name="connsiteX61-61065" fmla="*/ 451376 w 1364418"/>
              <a:gd name="connsiteY61-61066" fmla="*/ 3969950 h 6858000"/>
              <a:gd name="connsiteX62-61067" fmla="*/ 444798 w 1364418"/>
              <a:gd name="connsiteY62-61068" fmla="*/ 3933779 h 6858000"/>
              <a:gd name="connsiteX63-61069" fmla="*/ 446129 w 1364418"/>
              <a:gd name="connsiteY63-61070" fmla="*/ 3933093 h 6858000"/>
              <a:gd name="connsiteX64-61071" fmla="*/ 450483 w 1364418"/>
              <a:gd name="connsiteY64-61072" fmla="*/ 3922082 h 6858000"/>
              <a:gd name="connsiteX65-61073" fmla="*/ 455561 w 1364418"/>
              <a:gd name="connsiteY65-61074" fmla="*/ 3901461 h 6858000"/>
              <a:gd name="connsiteX66-61075" fmla="*/ 478155 w 1364418"/>
              <a:gd name="connsiteY66-61076" fmla="*/ 3813873 h 6858000"/>
              <a:gd name="connsiteX67-61077" fmla="*/ 477580 w 1364418"/>
              <a:gd name="connsiteY67-61078" fmla="*/ 3806161 h 6858000"/>
              <a:gd name="connsiteX68-61079" fmla="*/ 477887 w 1364418"/>
              <a:gd name="connsiteY68-61080" fmla="*/ 3805957 h 6858000"/>
              <a:gd name="connsiteX69-61081" fmla="*/ 477914 w 1364418"/>
              <a:gd name="connsiteY69-61082" fmla="*/ 3797724 h 6858000"/>
              <a:gd name="connsiteX70-61083" fmla="*/ 476529 w 1364418"/>
              <a:gd name="connsiteY70-61084" fmla="*/ 3792098 h 6858000"/>
              <a:gd name="connsiteX71-61085" fmla="*/ 475413 w 1364418"/>
              <a:gd name="connsiteY71-61086" fmla="*/ 3777135 h 6858000"/>
              <a:gd name="connsiteX72-61087" fmla="*/ 477146 w 1364418"/>
              <a:gd name="connsiteY72-61088" fmla="*/ 3771656 h 6858000"/>
              <a:gd name="connsiteX73-61089" fmla="*/ 480889 w 1364418"/>
              <a:gd name="connsiteY73-61090" fmla="*/ 3769007 h 6858000"/>
              <a:gd name="connsiteX74-61091" fmla="*/ 480355 w 1364418"/>
              <a:gd name="connsiteY74-61092" fmla="*/ 3767709 h 6858000"/>
              <a:gd name="connsiteX75-61093" fmla="*/ 489051 w 1364418"/>
              <a:gd name="connsiteY75-61094" fmla="*/ 3738082 h 6858000"/>
              <a:gd name="connsiteX76-61095" fmla="*/ 496397 w 1364418"/>
              <a:gd name="connsiteY76-61096" fmla="*/ 3673397 h 6858000"/>
              <a:gd name="connsiteX77-61097" fmla="*/ 495693 w 1364418"/>
              <a:gd name="connsiteY77-61098" fmla="*/ 3637109 h 6858000"/>
              <a:gd name="connsiteX78-61099" fmla="*/ 499136 w 1364418"/>
              <a:gd name="connsiteY78-61100" fmla="*/ 3536883 h 6858000"/>
              <a:gd name="connsiteX79-61101" fmla="*/ 506674 w 1364418"/>
              <a:gd name="connsiteY79-61102" fmla="*/ 3435652 h 6858000"/>
              <a:gd name="connsiteX80-61103" fmla="*/ 508345 w 1364418"/>
              <a:gd name="connsiteY80-61104" fmla="*/ 3307769 h 6858000"/>
              <a:gd name="connsiteX81-61105" fmla="*/ 525908 w 1364418"/>
              <a:gd name="connsiteY81-61106" fmla="*/ 3250522 h 6858000"/>
              <a:gd name="connsiteX82-61107" fmla="*/ 526333 w 1364418"/>
              <a:gd name="connsiteY82-61108" fmla="*/ 3229163 h 6858000"/>
              <a:gd name="connsiteX83-61109" fmla="*/ 528156 w 1364418"/>
              <a:gd name="connsiteY83-61110" fmla="*/ 3217217 h 6858000"/>
              <a:gd name="connsiteX84-61111" fmla="*/ 514991 w 1364418"/>
              <a:gd name="connsiteY84-61112" fmla="*/ 3183755 h 6858000"/>
              <a:gd name="connsiteX85-61113" fmla="*/ 515492 w 1364418"/>
              <a:gd name="connsiteY85-61114" fmla="*/ 3178642 h 6858000"/>
              <a:gd name="connsiteX86-61115" fmla="*/ 503092 w 1364418"/>
              <a:gd name="connsiteY86-61116" fmla="*/ 3158586 h 6858000"/>
              <a:gd name="connsiteX87-61117" fmla="*/ 488277 w 1364418"/>
              <a:gd name="connsiteY87-61118" fmla="*/ 3129034 h 6858000"/>
              <a:gd name="connsiteX88-61119" fmla="*/ 488942 w 1364418"/>
              <a:gd name="connsiteY88-61120" fmla="*/ 3126682 h 6858000"/>
              <a:gd name="connsiteX89-61121" fmla="*/ 479810 w 1364418"/>
              <a:gd name="connsiteY89-61122" fmla="*/ 3114519 h 6858000"/>
              <a:gd name="connsiteX90-61123" fmla="*/ 466419 w 1364418"/>
              <a:gd name="connsiteY90-61124" fmla="*/ 3106272 h 6858000"/>
              <a:gd name="connsiteX91-61125" fmla="*/ 439149 w 1364418"/>
              <a:gd name="connsiteY91-61126" fmla="*/ 2958185 h 6858000"/>
              <a:gd name="connsiteX92-61127" fmla="*/ 381763 w 1364418"/>
              <a:gd name="connsiteY92-61128" fmla="*/ 2762989 h 6858000"/>
              <a:gd name="connsiteX93-61129" fmla="*/ 330681 w 1364418"/>
              <a:gd name="connsiteY93-61130" fmla="*/ 2554718 h 6858000"/>
              <a:gd name="connsiteX94-61131" fmla="*/ 310775 w 1364418"/>
              <a:gd name="connsiteY94-61132" fmla="*/ 2485734 h 6858000"/>
              <a:gd name="connsiteX95-61133" fmla="*/ 301498 w 1364418"/>
              <a:gd name="connsiteY95-61134" fmla="*/ 2447068 h 6858000"/>
              <a:gd name="connsiteX96-61135" fmla="*/ 288459 w 1364418"/>
              <a:gd name="connsiteY96-61136" fmla="*/ 2425819 h 6858000"/>
              <a:gd name="connsiteX97-61137" fmla="*/ 294458 w 1364418"/>
              <a:gd name="connsiteY97-61138" fmla="*/ 2402874 h 6858000"/>
              <a:gd name="connsiteX98-61139" fmla="*/ 297070 w 1364418"/>
              <a:gd name="connsiteY98-61140" fmla="*/ 2381443 h 6858000"/>
              <a:gd name="connsiteX99-61141" fmla="*/ 273399 w 1364418"/>
              <a:gd name="connsiteY99-61142" fmla="*/ 2261920 h 6858000"/>
              <a:gd name="connsiteX100-61143" fmla="*/ 263286 w 1364418"/>
              <a:gd name="connsiteY100-61144" fmla="*/ 2195378 h 6858000"/>
              <a:gd name="connsiteX101-61145" fmla="*/ 247503 w 1364418"/>
              <a:gd name="connsiteY101-61146" fmla="*/ 2155135 h 6858000"/>
              <a:gd name="connsiteX102-61147" fmla="*/ 244961 w 1364418"/>
              <a:gd name="connsiteY102-61148" fmla="*/ 2118008 h 6858000"/>
              <a:gd name="connsiteX103-61149" fmla="*/ 245954 w 1364418"/>
              <a:gd name="connsiteY103-61150" fmla="*/ 2050531 h 6858000"/>
              <a:gd name="connsiteX104-61151" fmla="*/ 237760 w 1364418"/>
              <a:gd name="connsiteY104-61152" fmla="*/ 1963269 h 6858000"/>
              <a:gd name="connsiteX105-61153" fmla="*/ 218938 w 1364418"/>
              <a:gd name="connsiteY105-61154" fmla="*/ 1906352 h 6858000"/>
              <a:gd name="connsiteX106-61155" fmla="*/ 195495 w 1364418"/>
              <a:gd name="connsiteY106-61156" fmla="*/ 1861531 h 6858000"/>
              <a:gd name="connsiteX107-61157" fmla="*/ 149294 w 1364418"/>
              <a:gd name="connsiteY107-61158" fmla="*/ 1732919 h 6858000"/>
              <a:gd name="connsiteX108-61159" fmla="*/ 121605 w 1364418"/>
              <a:gd name="connsiteY108-61160" fmla="*/ 1663540 h 6858000"/>
              <a:gd name="connsiteX109-61161" fmla="*/ 120731 w 1364418"/>
              <a:gd name="connsiteY109-61162" fmla="*/ 1615777 h 6858000"/>
              <a:gd name="connsiteX110-61163" fmla="*/ 101526 w 1364418"/>
              <a:gd name="connsiteY110-61164" fmla="*/ 1563678 h 6858000"/>
              <a:gd name="connsiteX111-61165" fmla="*/ 114606 w 1364418"/>
              <a:gd name="connsiteY111-61166" fmla="*/ 1519474 h 6858000"/>
              <a:gd name="connsiteX112-61167" fmla="*/ 107348 w 1364418"/>
              <a:gd name="connsiteY112-61168" fmla="*/ 1477995 h 6858000"/>
              <a:gd name="connsiteX113-61169" fmla="*/ 93433 w 1364418"/>
              <a:gd name="connsiteY113-61170" fmla="*/ 1373769 h 6858000"/>
              <a:gd name="connsiteX114-61171" fmla="*/ 101740 w 1364418"/>
              <a:gd name="connsiteY114-61172" fmla="*/ 1307086 h 6858000"/>
              <a:gd name="connsiteX115-61173" fmla="*/ 102928 w 1364418"/>
              <a:gd name="connsiteY115-61174" fmla="*/ 1189033 h 6858000"/>
              <a:gd name="connsiteX116-61175" fmla="*/ 107613 w 1364418"/>
              <a:gd name="connsiteY116-61176" fmla="*/ 1168288 h 6858000"/>
              <a:gd name="connsiteX117-61177" fmla="*/ 99895 w 1364418"/>
              <a:gd name="connsiteY117-61178" fmla="*/ 1142577 h 6858000"/>
              <a:gd name="connsiteX118-61179" fmla="*/ 89201 w 1364418"/>
              <a:gd name="connsiteY118-61180" fmla="*/ 1088484 h 6858000"/>
              <a:gd name="connsiteX119-61181" fmla="*/ 77937 w 1364418"/>
              <a:gd name="connsiteY119-61182" fmla="*/ 1016103 h 6858000"/>
              <a:gd name="connsiteX120-61183" fmla="*/ 79393 w 1364418"/>
              <a:gd name="connsiteY120-61184" fmla="*/ 932283 h 6858000"/>
              <a:gd name="connsiteX121-61185" fmla="*/ 81629 w 1364418"/>
              <a:gd name="connsiteY121-61186" fmla="*/ 915925 h 6858000"/>
              <a:gd name="connsiteX122-61187" fmla="*/ 74258 w 1364418"/>
              <a:gd name="connsiteY122-61188" fmla="*/ 896999 h 6858000"/>
              <a:gd name="connsiteX123-61189" fmla="*/ 43666 w 1364418"/>
              <a:gd name="connsiteY123-61190" fmla="*/ 821517 h 6858000"/>
              <a:gd name="connsiteX124-61191" fmla="*/ 22616 w 1364418"/>
              <a:gd name="connsiteY124-61192" fmla="*/ 751353 h 6858000"/>
              <a:gd name="connsiteX125-61193" fmla="*/ 22174 w 1364418"/>
              <a:gd name="connsiteY125-61194" fmla="*/ 721230 h 6858000"/>
              <a:gd name="connsiteX126-61195" fmla="*/ 7845 w 1364418"/>
              <a:gd name="connsiteY126-61196" fmla="*/ 681659 h 6858000"/>
              <a:gd name="connsiteX127-61197" fmla="*/ 31306 w 1364418"/>
              <a:gd name="connsiteY127-61198" fmla="*/ 619315 h 6858000"/>
              <a:gd name="connsiteX128-61199" fmla="*/ 15184 w 1364418"/>
              <a:gd name="connsiteY128-61200" fmla="*/ 585934 h 6858000"/>
              <a:gd name="connsiteX129-61201" fmla="*/ 22258 w 1364418"/>
              <a:gd name="connsiteY129-61202" fmla="*/ 538948 h 6858000"/>
              <a:gd name="connsiteX130-61203" fmla="*/ 26166 w 1364418"/>
              <a:gd name="connsiteY130-61204" fmla="*/ 525163 h 6858000"/>
              <a:gd name="connsiteX131-61205" fmla="*/ 52290 w 1364418"/>
              <a:gd name="connsiteY131-61206" fmla="*/ 446567 h 6858000"/>
              <a:gd name="connsiteX132-61207" fmla="*/ 51538 w 1364418"/>
              <a:gd name="connsiteY132-61208" fmla="*/ 393828 h 6858000"/>
              <a:gd name="connsiteX133-61209" fmla="*/ 51368 w 1364418"/>
              <a:gd name="connsiteY133-61210" fmla="*/ 353137 h 6858000"/>
              <a:gd name="connsiteX134-61211" fmla="*/ 55970 w 1364418"/>
              <a:gd name="connsiteY134-61212" fmla="*/ 321428 h 6858000"/>
              <a:gd name="connsiteX135-61213" fmla="*/ 57061 w 1364418"/>
              <a:gd name="connsiteY135-61214" fmla="*/ 275771 h 6858000"/>
              <a:gd name="connsiteX136-61215" fmla="*/ 74088 w 1364418"/>
              <a:gd name="connsiteY136-61216" fmla="*/ 212860 h 6858000"/>
              <a:gd name="connsiteX137-61217" fmla="*/ 65798 w 1364418"/>
              <a:gd name="connsiteY137-61218" fmla="*/ 144983 h 6858000"/>
              <a:gd name="connsiteX138-61219" fmla="*/ 78082 w 1364418"/>
              <a:gd name="connsiteY138-61220" fmla="*/ 55288 h 6858000"/>
              <a:gd name="connsiteX139-61221" fmla="*/ 37636 w 1364418"/>
              <a:gd name="connsiteY139-61222" fmla="*/ 0 h 6858000"/>
              <a:gd name="connsiteX0-61223" fmla="*/ 37636 w 1364418"/>
              <a:gd name="connsiteY0-61224" fmla="*/ 0 h 6858000"/>
              <a:gd name="connsiteX1-61225" fmla="*/ 1364418 w 1364418"/>
              <a:gd name="connsiteY1-61226" fmla="*/ 0 h 6858000"/>
              <a:gd name="connsiteX2-61227" fmla="*/ 1364418 w 1364418"/>
              <a:gd name="connsiteY2-61228" fmla="*/ 6858000 h 6858000"/>
              <a:gd name="connsiteX3-61229" fmla="*/ 101112 w 1364418"/>
              <a:gd name="connsiteY3-61230" fmla="*/ 6857735 h 6858000"/>
              <a:gd name="connsiteX4-61231" fmla="*/ 137705 w 1364418"/>
              <a:gd name="connsiteY4-61232" fmla="*/ 6776847 h 6858000"/>
              <a:gd name="connsiteX5-61233" fmla="*/ 149205 w 1364418"/>
              <a:gd name="connsiteY5-61234" fmla="*/ 6737706 h 6858000"/>
              <a:gd name="connsiteX6-61235" fmla="*/ 173944 w 1364418"/>
              <a:gd name="connsiteY6-61236" fmla="*/ 6691589 h 6858000"/>
              <a:gd name="connsiteX7-61237" fmla="*/ 151501 w 1364418"/>
              <a:gd name="connsiteY7-61238" fmla="*/ 6659970 h 6858000"/>
              <a:gd name="connsiteX8-61239" fmla="*/ 166592 w 1364418"/>
              <a:gd name="connsiteY8-61240" fmla="*/ 6636211 h 6858000"/>
              <a:gd name="connsiteX9-61241" fmla="*/ 184036 w 1364418"/>
              <a:gd name="connsiteY9-61242" fmla="*/ 6594177 h 6858000"/>
              <a:gd name="connsiteX10-61243" fmla="*/ 198076 w 1364418"/>
              <a:gd name="connsiteY10-61244" fmla="*/ 6557575 h 6858000"/>
              <a:gd name="connsiteX11-61245" fmla="*/ 251033 w 1364418"/>
              <a:gd name="connsiteY11-61246" fmla="*/ 6492130 h 6858000"/>
              <a:gd name="connsiteX12-61247" fmla="*/ 266720 w 1364418"/>
              <a:gd name="connsiteY12-61248" fmla="*/ 6431610 h 6858000"/>
              <a:gd name="connsiteX13-61249" fmla="*/ 310425 w 1364418"/>
              <a:gd name="connsiteY13-61250" fmla="*/ 6379786 h 6858000"/>
              <a:gd name="connsiteX14-61251" fmla="*/ 293648 w 1364418"/>
              <a:gd name="connsiteY14-61252" fmla="*/ 6334727 h 6858000"/>
              <a:gd name="connsiteX15-61253" fmla="*/ 271063 w 1364418"/>
              <a:gd name="connsiteY15-61254" fmla="*/ 6313295 h 6858000"/>
              <a:gd name="connsiteX16-61255" fmla="*/ 278227 w 1364418"/>
              <a:gd name="connsiteY16-61256" fmla="*/ 6280046 h 6858000"/>
              <a:gd name="connsiteX17-61257" fmla="*/ 260972 w 1364418"/>
              <a:gd name="connsiteY17-61258" fmla="*/ 6270265 h 6858000"/>
              <a:gd name="connsiteX18-61259" fmla="*/ 288000 w 1364418"/>
              <a:gd name="connsiteY18-61260" fmla="*/ 6252834 h 6858000"/>
              <a:gd name="connsiteX19-61261" fmla="*/ 265992 w 1364418"/>
              <a:gd name="connsiteY19-61262" fmla="*/ 6202459 h 6858000"/>
              <a:gd name="connsiteX20-61263" fmla="*/ 264790 w 1364418"/>
              <a:gd name="connsiteY20-61264" fmla="*/ 6153037 h 6858000"/>
              <a:gd name="connsiteX21-61265" fmla="*/ 280205 w 1364418"/>
              <a:gd name="connsiteY21-61266" fmla="*/ 6078132 h 6858000"/>
              <a:gd name="connsiteX22-61267" fmla="*/ 267592 w 1364418"/>
              <a:gd name="connsiteY22-61268" fmla="*/ 6028119 h 6858000"/>
              <a:gd name="connsiteX23-61269" fmla="*/ 252821 w 1364418"/>
              <a:gd name="connsiteY23-61270" fmla="*/ 5926735 h 6858000"/>
              <a:gd name="connsiteX24-61271" fmla="*/ 302333 w 1364418"/>
              <a:gd name="connsiteY24-61272" fmla="*/ 5712857 h 6858000"/>
              <a:gd name="connsiteX25-61273" fmla="*/ 332131 w 1364418"/>
              <a:gd name="connsiteY25-61274" fmla="*/ 5660491 h 6858000"/>
              <a:gd name="connsiteX26-61275" fmla="*/ 321000 w 1364418"/>
              <a:gd name="connsiteY26-61276" fmla="*/ 5563435 h 6858000"/>
              <a:gd name="connsiteX27-61277" fmla="*/ 368130 w 1364418"/>
              <a:gd name="connsiteY27-61278" fmla="*/ 5437125 h 6858000"/>
              <a:gd name="connsiteX28-61279" fmla="*/ 381698 w 1364418"/>
              <a:gd name="connsiteY28-61280" fmla="*/ 5396260 h 6858000"/>
              <a:gd name="connsiteX29-61281" fmla="*/ 397679 w 1364418"/>
              <a:gd name="connsiteY29-61282" fmla="*/ 5330009 h 6858000"/>
              <a:gd name="connsiteX30-61283" fmla="*/ 431172 w 1364418"/>
              <a:gd name="connsiteY30-61284" fmla="*/ 5273739 h 6858000"/>
              <a:gd name="connsiteX31-61285" fmla="*/ 440771 w 1364418"/>
              <a:gd name="connsiteY31-61286" fmla="*/ 5241779 h 6858000"/>
              <a:gd name="connsiteX32-61287" fmla="*/ 451997 w 1364418"/>
              <a:gd name="connsiteY32-61288" fmla="*/ 5225268 h 6858000"/>
              <a:gd name="connsiteX33-61289" fmla="*/ 453017 w 1364418"/>
              <a:gd name="connsiteY33-61290" fmla="*/ 5217684 h 6858000"/>
              <a:gd name="connsiteX34-61291" fmla="*/ 460358 w 1364418"/>
              <a:gd name="connsiteY34-61292" fmla="*/ 5193377 h 6858000"/>
              <a:gd name="connsiteX35-61293" fmla="*/ 463661 w 1364418"/>
              <a:gd name="connsiteY35-61294" fmla="*/ 5179288 h 6858000"/>
              <a:gd name="connsiteX36-61295" fmla="*/ 464645 w 1364418"/>
              <a:gd name="connsiteY36-61296" fmla="*/ 5173621 h 6858000"/>
              <a:gd name="connsiteX37-61297" fmla="*/ 460279 w 1364418"/>
              <a:gd name="connsiteY37-61298" fmla="*/ 5159961 h 6858000"/>
              <a:gd name="connsiteX38-61299" fmla="*/ 466956 w 1364418"/>
              <a:gd name="connsiteY38-61300" fmla="*/ 5144295 h 6858000"/>
              <a:gd name="connsiteX39-61301" fmla="*/ 463889 w 1364418"/>
              <a:gd name="connsiteY39-61302" fmla="*/ 5125185 h 6858000"/>
              <a:gd name="connsiteX40-61303" fmla="*/ 470719 w 1364418"/>
              <a:gd name="connsiteY40-61304" fmla="*/ 5121884 h 6858000"/>
              <a:gd name="connsiteX41-61305" fmla="*/ 477755 w 1364418"/>
              <a:gd name="connsiteY41-61306" fmla="*/ 5067850 h 6858000"/>
              <a:gd name="connsiteX42-61307" fmla="*/ 480486 w 1364418"/>
              <a:gd name="connsiteY42-61308" fmla="*/ 5060861 h 6858000"/>
              <a:gd name="connsiteX43-61309" fmla="*/ 477190 w 1364418"/>
              <a:gd name="connsiteY43-61310" fmla="*/ 5034192 h 6858000"/>
              <a:gd name="connsiteX44-61311" fmla="*/ 478744 w 1364418"/>
              <a:gd name="connsiteY44-61312" fmla="*/ 4993030 h 6858000"/>
              <a:gd name="connsiteX45-61313" fmla="*/ 485653 w 1364418"/>
              <a:gd name="connsiteY45-61314" fmla="*/ 4946844 h 6858000"/>
              <a:gd name="connsiteX46-61315" fmla="*/ 481509 w 1364418"/>
              <a:gd name="connsiteY46-61316" fmla="*/ 4932692 h 6858000"/>
              <a:gd name="connsiteX47-61317" fmla="*/ 496912 w 1364418"/>
              <a:gd name="connsiteY47-61318" fmla="*/ 4858827 h 6858000"/>
              <a:gd name="connsiteX48-61319" fmla="*/ 502815 w 1364418"/>
              <a:gd name="connsiteY48-61320" fmla="*/ 4821170 h 6858000"/>
              <a:gd name="connsiteX49-61321" fmla="*/ 507548 w 1364418"/>
              <a:gd name="connsiteY49-61322" fmla="*/ 4780965 h 6858000"/>
              <a:gd name="connsiteX50-61323" fmla="*/ 508841 w 1364418"/>
              <a:gd name="connsiteY50-61324" fmla="*/ 4750867 h 6858000"/>
              <a:gd name="connsiteX51-61325" fmla="*/ 506648 w 1364418"/>
              <a:gd name="connsiteY51-61326" fmla="*/ 4690749 h 6858000"/>
              <a:gd name="connsiteX52-61327" fmla="*/ 502128 w 1364418"/>
              <a:gd name="connsiteY52-61328" fmla="*/ 4584173 h 6858000"/>
              <a:gd name="connsiteX53-61329" fmla="*/ 497211 w 1364418"/>
              <a:gd name="connsiteY53-61330" fmla="*/ 4444346 h 6858000"/>
              <a:gd name="connsiteX54-61331" fmla="*/ 493776 w 1364418"/>
              <a:gd name="connsiteY54-61332" fmla="*/ 4375228 h 6858000"/>
              <a:gd name="connsiteX55-61333" fmla="*/ 474429 w 1364418"/>
              <a:gd name="connsiteY55-61334" fmla="*/ 4214165 h 6858000"/>
              <a:gd name="connsiteX56-61335" fmla="*/ 478502 w 1364418"/>
              <a:gd name="connsiteY56-61336" fmla="*/ 4090296 h 6858000"/>
              <a:gd name="connsiteX57-61337" fmla="*/ 463758 w 1364418"/>
              <a:gd name="connsiteY57-61338" fmla="*/ 4033999 h 6858000"/>
              <a:gd name="connsiteX58-61339" fmla="*/ 464907 w 1364418"/>
              <a:gd name="connsiteY58-61340" fmla="*/ 4031933 h 6858000"/>
              <a:gd name="connsiteX59-61341" fmla="*/ 463483 w 1364418"/>
              <a:gd name="connsiteY59-61342" fmla="*/ 4013953 h 6858000"/>
              <a:gd name="connsiteX60-61343" fmla="*/ 449778 w 1364418"/>
              <a:gd name="connsiteY60-61344" fmla="*/ 3974753 h 6858000"/>
              <a:gd name="connsiteX61-61345" fmla="*/ 451376 w 1364418"/>
              <a:gd name="connsiteY61-61346" fmla="*/ 3969950 h 6858000"/>
              <a:gd name="connsiteX62-61347" fmla="*/ 444798 w 1364418"/>
              <a:gd name="connsiteY62-61348" fmla="*/ 3933779 h 6858000"/>
              <a:gd name="connsiteX63-61349" fmla="*/ 446129 w 1364418"/>
              <a:gd name="connsiteY63-61350" fmla="*/ 3933093 h 6858000"/>
              <a:gd name="connsiteX64-61351" fmla="*/ 450483 w 1364418"/>
              <a:gd name="connsiteY64-61352" fmla="*/ 3922082 h 6858000"/>
              <a:gd name="connsiteX65-61353" fmla="*/ 455561 w 1364418"/>
              <a:gd name="connsiteY65-61354" fmla="*/ 3901461 h 6858000"/>
              <a:gd name="connsiteX66-61355" fmla="*/ 478155 w 1364418"/>
              <a:gd name="connsiteY66-61356" fmla="*/ 3813873 h 6858000"/>
              <a:gd name="connsiteX67-61357" fmla="*/ 477580 w 1364418"/>
              <a:gd name="connsiteY67-61358" fmla="*/ 3806161 h 6858000"/>
              <a:gd name="connsiteX68-61359" fmla="*/ 477887 w 1364418"/>
              <a:gd name="connsiteY68-61360" fmla="*/ 3805957 h 6858000"/>
              <a:gd name="connsiteX69-61361" fmla="*/ 477914 w 1364418"/>
              <a:gd name="connsiteY69-61362" fmla="*/ 3797724 h 6858000"/>
              <a:gd name="connsiteX70-61363" fmla="*/ 476529 w 1364418"/>
              <a:gd name="connsiteY70-61364" fmla="*/ 3792098 h 6858000"/>
              <a:gd name="connsiteX71-61365" fmla="*/ 475413 w 1364418"/>
              <a:gd name="connsiteY71-61366" fmla="*/ 3777135 h 6858000"/>
              <a:gd name="connsiteX72-61367" fmla="*/ 477146 w 1364418"/>
              <a:gd name="connsiteY72-61368" fmla="*/ 3771656 h 6858000"/>
              <a:gd name="connsiteX73-61369" fmla="*/ 480889 w 1364418"/>
              <a:gd name="connsiteY73-61370" fmla="*/ 3769007 h 6858000"/>
              <a:gd name="connsiteX74-61371" fmla="*/ 480355 w 1364418"/>
              <a:gd name="connsiteY74-61372" fmla="*/ 3767709 h 6858000"/>
              <a:gd name="connsiteX75-61373" fmla="*/ 489051 w 1364418"/>
              <a:gd name="connsiteY75-61374" fmla="*/ 3738082 h 6858000"/>
              <a:gd name="connsiteX76-61375" fmla="*/ 496397 w 1364418"/>
              <a:gd name="connsiteY76-61376" fmla="*/ 3673397 h 6858000"/>
              <a:gd name="connsiteX77-61377" fmla="*/ 495693 w 1364418"/>
              <a:gd name="connsiteY77-61378" fmla="*/ 3637109 h 6858000"/>
              <a:gd name="connsiteX78-61379" fmla="*/ 499136 w 1364418"/>
              <a:gd name="connsiteY78-61380" fmla="*/ 3536883 h 6858000"/>
              <a:gd name="connsiteX79-61381" fmla="*/ 506674 w 1364418"/>
              <a:gd name="connsiteY79-61382" fmla="*/ 3435652 h 6858000"/>
              <a:gd name="connsiteX80-61383" fmla="*/ 508345 w 1364418"/>
              <a:gd name="connsiteY80-61384" fmla="*/ 3307769 h 6858000"/>
              <a:gd name="connsiteX81-61385" fmla="*/ 525908 w 1364418"/>
              <a:gd name="connsiteY81-61386" fmla="*/ 3250522 h 6858000"/>
              <a:gd name="connsiteX82-61387" fmla="*/ 526333 w 1364418"/>
              <a:gd name="connsiteY82-61388" fmla="*/ 3229163 h 6858000"/>
              <a:gd name="connsiteX83-61389" fmla="*/ 528156 w 1364418"/>
              <a:gd name="connsiteY83-61390" fmla="*/ 3217217 h 6858000"/>
              <a:gd name="connsiteX84-61391" fmla="*/ 514991 w 1364418"/>
              <a:gd name="connsiteY84-61392" fmla="*/ 3183755 h 6858000"/>
              <a:gd name="connsiteX85-61393" fmla="*/ 515492 w 1364418"/>
              <a:gd name="connsiteY85-61394" fmla="*/ 3178642 h 6858000"/>
              <a:gd name="connsiteX86-61395" fmla="*/ 503092 w 1364418"/>
              <a:gd name="connsiteY86-61396" fmla="*/ 3158586 h 6858000"/>
              <a:gd name="connsiteX87-61397" fmla="*/ 488277 w 1364418"/>
              <a:gd name="connsiteY87-61398" fmla="*/ 3129034 h 6858000"/>
              <a:gd name="connsiteX88-61399" fmla="*/ 488942 w 1364418"/>
              <a:gd name="connsiteY88-61400" fmla="*/ 3126682 h 6858000"/>
              <a:gd name="connsiteX89-61401" fmla="*/ 479810 w 1364418"/>
              <a:gd name="connsiteY89-61402" fmla="*/ 3114519 h 6858000"/>
              <a:gd name="connsiteX90-61403" fmla="*/ 466419 w 1364418"/>
              <a:gd name="connsiteY90-61404" fmla="*/ 3106272 h 6858000"/>
              <a:gd name="connsiteX91-61405" fmla="*/ 439149 w 1364418"/>
              <a:gd name="connsiteY91-61406" fmla="*/ 2958185 h 6858000"/>
              <a:gd name="connsiteX92-61407" fmla="*/ 381763 w 1364418"/>
              <a:gd name="connsiteY92-61408" fmla="*/ 2762989 h 6858000"/>
              <a:gd name="connsiteX93-61409" fmla="*/ 330681 w 1364418"/>
              <a:gd name="connsiteY93-61410" fmla="*/ 2554718 h 6858000"/>
              <a:gd name="connsiteX94-61411" fmla="*/ 310775 w 1364418"/>
              <a:gd name="connsiteY94-61412" fmla="*/ 2485734 h 6858000"/>
              <a:gd name="connsiteX95-61413" fmla="*/ 301498 w 1364418"/>
              <a:gd name="connsiteY95-61414" fmla="*/ 2447068 h 6858000"/>
              <a:gd name="connsiteX96-61415" fmla="*/ 288459 w 1364418"/>
              <a:gd name="connsiteY96-61416" fmla="*/ 2425819 h 6858000"/>
              <a:gd name="connsiteX97-61417" fmla="*/ 294458 w 1364418"/>
              <a:gd name="connsiteY97-61418" fmla="*/ 2402874 h 6858000"/>
              <a:gd name="connsiteX98-61419" fmla="*/ 297070 w 1364418"/>
              <a:gd name="connsiteY98-61420" fmla="*/ 2381443 h 6858000"/>
              <a:gd name="connsiteX99-61421" fmla="*/ 273399 w 1364418"/>
              <a:gd name="connsiteY99-61422" fmla="*/ 2261920 h 6858000"/>
              <a:gd name="connsiteX100-61423" fmla="*/ 263286 w 1364418"/>
              <a:gd name="connsiteY100-61424" fmla="*/ 2195378 h 6858000"/>
              <a:gd name="connsiteX101-61425" fmla="*/ 247503 w 1364418"/>
              <a:gd name="connsiteY101-61426" fmla="*/ 2155135 h 6858000"/>
              <a:gd name="connsiteX102-61427" fmla="*/ 244961 w 1364418"/>
              <a:gd name="connsiteY102-61428" fmla="*/ 2118008 h 6858000"/>
              <a:gd name="connsiteX103-61429" fmla="*/ 245954 w 1364418"/>
              <a:gd name="connsiteY103-61430" fmla="*/ 2050531 h 6858000"/>
              <a:gd name="connsiteX104-61431" fmla="*/ 237760 w 1364418"/>
              <a:gd name="connsiteY104-61432" fmla="*/ 1963269 h 6858000"/>
              <a:gd name="connsiteX105-61433" fmla="*/ 218938 w 1364418"/>
              <a:gd name="connsiteY105-61434" fmla="*/ 1906352 h 6858000"/>
              <a:gd name="connsiteX106-61435" fmla="*/ 195495 w 1364418"/>
              <a:gd name="connsiteY106-61436" fmla="*/ 1861531 h 6858000"/>
              <a:gd name="connsiteX107-61437" fmla="*/ 149294 w 1364418"/>
              <a:gd name="connsiteY107-61438" fmla="*/ 1732919 h 6858000"/>
              <a:gd name="connsiteX108-61439" fmla="*/ 121605 w 1364418"/>
              <a:gd name="connsiteY108-61440" fmla="*/ 1663540 h 6858000"/>
              <a:gd name="connsiteX109-61441" fmla="*/ 120731 w 1364418"/>
              <a:gd name="connsiteY109-61442" fmla="*/ 1615777 h 6858000"/>
              <a:gd name="connsiteX110-61443" fmla="*/ 101526 w 1364418"/>
              <a:gd name="connsiteY110-61444" fmla="*/ 1563678 h 6858000"/>
              <a:gd name="connsiteX111-61445" fmla="*/ 114606 w 1364418"/>
              <a:gd name="connsiteY111-61446" fmla="*/ 1519474 h 6858000"/>
              <a:gd name="connsiteX112-61447" fmla="*/ 107348 w 1364418"/>
              <a:gd name="connsiteY112-61448" fmla="*/ 1477995 h 6858000"/>
              <a:gd name="connsiteX113-61449" fmla="*/ 93433 w 1364418"/>
              <a:gd name="connsiteY113-61450" fmla="*/ 1373769 h 6858000"/>
              <a:gd name="connsiteX114-61451" fmla="*/ 101740 w 1364418"/>
              <a:gd name="connsiteY114-61452" fmla="*/ 1307086 h 6858000"/>
              <a:gd name="connsiteX115-61453" fmla="*/ 102928 w 1364418"/>
              <a:gd name="connsiteY115-61454" fmla="*/ 1189033 h 6858000"/>
              <a:gd name="connsiteX116-61455" fmla="*/ 107613 w 1364418"/>
              <a:gd name="connsiteY116-61456" fmla="*/ 1168288 h 6858000"/>
              <a:gd name="connsiteX117-61457" fmla="*/ 99895 w 1364418"/>
              <a:gd name="connsiteY117-61458" fmla="*/ 1142577 h 6858000"/>
              <a:gd name="connsiteX118-61459" fmla="*/ 89201 w 1364418"/>
              <a:gd name="connsiteY118-61460" fmla="*/ 1088484 h 6858000"/>
              <a:gd name="connsiteX119-61461" fmla="*/ 77937 w 1364418"/>
              <a:gd name="connsiteY119-61462" fmla="*/ 1016103 h 6858000"/>
              <a:gd name="connsiteX120-61463" fmla="*/ 79393 w 1364418"/>
              <a:gd name="connsiteY120-61464" fmla="*/ 932283 h 6858000"/>
              <a:gd name="connsiteX121-61465" fmla="*/ 81629 w 1364418"/>
              <a:gd name="connsiteY121-61466" fmla="*/ 915925 h 6858000"/>
              <a:gd name="connsiteX122-61467" fmla="*/ 74258 w 1364418"/>
              <a:gd name="connsiteY122-61468" fmla="*/ 896999 h 6858000"/>
              <a:gd name="connsiteX123-61469" fmla="*/ 43666 w 1364418"/>
              <a:gd name="connsiteY123-61470" fmla="*/ 821517 h 6858000"/>
              <a:gd name="connsiteX124-61471" fmla="*/ 22616 w 1364418"/>
              <a:gd name="connsiteY124-61472" fmla="*/ 751353 h 6858000"/>
              <a:gd name="connsiteX125-61473" fmla="*/ 22174 w 1364418"/>
              <a:gd name="connsiteY125-61474" fmla="*/ 721230 h 6858000"/>
              <a:gd name="connsiteX126-61475" fmla="*/ 7845 w 1364418"/>
              <a:gd name="connsiteY126-61476" fmla="*/ 681659 h 6858000"/>
              <a:gd name="connsiteX127-61477" fmla="*/ 31306 w 1364418"/>
              <a:gd name="connsiteY127-61478" fmla="*/ 619315 h 6858000"/>
              <a:gd name="connsiteX128-61479" fmla="*/ 15184 w 1364418"/>
              <a:gd name="connsiteY128-61480" fmla="*/ 585934 h 6858000"/>
              <a:gd name="connsiteX129-61481" fmla="*/ 22258 w 1364418"/>
              <a:gd name="connsiteY129-61482" fmla="*/ 538948 h 6858000"/>
              <a:gd name="connsiteX130-61483" fmla="*/ 26166 w 1364418"/>
              <a:gd name="connsiteY130-61484" fmla="*/ 525163 h 6858000"/>
              <a:gd name="connsiteX131-61485" fmla="*/ 52290 w 1364418"/>
              <a:gd name="connsiteY131-61486" fmla="*/ 446567 h 6858000"/>
              <a:gd name="connsiteX132-61487" fmla="*/ 51538 w 1364418"/>
              <a:gd name="connsiteY132-61488" fmla="*/ 393828 h 6858000"/>
              <a:gd name="connsiteX133-61489" fmla="*/ 51368 w 1364418"/>
              <a:gd name="connsiteY133-61490" fmla="*/ 353137 h 6858000"/>
              <a:gd name="connsiteX134-61491" fmla="*/ 55970 w 1364418"/>
              <a:gd name="connsiteY134-61492" fmla="*/ 321428 h 6858000"/>
              <a:gd name="connsiteX135-61493" fmla="*/ 57061 w 1364418"/>
              <a:gd name="connsiteY135-61494" fmla="*/ 275771 h 6858000"/>
              <a:gd name="connsiteX136-61495" fmla="*/ 74088 w 1364418"/>
              <a:gd name="connsiteY136-61496" fmla="*/ 212860 h 6858000"/>
              <a:gd name="connsiteX137-61497" fmla="*/ 65798 w 1364418"/>
              <a:gd name="connsiteY137-61498" fmla="*/ 144983 h 6858000"/>
              <a:gd name="connsiteX138-61499" fmla="*/ 78082 w 1364418"/>
              <a:gd name="connsiteY138-61500" fmla="*/ 55288 h 6858000"/>
              <a:gd name="connsiteX139-61501" fmla="*/ 37636 w 1364418"/>
              <a:gd name="connsiteY139-61502" fmla="*/ 0 h 6858000"/>
              <a:gd name="connsiteX0-61503" fmla="*/ 37636 w 1364418"/>
              <a:gd name="connsiteY0-61504" fmla="*/ 0 h 6858000"/>
              <a:gd name="connsiteX1-61505" fmla="*/ 1364418 w 1364418"/>
              <a:gd name="connsiteY1-61506" fmla="*/ 0 h 6858000"/>
              <a:gd name="connsiteX2-61507" fmla="*/ 1364418 w 1364418"/>
              <a:gd name="connsiteY2-61508" fmla="*/ 6858000 h 6858000"/>
              <a:gd name="connsiteX3-61509" fmla="*/ 101112 w 1364418"/>
              <a:gd name="connsiteY3-61510" fmla="*/ 6857735 h 6858000"/>
              <a:gd name="connsiteX4-61511" fmla="*/ 137705 w 1364418"/>
              <a:gd name="connsiteY4-61512" fmla="*/ 6776847 h 6858000"/>
              <a:gd name="connsiteX5-61513" fmla="*/ 149205 w 1364418"/>
              <a:gd name="connsiteY5-61514" fmla="*/ 6737706 h 6858000"/>
              <a:gd name="connsiteX6-61515" fmla="*/ 173944 w 1364418"/>
              <a:gd name="connsiteY6-61516" fmla="*/ 6691589 h 6858000"/>
              <a:gd name="connsiteX7-61517" fmla="*/ 151501 w 1364418"/>
              <a:gd name="connsiteY7-61518" fmla="*/ 6659970 h 6858000"/>
              <a:gd name="connsiteX8-61519" fmla="*/ 166592 w 1364418"/>
              <a:gd name="connsiteY8-61520" fmla="*/ 6636211 h 6858000"/>
              <a:gd name="connsiteX9-61521" fmla="*/ 184036 w 1364418"/>
              <a:gd name="connsiteY9-61522" fmla="*/ 6594177 h 6858000"/>
              <a:gd name="connsiteX10-61523" fmla="*/ 198076 w 1364418"/>
              <a:gd name="connsiteY10-61524" fmla="*/ 6557575 h 6858000"/>
              <a:gd name="connsiteX11-61525" fmla="*/ 251033 w 1364418"/>
              <a:gd name="connsiteY11-61526" fmla="*/ 6492130 h 6858000"/>
              <a:gd name="connsiteX12-61527" fmla="*/ 266720 w 1364418"/>
              <a:gd name="connsiteY12-61528" fmla="*/ 6431610 h 6858000"/>
              <a:gd name="connsiteX13-61529" fmla="*/ 310425 w 1364418"/>
              <a:gd name="connsiteY13-61530" fmla="*/ 6379786 h 6858000"/>
              <a:gd name="connsiteX14-61531" fmla="*/ 293648 w 1364418"/>
              <a:gd name="connsiteY14-61532" fmla="*/ 6334727 h 6858000"/>
              <a:gd name="connsiteX15-61533" fmla="*/ 271063 w 1364418"/>
              <a:gd name="connsiteY15-61534" fmla="*/ 6313295 h 6858000"/>
              <a:gd name="connsiteX16-61535" fmla="*/ 278227 w 1364418"/>
              <a:gd name="connsiteY16-61536" fmla="*/ 6280046 h 6858000"/>
              <a:gd name="connsiteX17-61537" fmla="*/ 260972 w 1364418"/>
              <a:gd name="connsiteY17-61538" fmla="*/ 6270265 h 6858000"/>
              <a:gd name="connsiteX18-61539" fmla="*/ 288000 w 1364418"/>
              <a:gd name="connsiteY18-61540" fmla="*/ 6252834 h 6858000"/>
              <a:gd name="connsiteX19-61541" fmla="*/ 265992 w 1364418"/>
              <a:gd name="connsiteY19-61542" fmla="*/ 6202459 h 6858000"/>
              <a:gd name="connsiteX20-61543" fmla="*/ 264790 w 1364418"/>
              <a:gd name="connsiteY20-61544" fmla="*/ 6153037 h 6858000"/>
              <a:gd name="connsiteX21-61545" fmla="*/ 280205 w 1364418"/>
              <a:gd name="connsiteY21-61546" fmla="*/ 6078132 h 6858000"/>
              <a:gd name="connsiteX22-61547" fmla="*/ 267592 w 1364418"/>
              <a:gd name="connsiteY22-61548" fmla="*/ 6028119 h 6858000"/>
              <a:gd name="connsiteX23-61549" fmla="*/ 252821 w 1364418"/>
              <a:gd name="connsiteY23-61550" fmla="*/ 5926735 h 6858000"/>
              <a:gd name="connsiteX24-61551" fmla="*/ 302333 w 1364418"/>
              <a:gd name="connsiteY24-61552" fmla="*/ 5712857 h 6858000"/>
              <a:gd name="connsiteX25-61553" fmla="*/ 332131 w 1364418"/>
              <a:gd name="connsiteY25-61554" fmla="*/ 5660491 h 6858000"/>
              <a:gd name="connsiteX26-61555" fmla="*/ 321000 w 1364418"/>
              <a:gd name="connsiteY26-61556" fmla="*/ 5563435 h 6858000"/>
              <a:gd name="connsiteX27-61557" fmla="*/ 368130 w 1364418"/>
              <a:gd name="connsiteY27-61558" fmla="*/ 5437125 h 6858000"/>
              <a:gd name="connsiteX28-61559" fmla="*/ 381698 w 1364418"/>
              <a:gd name="connsiteY28-61560" fmla="*/ 5396260 h 6858000"/>
              <a:gd name="connsiteX29-61561" fmla="*/ 397679 w 1364418"/>
              <a:gd name="connsiteY29-61562" fmla="*/ 5330009 h 6858000"/>
              <a:gd name="connsiteX30-61563" fmla="*/ 431172 w 1364418"/>
              <a:gd name="connsiteY30-61564" fmla="*/ 5273739 h 6858000"/>
              <a:gd name="connsiteX31-61565" fmla="*/ 440771 w 1364418"/>
              <a:gd name="connsiteY31-61566" fmla="*/ 5241779 h 6858000"/>
              <a:gd name="connsiteX32-61567" fmla="*/ 451997 w 1364418"/>
              <a:gd name="connsiteY32-61568" fmla="*/ 5225268 h 6858000"/>
              <a:gd name="connsiteX33-61569" fmla="*/ 453017 w 1364418"/>
              <a:gd name="connsiteY33-61570" fmla="*/ 5217684 h 6858000"/>
              <a:gd name="connsiteX34-61571" fmla="*/ 460358 w 1364418"/>
              <a:gd name="connsiteY34-61572" fmla="*/ 5193377 h 6858000"/>
              <a:gd name="connsiteX35-61573" fmla="*/ 463661 w 1364418"/>
              <a:gd name="connsiteY35-61574" fmla="*/ 5179288 h 6858000"/>
              <a:gd name="connsiteX36-61575" fmla="*/ 464645 w 1364418"/>
              <a:gd name="connsiteY36-61576" fmla="*/ 5173621 h 6858000"/>
              <a:gd name="connsiteX37-61577" fmla="*/ 460279 w 1364418"/>
              <a:gd name="connsiteY37-61578" fmla="*/ 5159961 h 6858000"/>
              <a:gd name="connsiteX38-61579" fmla="*/ 466956 w 1364418"/>
              <a:gd name="connsiteY38-61580" fmla="*/ 5144295 h 6858000"/>
              <a:gd name="connsiteX39-61581" fmla="*/ 463889 w 1364418"/>
              <a:gd name="connsiteY39-61582" fmla="*/ 5125185 h 6858000"/>
              <a:gd name="connsiteX40-61583" fmla="*/ 470719 w 1364418"/>
              <a:gd name="connsiteY40-61584" fmla="*/ 5121884 h 6858000"/>
              <a:gd name="connsiteX41-61585" fmla="*/ 477755 w 1364418"/>
              <a:gd name="connsiteY41-61586" fmla="*/ 5067850 h 6858000"/>
              <a:gd name="connsiteX42-61587" fmla="*/ 480486 w 1364418"/>
              <a:gd name="connsiteY42-61588" fmla="*/ 5060861 h 6858000"/>
              <a:gd name="connsiteX43-61589" fmla="*/ 477190 w 1364418"/>
              <a:gd name="connsiteY43-61590" fmla="*/ 5034192 h 6858000"/>
              <a:gd name="connsiteX44-61591" fmla="*/ 478744 w 1364418"/>
              <a:gd name="connsiteY44-61592" fmla="*/ 4993030 h 6858000"/>
              <a:gd name="connsiteX45-61593" fmla="*/ 485653 w 1364418"/>
              <a:gd name="connsiteY45-61594" fmla="*/ 4946844 h 6858000"/>
              <a:gd name="connsiteX46-61595" fmla="*/ 481509 w 1364418"/>
              <a:gd name="connsiteY46-61596" fmla="*/ 4932692 h 6858000"/>
              <a:gd name="connsiteX47-61597" fmla="*/ 496912 w 1364418"/>
              <a:gd name="connsiteY47-61598" fmla="*/ 4858827 h 6858000"/>
              <a:gd name="connsiteX48-61599" fmla="*/ 502815 w 1364418"/>
              <a:gd name="connsiteY48-61600" fmla="*/ 4821170 h 6858000"/>
              <a:gd name="connsiteX49-61601" fmla="*/ 507548 w 1364418"/>
              <a:gd name="connsiteY49-61602" fmla="*/ 4780965 h 6858000"/>
              <a:gd name="connsiteX50-61603" fmla="*/ 508841 w 1364418"/>
              <a:gd name="connsiteY50-61604" fmla="*/ 4750867 h 6858000"/>
              <a:gd name="connsiteX51-61605" fmla="*/ 506648 w 1364418"/>
              <a:gd name="connsiteY51-61606" fmla="*/ 4690749 h 6858000"/>
              <a:gd name="connsiteX52-61607" fmla="*/ 502128 w 1364418"/>
              <a:gd name="connsiteY52-61608" fmla="*/ 4584173 h 6858000"/>
              <a:gd name="connsiteX53-61609" fmla="*/ 497211 w 1364418"/>
              <a:gd name="connsiteY53-61610" fmla="*/ 4444346 h 6858000"/>
              <a:gd name="connsiteX54-61611" fmla="*/ 493776 w 1364418"/>
              <a:gd name="connsiteY54-61612" fmla="*/ 4375228 h 6858000"/>
              <a:gd name="connsiteX55-61613" fmla="*/ 474429 w 1364418"/>
              <a:gd name="connsiteY55-61614" fmla="*/ 4214165 h 6858000"/>
              <a:gd name="connsiteX56-61615" fmla="*/ 478502 w 1364418"/>
              <a:gd name="connsiteY56-61616" fmla="*/ 4090296 h 6858000"/>
              <a:gd name="connsiteX57-61617" fmla="*/ 463758 w 1364418"/>
              <a:gd name="connsiteY57-61618" fmla="*/ 4033999 h 6858000"/>
              <a:gd name="connsiteX58-61619" fmla="*/ 464907 w 1364418"/>
              <a:gd name="connsiteY58-61620" fmla="*/ 4031933 h 6858000"/>
              <a:gd name="connsiteX59-61621" fmla="*/ 463483 w 1364418"/>
              <a:gd name="connsiteY59-61622" fmla="*/ 4013953 h 6858000"/>
              <a:gd name="connsiteX60-61623" fmla="*/ 449778 w 1364418"/>
              <a:gd name="connsiteY60-61624" fmla="*/ 3974753 h 6858000"/>
              <a:gd name="connsiteX61-61625" fmla="*/ 451376 w 1364418"/>
              <a:gd name="connsiteY61-61626" fmla="*/ 3969950 h 6858000"/>
              <a:gd name="connsiteX62-61627" fmla="*/ 444798 w 1364418"/>
              <a:gd name="connsiteY62-61628" fmla="*/ 3933779 h 6858000"/>
              <a:gd name="connsiteX63-61629" fmla="*/ 446129 w 1364418"/>
              <a:gd name="connsiteY63-61630" fmla="*/ 3933093 h 6858000"/>
              <a:gd name="connsiteX64-61631" fmla="*/ 450483 w 1364418"/>
              <a:gd name="connsiteY64-61632" fmla="*/ 3922082 h 6858000"/>
              <a:gd name="connsiteX65-61633" fmla="*/ 455561 w 1364418"/>
              <a:gd name="connsiteY65-61634" fmla="*/ 3901461 h 6858000"/>
              <a:gd name="connsiteX66-61635" fmla="*/ 478155 w 1364418"/>
              <a:gd name="connsiteY66-61636" fmla="*/ 3813873 h 6858000"/>
              <a:gd name="connsiteX67-61637" fmla="*/ 477580 w 1364418"/>
              <a:gd name="connsiteY67-61638" fmla="*/ 3806161 h 6858000"/>
              <a:gd name="connsiteX68-61639" fmla="*/ 477887 w 1364418"/>
              <a:gd name="connsiteY68-61640" fmla="*/ 3805957 h 6858000"/>
              <a:gd name="connsiteX69-61641" fmla="*/ 477914 w 1364418"/>
              <a:gd name="connsiteY69-61642" fmla="*/ 3797724 h 6858000"/>
              <a:gd name="connsiteX70-61643" fmla="*/ 476529 w 1364418"/>
              <a:gd name="connsiteY70-61644" fmla="*/ 3792098 h 6858000"/>
              <a:gd name="connsiteX71-61645" fmla="*/ 475413 w 1364418"/>
              <a:gd name="connsiteY71-61646" fmla="*/ 3777135 h 6858000"/>
              <a:gd name="connsiteX72-61647" fmla="*/ 477146 w 1364418"/>
              <a:gd name="connsiteY72-61648" fmla="*/ 3771656 h 6858000"/>
              <a:gd name="connsiteX73-61649" fmla="*/ 480889 w 1364418"/>
              <a:gd name="connsiteY73-61650" fmla="*/ 3769007 h 6858000"/>
              <a:gd name="connsiteX74-61651" fmla="*/ 480355 w 1364418"/>
              <a:gd name="connsiteY74-61652" fmla="*/ 3767709 h 6858000"/>
              <a:gd name="connsiteX75-61653" fmla="*/ 489051 w 1364418"/>
              <a:gd name="connsiteY75-61654" fmla="*/ 3738082 h 6858000"/>
              <a:gd name="connsiteX76-61655" fmla="*/ 496397 w 1364418"/>
              <a:gd name="connsiteY76-61656" fmla="*/ 3673397 h 6858000"/>
              <a:gd name="connsiteX77-61657" fmla="*/ 495693 w 1364418"/>
              <a:gd name="connsiteY77-61658" fmla="*/ 3637109 h 6858000"/>
              <a:gd name="connsiteX78-61659" fmla="*/ 499136 w 1364418"/>
              <a:gd name="connsiteY78-61660" fmla="*/ 3536883 h 6858000"/>
              <a:gd name="connsiteX79-61661" fmla="*/ 506674 w 1364418"/>
              <a:gd name="connsiteY79-61662" fmla="*/ 3435652 h 6858000"/>
              <a:gd name="connsiteX80-61663" fmla="*/ 508345 w 1364418"/>
              <a:gd name="connsiteY80-61664" fmla="*/ 3307769 h 6858000"/>
              <a:gd name="connsiteX81-61665" fmla="*/ 525908 w 1364418"/>
              <a:gd name="connsiteY81-61666" fmla="*/ 3250522 h 6858000"/>
              <a:gd name="connsiteX82-61667" fmla="*/ 526333 w 1364418"/>
              <a:gd name="connsiteY82-61668" fmla="*/ 3229163 h 6858000"/>
              <a:gd name="connsiteX83-61669" fmla="*/ 528156 w 1364418"/>
              <a:gd name="connsiteY83-61670" fmla="*/ 3217217 h 6858000"/>
              <a:gd name="connsiteX84-61671" fmla="*/ 514991 w 1364418"/>
              <a:gd name="connsiteY84-61672" fmla="*/ 3183755 h 6858000"/>
              <a:gd name="connsiteX85-61673" fmla="*/ 515492 w 1364418"/>
              <a:gd name="connsiteY85-61674" fmla="*/ 3178642 h 6858000"/>
              <a:gd name="connsiteX86-61675" fmla="*/ 503092 w 1364418"/>
              <a:gd name="connsiteY86-61676" fmla="*/ 3158586 h 6858000"/>
              <a:gd name="connsiteX87-61677" fmla="*/ 488277 w 1364418"/>
              <a:gd name="connsiteY87-61678" fmla="*/ 3129034 h 6858000"/>
              <a:gd name="connsiteX88-61679" fmla="*/ 488942 w 1364418"/>
              <a:gd name="connsiteY88-61680" fmla="*/ 3126682 h 6858000"/>
              <a:gd name="connsiteX89-61681" fmla="*/ 479810 w 1364418"/>
              <a:gd name="connsiteY89-61682" fmla="*/ 3114519 h 6858000"/>
              <a:gd name="connsiteX90-61683" fmla="*/ 466419 w 1364418"/>
              <a:gd name="connsiteY90-61684" fmla="*/ 3106272 h 6858000"/>
              <a:gd name="connsiteX91-61685" fmla="*/ 439149 w 1364418"/>
              <a:gd name="connsiteY91-61686" fmla="*/ 2958185 h 6858000"/>
              <a:gd name="connsiteX92-61687" fmla="*/ 381763 w 1364418"/>
              <a:gd name="connsiteY92-61688" fmla="*/ 2762989 h 6858000"/>
              <a:gd name="connsiteX93-61689" fmla="*/ 330681 w 1364418"/>
              <a:gd name="connsiteY93-61690" fmla="*/ 2554718 h 6858000"/>
              <a:gd name="connsiteX94-61691" fmla="*/ 310775 w 1364418"/>
              <a:gd name="connsiteY94-61692" fmla="*/ 2485734 h 6858000"/>
              <a:gd name="connsiteX95-61693" fmla="*/ 301498 w 1364418"/>
              <a:gd name="connsiteY95-61694" fmla="*/ 2447068 h 6858000"/>
              <a:gd name="connsiteX96-61695" fmla="*/ 288459 w 1364418"/>
              <a:gd name="connsiteY96-61696" fmla="*/ 2425819 h 6858000"/>
              <a:gd name="connsiteX97-61697" fmla="*/ 294458 w 1364418"/>
              <a:gd name="connsiteY97-61698" fmla="*/ 2402874 h 6858000"/>
              <a:gd name="connsiteX98-61699" fmla="*/ 297070 w 1364418"/>
              <a:gd name="connsiteY98-61700" fmla="*/ 2381443 h 6858000"/>
              <a:gd name="connsiteX99-61701" fmla="*/ 273399 w 1364418"/>
              <a:gd name="connsiteY99-61702" fmla="*/ 2261920 h 6858000"/>
              <a:gd name="connsiteX100-61703" fmla="*/ 263286 w 1364418"/>
              <a:gd name="connsiteY100-61704" fmla="*/ 2195378 h 6858000"/>
              <a:gd name="connsiteX101-61705" fmla="*/ 247503 w 1364418"/>
              <a:gd name="connsiteY101-61706" fmla="*/ 2155135 h 6858000"/>
              <a:gd name="connsiteX102-61707" fmla="*/ 244961 w 1364418"/>
              <a:gd name="connsiteY102-61708" fmla="*/ 2118008 h 6858000"/>
              <a:gd name="connsiteX103-61709" fmla="*/ 245954 w 1364418"/>
              <a:gd name="connsiteY103-61710" fmla="*/ 2050531 h 6858000"/>
              <a:gd name="connsiteX104-61711" fmla="*/ 237760 w 1364418"/>
              <a:gd name="connsiteY104-61712" fmla="*/ 1963269 h 6858000"/>
              <a:gd name="connsiteX105-61713" fmla="*/ 218938 w 1364418"/>
              <a:gd name="connsiteY105-61714" fmla="*/ 1906352 h 6858000"/>
              <a:gd name="connsiteX106-61715" fmla="*/ 195495 w 1364418"/>
              <a:gd name="connsiteY106-61716" fmla="*/ 1861531 h 6858000"/>
              <a:gd name="connsiteX107-61717" fmla="*/ 149294 w 1364418"/>
              <a:gd name="connsiteY107-61718" fmla="*/ 1732919 h 6858000"/>
              <a:gd name="connsiteX108-61719" fmla="*/ 121605 w 1364418"/>
              <a:gd name="connsiteY108-61720" fmla="*/ 1663540 h 6858000"/>
              <a:gd name="connsiteX109-61721" fmla="*/ 120731 w 1364418"/>
              <a:gd name="connsiteY109-61722" fmla="*/ 1615777 h 6858000"/>
              <a:gd name="connsiteX110-61723" fmla="*/ 101526 w 1364418"/>
              <a:gd name="connsiteY110-61724" fmla="*/ 1563678 h 6858000"/>
              <a:gd name="connsiteX111-61725" fmla="*/ 114606 w 1364418"/>
              <a:gd name="connsiteY111-61726" fmla="*/ 1519474 h 6858000"/>
              <a:gd name="connsiteX112-61727" fmla="*/ 107348 w 1364418"/>
              <a:gd name="connsiteY112-61728" fmla="*/ 1477995 h 6858000"/>
              <a:gd name="connsiteX113-61729" fmla="*/ 93433 w 1364418"/>
              <a:gd name="connsiteY113-61730" fmla="*/ 1373769 h 6858000"/>
              <a:gd name="connsiteX114-61731" fmla="*/ 101740 w 1364418"/>
              <a:gd name="connsiteY114-61732" fmla="*/ 1307086 h 6858000"/>
              <a:gd name="connsiteX115-61733" fmla="*/ 102928 w 1364418"/>
              <a:gd name="connsiteY115-61734" fmla="*/ 1189033 h 6858000"/>
              <a:gd name="connsiteX116-61735" fmla="*/ 107613 w 1364418"/>
              <a:gd name="connsiteY116-61736" fmla="*/ 1168288 h 6858000"/>
              <a:gd name="connsiteX117-61737" fmla="*/ 99895 w 1364418"/>
              <a:gd name="connsiteY117-61738" fmla="*/ 1142577 h 6858000"/>
              <a:gd name="connsiteX118-61739" fmla="*/ 89201 w 1364418"/>
              <a:gd name="connsiteY118-61740" fmla="*/ 1088484 h 6858000"/>
              <a:gd name="connsiteX119-61741" fmla="*/ 77937 w 1364418"/>
              <a:gd name="connsiteY119-61742" fmla="*/ 1016103 h 6858000"/>
              <a:gd name="connsiteX120-61743" fmla="*/ 79393 w 1364418"/>
              <a:gd name="connsiteY120-61744" fmla="*/ 932283 h 6858000"/>
              <a:gd name="connsiteX121-61745" fmla="*/ 81629 w 1364418"/>
              <a:gd name="connsiteY121-61746" fmla="*/ 915925 h 6858000"/>
              <a:gd name="connsiteX122-61747" fmla="*/ 74258 w 1364418"/>
              <a:gd name="connsiteY122-61748" fmla="*/ 896999 h 6858000"/>
              <a:gd name="connsiteX123-61749" fmla="*/ 43666 w 1364418"/>
              <a:gd name="connsiteY123-61750" fmla="*/ 821517 h 6858000"/>
              <a:gd name="connsiteX124-61751" fmla="*/ 22616 w 1364418"/>
              <a:gd name="connsiteY124-61752" fmla="*/ 751353 h 6858000"/>
              <a:gd name="connsiteX125-61753" fmla="*/ 22174 w 1364418"/>
              <a:gd name="connsiteY125-61754" fmla="*/ 721230 h 6858000"/>
              <a:gd name="connsiteX126-61755" fmla="*/ 7845 w 1364418"/>
              <a:gd name="connsiteY126-61756" fmla="*/ 681659 h 6858000"/>
              <a:gd name="connsiteX127-61757" fmla="*/ 31306 w 1364418"/>
              <a:gd name="connsiteY127-61758" fmla="*/ 619315 h 6858000"/>
              <a:gd name="connsiteX128-61759" fmla="*/ 15184 w 1364418"/>
              <a:gd name="connsiteY128-61760" fmla="*/ 585934 h 6858000"/>
              <a:gd name="connsiteX129-61761" fmla="*/ 22258 w 1364418"/>
              <a:gd name="connsiteY129-61762" fmla="*/ 538948 h 6858000"/>
              <a:gd name="connsiteX130-61763" fmla="*/ 26166 w 1364418"/>
              <a:gd name="connsiteY130-61764" fmla="*/ 525163 h 6858000"/>
              <a:gd name="connsiteX131-61765" fmla="*/ 52290 w 1364418"/>
              <a:gd name="connsiteY131-61766" fmla="*/ 446567 h 6858000"/>
              <a:gd name="connsiteX132-61767" fmla="*/ 51538 w 1364418"/>
              <a:gd name="connsiteY132-61768" fmla="*/ 393828 h 6858000"/>
              <a:gd name="connsiteX133-61769" fmla="*/ 51368 w 1364418"/>
              <a:gd name="connsiteY133-61770" fmla="*/ 353137 h 6858000"/>
              <a:gd name="connsiteX134-61771" fmla="*/ 55970 w 1364418"/>
              <a:gd name="connsiteY134-61772" fmla="*/ 321428 h 6858000"/>
              <a:gd name="connsiteX135-61773" fmla="*/ 57061 w 1364418"/>
              <a:gd name="connsiteY135-61774" fmla="*/ 275771 h 6858000"/>
              <a:gd name="connsiteX136-61775" fmla="*/ 74088 w 1364418"/>
              <a:gd name="connsiteY136-61776" fmla="*/ 212860 h 6858000"/>
              <a:gd name="connsiteX137-61777" fmla="*/ 65798 w 1364418"/>
              <a:gd name="connsiteY137-61778" fmla="*/ 144983 h 6858000"/>
              <a:gd name="connsiteX138-61779" fmla="*/ 78082 w 1364418"/>
              <a:gd name="connsiteY138-61780" fmla="*/ 55288 h 6858000"/>
              <a:gd name="connsiteX139-61781" fmla="*/ 37636 w 1364418"/>
              <a:gd name="connsiteY139-61782" fmla="*/ 0 h 6858000"/>
              <a:gd name="connsiteX0-61783" fmla="*/ 37636 w 1364418"/>
              <a:gd name="connsiteY0-61784" fmla="*/ 0 h 6858000"/>
              <a:gd name="connsiteX1-61785" fmla="*/ 1364418 w 1364418"/>
              <a:gd name="connsiteY1-61786" fmla="*/ 0 h 6858000"/>
              <a:gd name="connsiteX2-61787" fmla="*/ 1364418 w 1364418"/>
              <a:gd name="connsiteY2-61788" fmla="*/ 6858000 h 6858000"/>
              <a:gd name="connsiteX3-61789" fmla="*/ 101112 w 1364418"/>
              <a:gd name="connsiteY3-61790" fmla="*/ 6857735 h 6858000"/>
              <a:gd name="connsiteX4-61791" fmla="*/ 137705 w 1364418"/>
              <a:gd name="connsiteY4-61792" fmla="*/ 6776847 h 6858000"/>
              <a:gd name="connsiteX5-61793" fmla="*/ 149205 w 1364418"/>
              <a:gd name="connsiteY5-61794" fmla="*/ 6737706 h 6858000"/>
              <a:gd name="connsiteX6-61795" fmla="*/ 173944 w 1364418"/>
              <a:gd name="connsiteY6-61796" fmla="*/ 6691589 h 6858000"/>
              <a:gd name="connsiteX7-61797" fmla="*/ 151501 w 1364418"/>
              <a:gd name="connsiteY7-61798" fmla="*/ 6659970 h 6858000"/>
              <a:gd name="connsiteX8-61799" fmla="*/ 166592 w 1364418"/>
              <a:gd name="connsiteY8-61800" fmla="*/ 6636211 h 6858000"/>
              <a:gd name="connsiteX9-61801" fmla="*/ 184036 w 1364418"/>
              <a:gd name="connsiteY9-61802" fmla="*/ 6594177 h 6858000"/>
              <a:gd name="connsiteX10-61803" fmla="*/ 198076 w 1364418"/>
              <a:gd name="connsiteY10-61804" fmla="*/ 6557575 h 6858000"/>
              <a:gd name="connsiteX11-61805" fmla="*/ 251033 w 1364418"/>
              <a:gd name="connsiteY11-61806" fmla="*/ 6492130 h 6858000"/>
              <a:gd name="connsiteX12-61807" fmla="*/ 266720 w 1364418"/>
              <a:gd name="connsiteY12-61808" fmla="*/ 6431610 h 6858000"/>
              <a:gd name="connsiteX13-61809" fmla="*/ 310425 w 1364418"/>
              <a:gd name="connsiteY13-61810" fmla="*/ 6379786 h 6858000"/>
              <a:gd name="connsiteX14-61811" fmla="*/ 293648 w 1364418"/>
              <a:gd name="connsiteY14-61812" fmla="*/ 6334727 h 6858000"/>
              <a:gd name="connsiteX15-61813" fmla="*/ 271063 w 1364418"/>
              <a:gd name="connsiteY15-61814" fmla="*/ 6313295 h 6858000"/>
              <a:gd name="connsiteX16-61815" fmla="*/ 278227 w 1364418"/>
              <a:gd name="connsiteY16-61816" fmla="*/ 6280046 h 6858000"/>
              <a:gd name="connsiteX17-61817" fmla="*/ 260972 w 1364418"/>
              <a:gd name="connsiteY17-61818" fmla="*/ 6270265 h 6858000"/>
              <a:gd name="connsiteX18-61819" fmla="*/ 288000 w 1364418"/>
              <a:gd name="connsiteY18-61820" fmla="*/ 6252834 h 6858000"/>
              <a:gd name="connsiteX19-61821" fmla="*/ 265992 w 1364418"/>
              <a:gd name="connsiteY19-61822" fmla="*/ 6202459 h 6858000"/>
              <a:gd name="connsiteX20-61823" fmla="*/ 264790 w 1364418"/>
              <a:gd name="connsiteY20-61824" fmla="*/ 6153037 h 6858000"/>
              <a:gd name="connsiteX21-61825" fmla="*/ 280205 w 1364418"/>
              <a:gd name="connsiteY21-61826" fmla="*/ 6078132 h 6858000"/>
              <a:gd name="connsiteX22-61827" fmla="*/ 267592 w 1364418"/>
              <a:gd name="connsiteY22-61828" fmla="*/ 6028119 h 6858000"/>
              <a:gd name="connsiteX23-61829" fmla="*/ 252821 w 1364418"/>
              <a:gd name="connsiteY23-61830" fmla="*/ 5926735 h 6858000"/>
              <a:gd name="connsiteX24-61831" fmla="*/ 302333 w 1364418"/>
              <a:gd name="connsiteY24-61832" fmla="*/ 5712857 h 6858000"/>
              <a:gd name="connsiteX25-61833" fmla="*/ 332131 w 1364418"/>
              <a:gd name="connsiteY25-61834" fmla="*/ 5660491 h 6858000"/>
              <a:gd name="connsiteX26-61835" fmla="*/ 341254 w 1364418"/>
              <a:gd name="connsiteY26-61836" fmla="*/ 5563435 h 6858000"/>
              <a:gd name="connsiteX27-61837" fmla="*/ 368130 w 1364418"/>
              <a:gd name="connsiteY27-61838" fmla="*/ 5437125 h 6858000"/>
              <a:gd name="connsiteX28-61839" fmla="*/ 381698 w 1364418"/>
              <a:gd name="connsiteY28-61840" fmla="*/ 5396260 h 6858000"/>
              <a:gd name="connsiteX29-61841" fmla="*/ 397679 w 1364418"/>
              <a:gd name="connsiteY29-61842" fmla="*/ 5330009 h 6858000"/>
              <a:gd name="connsiteX30-61843" fmla="*/ 431172 w 1364418"/>
              <a:gd name="connsiteY30-61844" fmla="*/ 5273739 h 6858000"/>
              <a:gd name="connsiteX31-61845" fmla="*/ 440771 w 1364418"/>
              <a:gd name="connsiteY31-61846" fmla="*/ 5241779 h 6858000"/>
              <a:gd name="connsiteX32-61847" fmla="*/ 451997 w 1364418"/>
              <a:gd name="connsiteY32-61848" fmla="*/ 5225268 h 6858000"/>
              <a:gd name="connsiteX33-61849" fmla="*/ 453017 w 1364418"/>
              <a:gd name="connsiteY33-61850" fmla="*/ 5217684 h 6858000"/>
              <a:gd name="connsiteX34-61851" fmla="*/ 460358 w 1364418"/>
              <a:gd name="connsiteY34-61852" fmla="*/ 5193377 h 6858000"/>
              <a:gd name="connsiteX35-61853" fmla="*/ 463661 w 1364418"/>
              <a:gd name="connsiteY35-61854" fmla="*/ 5179288 h 6858000"/>
              <a:gd name="connsiteX36-61855" fmla="*/ 464645 w 1364418"/>
              <a:gd name="connsiteY36-61856" fmla="*/ 5173621 h 6858000"/>
              <a:gd name="connsiteX37-61857" fmla="*/ 460279 w 1364418"/>
              <a:gd name="connsiteY37-61858" fmla="*/ 5159961 h 6858000"/>
              <a:gd name="connsiteX38-61859" fmla="*/ 466956 w 1364418"/>
              <a:gd name="connsiteY38-61860" fmla="*/ 5144295 h 6858000"/>
              <a:gd name="connsiteX39-61861" fmla="*/ 463889 w 1364418"/>
              <a:gd name="connsiteY39-61862" fmla="*/ 5125185 h 6858000"/>
              <a:gd name="connsiteX40-61863" fmla="*/ 470719 w 1364418"/>
              <a:gd name="connsiteY40-61864" fmla="*/ 5121884 h 6858000"/>
              <a:gd name="connsiteX41-61865" fmla="*/ 477755 w 1364418"/>
              <a:gd name="connsiteY41-61866" fmla="*/ 5067850 h 6858000"/>
              <a:gd name="connsiteX42-61867" fmla="*/ 480486 w 1364418"/>
              <a:gd name="connsiteY42-61868" fmla="*/ 5060861 h 6858000"/>
              <a:gd name="connsiteX43-61869" fmla="*/ 477190 w 1364418"/>
              <a:gd name="connsiteY43-61870" fmla="*/ 5034192 h 6858000"/>
              <a:gd name="connsiteX44-61871" fmla="*/ 478744 w 1364418"/>
              <a:gd name="connsiteY44-61872" fmla="*/ 4993030 h 6858000"/>
              <a:gd name="connsiteX45-61873" fmla="*/ 485653 w 1364418"/>
              <a:gd name="connsiteY45-61874" fmla="*/ 4946844 h 6858000"/>
              <a:gd name="connsiteX46-61875" fmla="*/ 481509 w 1364418"/>
              <a:gd name="connsiteY46-61876" fmla="*/ 4932692 h 6858000"/>
              <a:gd name="connsiteX47-61877" fmla="*/ 496912 w 1364418"/>
              <a:gd name="connsiteY47-61878" fmla="*/ 4858827 h 6858000"/>
              <a:gd name="connsiteX48-61879" fmla="*/ 502815 w 1364418"/>
              <a:gd name="connsiteY48-61880" fmla="*/ 4821170 h 6858000"/>
              <a:gd name="connsiteX49-61881" fmla="*/ 507548 w 1364418"/>
              <a:gd name="connsiteY49-61882" fmla="*/ 4780965 h 6858000"/>
              <a:gd name="connsiteX50-61883" fmla="*/ 508841 w 1364418"/>
              <a:gd name="connsiteY50-61884" fmla="*/ 4750867 h 6858000"/>
              <a:gd name="connsiteX51-61885" fmla="*/ 506648 w 1364418"/>
              <a:gd name="connsiteY51-61886" fmla="*/ 4690749 h 6858000"/>
              <a:gd name="connsiteX52-61887" fmla="*/ 502128 w 1364418"/>
              <a:gd name="connsiteY52-61888" fmla="*/ 4584173 h 6858000"/>
              <a:gd name="connsiteX53-61889" fmla="*/ 497211 w 1364418"/>
              <a:gd name="connsiteY53-61890" fmla="*/ 4444346 h 6858000"/>
              <a:gd name="connsiteX54-61891" fmla="*/ 493776 w 1364418"/>
              <a:gd name="connsiteY54-61892" fmla="*/ 4375228 h 6858000"/>
              <a:gd name="connsiteX55-61893" fmla="*/ 474429 w 1364418"/>
              <a:gd name="connsiteY55-61894" fmla="*/ 4214165 h 6858000"/>
              <a:gd name="connsiteX56-61895" fmla="*/ 478502 w 1364418"/>
              <a:gd name="connsiteY56-61896" fmla="*/ 4090296 h 6858000"/>
              <a:gd name="connsiteX57-61897" fmla="*/ 463758 w 1364418"/>
              <a:gd name="connsiteY57-61898" fmla="*/ 4033999 h 6858000"/>
              <a:gd name="connsiteX58-61899" fmla="*/ 464907 w 1364418"/>
              <a:gd name="connsiteY58-61900" fmla="*/ 4031933 h 6858000"/>
              <a:gd name="connsiteX59-61901" fmla="*/ 463483 w 1364418"/>
              <a:gd name="connsiteY59-61902" fmla="*/ 4013953 h 6858000"/>
              <a:gd name="connsiteX60-61903" fmla="*/ 449778 w 1364418"/>
              <a:gd name="connsiteY60-61904" fmla="*/ 3974753 h 6858000"/>
              <a:gd name="connsiteX61-61905" fmla="*/ 451376 w 1364418"/>
              <a:gd name="connsiteY61-61906" fmla="*/ 3969950 h 6858000"/>
              <a:gd name="connsiteX62-61907" fmla="*/ 444798 w 1364418"/>
              <a:gd name="connsiteY62-61908" fmla="*/ 3933779 h 6858000"/>
              <a:gd name="connsiteX63-61909" fmla="*/ 446129 w 1364418"/>
              <a:gd name="connsiteY63-61910" fmla="*/ 3933093 h 6858000"/>
              <a:gd name="connsiteX64-61911" fmla="*/ 450483 w 1364418"/>
              <a:gd name="connsiteY64-61912" fmla="*/ 3922082 h 6858000"/>
              <a:gd name="connsiteX65-61913" fmla="*/ 455561 w 1364418"/>
              <a:gd name="connsiteY65-61914" fmla="*/ 3901461 h 6858000"/>
              <a:gd name="connsiteX66-61915" fmla="*/ 478155 w 1364418"/>
              <a:gd name="connsiteY66-61916" fmla="*/ 3813873 h 6858000"/>
              <a:gd name="connsiteX67-61917" fmla="*/ 477580 w 1364418"/>
              <a:gd name="connsiteY67-61918" fmla="*/ 3806161 h 6858000"/>
              <a:gd name="connsiteX68-61919" fmla="*/ 477887 w 1364418"/>
              <a:gd name="connsiteY68-61920" fmla="*/ 3805957 h 6858000"/>
              <a:gd name="connsiteX69-61921" fmla="*/ 477914 w 1364418"/>
              <a:gd name="connsiteY69-61922" fmla="*/ 3797724 h 6858000"/>
              <a:gd name="connsiteX70-61923" fmla="*/ 476529 w 1364418"/>
              <a:gd name="connsiteY70-61924" fmla="*/ 3792098 h 6858000"/>
              <a:gd name="connsiteX71-61925" fmla="*/ 475413 w 1364418"/>
              <a:gd name="connsiteY71-61926" fmla="*/ 3777135 h 6858000"/>
              <a:gd name="connsiteX72-61927" fmla="*/ 477146 w 1364418"/>
              <a:gd name="connsiteY72-61928" fmla="*/ 3771656 h 6858000"/>
              <a:gd name="connsiteX73-61929" fmla="*/ 480889 w 1364418"/>
              <a:gd name="connsiteY73-61930" fmla="*/ 3769007 h 6858000"/>
              <a:gd name="connsiteX74-61931" fmla="*/ 480355 w 1364418"/>
              <a:gd name="connsiteY74-61932" fmla="*/ 3767709 h 6858000"/>
              <a:gd name="connsiteX75-61933" fmla="*/ 489051 w 1364418"/>
              <a:gd name="connsiteY75-61934" fmla="*/ 3738082 h 6858000"/>
              <a:gd name="connsiteX76-61935" fmla="*/ 496397 w 1364418"/>
              <a:gd name="connsiteY76-61936" fmla="*/ 3673397 h 6858000"/>
              <a:gd name="connsiteX77-61937" fmla="*/ 495693 w 1364418"/>
              <a:gd name="connsiteY77-61938" fmla="*/ 3637109 h 6858000"/>
              <a:gd name="connsiteX78-61939" fmla="*/ 499136 w 1364418"/>
              <a:gd name="connsiteY78-61940" fmla="*/ 3536883 h 6858000"/>
              <a:gd name="connsiteX79-61941" fmla="*/ 506674 w 1364418"/>
              <a:gd name="connsiteY79-61942" fmla="*/ 3435652 h 6858000"/>
              <a:gd name="connsiteX80-61943" fmla="*/ 508345 w 1364418"/>
              <a:gd name="connsiteY80-61944" fmla="*/ 3307769 h 6858000"/>
              <a:gd name="connsiteX81-61945" fmla="*/ 525908 w 1364418"/>
              <a:gd name="connsiteY81-61946" fmla="*/ 3250522 h 6858000"/>
              <a:gd name="connsiteX82-61947" fmla="*/ 526333 w 1364418"/>
              <a:gd name="connsiteY82-61948" fmla="*/ 3229163 h 6858000"/>
              <a:gd name="connsiteX83-61949" fmla="*/ 528156 w 1364418"/>
              <a:gd name="connsiteY83-61950" fmla="*/ 3217217 h 6858000"/>
              <a:gd name="connsiteX84-61951" fmla="*/ 514991 w 1364418"/>
              <a:gd name="connsiteY84-61952" fmla="*/ 3183755 h 6858000"/>
              <a:gd name="connsiteX85-61953" fmla="*/ 515492 w 1364418"/>
              <a:gd name="connsiteY85-61954" fmla="*/ 3178642 h 6858000"/>
              <a:gd name="connsiteX86-61955" fmla="*/ 503092 w 1364418"/>
              <a:gd name="connsiteY86-61956" fmla="*/ 3158586 h 6858000"/>
              <a:gd name="connsiteX87-61957" fmla="*/ 488277 w 1364418"/>
              <a:gd name="connsiteY87-61958" fmla="*/ 3129034 h 6858000"/>
              <a:gd name="connsiteX88-61959" fmla="*/ 488942 w 1364418"/>
              <a:gd name="connsiteY88-61960" fmla="*/ 3126682 h 6858000"/>
              <a:gd name="connsiteX89-61961" fmla="*/ 479810 w 1364418"/>
              <a:gd name="connsiteY89-61962" fmla="*/ 3114519 h 6858000"/>
              <a:gd name="connsiteX90-61963" fmla="*/ 466419 w 1364418"/>
              <a:gd name="connsiteY90-61964" fmla="*/ 3106272 h 6858000"/>
              <a:gd name="connsiteX91-61965" fmla="*/ 439149 w 1364418"/>
              <a:gd name="connsiteY91-61966" fmla="*/ 2958185 h 6858000"/>
              <a:gd name="connsiteX92-61967" fmla="*/ 381763 w 1364418"/>
              <a:gd name="connsiteY92-61968" fmla="*/ 2762989 h 6858000"/>
              <a:gd name="connsiteX93-61969" fmla="*/ 330681 w 1364418"/>
              <a:gd name="connsiteY93-61970" fmla="*/ 2554718 h 6858000"/>
              <a:gd name="connsiteX94-61971" fmla="*/ 310775 w 1364418"/>
              <a:gd name="connsiteY94-61972" fmla="*/ 2485734 h 6858000"/>
              <a:gd name="connsiteX95-61973" fmla="*/ 301498 w 1364418"/>
              <a:gd name="connsiteY95-61974" fmla="*/ 2447068 h 6858000"/>
              <a:gd name="connsiteX96-61975" fmla="*/ 288459 w 1364418"/>
              <a:gd name="connsiteY96-61976" fmla="*/ 2425819 h 6858000"/>
              <a:gd name="connsiteX97-61977" fmla="*/ 294458 w 1364418"/>
              <a:gd name="connsiteY97-61978" fmla="*/ 2402874 h 6858000"/>
              <a:gd name="connsiteX98-61979" fmla="*/ 297070 w 1364418"/>
              <a:gd name="connsiteY98-61980" fmla="*/ 2381443 h 6858000"/>
              <a:gd name="connsiteX99-61981" fmla="*/ 273399 w 1364418"/>
              <a:gd name="connsiteY99-61982" fmla="*/ 2261920 h 6858000"/>
              <a:gd name="connsiteX100-61983" fmla="*/ 263286 w 1364418"/>
              <a:gd name="connsiteY100-61984" fmla="*/ 2195378 h 6858000"/>
              <a:gd name="connsiteX101-61985" fmla="*/ 247503 w 1364418"/>
              <a:gd name="connsiteY101-61986" fmla="*/ 2155135 h 6858000"/>
              <a:gd name="connsiteX102-61987" fmla="*/ 244961 w 1364418"/>
              <a:gd name="connsiteY102-61988" fmla="*/ 2118008 h 6858000"/>
              <a:gd name="connsiteX103-61989" fmla="*/ 245954 w 1364418"/>
              <a:gd name="connsiteY103-61990" fmla="*/ 2050531 h 6858000"/>
              <a:gd name="connsiteX104-61991" fmla="*/ 237760 w 1364418"/>
              <a:gd name="connsiteY104-61992" fmla="*/ 1963269 h 6858000"/>
              <a:gd name="connsiteX105-61993" fmla="*/ 218938 w 1364418"/>
              <a:gd name="connsiteY105-61994" fmla="*/ 1906352 h 6858000"/>
              <a:gd name="connsiteX106-61995" fmla="*/ 195495 w 1364418"/>
              <a:gd name="connsiteY106-61996" fmla="*/ 1861531 h 6858000"/>
              <a:gd name="connsiteX107-61997" fmla="*/ 149294 w 1364418"/>
              <a:gd name="connsiteY107-61998" fmla="*/ 1732919 h 6858000"/>
              <a:gd name="connsiteX108-61999" fmla="*/ 121605 w 1364418"/>
              <a:gd name="connsiteY108-62000" fmla="*/ 1663540 h 6858000"/>
              <a:gd name="connsiteX109-62001" fmla="*/ 120731 w 1364418"/>
              <a:gd name="connsiteY109-62002" fmla="*/ 1615777 h 6858000"/>
              <a:gd name="connsiteX110-62003" fmla="*/ 101526 w 1364418"/>
              <a:gd name="connsiteY110-62004" fmla="*/ 1563678 h 6858000"/>
              <a:gd name="connsiteX111-62005" fmla="*/ 114606 w 1364418"/>
              <a:gd name="connsiteY111-62006" fmla="*/ 1519474 h 6858000"/>
              <a:gd name="connsiteX112-62007" fmla="*/ 107348 w 1364418"/>
              <a:gd name="connsiteY112-62008" fmla="*/ 1477995 h 6858000"/>
              <a:gd name="connsiteX113-62009" fmla="*/ 93433 w 1364418"/>
              <a:gd name="connsiteY113-62010" fmla="*/ 1373769 h 6858000"/>
              <a:gd name="connsiteX114-62011" fmla="*/ 101740 w 1364418"/>
              <a:gd name="connsiteY114-62012" fmla="*/ 1307086 h 6858000"/>
              <a:gd name="connsiteX115-62013" fmla="*/ 102928 w 1364418"/>
              <a:gd name="connsiteY115-62014" fmla="*/ 1189033 h 6858000"/>
              <a:gd name="connsiteX116-62015" fmla="*/ 107613 w 1364418"/>
              <a:gd name="connsiteY116-62016" fmla="*/ 1168288 h 6858000"/>
              <a:gd name="connsiteX117-62017" fmla="*/ 99895 w 1364418"/>
              <a:gd name="connsiteY117-62018" fmla="*/ 1142577 h 6858000"/>
              <a:gd name="connsiteX118-62019" fmla="*/ 89201 w 1364418"/>
              <a:gd name="connsiteY118-62020" fmla="*/ 1088484 h 6858000"/>
              <a:gd name="connsiteX119-62021" fmla="*/ 77937 w 1364418"/>
              <a:gd name="connsiteY119-62022" fmla="*/ 1016103 h 6858000"/>
              <a:gd name="connsiteX120-62023" fmla="*/ 79393 w 1364418"/>
              <a:gd name="connsiteY120-62024" fmla="*/ 932283 h 6858000"/>
              <a:gd name="connsiteX121-62025" fmla="*/ 81629 w 1364418"/>
              <a:gd name="connsiteY121-62026" fmla="*/ 915925 h 6858000"/>
              <a:gd name="connsiteX122-62027" fmla="*/ 74258 w 1364418"/>
              <a:gd name="connsiteY122-62028" fmla="*/ 896999 h 6858000"/>
              <a:gd name="connsiteX123-62029" fmla="*/ 43666 w 1364418"/>
              <a:gd name="connsiteY123-62030" fmla="*/ 821517 h 6858000"/>
              <a:gd name="connsiteX124-62031" fmla="*/ 22616 w 1364418"/>
              <a:gd name="connsiteY124-62032" fmla="*/ 751353 h 6858000"/>
              <a:gd name="connsiteX125-62033" fmla="*/ 22174 w 1364418"/>
              <a:gd name="connsiteY125-62034" fmla="*/ 721230 h 6858000"/>
              <a:gd name="connsiteX126-62035" fmla="*/ 7845 w 1364418"/>
              <a:gd name="connsiteY126-62036" fmla="*/ 681659 h 6858000"/>
              <a:gd name="connsiteX127-62037" fmla="*/ 31306 w 1364418"/>
              <a:gd name="connsiteY127-62038" fmla="*/ 619315 h 6858000"/>
              <a:gd name="connsiteX128-62039" fmla="*/ 15184 w 1364418"/>
              <a:gd name="connsiteY128-62040" fmla="*/ 585934 h 6858000"/>
              <a:gd name="connsiteX129-62041" fmla="*/ 22258 w 1364418"/>
              <a:gd name="connsiteY129-62042" fmla="*/ 538948 h 6858000"/>
              <a:gd name="connsiteX130-62043" fmla="*/ 26166 w 1364418"/>
              <a:gd name="connsiteY130-62044" fmla="*/ 525163 h 6858000"/>
              <a:gd name="connsiteX131-62045" fmla="*/ 52290 w 1364418"/>
              <a:gd name="connsiteY131-62046" fmla="*/ 446567 h 6858000"/>
              <a:gd name="connsiteX132-62047" fmla="*/ 51538 w 1364418"/>
              <a:gd name="connsiteY132-62048" fmla="*/ 393828 h 6858000"/>
              <a:gd name="connsiteX133-62049" fmla="*/ 51368 w 1364418"/>
              <a:gd name="connsiteY133-62050" fmla="*/ 353137 h 6858000"/>
              <a:gd name="connsiteX134-62051" fmla="*/ 55970 w 1364418"/>
              <a:gd name="connsiteY134-62052" fmla="*/ 321428 h 6858000"/>
              <a:gd name="connsiteX135-62053" fmla="*/ 57061 w 1364418"/>
              <a:gd name="connsiteY135-62054" fmla="*/ 275771 h 6858000"/>
              <a:gd name="connsiteX136-62055" fmla="*/ 74088 w 1364418"/>
              <a:gd name="connsiteY136-62056" fmla="*/ 212860 h 6858000"/>
              <a:gd name="connsiteX137-62057" fmla="*/ 65798 w 1364418"/>
              <a:gd name="connsiteY137-62058" fmla="*/ 144983 h 6858000"/>
              <a:gd name="connsiteX138-62059" fmla="*/ 78082 w 1364418"/>
              <a:gd name="connsiteY138-62060" fmla="*/ 55288 h 6858000"/>
              <a:gd name="connsiteX139-62061" fmla="*/ 37636 w 1364418"/>
              <a:gd name="connsiteY139-62062" fmla="*/ 0 h 6858000"/>
              <a:gd name="connsiteX0-62063" fmla="*/ 37636 w 1364418"/>
              <a:gd name="connsiteY0-62064" fmla="*/ 0 h 6858000"/>
              <a:gd name="connsiteX1-62065" fmla="*/ 1364418 w 1364418"/>
              <a:gd name="connsiteY1-62066" fmla="*/ 0 h 6858000"/>
              <a:gd name="connsiteX2-62067" fmla="*/ 1364418 w 1364418"/>
              <a:gd name="connsiteY2-62068" fmla="*/ 6858000 h 6858000"/>
              <a:gd name="connsiteX3-62069" fmla="*/ 101112 w 1364418"/>
              <a:gd name="connsiteY3-62070" fmla="*/ 6857735 h 6858000"/>
              <a:gd name="connsiteX4-62071" fmla="*/ 137705 w 1364418"/>
              <a:gd name="connsiteY4-62072" fmla="*/ 6776847 h 6858000"/>
              <a:gd name="connsiteX5-62073" fmla="*/ 149205 w 1364418"/>
              <a:gd name="connsiteY5-62074" fmla="*/ 6737706 h 6858000"/>
              <a:gd name="connsiteX6-62075" fmla="*/ 173944 w 1364418"/>
              <a:gd name="connsiteY6-62076" fmla="*/ 6691589 h 6858000"/>
              <a:gd name="connsiteX7-62077" fmla="*/ 151501 w 1364418"/>
              <a:gd name="connsiteY7-62078" fmla="*/ 6659970 h 6858000"/>
              <a:gd name="connsiteX8-62079" fmla="*/ 166592 w 1364418"/>
              <a:gd name="connsiteY8-62080" fmla="*/ 6636211 h 6858000"/>
              <a:gd name="connsiteX9-62081" fmla="*/ 184036 w 1364418"/>
              <a:gd name="connsiteY9-62082" fmla="*/ 6594177 h 6858000"/>
              <a:gd name="connsiteX10-62083" fmla="*/ 198076 w 1364418"/>
              <a:gd name="connsiteY10-62084" fmla="*/ 6557575 h 6858000"/>
              <a:gd name="connsiteX11-62085" fmla="*/ 251033 w 1364418"/>
              <a:gd name="connsiteY11-62086" fmla="*/ 6492130 h 6858000"/>
              <a:gd name="connsiteX12-62087" fmla="*/ 266720 w 1364418"/>
              <a:gd name="connsiteY12-62088" fmla="*/ 6431610 h 6858000"/>
              <a:gd name="connsiteX13-62089" fmla="*/ 310425 w 1364418"/>
              <a:gd name="connsiteY13-62090" fmla="*/ 6379786 h 6858000"/>
              <a:gd name="connsiteX14-62091" fmla="*/ 293648 w 1364418"/>
              <a:gd name="connsiteY14-62092" fmla="*/ 6334727 h 6858000"/>
              <a:gd name="connsiteX15-62093" fmla="*/ 271063 w 1364418"/>
              <a:gd name="connsiteY15-62094" fmla="*/ 6313295 h 6858000"/>
              <a:gd name="connsiteX16-62095" fmla="*/ 278227 w 1364418"/>
              <a:gd name="connsiteY16-62096" fmla="*/ 6280046 h 6858000"/>
              <a:gd name="connsiteX17-62097" fmla="*/ 260972 w 1364418"/>
              <a:gd name="connsiteY17-62098" fmla="*/ 6270265 h 6858000"/>
              <a:gd name="connsiteX18-62099" fmla="*/ 288000 w 1364418"/>
              <a:gd name="connsiteY18-62100" fmla="*/ 6252834 h 6858000"/>
              <a:gd name="connsiteX19-62101" fmla="*/ 265992 w 1364418"/>
              <a:gd name="connsiteY19-62102" fmla="*/ 6202459 h 6858000"/>
              <a:gd name="connsiteX20-62103" fmla="*/ 264790 w 1364418"/>
              <a:gd name="connsiteY20-62104" fmla="*/ 6153037 h 6858000"/>
              <a:gd name="connsiteX21-62105" fmla="*/ 280205 w 1364418"/>
              <a:gd name="connsiteY21-62106" fmla="*/ 6078132 h 6858000"/>
              <a:gd name="connsiteX22-62107" fmla="*/ 267592 w 1364418"/>
              <a:gd name="connsiteY22-62108" fmla="*/ 6028119 h 6858000"/>
              <a:gd name="connsiteX23-62109" fmla="*/ 252821 w 1364418"/>
              <a:gd name="connsiteY23-62110" fmla="*/ 5926735 h 6858000"/>
              <a:gd name="connsiteX24-62111" fmla="*/ 302333 w 1364418"/>
              <a:gd name="connsiteY24-62112" fmla="*/ 5712857 h 6858000"/>
              <a:gd name="connsiteX25-62113" fmla="*/ 332131 w 1364418"/>
              <a:gd name="connsiteY25-62114" fmla="*/ 5660491 h 6858000"/>
              <a:gd name="connsiteX26-62115" fmla="*/ 341254 w 1364418"/>
              <a:gd name="connsiteY26-62116" fmla="*/ 5563435 h 6858000"/>
              <a:gd name="connsiteX27-62117" fmla="*/ 368130 w 1364418"/>
              <a:gd name="connsiteY27-62118" fmla="*/ 5437125 h 6858000"/>
              <a:gd name="connsiteX28-62119" fmla="*/ 381698 w 1364418"/>
              <a:gd name="connsiteY28-62120" fmla="*/ 5396260 h 6858000"/>
              <a:gd name="connsiteX29-62121" fmla="*/ 397679 w 1364418"/>
              <a:gd name="connsiteY29-62122" fmla="*/ 5330009 h 6858000"/>
              <a:gd name="connsiteX30-62123" fmla="*/ 431172 w 1364418"/>
              <a:gd name="connsiteY30-62124" fmla="*/ 5273739 h 6858000"/>
              <a:gd name="connsiteX31-62125" fmla="*/ 440771 w 1364418"/>
              <a:gd name="connsiteY31-62126" fmla="*/ 5241779 h 6858000"/>
              <a:gd name="connsiteX32-62127" fmla="*/ 451997 w 1364418"/>
              <a:gd name="connsiteY32-62128" fmla="*/ 5225268 h 6858000"/>
              <a:gd name="connsiteX33-62129" fmla="*/ 453017 w 1364418"/>
              <a:gd name="connsiteY33-62130" fmla="*/ 5217684 h 6858000"/>
              <a:gd name="connsiteX34-62131" fmla="*/ 460358 w 1364418"/>
              <a:gd name="connsiteY34-62132" fmla="*/ 5193377 h 6858000"/>
              <a:gd name="connsiteX35-62133" fmla="*/ 463661 w 1364418"/>
              <a:gd name="connsiteY35-62134" fmla="*/ 5179288 h 6858000"/>
              <a:gd name="connsiteX36-62135" fmla="*/ 464645 w 1364418"/>
              <a:gd name="connsiteY36-62136" fmla="*/ 5173621 h 6858000"/>
              <a:gd name="connsiteX37-62137" fmla="*/ 460279 w 1364418"/>
              <a:gd name="connsiteY37-62138" fmla="*/ 5159961 h 6858000"/>
              <a:gd name="connsiteX38-62139" fmla="*/ 466956 w 1364418"/>
              <a:gd name="connsiteY38-62140" fmla="*/ 5144295 h 6858000"/>
              <a:gd name="connsiteX39-62141" fmla="*/ 463889 w 1364418"/>
              <a:gd name="connsiteY39-62142" fmla="*/ 5125185 h 6858000"/>
              <a:gd name="connsiteX40-62143" fmla="*/ 470719 w 1364418"/>
              <a:gd name="connsiteY40-62144" fmla="*/ 5121884 h 6858000"/>
              <a:gd name="connsiteX41-62145" fmla="*/ 477755 w 1364418"/>
              <a:gd name="connsiteY41-62146" fmla="*/ 5067850 h 6858000"/>
              <a:gd name="connsiteX42-62147" fmla="*/ 480486 w 1364418"/>
              <a:gd name="connsiteY42-62148" fmla="*/ 5060861 h 6858000"/>
              <a:gd name="connsiteX43-62149" fmla="*/ 477190 w 1364418"/>
              <a:gd name="connsiteY43-62150" fmla="*/ 5034192 h 6858000"/>
              <a:gd name="connsiteX44-62151" fmla="*/ 478744 w 1364418"/>
              <a:gd name="connsiteY44-62152" fmla="*/ 4993030 h 6858000"/>
              <a:gd name="connsiteX45-62153" fmla="*/ 485653 w 1364418"/>
              <a:gd name="connsiteY45-62154" fmla="*/ 4946844 h 6858000"/>
              <a:gd name="connsiteX46-62155" fmla="*/ 481509 w 1364418"/>
              <a:gd name="connsiteY46-62156" fmla="*/ 4932692 h 6858000"/>
              <a:gd name="connsiteX47-62157" fmla="*/ 496912 w 1364418"/>
              <a:gd name="connsiteY47-62158" fmla="*/ 4858827 h 6858000"/>
              <a:gd name="connsiteX48-62159" fmla="*/ 502815 w 1364418"/>
              <a:gd name="connsiteY48-62160" fmla="*/ 4821170 h 6858000"/>
              <a:gd name="connsiteX49-62161" fmla="*/ 507548 w 1364418"/>
              <a:gd name="connsiteY49-62162" fmla="*/ 4780965 h 6858000"/>
              <a:gd name="connsiteX50-62163" fmla="*/ 508841 w 1364418"/>
              <a:gd name="connsiteY50-62164" fmla="*/ 4750867 h 6858000"/>
              <a:gd name="connsiteX51-62165" fmla="*/ 506648 w 1364418"/>
              <a:gd name="connsiteY51-62166" fmla="*/ 4690749 h 6858000"/>
              <a:gd name="connsiteX52-62167" fmla="*/ 502128 w 1364418"/>
              <a:gd name="connsiteY52-62168" fmla="*/ 4584173 h 6858000"/>
              <a:gd name="connsiteX53-62169" fmla="*/ 497211 w 1364418"/>
              <a:gd name="connsiteY53-62170" fmla="*/ 4444346 h 6858000"/>
              <a:gd name="connsiteX54-62171" fmla="*/ 493776 w 1364418"/>
              <a:gd name="connsiteY54-62172" fmla="*/ 4375228 h 6858000"/>
              <a:gd name="connsiteX55-62173" fmla="*/ 474429 w 1364418"/>
              <a:gd name="connsiteY55-62174" fmla="*/ 4214165 h 6858000"/>
              <a:gd name="connsiteX56-62175" fmla="*/ 478502 w 1364418"/>
              <a:gd name="connsiteY56-62176" fmla="*/ 4090296 h 6858000"/>
              <a:gd name="connsiteX57-62177" fmla="*/ 463758 w 1364418"/>
              <a:gd name="connsiteY57-62178" fmla="*/ 4033999 h 6858000"/>
              <a:gd name="connsiteX58-62179" fmla="*/ 464907 w 1364418"/>
              <a:gd name="connsiteY58-62180" fmla="*/ 4031933 h 6858000"/>
              <a:gd name="connsiteX59-62181" fmla="*/ 463483 w 1364418"/>
              <a:gd name="connsiteY59-62182" fmla="*/ 4013953 h 6858000"/>
              <a:gd name="connsiteX60-62183" fmla="*/ 449778 w 1364418"/>
              <a:gd name="connsiteY60-62184" fmla="*/ 3974753 h 6858000"/>
              <a:gd name="connsiteX61-62185" fmla="*/ 451376 w 1364418"/>
              <a:gd name="connsiteY61-62186" fmla="*/ 3969950 h 6858000"/>
              <a:gd name="connsiteX62-62187" fmla="*/ 444798 w 1364418"/>
              <a:gd name="connsiteY62-62188" fmla="*/ 3933779 h 6858000"/>
              <a:gd name="connsiteX63-62189" fmla="*/ 446129 w 1364418"/>
              <a:gd name="connsiteY63-62190" fmla="*/ 3933093 h 6858000"/>
              <a:gd name="connsiteX64-62191" fmla="*/ 450483 w 1364418"/>
              <a:gd name="connsiteY64-62192" fmla="*/ 3922082 h 6858000"/>
              <a:gd name="connsiteX65-62193" fmla="*/ 455561 w 1364418"/>
              <a:gd name="connsiteY65-62194" fmla="*/ 3901461 h 6858000"/>
              <a:gd name="connsiteX66-62195" fmla="*/ 478155 w 1364418"/>
              <a:gd name="connsiteY66-62196" fmla="*/ 3813873 h 6858000"/>
              <a:gd name="connsiteX67-62197" fmla="*/ 477580 w 1364418"/>
              <a:gd name="connsiteY67-62198" fmla="*/ 3806161 h 6858000"/>
              <a:gd name="connsiteX68-62199" fmla="*/ 477887 w 1364418"/>
              <a:gd name="connsiteY68-62200" fmla="*/ 3805957 h 6858000"/>
              <a:gd name="connsiteX69-62201" fmla="*/ 477914 w 1364418"/>
              <a:gd name="connsiteY69-62202" fmla="*/ 3797724 h 6858000"/>
              <a:gd name="connsiteX70-62203" fmla="*/ 476529 w 1364418"/>
              <a:gd name="connsiteY70-62204" fmla="*/ 3792098 h 6858000"/>
              <a:gd name="connsiteX71-62205" fmla="*/ 475413 w 1364418"/>
              <a:gd name="connsiteY71-62206" fmla="*/ 3777135 h 6858000"/>
              <a:gd name="connsiteX72-62207" fmla="*/ 477146 w 1364418"/>
              <a:gd name="connsiteY72-62208" fmla="*/ 3771656 h 6858000"/>
              <a:gd name="connsiteX73-62209" fmla="*/ 480889 w 1364418"/>
              <a:gd name="connsiteY73-62210" fmla="*/ 3769007 h 6858000"/>
              <a:gd name="connsiteX74-62211" fmla="*/ 480355 w 1364418"/>
              <a:gd name="connsiteY74-62212" fmla="*/ 3767709 h 6858000"/>
              <a:gd name="connsiteX75-62213" fmla="*/ 489051 w 1364418"/>
              <a:gd name="connsiteY75-62214" fmla="*/ 3738082 h 6858000"/>
              <a:gd name="connsiteX76-62215" fmla="*/ 496397 w 1364418"/>
              <a:gd name="connsiteY76-62216" fmla="*/ 3673397 h 6858000"/>
              <a:gd name="connsiteX77-62217" fmla="*/ 495693 w 1364418"/>
              <a:gd name="connsiteY77-62218" fmla="*/ 3637109 h 6858000"/>
              <a:gd name="connsiteX78-62219" fmla="*/ 499136 w 1364418"/>
              <a:gd name="connsiteY78-62220" fmla="*/ 3536883 h 6858000"/>
              <a:gd name="connsiteX79-62221" fmla="*/ 506674 w 1364418"/>
              <a:gd name="connsiteY79-62222" fmla="*/ 3435652 h 6858000"/>
              <a:gd name="connsiteX80-62223" fmla="*/ 508345 w 1364418"/>
              <a:gd name="connsiteY80-62224" fmla="*/ 3307769 h 6858000"/>
              <a:gd name="connsiteX81-62225" fmla="*/ 525908 w 1364418"/>
              <a:gd name="connsiteY81-62226" fmla="*/ 3250522 h 6858000"/>
              <a:gd name="connsiteX82-62227" fmla="*/ 526333 w 1364418"/>
              <a:gd name="connsiteY82-62228" fmla="*/ 3229163 h 6858000"/>
              <a:gd name="connsiteX83-62229" fmla="*/ 528156 w 1364418"/>
              <a:gd name="connsiteY83-62230" fmla="*/ 3217217 h 6858000"/>
              <a:gd name="connsiteX84-62231" fmla="*/ 514991 w 1364418"/>
              <a:gd name="connsiteY84-62232" fmla="*/ 3183755 h 6858000"/>
              <a:gd name="connsiteX85-62233" fmla="*/ 515492 w 1364418"/>
              <a:gd name="connsiteY85-62234" fmla="*/ 3178642 h 6858000"/>
              <a:gd name="connsiteX86-62235" fmla="*/ 503092 w 1364418"/>
              <a:gd name="connsiteY86-62236" fmla="*/ 3158586 h 6858000"/>
              <a:gd name="connsiteX87-62237" fmla="*/ 488277 w 1364418"/>
              <a:gd name="connsiteY87-62238" fmla="*/ 3129034 h 6858000"/>
              <a:gd name="connsiteX88-62239" fmla="*/ 488942 w 1364418"/>
              <a:gd name="connsiteY88-62240" fmla="*/ 3126682 h 6858000"/>
              <a:gd name="connsiteX89-62241" fmla="*/ 479810 w 1364418"/>
              <a:gd name="connsiteY89-62242" fmla="*/ 3114519 h 6858000"/>
              <a:gd name="connsiteX90-62243" fmla="*/ 466419 w 1364418"/>
              <a:gd name="connsiteY90-62244" fmla="*/ 3106272 h 6858000"/>
              <a:gd name="connsiteX91-62245" fmla="*/ 439149 w 1364418"/>
              <a:gd name="connsiteY91-62246" fmla="*/ 2958185 h 6858000"/>
              <a:gd name="connsiteX92-62247" fmla="*/ 381763 w 1364418"/>
              <a:gd name="connsiteY92-62248" fmla="*/ 2762989 h 6858000"/>
              <a:gd name="connsiteX93-62249" fmla="*/ 330681 w 1364418"/>
              <a:gd name="connsiteY93-62250" fmla="*/ 2554718 h 6858000"/>
              <a:gd name="connsiteX94-62251" fmla="*/ 310775 w 1364418"/>
              <a:gd name="connsiteY94-62252" fmla="*/ 2485734 h 6858000"/>
              <a:gd name="connsiteX95-62253" fmla="*/ 301498 w 1364418"/>
              <a:gd name="connsiteY95-62254" fmla="*/ 2447068 h 6858000"/>
              <a:gd name="connsiteX96-62255" fmla="*/ 288459 w 1364418"/>
              <a:gd name="connsiteY96-62256" fmla="*/ 2425819 h 6858000"/>
              <a:gd name="connsiteX97-62257" fmla="*/ 294458 w 1364418"/>
              <a:gd name="connsiteY97-62258" fmla="*/ 2402874 h 6858000"/>
              <a:gd name="connsiteX98-62259" fmla="*/ 297070 w 1364418"/>
              <a:gd name="connsiteY98-62260" fmla="*/ 2381443 h 6858000"/>
              <a:gd name="connsiteX99-62261" fmla="*/ 273399 w 1364418"/>
              <a:gd name="connsiteY99-62262" fmla="*/ 2261920 h 6858000"/>
              <a:gd name="connsiteX100-62263" fmla="*/ 263286 w 1364418"/>
              <a:gd name="connsiteY100-62264" fmla="*/ 2195378 h 6858000"/>
              <a:gd name="connsiteX101-62265" fmla="*/ 247503 w 1364418"/>
              <a:gd name="connsiteY101-62266" fmla="*/ 2155135 h 6858000"/>
              <a:gd name="connsiteX102-62267" fmla="*/ 244961 w 1364418"/>
              <a:gd name="connsiteY102-62268" fmla="*/ 2118008 h 6858000"/>
              <a:gd name="connsiteX103-62269" fmla="*/ 245954 w 1364418"/>
              <a:gd name="connsiteY103-62270" fmla="*/ 2050531 h 6858000"/>
              <a:gd name="connsiteX104-62271" fmla="*/ 237760 w 1364418"/>
              <a:gd name="connsiteY104-62272" fmla="*/ 1963269 h 6858000"/>
              <a:gd name="connsiteX105-62273" fmla="*/ 218938 w 1364418"/>
              <a:gd name="connsiteY105-62274" fmla="*/ 1906352 h 6858000"/>
              <a:gd name="connsiteX106-62275" fmla="*/ 195495 w 1364418"/>
              <a:gd name="connsiteY106-62276" fmla="*/ 1861531 h 6858000"/>
              <a:gd name="connsiteX107-62277" fmla="*/ 149294 w 1364418"/>
              <a:gd name="connsiteY107-62278" fmla="*/ 1732919 h 6858000"/>
              <a:gd name="connsiteX108-62279" fmla="*/ 121605 w 1364418"/>
              <a:gd name="connsiteY108-62280" fmla="*/ 1663540 h 6858000"/>
              <a:gd name="connsiteX109-62281" fmla="*/ 120731 w 1364418"/>
              <a:gd name="connsiteY109-62282" fmla="*/ 1615777 h 6858000"/>
              <a:gd name="connsiteX110-62283" fmla="*/ 101526 w 1364418"/>
              <a:gd name="connsiteY110-62284" fmla="*/ 1563678 h 6858000"/>
              <a:gd name="connsiteX111-62285" fmla="*/ 114606 w 1364418"/>
              <a:gd name="connsiteY111-62286" fmla="*/ 1519474 h 6858000"/>
              <a:gd name="connsiteX112-62287" fmla="*/ 107348 w 1364418"/>
              <a:gd name="connsiteY112-62288" fmla="*/ 1477995 h 6858000"/>
              <a:gd name="connsiteX113-62289" fmla="*/ 93433 w 1364418"/>
              <a:gd name="connsiteY113-62290" fmla="*/ 1373769 h 6858000"/>
              <a:gd name="connsiteX114-62291" fmla="*/ 101740 w 1364418"/>
              <a:gd name="connsiteY114-62292" fmla="*/ 1307086 h 6858000"/>
              <a:gd name="connsiteX115-62293" fmla="*/ 102928 w 1364418"/>
              <a:gd name="connsiteY115-62294" fmla="*/ 1189033 h 6858000"/>
              <a:gd name="connsiteX116-62295" fmla="*/ 107613 w 1364418"/>
              <a:gd name="connsiteY116-62296" fmla="*/ 1168288 h 6858000"/>
              <a:gd name="connsiteX117-62297" fmla="*/ 99895 w 1364418"/>
              <a:gd name="connsiteY117-62298" fmla="*/ 1142577 h 6858000"/>
              <a:gd name="connsiteX118-62299" fmla="*/ 89201 w 1364418"/>
              <a:gd name="connsiteY118-62300" fmla="*/ 1088484 h 6858000"/>
              <a:gd name="connsiteX119-62301" fmla="*/ 77937 w 1364418"/>
              <a:gd name="connsiteY119-62302" fmla="*/ 1016103 h 6858000"/>
              <a:gd name="connsiteX120-62303" fmla="*/ 79393 w 1364418"/>
              <a:gd name="connsiteY120-62304" fmla="*/ 932283 h 6858000"/>
              <a:gd name="connsiteX121-62305" fmla="*/ 81629 w 1364418"/>
              <a:gd name="connsiteY121-62306" fmla="*/ 915925 h 6858000"/>
              <a:gd name="connsiteX122-62307" fmla="*/ 74258 w 1364418"/>
              <a:gd name="connsiteY122-62308" fmla="*/ 896999 h 6858000"/>
              <a:gd name="connsiteX123-62309" fmla="*/ 43666 w 1364418"/>
              <a:gd name="connsiteY123-62310" fmla="*/ 821517 h 6858000"/>
              <a:gd name="connsiteX124-62311" fmla="*/ 22616 w 1364418"/>
              <a:gd name="connsiteY124-62312" fmla="*/ 751353 h 6858000"/>
              <a:gd name="connsiteX125-62313" fmla="*/ 22174 w 1364418"/>
              <a:gd name="connsiteY125-62314" fmla="*/ 721230 h 6858000"/>
              <a:gd name="connsiteX126-62315" fmla="*/ 7845 w 1364418"/>
              <a:gd name="connsiteY126-62316" fmla="*/ 681659 h 6858000"/>
              <a:gd name="connsiteX127-62317" fmla="*/ 31306 w 1364418"/>
              <a:gd name="connsiteY127-62318" fmla="*/ 619315 h 6858000"/>
              <a:gd name="connsiteX128-62319" fmla="*/ 15184 w 1364418"/>
              <a:gd name="connsiteY128-62320" fmla="*/ 585934 h 6858000"/>
              <a:gd name="connsiteX129-62321" fmla="*/ 22258 w 1364418"/>
              <a:gd name="connsiteY129-62322" fmla="*/ 538948 h 6858000"/>
              <a:gd name="connsiteX130-62323" fmla="*/ 26166 w 1364418"/>
              <a:gd name="connsiteY130-62324" fmla="*/ 525163 h 6858000"/>
              <a:gd name="connsiteX131-62325" fmla="*/ 52290 w 1364418"/>
              <a:gd name="connsiteY131-62326" fmla="*/ 446567 h 6858000"/>
              <a:gd name="connsiteX132-62327" fmla="*/ 51538 w 1364418"/>
              <a:gd name="connsiteY132-62328" fmla="*/ 393828 h 6858000"/>
              <a:gd name="connsiteX133-62329" fmla="*/ 51368 w 1364418"/>
              <a:gd name="connsiteY133-62330" fmla="*/ 353137 h 6858000"/>
              <a:gd name="connsiteX134-62331" fmla="*/ 55970 w 1364418"/>
              <a:gd name="connsiteY134-62332" fmla="*/ 321428 h 6858000"/>
              <a:gd name="connsiteX135-62333" fmla="*/ 57061 w 1364418"/>
              <a:gd name="connsiteY135-62334" fmla="*/ 275771 h 6858000"/>
              <a:gd name="connsiteX136-62335" fmla="*/ 74088 w 1364418"/>
              <a:gd name="connsiteY136-62336" fmla="*/ 212860 h 6858000"/>
              <a:gd name="connsiteX137-62337" fmla="*/ 65798 w 1364418"/>
              <a:gd name="connsiteY137-62338" fmla="*/ 144983 h 6858000"/>
              <a:gd name="connsiteX138-62339" fmla="*/ 78082 w 1364418"/>
              <a:gd name="connsiteY138-62340" fmla="*/ 55288 h 6858000"/>
              <a:gd name="connsiteX139-62341" fmla="*/ 37636 w 1364418"/>
              <a:gd name="connsiteY139-62342" fmla="*/ 0 h 6858000"/>
              <a:gd name="connsiteX0-62343" fmla="*/ 37636 w 1364418"/>
              <a:gd name="connsiteY0-62344" fmla="*/ 0 h 6858000"/>
              <a:gd name="connsiteX1-62345" fmla="*/ 1364418 w 1364418"/>
              <a:gd name="connsiteY1-62346" fmla="*/ 0 h 6858000"/>
              <a:gd name="connsiteX2-62347" fmla="*/ 1364418 w 1364418"/>
              <a:gd name="connsiteY2-62348" fmla="*/ 6858000 h 6858000"/>
              <a:gd name="connsiteX3-62349" fmla="*/ 101112 w 1364418"/>
              <a:gd name="connsiteY3-62350" fmla="*/ 6857735 h 6858000"/>
              <a:gd name="connsiteX4-62351" fmla="*/ 137705 w 1364418"/>
              <a:gd name="connsiteY4-62352" fmla="*/ 6776847 h 6858000"/>
              <a:gd name="connsiteX5-62353" fmla="*/ 149205 w 1364418"/>
              <a:gd name="connsiteY5-62354" fmla="*/ 6737706 h 6858000"/>
              <a:gd name="connsiteX6-62355" fmla="*/ 173944 w 1364418"/>
              <a:gd name="connsiteY6-62356" fmla="*/ 6691589 h 6858000"/>
              <a:gd name="connsiteX7-62357" fmla="*/ 151501 w 1364418"/>
              <a:gd name="connsiteY7-62358" fmla="*/ 6659970 h 6858000"/>
              <a:gd name="connsiteX8-62359" fmla="*/ 166592 w 1364418"/>
              <a:gd name="connsiteY8-62360" fmla="*/ 6636211 h 6858000"/>
              <a:gd name="connsiteX9-62361" fmla="*/ 184036 w 1364418"/>
              <a:gd name="connsiteY9-62362" fmla="*/ 6594177 h 6858000"/>
              <a:gd name="connsiteX10-62363" fmla="*/ 198076 w 1364418"/>
              <a:gd name="connsiteY10-62364" fmla="*/ 6557575 h 6858000"/>
              <a:gd name="connsiteX11-62365" fmla="*/ 251033 w 1364418"/>
              <a:gd name="connsiteY11-62366" fmla="*/ 6492130 h 6858000"/>
              <a:gd name="connsiteX12-62367" fmla="*/ 266720 w 1364418"/>
              <a:gd name="connsiteY12-62368" fmla="*/ 6431610 h 6858000"/>
              <a:gd name="connsiteX13-62369" fmla="*/ 310425 w 1364418"/>
              <a:gd name="connsiteY13-62370" fmla="*/ 6379786 h 6858000"/>
              <a:gd name="connsiteX14-62371" fmla="*/ 293648 w 1364418"/>
              <a:gd name="connsiteY14-62372" fmla="*/ 6334727 h 6858000"/>
              <a:gd name="connsiteX15-62373" fmla="*/ 271063 w 1364418"/>
              <a:gd name="connsiteY15-62374" fmla="*/ 6313295 h 6858000"/>
              <a:gd name="connsiteX16-62375" fmla="*/ 278227 w 1364418"/>
              <a:gd name="connsiteY16-62376" fmla="*/ 6280046 h 6858000"/>
              <a:gd name="connsiteX17-62377" fmla="*/ 260972 w 1364418"/>
              <a:gd name="connsiteY17-62378" fmla="*/ 6270265 h 6858000"/>
              <a:gd name="connsiteX18-62379" fmla="*/ 288000 w 1364418"/>
              <a:gd name="connsiteY18-62380" fmla="*/ 6252834 h 6858000"/>
              <a:gd name="connsiteX19-62381" fmla="*/ 265992 w 1364418"/>
              <a:gd name="connsiteY19-62382" fmla="*/ 6202459 h 6858000"/>
              <a:gd name="connsiteX20-62383" fmla="*/ 264790 w 1364418"/>
              <a:gd name="connsiteY20-62384" fmla="*/ 6153037 h 6858000"/>
              <a:gd name="connsiteX21-62385" fmla="*/ 280205 w 1364418"/>
              <a:gd name="connsiteY21-62386" fmla="*/ 6078132 h 6858000"/>
              <a:gd name="connsiteX22-62387" fmla="*/ 267592 w 1364418"/>
              <a:gd name="connsiteY22-62388" fmla="*/ 6028119 h 6858000"/>
              <a:gd name="connsiteX23-62389" fmla="*/ 252821 w 1364418"/>
              <a:gd name="connsiteY23-62390" fmla="*/ 5926735 h 6858000"/>
              <a:gd name="connsiteX24-62391" fmla="*/ 302333 w 1364418"/>
              <a:gd name="connsiteY24-62392" fmla="*/ 5712857 h 6858000"/>
              <a:gd name="connsiteX25-62393" fmla="*/ 332131 w 1364418"/>
              <a:gd name="connsiteY25-62394" fmla="*/ 5660491 h 6858000"/>
              <a:gd name="connsiteX26-62395" fmla="*/ 341254 w 1364418"/>
              <a:gd name="connsiteY26-62396" fmla="*/ 5563435 h 6858000"/>
              <a:gd name="connsiteX27-62397" fmla="*/ 368130 w 1364418"/>
              <a:gd name="connsiteY27-62398" fmla="*/ 5437125 h 6858000"/>
              <a:gd name="connsiteX28-62399" fmla="*/ 381698 w 1364418"/>
              <a:gd name="connsiteY28-62400" fmla="*/ 5396260 h 6858000"/>
              <a:gd name="connsiteX29-62401" fmla="*/ 397679 w 1364418"/>
              <a:gd name="connsiteY29-62402" fmla="*/ 5330009 h 6858000"/>
              <a:gd name="connsiteX30-62403" fmla="*/ 431172 w 1364418"/>
              <a:gd name="connsiteY30-62404" fmla="*/ 5273739 h 6858000"/>
              <a:gd name="connsiteX31-62405" fmla="*/ 440771 w 1364418"/>
              <a:gd name="connsiteY31-62406" fmla="*/ 5241779 h 6858000"/>
              <a:gd name="connsiteX32-62407" fmla="*/ 451997 w 1364418"/>
              <a:gd name="connsiteY32-62408" fmla="*/ 5225268 h 6858000"/>
              <a:gd name="connsiteX33-62409" fmla="*/ 453017 w 1364418"/>
              <a:gd name="connsiteY33-62410" fmla="*/ 5217684 h 6858000"/>
              <a:gd name="connsiteX34-62411" fmla="*/ 460358 w 1364418"/>
              <a:gd name="connsiteY34-62412" fmla="*/ 5193377 h 6858000"/>
              <a:gd name="connsiteX35-62413" fmla="*/ 463661 w 1364418"/>
              <a:gd name="connsiteY35-62414" fmla="*/ 5179288 h 6858000"/>
              <a:gd name="connsiteX36-62415" fmla="*/ 464645 w 1364418"/>
              <a:gd name="connsiteY36-62416" fmla="*/ 5173621 h 6858000"/>
              <a:gd name="connsiteX37-62417" fmla="*/ 460279 w 1364418"/>
              <a:gd name="connsiteY37-62418" fmla="*/ 5159961 h 6858000"/>
              <a:gd name="connsiteX38-62419" fmla="*/ 466956 w 1364418"/>
              <a:gd name="connsiteY38-62420" fmla="*/ 5144295 h 6858000"/>
              <a:gd name="connsiteX39-62421" fmla="*/ 463889 w 1364418"/>
              <a:gd name="connsiteY39-62422" fmla="*/ 5125185 h 6858000"/>
              <a:gd name="connsiteX40-62423" fmla="*/ 470719 w 1364418"/>
              <a:gd name="connsiteY40-62424" fmla="*/ 5121884 h 6858000"/>
              <a:gd name="connsiteX41-62425" fmla="*/ 477755 w 1364418"/>
              <a:gd name="connsiteY41-62426" fmla="*/ 5067850 h 6858000"/>
              <a:gd name="connsiteX42-62427" fmla="*/ 480486 w 1364418"/>
              <a:gd name="connsiteY42-62428" fmla="*/ 5060861 h 6858000"/>
              <a:gd name="connsiteX43-62429" fmla="*/ 477190 w 1364418"/>
              <a:gd name="connsiteY43-62430" fmla="*/ 5034192 h 6858000"/>
              <a:gd name="connsiteX44-62431" fmla="*/ 478744 w 1364418"/>
              <a:gd name="connsiteY44-62432" fmla="*/ 4993030 h 6858000"/>
              <a:gd name="connsiteX45-62433" fmla="*/ 485653 w 1364418"/>
              <a:gd name="connsiteY45-62434" fmla="*/ 4946844 h 6858000"/>
              <a:gd name="connsiteX46-62435" fmla="*/ 481509 w 1364418"/>
              <a:gd name="connsiteY46-62436" fmla="*/ 4932692 h 6858000"/>
              <a:gd name="connsiteX47-62437" fmla="*/ 496912 w 1364418"/>
              <a:gd name="connsiteY47-62438" fmla="*/ 4858827 h 6858000"/>
              <a:gd name="connsiteX48-62439" fmla="*/ 502815 w 1364418"/>
              <a:gd name="connsiteY48-62440" fmla="*/ 4821170 h 6858000"/>
              <a:gd name="connsiteX49-62441" fmla="*/ 507548 w 1364418"/>
              <a:gd name="connsiteY49-62442" fmla="*/ 4780965 h 6858000"/>
              <a:gd name="connsiteX50-62443" fmla="*/ 508841 w 1364418"/>
              <a:gd name="connsiteY50-62444" fmla="*/ 4750867 h 6858000"/>
              <a:gd name="connsiteX51-62445" fmla="*/ 506648 w 1364418"/>
              <a:gd name="connsiteY51-62446" fmla="*/ 4690749 h 6858000"/>
              <a:gd name="connsiteX52-62447" fmla="*/ 502128 w 1364418"/>
              <a:gd name="connsiteY52-62448" fmla="*/ 4584173 h 6858000"/>
              <a:gd name="connsiteX53-62449" fmla="*/ 497211 w 1364418"/>
              <a:gd name="connsiteY53-62450" fmla="*/ 4444346 h 6858000"/>
              <a:gd name="connsiteX54-62451" fmla="*/ 493776 w 1364418"/>
              <a:gd name="connsiteY54-62452" fmla="*/ 4375228 h 6858000"/>
              <a:gd name="connsiteX55-62453" fmla="*/ 474429 w 1364418"/>
              <a:gd name="connsiteY55-62454" fmla="*/ 4214165 h 6858000"/>
              <a:gd name="connsiteX56-62455" fmla="*/ 478502 w 1364418"/>
              <a:gd name="connsiteY56-62456" fmla="*/ 4090296 h 6858000"/>
              <a:gd name="connsiteX57-62457" fmla="*/ 463758 w 1364418"/>
              <a:gd name="connsiteY57-62458" fmla="*/ 4033999 h 6858000"/>
              <a:gd name="connsiteX58-62459" fmla="*/ 464907 w 1364418"/>
              <a:gd name="connsiteY58-62460" fmla="*/ 4031933 h 6858000"/>
              <a:gd name="connsiteX59-62461" fmla="*/ 463483 w 1364418"/>
              <a:gd name="connsiteY59-62462" fmla="*/ 4013953 h 6858000"/>
              <a:gd name="connsiteX60-62463" fmla="*/ 449778 w 1364418"/>
              <a:gd name="connsiteY60-62464" fmla="*/ 3974753 h 6858000"/>
              <a:gd name="connsiteX61-62465" fmla="*/ 451376 w 1364418"/>
              <a:gd name="connsiteY61-62466" fmla="*/ 3969950 h 6858000"/>
              <a:gd name="connsiteX62-62467" fmla="*/ 444798 w 1364418"/>
              <a:gd name="connsiteY62-62468" fmla="*/ 3933779 h 6858000"/>
              <a:gd name="connsiteX63-62469" fmla="*/ 446129 w 1364418"/>
              <a:gd name="connsiteY63-62470" fmla="*/ 3933093 h 6858000"/>
              <a:gd name="connsiteX64-62471" fmla="*/ 450483 w 1364418"/>
              <a:gd name="connsiteY64-62472" fmla="*/ 3922082 h 6858000"/>
              <a:gd name="connsiteX65-62473" fmla="*/ 455561 w 1364418"/>
              <a:gd name="connsiteY65-62474" fmla="*/ 3901461 h 6858000"/>
              <a:gd name="connsiteX66-62475" fmla="*/ 478155 w 1364418"/>
              <a:gd name="connsiteY66-62476" fmla="*/ 3813873 h 6858000"/>
              <a:gd name="connsiteX67-62477" fmla="*/ 477580 w 1364418"/>
              <a:gd name="connsiteY67-62478" fmla="*/ 3806161 h 6858000"/>
              <a:gd name="connsiteX68-62479" fmla="*/ 477887 w 1364418"/>
              <a:gd name="connsiteY68-62480" fmla="*/ 3805957 h 6858000"/>
              <a:gd name="connsiteX69-62481" fmla="*/ 477914 w 1364418"/>
              <a:gd name="connsiteY69-62482" fmla="*/ 3797724 h 6858000"/>
              <a:gd name="connsiteX70-62483" fmla="*/ 476529 w 1364418"/>
              <a:gd name="connsiteY70-62484" fmla="*/ 3792098 h 6858000"/>
              <a:gd name="connsiteX71-62485" fmla="*/ 475413 w 1364418"/>
              <a:gd name="connsiteY71-62486" fmla="*/ 3777135 h 6858000"/>
              <a:gd name="connsiteX72-62487" fmla="*/ 477146 w 1364418"/>
              <a:gd name="connsiteY72-62488" fmla="*/ 3771656 h 6858000"/>
              <a:gd name="connsiteX73-62489" fmla="*/ 480889 w 1364418"/>
              <a:gd name="connsiteY73-62490" fmla="*/ 3769007 h 6858000"/>
              <a:gd name="connsiteX74-62491" fmla="*/ 480355 w 1364418"/>
              <a:gd name="connsiteY74-62492" fmla="*/ 3767709 h 6858000"/>
              <a:gd name="connsiteX75-62493" fmla="*/ 489051 w 1364418"/>
              <a:gd name="connsiteY75-62494" fmla="*/ 3738082 h 6858000"/>
              <a:gd name="connsiteX76-62495" fmla="*/ 496397 w 1364418"/>
              <a:gd name="connsiteY76-62496" fmla="*/ 3673397 h 6858000"/>
              <a:gd name="connsiteX77-62497" fmla="*/ 495693 w 1364418"/>
              <a:gd name="connsiteY77-62498" fmla="*/ 3637109 h 6858000"/>
              <a:gd name="connsiteX78-62499" fmla="*/ 499136 w 1364418"/>
              <a:gd name="connsiteY78-62500" fmla="*/ 3536883 h 6858000"/>
              <a:gd name="connsiteX79-62501" fmla="*/ 506674 w 1364418"/>
              <a:gd name="connsiteY79-62502" fmla="*/ 3435652 h 6858000"/>
              <a:gd name="connsiteX80-62503" fmla="*/ 508345 w 1364418"/>
              <a:gd name="connsiteY80-62504" fmla="*/ 3307769 h 6858000"/>
              <a:gd name="connsiteX81-62505" fmla="*/ 525908 w 1364418"/>
              <a:gd name="connsiteY81-62506" fmla="*/ 3250522 h 6858000"/>
              <a:gd name="connsiteX82-62507" fmla="*/ 526333 w 1364418"/>
              <a:gd name="connsiteY82-62508" fmla="*/ 3229163 h 6858000"/>
              <a:gd name="connsiteX83-62509" fmla="*/ 528156 w 1364418"/>
              <a:gd name="connsiteY83-62510" fmla="*/ 3217217 h 6858000"/>
              <a:gd name="connsiteX84-62511" fmla="*/ 514991 w 1364418"/>
              <a:gd name="connsiteY84-62512" fmla="*/ 3183755 h 6858000"/>
              <a:gd name="connsiteX85-62513" fmla="*/ 515492 w 1364418"/>
              <a:gd name="connsiteY85-62514" fmla="*/ 3178642 h 6858000"/>
              <a:gd name="connsiteX86-62515" fmla="*/ 503092 w 1364418"/>
              <a:gd name="connsiteY86-62516" fmla="*/ 3158586 h 6858000"/>
              <a:gd name="connsiteX87-62517" fmla="*/ 488277 w 1364418"/>
              <a:gd name="connsiteY87-62518" fmla="*/ 3129034 h 6858000"/>
              <a:gd name="connsiteX88-62519" fmla="*/ 488942 w 1364418"/>
              <a:gd name="connsiteY88-62520" fmla="*/ 3126682 h 6858000"/>
              <a:gd name="connsiteX89-62521" fmla="*/ 479810 w 1364418"/>
              <a:gd name="connsiteY89-62522" fmla="*/ 3114519 h 6858000"/>
              <a:gd name="connsiteX90-62523" fmla="*/ 466419 w 1364418"/>
              <a:gd name="connsiteY90-62524" fmla="*/ 3106272 h 6858000"/>
              <a:gd name="connsiteX91-62525" fmla="*/ 439149 w 1364418"/>
              <a:gd name="connsiteY91-62526" fmla="*/ 2958185 h 6858000"/>
              <a:gd name="connsiteX92-62527" fmla="*/ 381763 w 1364418"/>
              <a:gd name="connsiteY92-62528" fmla="*/ 2762989 h 6858000"/>
              <a:gd name="connsiteX93-62529" fmla="*/ 330681 w 1364418"/>
              <a:gd name="connsiteY93-62530" fmla="*/ 2554718 h 6858000"/>
              <a:gd name="connsiteX94-62531" fmla="*/ 310775 w 1364418"/>
              <a:gd name="connsiteY94-62532" fmla="*/ 2485734 h 6858000"/>
              <a:gd name="connsiteX95-62533" fmla="*/ 301498 w 1364418"/>
              <a:gd name="connsiteY95-62534" fmla="*/ 2447068 h 6858000"/>
              <a:gd name="connsiteX96-62535" fmla="*/ 288459 w 1364418"/>
              <a:gd name="connsiteY96-62536" fmla="*/ 2425819 h 6858000"/>
              <a:gd name="connsiteX97-62537" fmla="*/ 294458 w 1364418"/>
              <a:gd name="connsiteY97-62538" fmla="*/ 2402874 h 6858000"/>
              <a:gd name="connsiteX98-62539" fmla="*/ 297070 w 1364418"/>
              <a:gd name="connsiteY98-62540" fmla="*/ 2381443 h 6858000"/>
              <a:gd name="connsiteX99-62541" fmla="*/ 273399 w 1364418"/>
              <a:gd name="connsiteY99-62542" fmla="*/ 2261920 h 6858000"/>
              <a:gd name="connsiteX100-62543" fmla="*/ 263286 w 1364418"/>
              <a:gd name="connsiteY100-62544" fmla="*/ 2195378 h 6858000"/>
              <a:gd name="connsiteX101-62545" fmla="*/ 247503 w 1364418"/>
              <a:gd name="connsiteY101-62546" fmla="*/ 2155135 h 6858000"/>
              <a:gd name="connsiteX102-62547" fmla="*/ 244961 w 1364418"/>
              <a:gd name="connsiteY102-62548" fmla="*/ 2118008 h 6858000"/>
              <a:gd name="connsiteX103-62549" fmla="*/ 245954 w 1364418"/>
              <a:gd name="connsiteY103-62550" fmla="*/ 2050531 h 6858000"/>
              <a:gd name="connsiteX104-62551" fmla="*/ 237760 w 1364418"/>
              <a:gd name="connsiteY104-62552" fmla="*/ 1963269 h 6858000"/>
              <a:gd name="connsiteX105-62553" fmla="*/ 218938 w 1364418"/>
              <a:gd name="connsiteY105-62554" fmla="*/ 1906352 h 6858000"/>
              <a:gd name="connsiteX106-62555" fmla="*/ 195495 w 1364418"/>
              <a:gd name="connsiteY106-62556" fmla="*/ 1861531 h 6858000"/>
              <a:gd name="connsiteX107-62557" fmla="*/ 149294 w 1364418"/>
              <a:gd name="connsiteY107-62558" fmla="*/ 1732919 h 6858000"/>
              <a:gd name="connsiteX108-62559" fmla="*/ 121605 w 1364418"/>
              <a:gd name="connsiteY108-62560" fmla="*/ 1663540 h 6858000"/>
              <a:gd name="connsiteX109-62561" fmla="*/ 120731 w 1364418"/>
              <a:gd name="connsiteY109-62562" fmla="*/ 1615777 h 6858000"/>
              <a:gd name="connsiteX110-62563" fmla="*/ 101526 w 1364418"/>
              <a:gd name="connsiteY110-62564" fmla="*/ 1563678 h 6858000"/>
              <a:gd name="connsiteX111-62565" fmla="*/ 114606 w 1364418"/>
              <a:gd name="connsiteY111-62566" fmla="*/ 1519474 h 6858000"/>
              <a:gd name="connsiteX112-62567" fmla="*/ 107348 w 1364418"/>
              <a:gd name="connsiteY112-62568" fmla="*/ 1477995 h 6858000"/>
              <a:gd name="connsiteX113-62569" fmla="*/ 93433 w 1364418"/>
              <a:gd name="connsiteY113-62570" fmla="*/ 1373769 h 6858000"/>
              <a:gd name="connsiteX114-62571" fmla="*/ 101740 w 1364418"/>
              <a:gd name="connsiteY114-62572" fmla="*/ 1307086 h 6858000"/>
              <a:gd name="connsiteX115-62573" fmla="*/ 102928 w 1364418"/>
              <a:gd name="connsiteY115-62574" fmla="*/ 1189033 h 6858000"/>
              <a:gd name="connsiteX116-62575" fmla="*/ 107613 w 1364418"/>
              <a:gd name="connsiteY116-62576" fmla="*/ 1168288 h 6858000"/>
              <a:gd name="connsiteX117-62577" fmla="*/ 99895 w 1364418"/>
              <a:gd name="connsiteY117-62578" fmla="*/ 1142577 h 6858000"/>
              <a:gd name="connsiteX118-62579" fmla="*/ 89201 w 1364418"/>
              <a:gd name="connsiteY118-62580" fmla="*/ 1088484 h 6858000"/>
              <a:gd name="connsiteX119-62581" fmla="*/ 77937 w 1364418"/>
              <a:gd name="connsiteY119-62582" fmla="*/ 1016103 h 6858000"/>
              <a:gd name="connsiteX120-62583" fmla="*/ 79393 w 1364418"/>
              <a:gd name="connsiteY120-62584" fmla="*/ 932283 h 6858000"/>
              <a:gd name="connsiteX121-62585" fmla="*/ 81629 w 1364418"/>
              <a:gd name="connsiteY121-62586" fmla="*/ 915925 h 6858000"/>
              <a:gd name="connsiteX122-62587" fmla="*/ 74258 w 1364418"/>
              <a:gd name="connsiteY122-62588" fmla="*/ 896999 h 6858000"/>
              <a:gd name="connsiteX123-62589" fmla="*/ 43666 w 1364418"/>
              <a:gd name="connsiteY123-62590" fmla="*/ 821517 h 6858000"/>
              <a:gd name="connsiteX124-62591" fmla="*/ 22616 w 1364418"/>
              <a:gd name="connsiteY124-62592" fmla="*/ 751353 h 6858000"/>
              <a:gd name="connsiteX125-62593" fmla="*/ 22174 w 1364418"/>
              <a:gd name="connsiteY125-62594" fmla="*/ 721230 h 6858000"/>
              <a:gd name="connsiteX126-62595" fmla="*/ 7845 w 1364418"/>
              <a:gd name="connsiteY126-62596" fmla="*/ 681659 h 6858000"/>
              <a:gd name="connsiteX127-62597" fmla="*/ 31306 w 1364418"/>
              <a:gd name="connsiteY127-62598" fmla="*/ 619315 h 6858000"/>
              <a:gd name="connsiteX128-62599" fmla="*/ 15184 w 1364418"/>
              <a:gd name="connsiteY128-62600" fmla="*/ 585934 h 6858000"/>
              <a:gd name="connsiteX129-62601" fmla="*/ 22258 w 1364418"/>
              <a:gd name="connsiteY129-62602" fmla="*/ 538948 h 6858000"/>
              <a:gd name="connsiteX130-62603" fmla="*/ 26166 w 1364418"/>
              <a:gd name="connsiteY130-62604" fmla="*/ 525163 h 6858000"/>
              <a:gd name="connsiteX131-62605" fmla="*/ 52290 w 1364418"/>
              <a:gd name="connsiteY131-62606" fmla="*/ 446567 h 6858000"/>
              <a:gd name="connsiteX132-62607" fmla="*/ 51538 w 1364418"/>
              <a:gd name="connsiteY132-62608" fmla="*/ 393828 h 6858000"/>
              <a:gd name="connsiteX133-62609" fmla="*/ 51368 w 1364418"/>
              <a:gd name="connsiteY133-62610" fmla="*/ 353137 h 6858000"/>
              <a:gd name="connsiteX134-62611" fmla="*/ 55970 w 1364418"/>
              <a:gd name="connsiteY134-62612" fmla="*/ 321428 h 6858000"/>
              <a:gd name="connsiteX135-62613" fmla="*/ 57061 w 1364418"/>
              <a:gd name="connsiteY135-62614" fmla="*/ 275771 h 6858000"/>
              <a:gd name="connsiteX136-62615" fmla="*/ 74088 w 1364418"/>
              <a:gd name="connsiteY136-62616" fmla="*/ 212860 h 6858000"/>
              <a:gd name="connsiteX137-62617" fmla="*/ 65798 w 1364418"/>
              <a:gd name="connsiteY137-62618" fmla="*/ 144983 h 6858000"/>
              <a:gd name="connsiteX138-62619" fmla="*/ 78082 w 1364418"/>
              <a:gd name="connsiteY138-62620" fmla="*/ 55288 h 6858000"/>
              <a:gd name="connsiteX139-62621" fmla="*/ 37636 w 1364418"/>
              <a:gd name="connsiteY139-62622" fmla="*/ 0 h 6858000"/>
              <a:gd name="connsiteX0-62623" fmla="*/ 37636 w 1364418"/>
              <a:gd name="connsiteY0-62624" fmla="*/ 0 h 6858000"/>
              <a:gd name="connsiteX1-62625" fmla="*/ 1364418 w 1364418"/>
              <a:gd name="connsiteY1-62626" fmla="*/ 0 h 6858000"/>
              <a:gd name="connsiteX2-62627" fmla="*/ 1364418 w 1364418"/>
              <a:gd name="connsiteY2-62628" fmla="*/ 6858000 h 6858000"/>
              <a:gd name="connsiteX3-62629" fmla="*/ 101112 w 1364418"/>
              <a:gd name="connsiteY3-62630" fmla="*/ 6857735 h 6858000"/>
              <a:gd name="connsiteX4-62631" fmla="*/ 137705 w 1364418"/>
              <a:gd name="connsiteY4-62632" fmla="*/ 6776847 h 6858000"/>
              <a:gd name="connsiteX5-62633" fmla="*/ 149205 w 1364418"/>
              <a:gd name="connsiteY5-62634" fmla="*/ 6737706 h 6858000"/>
              <a:gd name="connsiteX6-62635" fmla="*/ 173944 w 1364418"/>
              <a:gd name="connsiteY6-62636" fmla="*/ 6691589 h 6858000"/>
              <a:gd name="connsiteX7-62637" fmla="*/ 165968 w 1364418"/>
              <a:gd name="connsiteY7-62638" fmla="*/ 6659970 h 6858000"/>
              <a:gd name="connsiteX8-62639" fmla="*/ 166592 w 1364418"/>
              <a:gd name="connsiteY8-62640" fmla="*/ 6636211 h 6858000"/>
              <a:gd name="connsiteX9-62641" fmla="*/ 184036 w 1364418"/>
              <a:gd name="connsiteY9-62642" fmla="*/ 6594177 h 6858000"/>
              <a:gd name="connsiteX10-62643" fmla="*/ 198076 w 1364418"/>
              <a:gd name="connsiteY10-62644" fmla="*/ 6557575 h 6858000"/>
              <a:gd name="connsiteX11-62645" fmla="*/ 251033 w 1364418"/>
              <a:gd name="connsiteY11-62646" fmla="*/ 6492130 h 6858000"/>
              <a:gd name="connsiteX12-62647" fmla="*/ 266720 w 1364418"/>
              <a:gd name="connsiteY12-62648" fmla="*/ 6431610 h 6858000"/>
              <a:gd name="connsiteX13-62649" fmla="*/ 310425 w 1364418"/>
              <a:gd name="connsiteY13-62650" fmla="*/ 6379786 h 6858000"/>
              <a:gd name="connsiteX14-62651" fmla="*/ 293648 w 1364418"/>
              <a:gd name="connsiteY14-62652" fmla="*/ 6334727 h 6858000"/>
              <a:gd name="connsiteX15-62653" fmla="*/ 271063 w 1364418"/>
              <a:gd name="connsiteY15-62654" fmla="*/ 6313295 h 6858000"/>
              <a:gd name="connsiteX16-62655" fmla="*/ 278227 w 1364418"/>
              <a:gd name="connsiteY16-62656" fmla="*/ 6280046 h 6858000"/>
              <a:gd name="connsiteX17-62657" fmla="*/ 260972 w 1364418"/>
              <a:gd name="connsiteY17-62658" fmla="*/ 6270265 h 6858000"/>
              <a:gd name="connsiteX18-62659" fmla="*/ 288000 w 1364418"/>
              <a:gd name="connsiteY18-62660" fmla="*/ 6252834 h 6858000"/>
              <a:gd name="connsiteX19-62661" fmla="*/ 265992 w 1364418"/>
              <a:gd name="connsiteY19-62662" fmla="*/ 6202459 h 6858000"/>
              <a:gd name="connsiteX20-62663" fmla="*/ 264790 w 1364418"/>
              <a:gd name="connsiteY20-62664" fmla="*/ 6153037 h 6858000"/>
              <a:gd name="connsiteX21-62665" fmla="*/ 280205 w 1364418"/>
              <a:gd name="connsiteY21-62666" fmla="*/ 6078132 h 6858000"/>
              <a:gd name="connsiteX22-62667" fmla="*/ 267592 w 1364418"/>
              <a:gd name="connsiteY22-62668" fmla="*/ 6028119 h 6858000"/>
              <a:gd name="connsiteX23-62669" fmla="*/ 252821 w 1364418"/>
              <a:gd name="connsiteY23-62670" fmla="*/ 5926735 h 6858000"/>
              <a:gd name="connsiteX24-62671" fmla="*/ 302333 w 1364418"/>
              <a:gd name="connsiteY24-62672" fmla="*/ 5712857 h 6858000"/>
              <a:gd name="connsiteX25-62673" fmla="*/ 332131 w 1364418"/>
              <a:gd name="connsiteY25-62674" fmla="*/ 5660491 h 6858000"/>
              <a:gd name="connsiteX26-62675" fmla="*/ 341254 w 1364418"/>
              <a:gd name="connsiteY26-62676" fmla="*/ 5563435 h 6858000"/>
              <a:gd name="connsiteX27-62677" fmla="*/ 368130 w 1364418"/>
              <a:gd name="connsiteY27-62678" fmla="*/ 5437125 h 6858000"/>
              <a:gd name="connsiteX28-62679" fmla="*/ 381698 w 1364418"/>
              <a:gd name="connsiteY28-62680" fmla="*/ 5396260 h 6858000"/>
              <a:gd name="connsiteX29-62681" fmla="*/ 397679 w 1364418"/>
              <a:gd name="connsiteY29-62682" fmla="*/ 5330009 h 6858000"/>
              <a:gd name="connsiteX30-62683" fmla="*/ 431172 w 1364418"/>
              <a:gd name="connsiteY30-62684" fmla="*/ 5273739 h 6858000"/>
              <a:gd name="connsiteX31-62685" fmla="*/ 440771 w 1364418"/>
              <a:gd name="connsiteY31-62686" fmla="*/ 5241779 h 6858000"/>
              <a:gd name="connsiteX32-62687" fmla="*/ 451997 w 1364418"/>
              <a:gd name="connsiteY32-62688" fmla="*/ 5225268 h 6858000"/>
              <a:gd name="connsiteX33-62689" fmla="*/ 453017 w 1364418"/>
              <a:gd name="connsiteY33-62690" fmla="*/ 5217684 h 6858000"/>
              <a:gd name="connsiteX34-62691" fmla="*/ 460358 w 1364418"/>
              <a:gd name="connsiteY34-62692" fmla="*/ 5193377 h 6858000"/>
              <a:gd name="connsiteX35-62693" fmla="*/ 463661 w 1364418"/>
              <a:gd name="connsiteY35-62694" fmla="*/ 5179288 h 6858000"/>
              <a:gd name="connsiteX36-62695" fmla="*/ 464645 w 1364418"/>
              <a:gd name="connsiteY36-62696" fmla="*/ 5173621 h 6858000"/>
              <a:gd name="connsiteX37-62697" fmla="*/ 460279 w 1364418"/>
              <a:gd name="connsiteY37-62698" fmla="*/ 5159961 h 6858000"/>
              <a:gd name="connsiteX38-62699" fmla="*/ 466956 w 1364418"/>
              <a:gd name="connsiteY38-62700" fmla="*/ 5144295 h 6858000"/>
              <a:gd name="connsiteX39-62701" fmla="*/ 463889 w 1364418"/>
              <a:gd name="connsiteY39-62702" fmla="*/ 5125185 h 6858000"/>
              <a:gd name="connsiteX40-62703" fmla="*/ 470719 w 1364418"/>
              <a:gd name="connsiteY40-62704" fmla="*/ 5121884 h 6858000"/>
              <a:gd name="connsiteX41-62705" fmla="*/ 477755 w 1364418"/>
              <a:gd name="connsiteY41-62706" fmla="*/ 5067850 h 6858000"/>
              <a:gd name="connsiteX42-62707" fmla="*/ 480486 w 1364418"/>
              <a:gd name="connsiteY42-62708" fmla="*/ 5060861 h 6858000"/>
              <a:gd name="connsiteX43-62709" fmla="*/ 477190 w 1364418"/>
              <a:gd name="connsiteY43-62710" fmla="*/ 5034192 h 6858000"/>
              <a:gd name="connsiteX44-62711" fmla="*/ 478744 w 1364418"/>
              <a:gd name="connsiteY44-62712" fmla="*/ 4993030 h 6858000"/>
              <a:gd name="connsiteX45-62713" fmla="*/ 485653 w 1364418"/>
              <a:gd name="connsiteY45-62714" fmla="*/ 4946844 h 6858000"/>
              <a:gd name="connsiteX46-62715" fmla="*/ 481509 w 1364418"/>
              <a:gd name="connsiteY46-62716" fmla="*/ 4932692 h 6858000"/>
              <a:gd name="connsiteX47-62717" fmla="*/ 496912 w 1364418"/>
              <a:gd name="connsiteY47-62718" fmla="*/ 4858827 h 6858000"/>
              <a:gd name="connsiteX48-62719" fmla="*/ 502815 w 1364418"/>
              <a:gd name="connsiteY48-62720" fmla="*/ 4821170 h 6858000"/>
              <a:gd name="connsiteX49-62721" fmla="*/ 507548 w 1364418"/>
              <a:gd name="connsiteY49-62722" fmla="*/ 4780965 h 6858000"/>
              <a:gd name="connsiteX50-62723" fmla="*/ 508841 w 1364418"/>
              <a:gd name="connsiteY50-62724" fmla="*/ 4750867 h 6858000"/>
              <a:gd name="connsiteX51-62725" fmla="*/ 506648 w 1364418"/>
              <a:gd name="connsiteY51-62726" fmla="*/ 4690749 h 6858000"/>
              <a:gd name="connsiteX52-62727" fmla="*/ 502128 w 1364418"/>
              <a:gd name="connsiteY52-62728" fmla="*/ 4584173 h 6858000"/>
              <a:gd name="connsiteX53-62729" fmla="*/ 497211 w 1364418"/>
              <a:gd name="connsiteY53-62730" fmla="*/ 4444346 h 6858000"/>
              <a:gd name="connsiteX54-62731" fmla="*/ 493776 w 1364418"/>
              <a:gd name="connsiteY54-62732" fmla="*/ 4375228 h 6858000"/>
              <a:gd name="connsiteX55-62733" fmla="*/ 474429 w 1364418"/>
              <a:gd name="connsiteY55-62734" fmla="*/ 4214165 h 6858000"/>
              <a:gd name="connsiteX56-62735" fmla="*/ 478502 w 1364418"/>
              <a:gd name="connsiteY56-62736" fmla="*/ 4090296 h 6858000"/>
              <a:gd name="connsiteX57-62737" fmla="*/ 463758 w 1364418"/>
              <a:gd name="connsiteY57-62738" fmla="*/ 4033999 h 6858000"/>
              <a:gd name="connsiteX58-62739" fmla="*/ 464907 w 1364418"/>
              <a:gd name="connsiteY58-62740" fmla="*/ 4031933 h 6858000"/>
              <a:gd name="connsiteX59-62741" fmla="*/ 463483 w 1364418"/>
              <a:gd name="connsiteY59-62742" fmla="*/ 4013953 h 6858000"/>
              <a:gd name="connsiteX60-62743" fmla="*/ 449778 w 1364418"/>
              <a:gd name="connsiteY60-62744" fmla="*/ 3974753 h 6858000"/>
              <a:gd name="connsiteX61-62745" fmla="*/ 451376 w 1364418"/>
              <a:gd name="connsiteY61-62746" fmla="*/ 3969950 h 6858000"/>
              <a:gd name="connsiteX62-62747" fmla="*/ 444798 w 1364418"/>
              <a:gd name="connsiteY62-62748" fmla="*/ 3933779 h 6858000"/>
              <a:gd name="connsiteX63-62749" fmla="*/ 446129 w 1364418"/>
              <a:gd name="connsiteY63-62750" fmla="*/ 3933093 h 6858000"/>
              <a:gd name="connsiteX64-62751" fmla="*/ 450483 w 1364418"/>
              <a:gd name="connsiteY64-62752" fmla="*/ 3922082 h 6858000"/>
              <a:gd name="connsiteX65-62753" fmla="*/ 455561 w 1364418"/>
              <a:gd name="connsiteY65-62754" fmla="*/ 3901461 h 6858000"/>
              <a:gd name="connsiteX66-62755" fmla="*/ 478155 w 1364418"/>
              <a:gd name="connsiteY66-62756" fmla="*/ 3813873 h 6858000"/>
              <a:gd name="connsiteX67-62757" fmla="*/ 477580 w 1364418"/>
              <a:gd name="connsiteY67-62758" fmla="*/ 3806161 h 6858000"/>
              <a:gd name="connsiteX68-62759" fmla="*/ 477887 w 1364418"/>
              <a:gd name="connsiteY68-62760" fmla="*/ 3805957 h 6858000"/>
              <a:gd name="connsiteX69-62761" fmla="*/ 477914 w 1364418"/>
              <a:gd name="connsiteY69-62762" fmla="*/ 3797724 h 6858000"/>
              <a:gd name="connsiteX70-62763" fmla="*/ 476529 w 1364418"/>
              <a:gd name="connsiteY70-62764" fmla="*/ 3792098 h 6858000"/>
              <a:gd name="connsiteX71-62765" fmla="*/ 475413 w 1364418"/>
              <a:gd name="connsiteY71-62766" fmla="*/ 3777135 h 6858000"/>
              <a:gd name="connsiteX72-62767" fmla="*/ 477146 w 1364418"/>
              <a:gd name="connsiteY72-62768" fmla="*/ 3771656 h 6858000"/>
              <a:gd name="connsiteX73-62769" fmla="*/ 480889 w 1364418"/>
              <a:gd name="connsiteY73-62770" fmla="*/ 3769007 h 6858000"/>
              <a:gd name="connsiteX74-62771" fmla="*/ 480355 w 1364418"/>
              <a:gd name="connsiteY74-62772" fmla="*/ 3767709 h 6858000"/>
              <a:gd name="connsiteX75-62773" fmla="*/ 489051 w 1364418"/>
              <a:gd name="connsiteY75-62774" fmla="*/ 3738082 h 6858000"/>
              <a:gd name="connsiteX76-62775" fmla="*/ 496397 w 1364418"/>
              <a:gd name="connsiteY76-62776" fmla="*/ 3673397 h 6858000"/>
              <a:gd name="connsiteX77-62777" fmla="*/ 495693 w 1364418"/>
              <a:gd name="connsiteY77-62778" fmla="*/ 3637109 h 6858000"/>
              <a:gd name="connsiteX78-62779" fmla="*/ 499136 w 1364418"/>
              <a:gd name="connsiteY78-62780" fmla="*/ 3536883 h 6858000"/>
              <a:gd name="connsiteX79-62781" fmla="*/ 506674 w 1364418"/>
              <a:gd name="connsiteY79-62782" fmla="*/ 3435652 h 6858000"/>
              <a:gd name="connsiteX80-62783" fmla="*/ 508345 w 1364418"/>
              <a:gd name="connsiteY80-62784" fmla="*/ 3307769 h 6858000"/>
              <a:gd name="connsiteX81-62785" fmla="*/ 525908 w 1364418"/>
              <a:gd name="connsiteY81-62786" fmla="*/ 3250522 h 6858000"/>
              <a:gd name="connsiteX82-62787" fmla="*/ 526333 w 1364418"/>
              <a:gd name="connsiteY82-62788" fmla="*/ 3229163 h 6858000"/>
              <a:gd name="connsiteX83-62789" fmla="*/ 528156 w 1364418"/>
              <a:gd name="connsiteY83-62790" fmla="*/ 3217217 h 6858000"/>
              <a:gd name="connsiteX84-62791" fmla="*/ 514991 w 1364418"/>
              <a:gd name="connsiteY84-62792" fmla="*/ 3183755 h 6858000"/>
              <a:gd name="connsiteX85-62793" fmla="*/ 515492 w 1364418"/>
              <a:gd name="connsiteY85-62794" fmla="*/ 3178642 h 6858000"/>
              <a:gd name="connsiteX86-62795" fmla="*/ 503092 w 1364418"/>
              <a:gd name="connsiteY86-62796" fmla="*/ 3158586 h 6858000"/>
              <a:gd name="connsiteX87-62797" fmla="*/ 488277 w 1364418"/>
              <a:gd name="connsiteY87-62798" fmla="*/ 3129034 h 6858000"/>
              <a:gd name="connsiteX88-62799" fmla="*/ 488942 w 1364418"/>
              <a:gd name="connsiteY88-62800" fmla="*/ 3126682 h 6858000"/>
              <a:gd name="connsiteX89-62801" fmla="*/ 479810 w 1364418"/>
              <a:gd name="connsiteY89-62802" fmla="*/ 3114519 h 6858000"/>
              <a:gd name="connsiteX90-62803" fmla="*/ 466419 w 1364418"/>
              <a:gd name="connsiteY90-62804" fmla="*/ 3106272 h 6858000"/>
              <a:gd name="connsiteX91-62805" fmla="*/ 439149 w 1364418"/>
              <a:gd name="connsiteY91-62806" fmla="*/ 2958185 h 6858000"/>
              <a:gd name="connsiteX92-62807" fmla="*/ 381763 w 1364418"/>
              <a:gd name="connsiteY92-62808" fmla="*/ 2762989 h 6858000"/>
              <a:gd name="connsiteX93-62809" fmla="*/ 330681 w 1364418"/>
              <a:gd name="connsiteY93-62810" fmla="*/ 2554718 h 6858000"/>
              <a:gd name="connsiteX94-62811" fmla="*/ 310775 w 1364418"/>
              <a:gd name="connsiteY94-62812" fmla="*/ 2485734 h 6858000"/>
              <a:gd name="connsiteX95-62813" fmla="*/ 301498 w 1364418"/>
              <a:gd name="connsiteY95-62814" fmla="*/ 2447068 h 6858000"/>
              <a:gd name="connsiteX96-62815" fmla="*/ 288459 w 1364418"/>
              <a:gd name="connsiteY96-62816" fmla="*/ 2425819 h 6858000"/>
              <a:gd name="connsiteX97-62817" fmla="*/ 294458 w 1364418"/>
              <a:gd name="connsiteY97-62818" fmla="*/ 2402874 h 6858000"/>
              <a:gd name="connsiteX98-62819" fmla="*/ 297070 w 1364418"/>
              <a:gd name="connsiteY98-62820" fmla="*/ 2381443 h 6858000"/>
              <a:gd name="connsiteX99-62821" fmla="*/ 273399 w 1364418"/>
              <a:gd name="connsiteY99-62822" fmla="*/ 2261920 h 6858000"/>
              <a:gd name="connsiteX100-62823" fmla="*/ 263286 w 1364418"/>
              <a:gd name="connsiteY100-62824" fmla="*/ 2195378 h 6858000"/>
              <a:gd name="connsiteX101-62825" fmla="*/ 247503 w 1364418"/>
              <a:gd name="connsiteY101-62826" fmla="*/ 2155135 h 6858000"/>
              <a:gd name="connsiteX102-62827" fmla="*/ 244961 w 1364418"/>
              <a:gd name="connsiteY102-62828" fmla="*/ 2118008 h 6858000"/>
              <a:gd name="connsiteX103-62829" fmla="*/ 245954 w 1364418"/>
              <a:gd name="connsiteY103-62830" fmla="*/ 2050531 h 6858000"/>
              <a:gd name="connsiteX104-62831" fmla="*/ 237760 w 1364418"/>
              <a:gd name="connsiteY104-62832" fmla="*/ 1963269 h 6858000"/>
              <a:gd name="connsiteX105-62833" fmla="*/ 218938 w 1364418"/>
              <a:gd name="connsiteY105-62834" fmla="*/ 1906352 h 6858000"/>
              <a:gd name="connsiteX106-62835" fmla="*/ 195495 w 1364418"/>
              <a:gd name="connsiteY106-62836" fmla="*/ 1861531 h 6858000"/>
              <a:gd name="connsiteX107-62837" fmla="*/ 149294 w 1364418"/>
              <a:gd name="connsiteY107-62838" fmla="*/ 1732919 h 6858000"/>
              <a:gd name="connsiteX108-62839" fmla="*/ 121605 w 1364418"/>
              <a:gd name="connsiteY108-62840" fmla="*/ 1663540 h 6858000"/>
              <a:gd name="connsiteX109-62841" fmla="*/ 120731 w 1364418"/>
              <a:gd name="connsiteY109-62842" fmla="*/ 1615777 h 6858000"/>
              <a:gd name="connsiteX110-62843" fmla="*/ 101526 w 1364418"/>
              <a:gd name="connsiteY110-62844" fmla="*/ 1563678 h 6858000"/>
              <a:gd name="connsiteX111-62845" fmla="*/ 114606 w 1364418"/>
              <a:gd name="connsiteY111-62846" fmla="*/ 1519474 h 6858000"/>
              <a:gd name="connsiteX112-62847" fmla="*/ 107348 w 1364418"/>
              <a:gd name="connsiteY112-62848" fmla="*/ 1477995 h 6858000"/>
              <a:gd name="connsiteX113-62849" fmla="*/ 93433 w 1364418"/>
              <a:gd name="connsiteY113-62850" fmla="*/ 1373769 h 6858000"/>
              <a:gd name="connsiteX114-62851" fmla="*/ 101740 w 1364418"/>
              <a:gd name="connsiteY114-62852" fmla="*/ 1307086 h 6858000"/>
              <a:gd name="connsiteX115-62853" fmla="*/ 102928 w 1364418"/>
              <a:gd name="connsiteY115-62854" fmla="*/ 1189033 h 6858000"/>
              <a:gd name="connsiteX116-62855" fmla="*/ 107613 w 1364418"/>
              <a:gd name="connsiteY116-62856" fmla="*/ 1168288 h 6858000"/>
              <a:gd name="connsiteX117-62857" fmla="*/ 99895 w 1364418"/>
              <a:gd name="connsiteY117-62858" fmla="*/ 1142577 h 6858000"/>
              <a:gd name="connsiteX118-62859" fmla="*/ 89201 w 1364418"/>
              <a:gd name="connsiteY118-62860" fmla="*/ 1088484 h 6858000"/>
              <a:gd name="connsiteX119-62861" fmla="*/ 77937 w 1364418"/>
              <a:gd name="connsiteY119-62862" fmla="*/ 1016103 h 6858000"/>
              <a:gd name="connsiteX120-62863" fmla="*/ 79393 w 1364418"/>
              <a:gd name="connsiteY120-62864" fmla="*/ 932283 h 6858000"/>
              <a:gd name="connsiteX121-62865" fmla="*/ 81629 w 1364418"/>
              <a:gd name="connsiteY121-62866" fmla="*/ 915925 h 6858000"/>
              <a:gd name="connsiteX122-62867" fmla="*/ 74258 w 1364418"/>
              <a:gd name="connsiteY122-62868" fmla="*/ 896999 h 6858000"/>
              <a:gd name="connsiteX123-62869" fmla="*/ 43666 w 1364418"/>
              <a:gd name="connsiteY123-62870" fmla="*/ 821517 h 6858000"/>
              <a:gd name="connsiteX124-62871" fmla="*/ 22616 w 1364418"/>
              <a:gd name="connsiteY124-62872" fmla="*/ 751353 h 6858000"/>
              <a:gd name="connsiteX125-62873" fmla="*/ 22174 w 1364418"/>
              <a:gd name="connsiteY125-62874" fmla="*/ 721230 h 6858000"/>
              <a:gd name="connsiteX126-62875" fmla="*/ 7845 w 1364418"/>
              <a:gd name="connsiteY126-62876" fmla="*/ 681659 h 6858000"/>
              <a:gd name="connsiteX127-62877" fmla="*/ 31306 w 1364418"/>
              <a:gd name="connsiteY127-62878" fmla="*/ 619315 h 6858000"/>
              <a:gd name="connsiteX128-62879" fmla="*/ 15184 w 1364418"/>
              <a:gd name="connsiteY128-62880" fmla="*/ 585934 h 6858000"/>
              <a:gd name="connsiteX129-62881" fmla="*/ 22258 w 1364418"/>
              <a:gd name="connsiteY129-62882" fmla="*/ 538948 h 6858000"/>
              <a:gd name="connsiteX130-62883" fmla="*/ 26166 w 1364418"/>
              <a:gd name="connsiteY130-62884" fmla="*/ 525163 h 6858000"/>
              <a:gd name="connsiteX131-62885" fmla="*/ 52290 w 1364418"/>
              <a:gd name="connsiteY131-62886" fmla="*/ 446567 h 6858000"/>
              <a:gd name="connsiteX132-62887" fmla="*/ 51538 w 1364418"/>
              <a:gd name="connsiteY132-62888" fmla="*/ 393828 h 6858000"/>
              <a:gd name="connsiteX133-62889" fmla="*/ 51368 w 1364418"/>
              <a:gd name="connsiteY133-62890" fmla="*/ 353137 h 6858000"/>
              <a:gd name="connsiteX134-62891" fmla="*/ 55970 w 1364418"/>
              <a:gd name="connsiteY134-62892" fmla="*/ 321428 h 6858000"/>
              <a:gd name="connsiteX135-62893" fmla="*/ 57061 w 1364418"/>
              <a:gd name="connsiteY135-62894" fmla="*/ 275771 h 6858000"/>
              <a:gd name="connsiteX136-62895" fmla="*/ 74088 w 1364418"/>
              <a:gd name="connsiteY136-62896" fmla="*/ 212860 h 6858000"/>
              <a:gd name="connsiteX137-62897" fmla="*/ 65798 w 1364418"/>
              <a:gd name="connsiteY137-62898" fmla="*/ 144983 h 6858000"/>
              <a:gd name="connsiteX138-62899" fmla="*/ 78082 w 1364418"/>
              <a:gd name="connsiteY138-62900" fmla="*/ 55288 h 6858000"/>
              <a:gd name="connsiteX139-62901" fmla="*/ 37636 w 1364418"/>
              <a:gd name="connsiteY139-62902" fmla="*/ 0 h 6858000"/>
              <a:gd name="connsiteX0-62903" fmla="*/ 37636 w 1364418"/>
              <a:gd name="connsiteY0-62904" fmla="*/ 0 h 6858000"/>
              <a:gd name="connsiteX1-62905" fmla="*/ 1364418 w 1364418"/>
              <a:gd name="connsiteY1-62906" fmla="*/ 0 h 6858000"/>
              <a:gd name="connsiteX2-62907" fmla="*/ 1364418 w 1364418"/>
              <a:gd name="connsiteY2-62908" fmla="*/ 6858000 h 6858000"/>
              <a:gd name="connsiteX3-62909" fmla="*/ 101112 w 1364418"/>
              <a:gd name="connsiteY3-62910" fmla="*/ 6857735 h 6858000"/>
              <a:gd name="connsiteX4-62911" fmla="*/ 137705 w 1364418"/>
              <a:gd name="connsiteY4-62912" fmla="*/ 6776847 h 6858000"/>
              <a:gd name="connsiteX5-62913" fmla="*/ 149205 w 1364418"/>
              <a:gd name="connsiteY5-62914" fmla="*/ 6737706 h 6858000"/>
              <a:gd name="connsiteX6-62915" fmla="*/ 173944 w 1364418"/>
              <a:gd name="connsiteY6-62916" fmla="*/ 6691589 h 6858000"/>
              <a:gd name="connsiteX7-62917" fmla="*/ 165968 w 1364418"/>
              <a:gd name="connsiteY7-62918" fmla="*/ 6659970 h 6858000"/>
              <a:gd name="connsiteX8-62919" fmla="*/ 166592 w 1364418"/>
              <a:gd name="connsiteY8-62920" fmla="*/ 6636211 h 6858000"/>
              <a:gd name="connsiteX9-62921" fmla="*/ 184036 w 1364418"/>
              <a:gd name="connsiteY9-62922" fmla="*/ 6594177 h 6858000"/>
              <a:gd name="connsiteX10-62923" fmla="*/ 198076 w 1364418"/>
              <a:gd name="connsiteY10-62924" fmla="*/ 6557575 h 6858000"/>
              <a:gd name="connsiteX11-62925" fmla="*/ 251033 w 1364418"/>
              <a:gd name="connsiteY11-62926" fmla="*/ 6492130 h 6858000"/>
              <a:gd name="connsiteX12-62927" fmla="*/ 266720 w 1364418"/>
              <a:gd name="connsiteY12-62928" fmla="*/ 6431610 h 6858000"/>
              <a:gd name="connsiteX13-62929" fmla="*/ 310425 w 1364418"/>
              <a:gd name="connsiteY13-62930" fmla="*/ 6379786 h 6858000"/>
              <a:gd name="connsiteX14-62931" fmla="*/ 293648 w 1364418"/>
              <a:gd name="connsiteY14-62932" fmla="*/ 6334727 h 6858000"/>
              <a:gd name="connsiteX15-62933" fmla="*/ 271063 w 1364418"/>
              <a:gd name="connsiteY15-62934" fmla="*/ 6313295 h 6858000"/>
              <a:gd name="connsiteX16-62935" fmla="*/ 278227 w 1364418"/>
              <a:gd name="connsiteY16-62936" fmla="*/ 6280046 h 6858000"/>
              <a:gd name="connsiteX17-62937" fmla="*/ 281226 w 1364418"/>
              <a:gd name="connsiteY17-62938" fmla="*/ 6272987 h 6858000"/>
              <a:gd name="connsiteX18-62939" fmla="*/ 288000 w 1364418"/>
              <a:gd name="connsiteY18-62940" fmla="*/ 6252834 h 6858000"/>
              <a:gd name="connsiteX19-62941" fmla="*/ 265992 w 1364418"/>
              <a:gd name="connsiteY19-62942" fmla="*/ 6202459 h 6858000"/>
              <a:gd name="connsiteX20-62943" fmla="*/ 264790 w 1364418"/>
              <a:gd name="connsiteY20-62944" fmla="*/ 6153037 h 6858000"/>
              <a:gd name="connsiteX21-62945" fmla="*/ 280205 w 1364418"/>
              <a:gd name="connsiteY21-62946" fmla="*/ 6078132 h 6858000"/>
              <a:gd name="connsiteX22-62947" fmla="*/ 267592 w 1364418"/>
              <a:gd name="connsiteY22-62948" fmla="*/ 6028119 h 6858000"/>
              <a:gd name="connsiteX23-62949" fmla="*/ 252821 w 1364418"/>
              <a:gd name="connsiteY23-62950" fmla="*/ 5926735 h 6858000"/>
              <a:gd name="connsiteX24-62951" fmla="*/ 302333 w 1364418"/>
              <a:gd name="connsiteY24-62952" fmla="*/ 5712857 h 6858000"/>
              <a:gd name="connsiteX25-62953" fmla="*/ 332131 w 1364418"/>
              <a:gd name="connsiteY25-62954" fmla="*/ 5660491 h 6858000"/>
              <a:gd name="connsiteX26-62955" fmla="*/ 341254 w 1364418"/>
              <a:gd name="connsiteY26-62956" fmla="*/ 5563435 h 6858000"/>
              <a:gd name="connsiteX27-62957" fmla="*/ 368130 w 1364418"/>
              <a:gd name="connsiteY27-62958" fmla="*/ 5437125 h 6858000"/>
              <a:gd name="connsiteX28-62959" fmla="*/ 381698 w 1364418"/>
              <a:gd name="connsiteY28-62960" fmla="*/ 5396260 h 6858000"/>
              <a:gd name="connsiteX29-62961" fmla="*/ 397679 w 1364418"/>
              <a:gd name="connsiteY29-62962" fmla="*/ 5330009 h 6858000"/>
              <a:gd name="connsiteX30-62963" fmla="*/ 431172 w 1364418"/>
              <a:gd name="connsiteY30-62964" fmla="*/ 5273739 h 6858000"/>
              <a:gd name="connsiteX31-62965" fmla="*/ 440771 w 1364418"/>
              <a:gd name="connsiteY31-62966" fmla="*/ 5241779 h 6858000"/>
              <a:gd name="connsiteX32-62967" fmla="*/ 451997 w 1364418"/>
              <a:gd name="connsiteY32-62968" fmla="*/ 5225268 h 6858000"/>
              <a:gd name="connsiteX33-62969" fmla="*/ 453017 w 1364418"/>
              <a:gd name="connsiteY33-62970" fmla="*/ 5217684 h 6858000"/>
              <a:gd name="connsiteX34-62971" fmla="*/ 460358 w 1364418"/>
              <a:gd name="connsiteY34-62972" fmla="*/ 5193377 h 6858000"/>
              <a:gd name="connsiteX35-62973" fmla="*/ 463661 w 1364418"/>
              <a:gd name="connsiteY35-62974" fmla="*/ 5179288 h 6858000"/>
              <a:gd name="connsiteX36-62975" fmla="*/ 464645 w 1364418"/>
              <a:gd name="connsiteY36-62976" fmla="*/ 5173621 h 6858000"/>
              <a:gd name="connsiteX37-62977" fmla="*/ 460279 w 1364418"/>
              <a:gd name="connsiteY37-62978" fmla="*/ 5159961 h 6858000"/>
              <a:gd name="connsiteX38-62979" fmla="*/ 466956 w 1364418"/>
              <a:gd name="connsiteY38-62980" fmla="*/ 5144295 h 6858000"/>
              <a:gd name="connsiteX39-62981" fmla="*/ 463889 w 1364418"/>
              <a:gd name="connsiteY39-62982" fmla="*/ 5125185 h 6858000"/>
              <a:gd name="connsiteX40-62983" fmla="*/ 470719 w 1364418"/>
              <a:gd name="connsiteY40-62984" fmla="*/ 5121884 h 6858000"/>
              <a:gd name="connsiteX41-62985" fmla="*/ 477755 w 1364418"/>
              <a:gd name="connsiteY41-62986" fmla="*/ 5067850 h 6858000"/>
              <a:gd name="connsiteX42-62987" fmla="*/ 480486 w 1364418"/>
              <a:gd name="connsiteY42-62988" fmla="*/ 5060861 h 6858000"/>
              <a:gd name="connsiteX43-62989" fmla="*/ 477190 w 1364418"/>
              <a:gd name="connsiteY43-62990" fmla="*/ 5034192 h 6858000"/>
              <a:gd name="connsiteX44-62991" fmla="*/ 478744 w 1364418"/>
              <a:gd name="connsiteY44-62992" fmla="*/ 4993030 h 6858000"/>
              <a:gd name="connsiteX45-62993" fmla="*/ 485653 w 1364418"/>
              <a:gd name="connsiteY45-62994" fmla="*/ 4946844 h 6858000"/>
              <a:gd name="connsiteX46-62995" fmla="*/ 481509 w 1364418"/>
              <a:gd name="connsiteY46-62996" fmla="*/ 4932692 h 6858000"/>
              <a:gd name="connsiteX47-62997" fmla="*/ 496912 w 1364418"/>
              <a:gd name="connsiteY47-62998" fmla="*/ 4858827 h 6858000"/>
              <a:gd name="connsiteX48-62999" fmla="*/ 502815 w 1364418"/>
              <a:gd name="connsiteY48-63000" fmla="*/ 4821170 h 6858000"/>
              <a:gd name="connsiteX49-63001" fmla="*/ 507548 w 1364418"/>
              <a:gd name="connsiteY49-63002" fmla="*/ 4780965 h 6858000"/>
              <a:gd name="connsiteX50-63003" fmla="*/ 508841 w 1364418"/>
              <a:gd name="connsiteY50-63004" fmla="*/ 4750867 h 6858000"/>
              <a:gd name="connsiteX51-63005" fmla="*/ 506648 w 1364418"/>
              <a:gd name="connsiteY51-63006" fmla="*/ 4690749 h 6858000"/>
              <a:gd name="connsiteX52-63007" fmla="*/ 502128 w 1364418"/>
              <a:gd name="connsiteY52-63008" fmla="*/ 4584173 h 6858000"/>
              <a:gd name="connsiteX53-63009" fmla="*/ 497211 w 1364418"/>
              <a:gd name="connsiteY53-63010" fmla="*/ 4444346 h 6858000"/>
              <a:gd name="connsiteX54-63011" fmla="*/ 493776 w 1364418"/>
              <a:gd name="connsiteY54-63012" fmla="*/ 4375228 h 6858000"/>
              <a:gd name="connsiteX55-63013" fmla="*/ 474429 w 1364418"/>
              <a:gd name="connsiteY55-63014" fmla="*/ 4214165 h 6858000"/>
              <a:gd name="connsiteX56-63015" fmla="*/ 478502 w 1364418"/>
              <a:gd name="connsiteY56-63016" fmla="*/ 4090296 h 6858000"/>
              <a:gd name="connsiteX57-63017" fmla="*/ 463758 w 1364418"/>
              <a:gd name="connsiteY57-63018" fmla="*/ 4033999 h 6858000"/>
              <a:gd name="connsiteX58-63019" fmla="*/ 464907 w 1364418"/>
              <a:gd name="connsiteY58-63020" fmla="*/ 4031933 h 6858000"/>
              <a:gd name="connsiteX59-63021" fmla="*/ 463483 w 1364418"/>
              <a:gd name="connsiteY59-63022" fmla="*/ 4013953 h 6858000"/>
              <a:gd name="connsiteX60-63023" fmla="*/ 449778 w 1364418"/>
              <a:gd name="connsiteY60-63024" fmla="*/ 3974753 h 6858000"/>
              <a:gd name="connsiteX61-63025" fmla="*/ 451376 w 1364418"/>
              <a:gd name="connsiteY61-63026" fmla="*/ 3969950 h 6858000"/>
              <a:gd name="connsiteX62-63027" fmla="*/ 444798 w 1364418"/>
              <a:gd name="connsiteY62-63028" fmla="*/ 3933779 h 6858000"/>
              <a:gd name="connsiteX63-63029" fmla="*/ 446129 w 1364418"/>
              <a:gd name="connsiteY63-63030" fmla="*/ 3933093 h 6858000"/>
              <a:gd name="connsiteX64-63031" fmla="*/ 450483 w 1364418"/>
              <a:gd name="connsiteY64-63032" fmla="*/ 3922082 h 6858000"/>
              <a:gd name="connsiteX65-63033" fmla="*/ 455561 w 1364418"/>
              <a:gd name="connsiteY65-63034" fmla="*/ 3901461 h 6858000"/>
              <a:gd name="connsiteX66-63035" fmla="*/ 478155 w 1364418"/>
              <a:gd name="connsiteY66-63036" fmla="*/ 3813873 h 6858000"/>
              <a:gd name="connsiteX67-63037" fmla="*/ 477580 w 1364418"/>
              <a:gd name="connsiteY67-63038" fmla="*/ 3806161 h 6858000"/>
              <a:gd name="connsiteX68-63039" fmla="*/ 477887 w 1364418"/>
              <a:gd name="connsiteY68-63040" fmla="*/ 3805957 h 6858000"/>
              <a:gd name="connsiteX69-63041" fmla="*/ 477914 w 1364418"/>
              <a:gd name="connsiteY69-63042" fmla="*/ 3797724 h 6858000"/>
              <a:gd name="connsiteX70-63043" fmla="*/ 476529 w 1364418"/>
              <a:gd name="connsiteY70-63044" fmla="*/ 3792098 h 6858000"/>
              <a:gd name="connsiteX71-63045" fmla="*/ 475413 w 1364418"/>
              <a:gd name="connsiteY71-63046" fmla="*/ 3777135 h 6858000"/>
              <a:gd name="connsiteX72-63047" fmla="*/ 477146 w 1364418"/>
              <a:gd name="connsiteY72-63048" fmla="*/ 3771656 h 6858000"/>
              <a:gd name="connsiteX73-63049" fmla="*/ 480889 w 1364418"/>
              <a:gd name="connsiteY73-63050" fmla="*/ 3769007 h 6858000"/>
              <a:gd name="connsiteX74-63051" fmla="*/ 480355 w 1364418"/>
              <a:gd name="connsiteY74-63052" fmla="*/ 3767709 h 6858000"/>
              <a:gd name="connsiteX75-63053" fmla="*/ 489051 w 1364418"/>
              <a:gd name="connsiteY75-63054" fmla="*/ 3738082 h 6858000"/>
              <a:gd name="connsiteX76-63055" fmla="*/ 496397 w 1364418"/>
              <a:gd name="connsiteY76-63056" fmla="*/ 3673397 h 6858000"/>
              <a:gd name="connsiteX77-63057" fmla="*/ 495693 w 1364418"/>
              <a:gd name="connsiteY77-63058" fmla="*/ 3637109 h 6858000"/>
              <a:gd name="connsiteX78-63059" fmla="*/ 499136 w 1364418"/>
              <a:gd name="connsiteY78-63060" fmla="*/ 3536883 h 6858000"/>
              <a:gd name="connsiteX79-63061" fmla="*/ 506674 w 1364418"/>
              <a:gd name="connsiteY79-63062" fmla="*/ 3435652 h 6858000"/>
              <a:gd name="connsiteX80-63063" fmla="*/ 508345 w 1364418"/>
              <a:gd name="connsiteY80-63064" fmla="*/ 3307769 h 6858000"/>
              <a:gd name="connsiteX81-63065" fmla="*/ 525908 w 1364418"/>
              <a:gd name="connsiteY81-63066" fmla="*/ 3250522 h 6858000"/>
              <a:gd name="connsiteX82-63067" fmla="*/ 526333 w 1364418"/>
              <a:gd name="connsiteY82-63068" fmla="*/ 3229163 h 6858000"/>
              <a:gd name="connsiteX83-63069" fmla="*/ 528156 w 1364418"/>
              <a:gd name="connsiteY83-63070" fmla="*/ 3217217 h 6858000"/>
              <a:gd name="connsiteX84-63071" fmla="*/ 514991 w 1364418"/>
              <a:gd name="connsiteY84-63072" fmla="*/ 3183755 h 6858000"/>
              <a:gd name="connsiteX85-63073" fmla="*/ 515492 w 1364418"/>
              <a:gd name="connsiteY85-63074" fmla="*/ 3178642 h 6858000"/>
              <a:gd name="connsiteX86-63075" fmla="*/ 503092 w 1364418"/>
              <a:gd name="connsiteY86-63076" fmla="*/ 3158586 h 6858000"/>
              <a:gd name="connsiteX87-63077" fmla="*/ 488277 w 1364418"/>
              <a:gd name="connsiteY87-63078" fmla="*/ 3129034 h 6858000"/>
              <a:gd name="connsiteX88-63079" fmla="*/ 488942 w 1364418"/>
              <a:gd name="connsiteY88-63080" fmla="*/ 3126682 h 6858000"/>
              <a:gd name="connsiteX89-63081" fmla="*/ 479810 w 1364418"/>
              <a:gd name="connsiteY89-63082" fmla="*/ 3114519 h 6858000"/>
              <a:gd name="connsiteX90-63083" fmla="*/ 466419 w 1364418"/>
              <a:gd name="connsiteY90-63084" fmla="*/ 3106272 h 6858000"/>
              <a:gd name="connsiteX91-63085" fmla="*/ 439149 w 1364418"/>
              <a:gd name="connsiteY91-63086" fmla="*/ 2958185 h 6858000"/>
              <a:gd name="connsiteX92-63087" fmla="*/ 381763 w 1364418"/>
              <a:gd name="connsiteY92-63088" fmla="*/ 2762989 h 6858000"/>
              <a:gd name="connsiteX93-63089" fmla="*/ 330681 w 1364418"/>
              <a:gd name="connsiteY93-63090" fmla="*/ 2554718 h 6858000"/>
              <a:gd name="connsiteX94-63091" fmla="*/ 310775 w 1364418"/>
              <a:gd name="connsiteY94-63092" fmla="*/ 2485734 h 6858000"/>
              <a:gd name="connsiteX95-63093" fmla="*/ 301498 w 1364418"/>
              <a:gd name="connsiteY95-63094" fmla="*/ 2447068 h 6858000"/>
              <a:gd name="connsiteX96-63095" fmla="*/ 288459 w 1364418"/>
              <a:gd name="connsiteY96-63096" fmla="*/ 2425819 h 6858000"/>
              <a:gd name="connsiteX97-63097" fmla="*/ 294458 w 1364418"/>
              <a:gd name="connsiteY97-63098" fmla="*/ 2402874 h 6858000"/>
              <a:gd name="connsiteX98-63099" fmla="*/ 297070 w 1364418"/>
              <a:gd name="connsiteY98-63100" fmla="*/ 2381443 h 6858000"/>
              <a:gd name="connsiteX99-63101" fmla="*/ 273399 w 1364418"/>
              <a:gd name="connsiteY99-63102" fmla="*/ 2261920 h 6858000"/>
              <a:gd name="connsiteX100-63103" fmla="*/ 263286 w 1364418"/>
              <a:gd name="connsiteY100-63104" fmla="*/ 2195378 h 6858000"/>
              <a:gd name="connsiteX101-63105" fmla="*/ 247503 w 1364418"/>
              <a:gd name="connsiteY101-63106" fmla="*/ 2155135 h 6858000"/>
              <a:gd name="connsiteX102-63107" fmla="*/ 244961 w 1364418"/>
              <a:gd name="connsiteY102-63108" fmla="*/ 2118008 h 6858000"/>
              <a:gd name="connsiteX103-63109" fmla="*/ 245954 w 1364418"/>
              <a:gd name="connsiteY103-63110" fmla="*/ 2050531 h 6858000"/>
              <a:gd name="connsiteX104-63111" fmla="*/ 237760 w 1364418"/>
              <a:gd name="connsiteY104-63112" fmla="*/ 1963269 h 6858000"/>
              <a:gd name="connsiteX105-63113" fmla="*/ 218938 w 1364418"/>
              <a:gd name="connsiteY105-63114" fmla="*/ 1906352 h 6858000"/>
              <a:gd name="connsiteX106-63115" fmla="*/ 195495 w 1364418"/>
              <a:gd name="connsiteY106-63116" fmla="*/ 1861531 h 6858000"/>
              <a:gd name="connsiteX107-63117" fmla="*/ 149294 w 1364418"/>
              <a:gd name="connsiteY107-63118" fmla="*/ 1732919 h 6858000"/>
              <a:gd name="connsiteX108-63119" fmla="*/ 121605 w 1364418"/>
              <a:gd name="connsiteY108-63120" fmla="*/ 1663540 h 6858000"/>
              <a:gd name="connsiteX109-63121" fmla="*/ 120731 w 1364418"/>
              <a:gd name="connsiteY109-63122" fmla="*/ 1615777 h 6858000"/>
              <a:gd name="connsiteX110-63123" fmla="*/ 101526 w 1364418"/>
              <a:gd name="connsiteY110-63124" fmla="*/ 1563678 h 6858000"/>
              <a:gd name="connsiteX111-63125" fmla="*/ 114606 w 1364418"/>
              <a:gd name="connsiteY111-63126" fmla="*/ 1519474 h 6858000"/>
              <a:gd name="connsiteX112-63127" fmla="*/ 107348 w 1364418"/>
              <a:gd name="connsiteY112-63128" fmla="*/ 1477995 h 6858000"/>
              <a:gd name="connsiteX113-63129" fmla="*/ 93433 w 1364418"/>
              <a:gd name="connsiteY113-63130" fmla="*/ 1373769 h 6858000"/>
              <a:gd name="connsiteX114-63131" fmla="*/ 101740 w 1364418"/>
              <a:gd name="connsiteY114-63132" fmla="*/ 1307086 h 6858000"/>
              <a:gd name="connsiteX115-63133" fmla="*/ 102928 w 1364418"/>
              <a:gd name="connsiteY115-63134" fmla="*/ 1189033 h 6858000"/>
              <a:gd name="connsiteX116-63135" fmla="*/ 107613 w 1364418"/>
              <a:gd name="connsiteY116-63136" fmla="*/ 1168288 h 6858000"/>
              <a:gd name="connsiteX117-63137" fmla="*/ 99895 w 1364418"/>
              <a:gd name="connsiteY117-63138" fmla="*/ 1142577 h 6858000"/>
              <a:gd name="connsiteX118-63139" fmla="*/ 89201 w 1364418"/>
              <a:gd name="connsiteY118-63140" fmla="*/ 1088484 h 6858000"/>
              <a:gd name="connsiteX119-63141" fmla="*/ 77937 w 1364418"/>
              <a:gd name="connsiteY119-63142" fmla="*/ 1016103 h 6858000"/>
              <a:gd name="connsiteX120-63143" fmla="*/ 79393 w 1364418"/>
              <a:gd name="connsiteY120-63144" fmla="*/ 932283 h 6858000"/>
              <a:gd name="connsiteX121-63145" fmla="*/ 81629 w 1364418"/>
              <a:gd name="connsiteY121-63146" fmla="*/ 915925 h 6858000"/>
              <a:gd name="connsiteX122-63147" fmla="*/ 74258 w 1364418"/>
              <a:gd name="connsiteY122-63148" fmla="*/ 896999 h 6858000"/>
              <a:gd name="connsiteX123-63149" fmla="*/ 43666 w 1364418"/>
              <a:gd name="connsiteY123-63150" fmla="*/ 821517 h 6858000"/>
              <a:gd name="connsiteX124-63151" fmla="*/ 22616 w 1364418"/>
              <a:gd name="connsiteY124-63152" fmla="*/ 751353 h 6858000"/>
              <a:gd name="connsiteX125-63153" fmla="*/ 22174 w 1364418"/>
              <a:gd name="connsiteY125-63154" fmla="*/ 721230 h 6858000"/>
              <a:gd name="connsiteX126-63155" fmla="*/ 7845 w 1364418"/>
              <a:gd name="connsiteY126-63156" fmla="*/ 681659 h 6858000"/>
              <a:gd name="connsiteX127-63157" fmla="*/ 31306 w 1364418"/>
              <a:gd name="connsiteY127-63158" fmla="*/ 619315 h 6858000"/>
              <a:gd name="connsiteX128-63159" fmla="*/ 15184 w 1364418"/>
              <a:gd name="connsiteY128-63160" fmla="*/ 585934 h 6858000"/>
              <a:gd name="connsiteX129-63161" fmla="*/ 22258 w 1364418"/>
              <a:gd name="connsiteY129-63162" fmla="*/ 538948 h 6858000"/>
              <a:gd name="connsiteX130-63163" fmla="*/ 26166 w 1364418"/>
              <a:gd name="connsiteY130-63164" fmla="*/ 525163 h 6858000"/>
              <a:gd name="connsiteX131-63165" fmla="*/ 52290 w 1364418"/>
              <a:gd name="connsiteY131-63166" fmla="*/ 446567 h 6858000"/>
              <a:gd name="connsiteX132-63167" fmla="*/ 51538 w 1364418"/>
              <a:gd name="connsiteY132-63168" fmla="*/ 393828 h 6858000"/>
              <a:gd name="connsiteX133-63169" fmla="*/ 51368 w 1364418"/>
              <a:gd name="connsiteY133-63170" fmla="*/ 353137 h 6858000"/>
              <a:gd name="connsiteX134-63171" fmla="*/ 55970 w 1364418"/>
              <a:gd name="connsiteY134-63172" fmla="*/ 321428 h 6858000"/>
              <a:gd name="connsiteX135-63173" fmla="*/ 57061 w 1364418"/>
              <a:gd name="connsiteY135-63174" fmla="*/ 275771 h 6858000"/>
              <a:gd name="connsiteX136-63175" fmla="*/ 74088 w 1364418"/>
              <a:gd name="connsiteY136-63176" fmla="*/ 212860 h 6858000"/>
              <a:gd name="connsiteX137-63177" fmla="*/ 65798 w 1364418"/>
              <a:gd name="connsiteY137-63178" fmla="*/ 144983 h 6858000"/>
              <a:gd name="connsiteX138-63179" fmla="*/ 78082 w 1364418"/>
              <a:gd name="connsiteY138-63180" fmla="*/ 55288 h 6858000"/>
              <a:gd name="connsiteX139-63181" fmla="*/ 37636 w 1364418"/>
              <a:gd name="connsiteY139-63182" fmla="*/ 0 h 6858000"/>
              <a:gd name="connsiteX0-63183" fmla="*/ 37636 w 1364418"/>
              <a:gd name="connsiteY0-63184" fmla="*/ 0 h 6858000"/>
              <a:gd name="connsiteX1-63185" fmla="*/ 1364418 w 1364418"/>
              <a:gd name="connsiteY1-63186" fmla="*/ 0 h 6858000"/>
              <a:gd name="connsiteX2-63187" fmla="*/ 1364418 w 1364418"/>
              <a:gd name="connsiteY2-63188" fmla="*/ 6858000 h 6858000"/>
              <a:gd name="connsiteX3-63189" fmla="*/ 101112 w 1364418"/>
              <a:gd name="connsiteY3-63190" fmla="*/ 6857735 h 6858000"/>
              <a:gd name="connsiteX4-63191" fmla="*/ 137705 w 1364418"/>
              <a:gd name="connsiteY4-63192" fmla="*/ 6776847 h 6858000"/>
              <a:gd name="connsiteX5-63193" fmla="*/ 149205 w 1364418"/>
              <a:gd name="connsiteY5-63194" fmla="*/ 6737706 h 6858000"/>
              <a:gd name="connsiteX6-63195" fmla="*/ 173944 w 1364418"/>
              <a:gd name="connsiteY6-63196" fmla="*/ 6691589 h 6858000"/>
              <a:gd name="connsiteX7-63197" fmla="*/ 165968 w 1364418"/>
              <a:gd name="connsiteY7-63198" fmla="*/ 6659970 h 6858000"/>
              <a:gd name="connsiteX8-63199" fmla="*/ 166592 w 1364418"/>
              <a:gd name="connsiteY8-63200" fmla="*/ 6636211 h 6858000"/>
              <a:gd name="connsiteX9-63201" fmla="*/ 184036 w 1364418"/>
              <a:gd name="connsiteY9-63202" fmla="*/ 6594177 h 6858000"/>
              <a:gd name="connsiteX10-63203" fmla="*/ 198076 w 1364418"/>
              <a:gd name="connsiteY10-63204" fmla="*/ 6557575 h 6858000"/>
              <a:gd name="connsiteX11-63205" fmla="*/ 251033 w 1364418"/>
              <a:gd name="connsiteY11-63206" fmla="*/ 6492130 h 6858000"/>
              <a:gd name="connsiteX12-63207" fmla="*/ 266720 w 1364418"/>
              <a:gd name="connsiteY12-63208" fmla="*/ 6431610 h 6858000"/>
              <a:gd name="connsiteX13-63209" fmla="*/ 310425 w 1364418"/>
              <a:gd name="connsiteY13-63210" fmla="*/ 6379786 h 6858000"/>
              <a:gd name="connsiteX14-63211" fmla="*/ 293648 w 1364418"/>
              <a:gd name="connsiteY14-63212" fmla="*/ 6334727 h 6858000"/>
              <a:gd name="connsiteX15-63213" fmla="*/ 271063 w 1364418"/>
              <a:gd name="connsiteY15-63214" fmla="*/ 6313295 h 6858000"/>
              <a:gd name="connsiteX16-63215" fmla="*/ 278227 w 1364418"/>
              <a:gd name="connsiteY16-63216" fmla="*/ 6280046 h 6858000"/>
              <a:gd name="connsiteX17-63217" fmla="*/ 281226 w 1364418"/>
              <a:gd name="connsiteY17-63218" fmla="*/ 6272987 h 6858000"/>
              <a:gd name="connsiteX18-63219" fmla="*/ 288000 w 1364418"/>
              <a:gd name="connsiteY18-63220" fmla="*/ 6252834 h 6858000"/>
              <a:gd name="connsiteX19-63221" fmla="*/ 265992 w 1364418"/>
              <a:gd name="connsiteY19-63222" fmla="*/ 6202459 h 6858000"/>
              <a:gd name="connsiteX20-63223" fmla="*/ 264790 w 1364418"/>
              <a:gd name="connsiteY20-63224" fmla="*/ 6153037 h 6858000"/>
              <a:gd name="connsiteX21-63225" fmla="*/ 280205 w 1364418"/>
              <a:gd name="connsiteY21-63226" fmla="*/ 6078132 h 6858000"/>
              <a:gd name="connsiteX22-63227" fmla="*/ 267592 w 1364418"/>
              <a:gd name="connsiteY22-63228" fmla="*/ 6028119 h 6858000"/>
              <a:gd name="connsiteX23-63229" fmla="*/ 252821 w 1364418"/>
              <a:gd name="connsiteY23-63230" fmla="*/ 5926735 h 6858000"/>
              <a:gd name="connsiteX24-63231" fmla="*/ 302333 w 1364418"/>
              <a:gd name="connsiteY24-63232" fmla="*/ 5712857 h 6858000"/>
              <a:gd name="connsiteX25-63233" fmla="*/ 332131 w 1364418"/>
              <a:gd name="connsiteY25-63234" fmla="*/ 5660491 h 6858000"/>
              <a:gd name="connsiteX26-63235" fmla="*/ 341254 w 1364418"/>
              <a:gd name="connsiteY26-63236" fmla="*/ 5563435 h 6858000"/>
              <a:gd name="connsiteX27-63237" fmla="*/ 368130 w 1364418"/>
              <a:gd name="connsiteY27-63238" fmla="*/ 5437125 h 6858000"/>
              <a:gd name="connsiteX28-63239" fmla="*/ 381698 w 1364418"/>
              <a:gd name="connsiteY28-63240" fmla="*/ 5396260 h 6858000"/>
              <a:gd name="connsiteX29-63241" fmla="*/ 397679 w 1364418"/>
              <a:gd name="connsiteY29-63242" fmla="*/ 5330009 h 6858000"/>
              <a:gd name="connsiteX30-63243" fmla="*/ 431172 w 1364418"/>
              <a:gd name="connsiteY30-63244" fmla="*/ 5273739 h 6858000"/>
              <a:gd name="connsiteX31-63245" fmla="*/ 440771 w 1364418"/>
              <a:gd name="connsiteY31-63246" fmla="*/ 5241779 h 6858000"/>
              <a:gd name="connsiteX32-63247" fmla="*/ 451997 w 1364418"/>
              <a:gd name="connsiteY32-63248" fmla="*/ 5225268 h 6858000"/>
              <a:gd name="connsiteX33-63249" fmla="*/ 453017 w 1364418"/>
              <a:gd name="connsiteY33-63250" fmla="*/ 5217684 h 6858000"/>
              <a:gd name="connsiteX34-63251" fmla="*/ 460358 w 1364418"/>
              <a:gd name="connsiteY34-63252" fmla="*/ 5193377 h 6858000"/>
              <a:gd name="connsiteX35-63253" fmla="*/ 463661 w 1364418"/>
              <a:gd name="connsiteY35-63254" fmla="*/ 5179288 h 6858000"/>
              <a:gd name="connsiteX36-63255" fmla="*/ 464645 w 1364418"/>
              <a:gd name="connsiteY36-63256" fmla="*/ 5173621 h 6858000"/>
              <a:gd name="connsiteX37-63257" fmla="*/ 460279 w 1364418"/>
              <a:gd name="connsiteY37-63258" fmla="*/ 5159961 h 6858000"/>
              <a:gd name="connsiteX38-63259" fmla="*/ 466956 w 1364418"/>
              <a:gd name="connsiteY38-63260" fmla="*/ 5144295 h 6858000"/>
              <a:gd name="connsiteX39-63261" fmla="*/ 463889 w 1364418"/>
              <a:gd name="connsiteY39-63262" fmla="*/ 5125185 h 6858000"/>
              <a:gd name="connsiteX40-63263" fmla="*/ 470719 w 1364418"/>
              <a:gd name="connsiteY40-63264" fmla="*/ 5121884 h 6858000"/>
              <a:gd name="connsiteX41-63265" fmla="*/ 477755 w 1364418"/>
              <a:gd name="connsiteY41-63266" fmla="*/ 5067850 h 6858000"/>
              <a:gd name="connsiteX42-63267" fmla="*/ 480486 w 1364418"/>
              <a:gd name="connsiteY42-63268" fmla="*/ 5060861 h 6858000"/>
              <a:gd name="connsiteX43-63269" fmla="*/ 477190 w 1364418"/>
              <a:gd name="connsiteY43-63270" fmla="*/ 5034192 h 6858000"/>
              <a:gd name="connsiteX44-63271" fmla="*/ 478744 w 1364418"/>
              <a:gd name="connsiteY44-63272" fmla="*/ 4993030 h 6858000"/>
              <a:gd name="connsiteX45-63273" fmla="*/ 485653 w 1364418"/>
              <a:gd name="connsiteY45-63274" fmla="*/ 4946844 h 6858000"/>
              <a:gd name="connsiteX46-63275" fmla="*/ 481509 w 1364418"/>
              <a:gd name="connsiteY46-63276" fmla="*/ 4932692 h 6858000"/>
              <a:gd name="connsiteX47-63277" fmla="*/ 496912 w 1364418"/>
              <a:gd name="connsiteY47-63278" fmla="*/ 4858827 h 6858000"/>
              <a:gd name="connsiteX48-63279" fmla="*/ 502815 w 1364418"/>
              <a:gd name="connsiteY48-63280" fmla="*/ 4821170 h 6858000"/>
              <a:gd name="connsiteX49-63281" fmla="*/ 507548 w 1364418"/>
              <a:gd name="connsiteY49-63282" fmla="*/ 4780965 h 6858000"/>
              <a:gd name="connsiteX50-63283" fmla="*/ 508841 w 1364418"/>
              <a:gd name="connsiteY50-63284" fmla="*/ 4750867 h 6858000"/>
              <a:gd name="connsiteX51-63285" fmla="*/ 506648 w 1364418"/>
              <a:gd name="connsiteY51-63286" fmla="*/ 4690749 h 6858000"/>
              <a:gd name="connsiteX52-63287" fmla="*/ 502128 w 1364418"/>
              <a:gd name="connsiteY52-63288" fmla="*/ 4584173 h 6858000"/>
              <a:gd name="connsiteX53-63289" fmla="*/ 497211 w 1364418"/>
              <a:gd name="connsiteY53-63290" fmla="*/ 4444346 h 6858000"/>
              <a:gd name="connsiteX54-63291" fmla="*/ 493776 w 1364418"/>
              <a:gd name="connsiteY54-63292" fmla="*/ 4375228 h 6858000"/>
              <a:gd name="connsiteX55-63293" fmla="*/ 474429 w 1364418"/>
              <a:gd name="connsiteY55-63294" fmla="*/ 4214165 h 6858000"/>
              <a:gd name="connsiteX56-63295" fmla="*/ 478502 w 1364418"/>
              <a:gd name="connsiteY56-63296" fmla="*/ 4090296 h 6858000"/>
              <a:gd name="connsiteX57-63297" fmla="*/ 463758 w 1364418"/>
              <a:gd name="connsiteY57-63298" fmla="*/ 4033999 h 6858000"/>
              <a:gd name="connsiteX58-63299" fmla="*/ 464907 w 1364418"/>
              <a:gd name="connsiteY58-63300" fmla="*/ 4031933 h 6858000"/>
              <a:gd name="connsiteX59-63301" fmla="*/ 463483 w 1364418"/>
              <a:gd name="connsiteY59-63302" fmla="*/ 4013953 h 6858000"/>
              <a:gd name="connsiteX60-63303" fmla="*/ 449778 w 1364418"/>
              <a:gd name="connsiteY60-63304" fmla="*/ 3974753 h 6858000"/>
              <a:gd name="connsiteX61-63305" fmla="*/ 451376 w 1364418"/>
              <a:gd name="connsiteY61-63306" fmla="*/ 3969950 h 6858000"/>
              <a:gd name="connsiteX62-63307" fmla="*/ 444798 w 1364418"/>
              <a:gd name="connsiteY62-63308" fmla="*/ 3933779 h 6858000"/>
              <a:gd name="connsiteX63-63309" fmla="*/ 446129 w 1364418"/>
              <a:gd name="connsiteY63-63310" fmla="*/ 3933093 h 6858000"/>
              <a:gd name="connsiteX64-63311" fmla="*/ 450483 w 1364418"/>
              <a:gd name="connsiteY64-63312" fmla="*/ 3922082 h 6858000"/>
              <a:gd name="connsiteX65-63313" fmla="*/ 455561 w 1364418"/>
              <a:gd name="connsiteY65-63314" fmla="*/ 3901461 h 6858000"/>
              <a:gd name="connsiteX66-63315" fmla="*/ 478155 w 1364418"/>
              <a:gd name="connsiteY66-63316" fmla="*/ 3813873 h 6858000"/>
              <a:gd name="connsiteX67-63317" fmla="*/ 477580 w 1364418"/>
              <a:gd name="connsiteY67-63318" fmla="*/ 3806161 h 6858000"/>
              <a:gd name="connsiteX68-63319" fmla="*/ 477887 w 1364418"/>
              <a:gd name="connsiteY68-63320" fmla="*/ 3805957 h 6858000"/>
              <a:gd name="connsiteX69-63321" fmla="*/ 477914 w 1364418"/>
              <a:gd name="connsiteY69-63322" fmla="*/ 3797724 h 6858000"/>
              <a:gd name="connsiteX70-63323" fmla="*/ 476529 w 1364418"/>
              <a:gd name="connsiteY70-63324" fmla="*/ 3792098 h 6858000"/>
              <a:gd name="connsiteX71-63325" fmla="*/ 475413 w 1364418"/>
              <a:gd name="connsiteY71-63326" fmla="*/ 3777135 h 6858000"/>
              <a:gd name="connsiteX72-63327" fmla="*/ 477146 w 1364418"/>
              <a:gd name="connsiteY72-63328" fmla="*/ 3771656 h 6858000"/>
              <a:gd name="connsiteX73-63329" fmla="*/ 480889 w 1364418"/>
              <a:gd name="connsiteY73-63330" fmla="*/ 3769007 h 6858000"/>
              <a:gd name="connsiteX74-63331" fmla="*/ 480355 w 1364418"/>
              <a:gd name="connsiteY74-63332" fmla="*/ 3767709 h 6858000"/>
              <a:gd name="connsiteX75-63333" fmla="*/ 489051 w 1364418"/>
              <a:gd name="connsiteY75-63334" fmla="*/ 3738082 h 6858000"/>
              <a:gd name="connsiteX76-63335" fmla="*/ 496397 w 1364418"/>
              <a:gd name="connsiteY76-63336" fmla="*/ 3673397 h 6858000"/>
              <a:gd name="connsiteX77-63337" fmla="*/ 495693 w 1364418"/>
              <a:gd name="connsiteY77-63338" fmla="*/ 3637109 h 6858000"/>
              <a:gd name="connsiteX78-63339" fmla="*/ 499136 w 1364418"/>
              <a:gd name="connsiteY78-63340" fmla="*/ 3536883 h 6858000"/>
              <a:gd name="connsiteX79-63341" fmla="*/ 506674 w 1364418"/>
              <a:gd name="connsiteY79-63342" fmla="*/ 3435652 h 6858000"/>
              <a:gd name="connsiteX80-63343" fmla="*/ 508345 w 1364418"/>
              <a:gd name="connsiteY80-63344" fmla="*/ 3307769 h 6858000"/>
              <a:gd name="connsiteX81-63345" fmla="*/ 525908 w 1364418"/>
              <a:gd name="connsiteY81-63346" fmla="*/ 3250522 h 6858000"/>
              <a:gd name="connsiteX82-63347" fmla="*/ 526333 w 1364418"/>
              <a:gd name="connsiteY82-63348" fmla="*/ 3229163 h 6858000"/>
              <a:gd name="connsiteX83-63349" fmla="*/ 528156 w 1364418"/>
              <a:gd name="connsiteY83-63350" fmla="*/ 3217217 h 6858000"/>
              <a:gd name="connsiteX84-63351" fmla="*/ 514991 w 1364418"/>
              <a:gd name="connsiteY84-63352" fmla="*/ 3183755 h 6858000"/>
              <a:gd name="connsiteX85-63353" fmla="*/ 515492 w 1364418"/>
              <a:gd name="connsiteY85-63354" fmla="*/ 3178642 h 6858000"/>
              <a:gd name="connsiteX86-63355" fmla="*/ 503092 w 1364418"/>
              <a:gd name="connsiteY86-63356" fmla="*/ 3158586 h 6858000"/>
              <a:gd name="connsiteX87-63357" fmla="*/ 488277 w 1364418"/>
              <a:gd name="connsiteY87-63358" fmla="*/ 3129034 h 6858000"/>
              <a:gd name="connsiteX88-63359" fmla="*/ 488942 w 1364418"/>
              <a:gd name="connsiteY88-63360" fmla="*/ 3126682 h 6858000"/>
              <a:gd name="connsiteX89-63361" fmla="*/ 479810 w 1364418"/>
              <a:gd name="connsiteY89-63362" fmla="*/ 3114519 h 6858000"/>
              <a:gd name="connsiteX90-63363" fmla="*/ 466419 w 1364418"/>
              <a:gd name="connsiteY90-63364" fmla="*/ 3106272 h 6858000"/>
              <a:gd name="connsiteX91-63365" fmla="*/ 439149 w 1364418"/>
              <a:gd name="connsiteY91-63366" fmla="*/ 2958185 h 6858000"/>
              <a:gd name="connsiteX92-63367" fmla="*/ 381763 w 1364418"/>
              <a:gd name="connsiteY92-63368" fmla="*/ 2762989 h 6858000"/>
              <a:gd name="connsiteX93-63369" fmla="*/ 330681 w 1364418"/>
              <a:gd name="connsiteY93-63370" fmla="*/ 2554718 h 6858000"/>
              <a:gd name="connsiteX94-63371" fmla="*/ 310775 w 1364418"/>
              <a:gd name="connsiteY94-63372" fmla="*/ 2485734 h 6858000"/>
              <a:gd name="connsiteX95-63373" fmla="*/ 301498 w 1364418"/>
              <a:gd name="connsiteY95-63374" fmla="*/ 2447068 h 6858000"/>
              <a:gd name="connsiteX96-63375" fmla="*/ 288459 w 1364418"/>
              <a:gd name="connsiteY96-63376" fmla="*/ 2425819 h 6858000"/>
              <a:gd name="connsiteX97-63377" fmla="*/ 294458 w 1364418"/>
              <a:gd name="connsiteY97-63378" fmla="*/ 2402874 h 6858000"/>
              <a:gd name="connsiteX98-63379" fmla="*/ 297070 w 1364418"/>
              <a:gd name="connsiteY98-63380" fmla="*/ 2381443 h 6858000"/>
              <a:gd name="connsiteX99-63381" fmla="*/ 273399 w 1364418"/>
              <a:gd name="connsiteY99-63382" fmla="*/ 2261920 h 6858000"/>
              <a:gd name="connsiteX100-63383" fmla="*/ 263286 w 1364418"/>
              <a:gd name="connsiteY100-63384" fmla="*/ 2195378 h 6858000"/>
              <a:gd name="connsiteX101-63385" fmla="*/ 247503 w 1364418"/>
              <a:gd name="connsiteY101-63386" fmla="*/ 2155135 h 6858000"/>
              <a:gd name="connsiteX102-63387" fmla="*/ 244961 w 1364418"/>
              <a:gd name="connsiteY102-63388" fmla="*/ 2118008 h 6858000"/>
              <a:gd name="connsiteX103-63389" fmla="*/ 245954 w 1364418"/>
              <a:gd name="connsiteY103-63390" fmla="*/ 2050531 h 6858000"/>
              <a:gd name="connsiteX104-63391" fmla="*/ 237760 w 1364418"/>
              <a:gd name="connsiteY104-63392" fmla="*/ 1963269 h 6858000"/>
              <a:gd name="connsiteX105-63393" fmla="*/ 218938 w 1364418"/>
              <a:gd name="connsiteY105-63394" fmla="*/ 1906352 h 6858000"/>
              <a:gd name="connsiteX106-63395" fmla="*/ 195495 w 1364418"/>
              <a:gd name="connsiteY106-63396" fmla="*/ 1861531 h 6858000"/>
              <a:gd name="connsiteX107-63397" fmla="*/ 149294 w 1364418"/>
              <a:gd name="connsiteY107-63398" fmla="*/ 1732919 h 6858000"/>
              <a:gd name="connsiteX108-63399" fmla="*/ 121605 w 1364418"/>
              <a:gd name="connsiteY108-63400" fmla="*/ 1663540 h 6858000"/>
              <a:gd name="connsiteX109-63401" fmla="*/ 120731 w 1364418"/>
              <a:gd name="connsiteY109-63402" fmla="*/ 1615777 h 6858000"/>
              <a:gd name="connsiteX110-63403" fmla="*/ 101526 w 1364418"/>
              <a:gd name="connsiteY110-63404" fmla="*/ 1563678 h 6858000"/>
              <a:gd name="connsiteX111-63405" fmla="*/ 114606 w 1364418"/>
              <a:gd name="connsiteY111-63406" fmla="*/ 1519474 h 6858000"/>
              <a:gd name="connsiteX112-63407" fmla="*/ 107348 w 1364418"/>
              <a:gd name="connsiteY112-63408" fmla="*/ 1477995 h 6858000"/>
              <a:gd name="connsiteX113-63409" fmla="*/ 93433 w 1364418"/>
              <a:gd name="connsiteY113-63410" fmla="*/ 1373769 h 6858000"/>
              <a:gd name="connsiteX114-63411" fmla="*/ 101740 w 1364418"/>
              <a:gd name="connsiteY114-63412" fmla="*/ 1307086 h 6858000"/>
              <a:gd name="connsiteX115-63413" fmla="*/ 102928 w 1364418"/>
              <a:gd name="connsiteY115-63414" fmla="*/ 1189033 h 6858000"/>
              <a:gd name="connsiteX116-63415" fmla="*/ 107613 w 1364418"/>
              <a:gd name="connsiteY116-63416" fmla="*/ 1168288 h 6858000"/>
              <a:gd name="connsiteX117-63417" fmla="*/ 99895 w 1364418"/>
              <a:gd name="connsiteY117-63418" fmla="*/ 1142577 h 6858000"/>
              <a:gd name="connsiteX118-63419" fmla="*/ 89201 w 1364418"/>
              <a:gd name="connsiteY118-63420" fmla="*/ 1088484 h 6858000"/>
              <a:gd name="connsiteX119-63421" fmla="*/ 77937 w 1364418"/>
              <a:gd name="connsiteY119-63422" fmla="*/ 1016103 h 6858000"/>
              <a:gd name="connsiteX120-63423" fmla="*/ 79393 w 1364418"/>
              <a:gd name="connsiteY120-63424" fmla="*/ 954054 h 6858000"/>
              <a:gd name="connsiteX121-63425" fmla="*/ 81629 w 1364418"/>
              <a:gd name="connsiteY121-63426" fmla="*/ 915925 h 6858000"/>
              <a:gd name="connsiteX122-63427" fmla="*/ 74258 w 1364418"/>
              <a:gd name="connsiteY122-63428" fmla="*/ 896999 h 6858000"/>
              <a:gd name="connsiteX123-63429" fmla="*/ 43666 w 1364418"/>
              <a:gd name="connsiteY123-63430" fmla="*/ 821517 h 6858000"/>
              <a:gd name="connsiteX124-63431" fmla="*/ 22616 w 1364418"/>
              <a:gd name="connsiteY124-63432" fmla="*/ 751353 h 6858000"/>
              <a:gd name="connsiteX125-63433" fmla="*/ 22174 w 1364418"/>
              <a:gd name="connsiteY125-63434" fmla="*/ 721230 h 6858000"/>
              <a:gd name="connsiteX126-63435" fmla="*/ 7845 w 1364418"/>
              <a:gd name="connsiteY126-63436" fmla="*/ 681659 h 6858000"/>
              <a:gd name="connsiteX127-63437" fmla="*/ 31306 w 1364418"/>
              <a:gd name="connsiteY127-63438" fmla="*/ 619315 h 6858000"/>
              <a:gd name="connsiteX128-63439" fmla="*/ 15184 w 1364418"/>
              <a:gd name="connsiteY128-63440" fmla="*/ 585934 h 6858000"/>
              <a:gd name="connsiteX129-63441" fmla="*/ 22258 w 1364418"/>
              <a:gd name="connsiteY129-63442" fmla="*/ 538948 h 6858000"/>
              <a:gd name="connsiteX130-63443" fmla="*/ 26166 w 1364418"/>
              <a:gd name="connsiteY130-63444" fmla="*/ 525163 h 6858000"/>
              <a:gd name="connsiteX131-63445" fmla="*/ 52290 w 1364418"/>
              <a:gd name="connsiteY131-63446" fmla="*/ 446567 h 6858000"/>
              <a:gd name="connsiteX132-63447" fmla="*/ 51538 w 1364418"/>
              <a:gd name="connsiteY132-63448" fmla="*/ 393828 h 6858000"/>
              <a:gd name="connsiteX133-63449" fmla="*/ 51368 w 1364418"/>
              <a:gd name="connsiteY133-63450" fmla="*/ 353137 h 6858000"/>
              <a:gd name="connsiteX134-63451" fmla="*/ 55970 w 1364418"/>
              <a:gd name="connsiteY134-63452" fmla="*/ 321428 h 6858000"/>
              <a:gd name="connsiteX135-63453" fmla="*/ 57061 w 1364418"/>
              <a:gd name="connsiteY135-63454" fmla="*/ 275771 h 6858000"/>
              <a:gd name="connsiteX136-63455" fmla="*/ 74088 w 1364418"/>
              <a:gd name="connsiteY136-63456" fmla="*/ 212860 h 6858000"/>
              <a:gd name="connsiteX137-63457" fmla="*/ 65798 w 1364418"/>
              <a:gd name="connsiteY137-63458" fmla="*/ 144983 h 6858000"/>
              <a:gd name="connsiteX138-63459" fmla="*/ 78082 w 1364418"/>
              <a:gd name="connsiteY138-63460" fmla="*/ 55288 h 6858000"/>
              <a:gd name="connsiteX139-63461" fmla="*/ 37636 w 1364418"/>
              <a:gd name="connsiteY139-63462" fmla="*/ 0 h 6858000"/>
              <a:gd name="connsiteX0-63463" fmla="*/ 37636 w 1364418"/>
              <a:gd name="connsiteY0-63464" fmla="*/ 0 h 6858000"/>
              <a:gd name="connsiteX1-63465" fmla="*/ 1364418 w 1364418"/>
              <a:gd name="connsiteY1-63466" fmla="*/ 0 h 6858000"/>
              <a:gd name="connsiteX2-63467" fmla="*/ 1364418 w 1364418"/>
              <a:gd name="connsiteY2-63468" fmla="*/ 6858000 h 6858000"/>
              <a:gd name="connsiteX3-63469" fmla="*/ 101112 w 1364418"/>
              <a:gd name="connsiteY3-63470" fmla="*/ 6857735 h 6858000"/>
              <a:gd name="connsiteX4-63471" fmla="*/ 137705 w 1364418"/>
              <a:gd name="connsiteY4-63472" fmla="*/ 6776847 h 6858000"/>
              <a:gd name="connsiteX5-63473" fmla="*/ 149205 w 1364418"/>
              <a:gd name="connsiteY5-63474" fmla="*/ 6737706 h 6858000"/>
              <a:gd name="connsiteX6-63475" fmla="*/ 173944 w 1364418"/>
              <a:gd name="connsiteY6-63476" fmla="*/ 6691589 h 6858000"/>
              <a:gd name="connsiteX7-63477" fmla="*/ 165968 w 1364418"/>
              <a:gd name="connsiteY7-63478" fmla="*/ 6659970 h 6858000"/>
              <a:gd name="connsiteX8-63479" fmla="*/ 166592 w 1364418"/>
              <a:gd name="connsiteY8-63480" fmla="*/ 6636211 h 6858000"/>
              <a:gd name="connsiteX9-63481" fmla="*/ 184036 w 1364418"/>
              <a:gd name="connsiteY9-63482" fmla="*/ 6594177 h 6858000"/>
              <a:gd name="connsiteX10-63483" fmla="*/ 198076 w 1364418"/>
              <a:gd name="connsiteY10-63484" fmla="*/ 6557575 h 6858000"/>
              <a:gd name="connsiteX11-63485" fmla="*/ 251033 w 1364418"/>
              <a:gd name="connsiteY11-63486" fmla="*/ 6492130 h 6858000"/>
              <a:gd name="connsiteX12-63487" fmla="*/ 266720 w 1364418"/>
              <a:gd name="connsiteY12-63488" fmla="*/ 6431610 h 6858000"/>
              <a:gd name="connsiteX13-63489" fmla="*/ 310425 w 1364418"/>
              <a:gd name="connsiteY13-63490" fmla="*/ 6379786 h 6858000"/>
              <a:gd name="connsiteX14-63491" fmla="*/ 293648 w 1364418"/>
              <a:gd name="connsiteY14-63492" fmla="*/ 6334727 h 6858000"/>
              <a:gd name="connsiteX15-63493" fmla="*/ 271063 w 1364418"/>
              <a:gd name="connsiteY15-63494" fmla="*/ 6313295 h 6858000"/>
              <a:gd name="connsiteX16-63495" fmla="*/ 278227 w 1364418"/>
              <a:gd name="connsiteY16-63496" fmla="*/ 6280046 h 6858000"/>
              <a:gd name="connsiteX17-63497" fmla="*/ 281226 w 1364418"/>
              <a:gd name="connsiteY17-63498" fmla="*/ 6272987 h 6858000"/>
              <a:gd name="connsiteX18-63499" fmla="*/ 288000 w 1364418"/>
              <a:gd name="connsiteY18-63500" fmla="*/ 6252834 h 6858000"/>
              <a:gd name="connsiteX19-63501" fmla="*/ 265992 w 1364418"/>
              <a:gd name="connsiteY19-63502" fmla="*/ 6202459 h 6858000"/>
              <a:gd name="connsiteX20-63503" fmla="*/ 264790 w 1364418"/>
              <a:gd name="connsiteY20-63504" fmla="*/ 6153037 h 6858000"/>
              <a:gd name="connsiteX21-63505" fmla="*/ 280205 w 1364418"/>
              <a:gd name="connsiteY21-63506" fmla="*/ 6078132 h 6858000"/>
              <a:gd name="connsiteX22-63507" fmla="*/ 267592 w 1364418"/>
              <a:gd name="connsiteY22-63508" fmla="*/ 6028119 h 6858000"/>
              <a:gd name="connsiteX23-63509" fmla="*/ 252821 w 1364418"/>
              <a:gd name="connsiteY23-63510" fmla="*/ 5926735 h 6858000"/>
              <a:gd name="connsiteX24-63511" fmla="*/ 302333 w 1364418"/>
              <a:gd name="connsiteY24-63512" fmla="*/ 5712857 h 6858000"/>
              <a:gd name="connsiteX25-63513" fmla="*/ 332131 w 1364418"/>
              <a:gd name="connsiteY25-63514" fmla="*/ 5660491 h 6858000"/>
              <a:gd name="connsiteX26-63515" fmla="*/ 341254 w 1364418"/>
              <a:gd name="connsiteY26-63516" fmla="*/ 5563435 h 6858000"/>
              <a:gd name="connsiteX27-63517" fmla="*/ 368130 w 1364418"/>
              <a:gd name="connsiteY27-63518" fmla="*/ 5437125 h 6858000"/>
              <a:gd name="connsiteX28-63519" fmla="*/ 381698 w 1364418"/>
              <a:gd name="connsiteY28-63520" fmla="*/ 5396260 h 6858000"/>
              <a:gd name="connsiteX29-63521" fmla="*/ 397679 w 1364418"/>
              <a:gd name="connsiteY29-63522" fmla="*/ 5330009 h 6858000"/>
              <a:gd name="connsiteX30-63523" fmla="*/ 431172 w 1364418"/>
              <a:gd name="connsiteY30-63524" fmla="*/ 5273739 h 6858000"/>
              <a:gd name="connsiteX31-63525" fmla="*/ 440771 w 1364418"/>
              <a:gd name="connsiteY31-63526" fmla="*/ 5241779 h 6858000"/>
              <a:gd name="connsiteX32-63527" fmla="*/ 451997 w 1364418"/>
              <a:gd name="connsiteY32-63528" fmla="*/ 5225268 h 6858000"/>
              <a:gd name="connsiteX33-63529" fmla="*/ 453017 w 1364418"/>
              <a:gd name="connsiteY33-63530" fmla="*/ 5217684 h 6858000"/>
              <a:gd name="connsiteX34-63531" fmla="*/ 460358 w 1364418"/>
              <a:gd name="connsiteY34-63532" fmla="*/ 5193377 h 6858000"/>
              <a:gd name="connsiteX35-63533" fmla="*/ 463661 w 1364418"/>
              <a:gd name="connsiteY35-63534" fmla="*/ 5179288 h 6858000"/>
              <a:gd name="connsiteX36-63535" fmla="*/ 464645 w 1364418"/>
              <a:gd name="connsiteY36-63536" fmla="*/ 5173621 h 6858000"/>
              <a:gd name="connsiteX37-63537" fmla="*/ 460279 w 1364418"/>
              <a:gd name="connsiteY37-63538" fmla="*/ 5159961 h 6858000"/>
              <a:gd name="connsiteX38-63539" fmla="*/ 466956 w 1364418"/>
              <a:gd name="connsiteY38-63540" fmla="*/ 5144295 h 6858000"/>
              <a:gd name="connsiteX39-63541" fmla="*/ 463889 w 1364418"/>
              <a:gd name="connsiteY39-63542" fmla="*/ 5125185 h 6858000"/>
              <a:gd name="connsiteX40-63543" fmla="*/ 470719 w 1364418"/>
              <a:gd name="connsiteY40-63544" fmla="*/ 5121884 h 6858000"/>
              <a:gd name="connsiteX41-63545" fmla="*/ 477755 w 1364418"/>
              <a:gd name="connsiteY41-63546" fmla="*/ 5067850 h 6858000"/>
              <a:gd name="connsiteX42-63547" fmla="*/ 480486 w 1364418"/>
              <a:gd name="connsiteY42-63548" fmla="*/ 5060861 h 6858000"/>
              <a:gd name="connsiteX43-63549" fmla="*/ 477190 w 1364418"/>
              <a:gd name="connsiteY43-63550" fmla="*/ 5034192 h 6858000"/>
              <a:gd name="connsiteX44-63551" fmla="*/ 478744 w 1364418"/>
              <a:gd name="connsiteY44-63552" fmla="*/ 4993030 h 6858000"/>
              <a:gd name="connsiteX45-63553" fmla="*/ 485653 w 1364418"/>
              <a:gd name="connsiteY45-63554" fmla="*/ 4946844 h 6858000"/>
              <a:gd name="connsiteX46-63555" fmla="*/ 481509 w 1364418"/>
              <a:gd name="connsiteY46-63556" fmla="*/ 4932692 h 6858000"/>
              <a:gd name="connsiteX47-63557" fmla="*/ 496912 w 1364418"/>
              <a:gd name="connsiteY47-63558" fmla="*/ 4858827 h 6858000"/>
              <a:gd name="connsiteX48-63559" fmla="*/ 502815 w 1364418"/>
              <a:gd name="connsiteY48-63560" fmla="*/ 4821170 h 6858000"/>
              <a:gd name="connsiteX49-63561" fmla="*/ 507548 w 1364418"/>
              <a:gd name="connsiteY49-63562" fmla="*/ 4780965 h 6858000"/>
              <a:gd name="connsiteX50-63563" fmla="*/ 508841 w 1364418"/>
              <a:gd name="connsiteY50-63564" fmla="*/ 4750867 h 6858000"/>
              <a:gd name="connsiteX51-63565" fmla="*/ 506648 w 1364418"/>
              <a:gd name="connsiteY51-63566" fmla="*/ 4690749 h 6858000"/>
              <a:gd name="connsiteX52-63567" fmla="*/ 502128 w 1364418"/>
              <a:gd name="connsiteY52-63568" fmla="*/ 4584173 h 6858000"/>
              <a:gd name="connsiteX53-63569" fmla="*/ 497211 w 1364418"/>
              <a:gd name="connsiteY53-63570" fmla="*/ 4444346 h 6858000"/>
              <a:gd name="connsiteX54-63571" fmla="*/ 493776 w 1364418"/>
              <a:gd name="connsiteY54-63572" fmla="*/ 4375228 h 6858000"/>
              <a:gd name="connsiteX55-63573" fmla="*/ 474429 w 1364418"/>
              <a:gd name="connsiteY55-63574" fmla="*/ 4214165 h 6858000"/>
              <a:gd name="connsiteX56-63575" fmla="*/ 478502 w 1364418"/>
              <a:gd name="connsiteY56-63576" fmla="*/ 4090296 h 6858000"/>
              <a:gd name="connsiteX57-63577" fmla="*/ 463758 w 1364418"/>
              <a:gd name="connsiteY57-63578" fmla="*/ 4033999 h 6858000"/>
              <a:gd name="connsiteX58-63579" fmla="*/ 464907 w 1364418"/>
              <a:gd name="connsiteY58-63580" fmla="*/ 4031933 h 6858000"/>
              <a:gd name="connsiteX59-63581" fmla="*/ 463483 w 1364418"/>
              <a:gd name="connsiteY59-63582" fmla="*/ 4013953 h 6858000"/>
              <a:gd name="connsiteX60-63583" fmla="*/ 449778 w 1364418"/>
              <a:gd name="connsiteY60-63584" fmla="*/ 3974753 h 6858000"/>
              <a:gd name="connsiteX61-63585" fmla="*/ 451376 w 1364418"/>
              <a:gd name="connsiteY61-63586" fmla="*/ 3969950 h 6858000"/>
              <a:gd name="connsiteX62-63587" fmla="*/ 444798 w 1364418"/>
              <a:gd name="connsiteY62-63588" fmla="*/ 3933779 h 6858000"/>
              <a:gd name="connsiteX63-63589" fmla="*/ 446129 w 1364418"/>
              <a:gd name="connsiteY63-63590" fmla="*/ 3933093 h 6858000"/>
              <a:gd name="connsiteX64-63591" fmla="*/ 450483 w 1364418"/>
              <a:gd name="connsiteY64-63592" fmla="*/ 3922082 h 6858000"/>
              <a:gd name="connsiteX65-63593" fmla="*/ 455561 w 1364418"/>
              <a:gd name="connsiteY65-63594" fmla="*/ 3901461 h 6858000"/>
              <a:gd name="connsiteX66-63595" fmla="*/ 478155 w 1364418"/>
              <a:gd name="connsiteY66-63596" fmla="*/ 3813873 h 6858000"/>
              <a:gd name="connsiteX67-63597" fmla="*/ 477580 w 1364418"/>
              <a:gd name="connsiteY67-63598" fmla="*/ 3806161 h 6858000"/>
              <a:gd name="connsiteX68-63599" fmla="*/ 477887 w 1364418"/>
              <a:gd name="connsiteY68-63600" fmla="*/ 3805957 h 6858000"/>
              <a:gd name="connsiteX69-63601" fmla="*/ 477914 w 1364418"/>
              <a:gd name="connsiteY69-63602" fmla="*/ 3797724 h 6858000"/>
              <a:gd name="connsiteX70-63603" fmla="*/ 476529 w 1364418"/>
              <a:gd name="connsiteY70-63604" fmla="*/ 3792098 h 6858000"/>
              <a:gd name="connsiteX71-63605" fmla="*/ 475413 w 1364418"/>
              <a:gd name="connsiteY71-63606" fmla="*/ 3777135 h 6858000"/>
              <a:gd name="connsiteX72-63607" fmla="*/ 477146 w 1364418"/>
              <a:gd name="connsiteY72-63608" fmla="*/ 3771656 h 6858000"/>
              <a:gd name="connsiteX73-63609" fmla="*/ 480889 w 1364418"/>
              <a:gd name="connsiteY73-63610" fmla="*/ 3769007 h 6858000"/>
              <a:gd name="connsiteX74-63611" fmla="*/ 480355 w 1364418"/>
              <a:gd name="connsiteY74-63612" fmla="*/ 3767709 h 6858000"/>
              <a:gd name="connsiteX75-63613" fmla="*/ 489051 w 1364418"/>
              <a:gd name="connsiteY75-63614" fmla="*/ 3738082 h 6858000"/>
              <a:gd name="connsiteX76-63615" fmla="*/ 496397 w 1364418"/>
              <a:gd name="connsiteY76-63616" fmla="*/ 3673397 h 6858000"/>
              <a:gd name="connsiteX77-63617" fmla="*/ 495693 w 1364418"/>
              <a:gd name="connsiteY77-63618" fmla="*/ 3637109 h 6858000"/>
              <a:gd name="connsiteX78-63619" fmla="*/ 499136 w 1364418"/>
              <a:gd name="connsiteY78-63620" fmla="*/ 3536883 h 6858000"/>
              <a:gd name="connsiteX79-63621" fmla="*/ 506674 w 1364418"/>
              <a:gd name="connsiteY79-63622" fmla="*/ 3435652 h 6858000"/>
              <a:gd name="connsiteX80-63623" fmla="*/ 508345 w 1364418"/>
              <a:gd name="connsiteY80-63624" fmla="*/ 3307769 h 6858000"/>
              <a:gd name="connsiteX81-63625" fmla="*/ 525908 w 1364418"/>
              <a:gd name="connsiteY81-63626" fmla="*/ 3250522 h 6858000"/>
              <a:gd name="connsiteX82-63627" fmla="*/ 526333 w 1364418"/>
              <a:gd name="connsiteY82-63628" fmla="*/ 3229163 h 6858000"/>
              <a:gd name="connsiteX83-63629" fmla="*/ 528156 w 1364418"/>
              <a:gd name="connsiteY83-63630" fmla="*/ 3217217 h 6858000"/>
              <a:gd name="connsiteX84-63631" fmla="*/ 514991 w 1364418"/>
              <a:gd name="connsiteY84-63632" fmla="*/ 3183755 h 6858000"/>
              <a:gd name="connsiteX85-63633" fmla="*/ 515492 w 1364418"/>
              <a:gd name="connsiteY85-63634" fmla="*/ 3178642 h 6858000"/>
              <a:gd name="connsiteX86-63635" fmla="*/ 503092 w 1364418"/>
              <a:gd name="connsiteY86-63636" fmla="*/ 3158586 h 6858000"/>
              <a:gd name="connsiteX87-63637" fmla="*/ 488277 w 1364418"/>
              <a:gd name="connsiteY87-63638" fmla="*/ 3129034 h 6858000"/>
              <a:gd name="connsiteX88-63639" fmla="*/ 488942 w 1364418"/>
              <a:gd name="connsiteY88-63640" fmla="*/ 3126682 h 6858000"/>
              <a:gd name="connsiteX89-63641" fmla="*/ 479810 w 1364418"/>
              <a:gd name="connsiteY89-63642" fmla="*/ 3114519 h 6858000"/>
              <a:gd name="connsiteX90-63643" fmla="*/ 466419 w 1364418"/>
              <a:gd name="connsiteY90-63644" fmla="*/ 3106272 h 6858000"/>
              <a:gd name="connsiteX91-63645" fmla="*/ 439149 w 1364418"/>
              <a:gd name="connsiteY91-63646" fmla="*/ 2958185 h 6858000"/>
              <a:gd name="connsiteX92-63647" fmla="*/ 381763 w 1364418"/>
              <a:gd name="connsiteY92-63648" fmla="*/ 2762989 h 6858000"/>
              <a:gd name="connsiteX93-63649" fmla="*/ 330681 w 1364418"/>
              <a:gd name="connsiteY93-63650" fmla="*/ 2554718 h 6858000"/>
              <a:gd name="connsiteX94-63651" fmla="*/ 310775 w 1364418"/>
              <a:gd name="connsiteY94-63652" fmla="*/ 2485734 h 6858000"/>
              <a:gd name="connsiteX95-63653" fmla="*/ 301498 w 1364418"/>
              <a:gd name="connsiteY95-63654" fmla="*/ 2447068 h 6858000"/>
              <a:gd name="connsiteX96-63655" fmla="*/ 288459 w 1364418"/>
              <a:gd name="connsiteY96-63656" fmla="*/ 2425819 h 6858000"/>
              <a:gd name="connsiteX97-63657" fmla="*/ 294458 w 1364418"/>
              <a:gd name="connsiteY97-63658" fmla="*/ 2402874 h 6858000"/>
              <a:gd name="connsiteX98-63659" fmla="*/ 297070 w 1364418"/>
              <a:gd name="connsiteY98-63660" fmla="*/ 2381443 h 6858000"/>
              <a:gd name="connsiteX99-63661" fmla="*/ 273399 w 1364418"/>
              <a:gd name="connsiteY99-63662" fmla="*/ 2261920 h 6858000"/>
              <a:gd name="connsiteX100-63663" fmla="*/ 263286 w 1364418"/>
              <a:gd name="connsiteY100-63664" fmla="*/ 2195378 h 6858000"/>
              <a:gd name="connsiteX101-63665" fmla="*/ 247503 w 1364418"/>
              <a:gd name="connsiteY101-63666" fmla="*/ 2155135 h 6858000"/>
              <a:gd name="connsiteX102-63667" fmla="*/ 244961 w 1364418"/>
              <a:gd name="connsiteY102-63668" fmla="*/ 2118008 h 6858000"/>
              <a:gd name="connsiteX103-63669" fmla="*/ 245954 w 1364418"/>
              <a:gd name="connsiteY103-63670" fmla="*/ 2050531 h 6858000"/>
              <a:gd name="connsiteX104-63671" fmla="*/ 237760 w 1364418"/>
              <a:gd name="connsiteY104-63672" fmla="*/ 1963269 h 6858000"/>
              <a:gd name="connsiteX105-63673" fmla="*/ 218938 w 1364418"/>
              <a:gd name="connsiteY105-63674" fmla="*/ 1906352 h 6858000"/>
              <a:gd name="connsiteX106-63675" fmla="*/ 195495 w 1364418"/>
              <a:gd name="connsiteY106-63676" fmla="*/ 1861531 h 6858000"/>
              <a:gd name="connsiteX107-63677" fmla="*/ 149294 w 1364418"/>
              <a:gd name="connsiteY107-63678" fmla="*/ 1732919 h 6858000"/>
              <a:gd name="connsiteX108-63679" fmla="*/ 121605 w 1364418"/>
              <a:gd name="connsiteY108-63680" fmla="*/ 1663540 h 6858000"/>
              <a:gd name="connsiteX109-63681" fmla="*/ 120731 w 1364418"/>
              <a:gd name="connsiteY109-63682" fmla="*/ 1615777 h 6858000"/>
              <a:gd name="connsiteX110-63683" fmla="*/ 101526 w 1364418"/>
              <a:gd name="connsiteY110-63684" fmla="*/ 1563678 h 6858000"/>
              <a:gd name="connsiteX111-63685" fmla="*/ 114606 w 1364418"/>
              <a:gd name="connsiteY111-63686" fmla="*/ 1519474 h 6858000"/>
              <a:gd name="connsiteX112-63687" fmla="*/ 107348 w 1364418"/>
              <a:gd name="connsiteY112-63688" fmla="*/ 1477995 h 6858000"/>
              <a:gd name="connsiteX113-63689" fmla="*/ 93433 w 1364418"/>
              <a:gd name="connsiteY113-63690" fmla="*/ 1373769 h 6858000"/>
              <a:gd name="connsiteX114-63691" fmla="*/ 101740 w 1364418"/>
              <a:gd name="connsiteY114-63692" fmla="*/ 1307086 h 6858000"/>
              <a:gd name="connsiteX115-63693" fmla="*/ 102928 w 1364418"/>
              <a:gd name="connsiteY115-63694" fmla="*/ 1189033 h 6858000"/>
              <a:gd name="connsiteX116-63695" fmla="*/ 107613 w 1364418"/>
              <a:gd name="connsiteY116-63696" fmla="*/ 1168288 h 6858000"/>
              <a:gd name="connsiteX117-63697" fmla="*/ 99895 w 1364418"/>
              <a:gd name="connsiteY117-63698" fmla="*/ 1142577 h 6858000"/>
              <a:gd name="connsiteX118-63699" fmla="*/ 89201 w 1364418"/>
              <a:gd name="connsiteY118-63700" fmla="*/ 1088484 h 6858000"/>
              <a:gd name="connsiteX119-63701" fmla="*/ 77937 w 1364418"/>
              <a:gd name="connsiteY119-63702" fmla="*/ 1016103 h 6858000"/>
              <a:gd name="connsiteX120-63703" fmla="*/ 79393 w 1364418"/>
              <a:gd name="connsiteY120-63704" fmla="*/ 954054 h 6858000"/>
              <a:gd name="connsiteX121-63705" fmla="*/ 90309 w 1364418"/>
              <a:gd name="connsiteY121-63706" fmla="*/ 921368 h 6858000"/>
              <a:gd name="connsiteX122-63707" fmla="*/ 74258 w 1364418"/>
              <a:gd name="connsiteY122-63708" fmla="*/ 896999 h 6858000"/>
              <a:gd name="connsiteX123-63709" fmla="*/ 43666 w 1364418"/>
              <a:gd name="connsiteY123-63710" fmla="*/ 821517 h 6858000"/>
              <a:gd name="connsiteX124-63711" fmla="*/ 22616 w 1364418"/>
              <a:gd name="connsiteY124-63712" fmla="*/ 751353 h 6858000"/>
              <a:gd name="connsiteX125-63713" fmla="*/ 22174 w 1364418"/>
              <a:gd name="connsiteY125-63714" fmla="*/ 721230 h 6858000"/>
              <a:gd name="connsiteX126-63715" fmla="*/ 7845 w 1364418"/>
              <a:gd name="connsiteY126-63716" fmla="*/ 681659 h 6858000"/>
              <a:gd name="connsiteX127-63717" fmla="*/ 31306 w 1364418"/>
              <a:gd name="connsiteY127-63718" fmla="*/ 619315 h 6858000"/>
              <a:gd name="connsiteX128-63719" fmla="*/ 15184 w 1364418"/>
              <a:gd name="connsiteY128-63720" fmla="*/ 585934 h 6858000"/>
              <a:gd name="connsiteX129-63721" fmla="*/ 22258 w 1364418"/>
              <a:gd name="connsiteY129-63722" fmla="*/ 538948 h 6858000"/>
              <a:gd name="connsiteX130-63723" fmla="*/ 26166 w 1364418"/>
              <a:gd name="connsiteY130-63724" fmla="*/ 525163 h 6858000"/>
              <a:gd name="connsiteX131-63725" fmla="*/ 52290 w 1364418"/>
              <a:gd name="connsiteY131-63726" fmla="*/ 446567 h 6858000"/>
              <a:gd name="connsiteX132-63727" fmla="*/ 51538 w 1364418"/>
              <a:gd name="connsiteY132-63728" fmla="*/ 393828 h 6858000"/>
              <a:gd name="connsiteX133-63729" fmla="*/ 51368 w 1364418"/>
              <a:gd name="connsiteY133-63730" fmla="*/ 353137 h 6858000"/>
              <a:gd name="connsiteX134-63731" fmla="*/ 55970 w 1364418"/>
              <a:gd name="connsiteY134-63732" fmla="*/ 321428 h 6858000"/>
              <a:gd name="connsiteX135-63733" fmla="*/ 57061 w 1364418"/>
              <a:gd name="connsiteY135-63734" fmla="*/ 275771 h 6858000"/>
              <a:gd name="connsiteX136-63735" fmla="*/ 74088 w 1364418"/>
              <a:gd name="connsiteY136-63736" fmla="*/ 212860 h 6858000"/>
              <a:gd name="connsiteX137-63737" fmla="*/ 65798 w 1364418"/>
              <a:gd name="connsiteY137-63738" fmla="*/ 144983 h 6858000"/>
              <a:gd name="connsiteX138-63739" fmla="*/ 78082 w 1364418"/>
              <a:gd name="connsiteY138-63740" fmla="*/ 55288 h 6858000"/>
              <a:gd name="connsiteX139-63741" fmla="*/ 37636 w 1364418"/>
              <a:gd name="connsiteY139-63742" fmla="*/ 0 h 6858000"/>
              <a:gd name="connsiteX0-63743" fmla="*/ 37636 w 1364418"/>
              <a:gd name="connsiteY0-63744" fmla="*/ 0 h 6858000"/>
              <a:gd name="connsiteX1-63745" fmla="*/ 1364418 w 1364418"/>
              <a:gd name="connsiteY1-63746" fmla="*/ 0 h 6858000"/>
              <a:gd name="connsiteX2-63747" fmla="*/ 1364418 w 1364418"/>
              <a:gd name="connsiteY2-63748" fmla="*/ 6858000 h 6858000"/>
              <a:gd name="connsiteX3-63749" fmla="*/ 101112 w 1364418"/>
              <a:gd name="connsiteY3-63750" fmla="*/ 6857735 h 6858000"/>
              <a:gd name="connsiteX4-63751" fmla="*/ 137705 w 1364418"/>
              <a:gd name="connsiteY4-63752" fmla="*/ 6776847 h 6858000"/>
              <a:gd name="connsiteX5-63753" fmla="*/ 149205 w 1364418"/>
              <a:gd name="connsiteY5-63754" fmla="*/ 6737706 h 6858000"/>
              <a:gd name="connsiteX6-63755" fmla="*/ 173944 w 1364418"/>
              <a:gd name="connsiteY6-63756" fmla="*/ 6691589 h 6858000"/>
              <a:gd name="connsiteX7-63757" fmla="*/ 165968 w 1364418"/>
              <a:gd name="connsiteY7-63758" fmla="*/ 6659970 h 6858000"/>
              <a:gd name="connsiteX8-63759" fmla="*/ 166592 w 1364418"/>
              <a:gd name="connsiteY8-63760" fmla="*/ 6636211 h 6858000"/>
              <a:gd name="connsiteX9-63761" fmla="*/ 184036 w 1364418"/>
              <a:gd name="connsiteY9-63762" fmla="*/ 6594177 h 6858000"/>
              <a:gd name="connsiteX10-63763" fmla="*/ 251033 w 1364418"/>
              <a:gd name="connsiteY10-63764" fmla="*/ 6492130 h 6858000"/>
              <a:gd name="connsiteX11-63765" fmla="*/ 266720 w 1364418"/>
              <a:gd name="connsiteY11-63766" fmla="*/ 6431610 h 6858000"/>
              <a:gd name="connsiteX12-63767" fmla="*/ 310425 w 1364418"/>
              <a:gd name="connsiteY12-63768" fmla="*/ 6379786 h 6858000"/>
              <a:gd name="connsiteX13-63769" fmla="*/ 293648 w 1364418"/>
              <a:gd name="connsiteY13-63770" fmla="*/ 6334727 h 6858000"/>
              <a:gd name="connsiteX14-63771" fmla="*/ 271063 w 1364418"/>
              <a:gd name="connsiteY14-63772" fmla="*/ 6313295 h 6858000"/>
              <a:gd name="connsiteX15-63773" fmla="*/ 278227 w 1364418"/>
              <a:gd name="connsiteY15-63774" fmla="*/ 6280046 h 6858000"/>
              <a:gd name="connsiteX16-63775" fmla="*/ 281226 w 1364418"/>
              <a:gd name="connsiteY16-63776" fmla="*/ 6272987 h 6858000"/>
              <a:gd name="connsiteX17-63777" fmla="*/ 288000 w 1364418"/>
              <a:gd name="connsiteY17-63778" fmla="*/ 6252834 h 6858000"/>
              <a:gd name="connsiteX18-63779" fmla="*/ 265992 w 1364418"/>
              <a:gd name="connsiteY18-63780" fmla="*/ 6202459 h 6858000"/>
              <a:gd name="connsiteX19-63781" fmla="*/ 264790 w 1364418"/>
              <a:gd name="connsiteY19-63782" fmla="*/ 6153037 h 6858000"/>
              <a:gd name="connsiteX20-63783" fmla="*/ 280205 w 1364418"/>
              <a:gd name="connsiteY20-63784" fmla="*/ 6078132 h 6858000"/>
              <a:gd name="connsiteX21-63785" fmla="*/ 267592 w 1364418"/>
              <a:gd name="connsiteY21-63786" fmla="*/ 6028119 h 6858000"/>
              <a:gd name="connsiteX22-63787" fmla="*/ 252821 w 1364418"/>
              <a:gd name="connsiteY22-63788" fmla="*/ 5926735 h 6858000"/>
              <a:gd name="connsiteX23-63789" fmla="*/ 302333 w 1364418"/>
              <a:gd name="connsiteY23-63790" fmla="*/ 5712857 h 6858000"/>
              <a:gd name="connsiteX24-63791" fmla="*/ 332131 w 1364418"/>
              <a:gd name="connsiteY24-63792" fmla="*/ 5660491 h 6858000"/>
              <a:gd name="connsiteX25-63793" fmla="*/ 341254 w 1364418"/>
              <a:gd name="connsiteY25-63794" fmla="*/ 5563435 h 6858000"/>
              <a:gd name="connsiteX26-63795" fmla="*/ 368130 w 1364418"/>
              <a:gd name="connsiteY26-63796" fmla="*/ 5437125 h 6858000"/>
              <a:gd name="connsiteX27-63797" fmla="*/ 381698 w 1364418"/>
              <a:gd name="connsiteY27-63798" fmla="*/ 5396260 h 6858000"/>
              <a:gd name="connsiteX28-63799" fmla="*/ 397679 w 1364418"/>
              <a:gd name="connsiteY28-63800" fmla="*/ 5330009 h 6858000"/>
              <a:gd name="connsiteX29-63801" fmla="*/ 431172 w 1364418"/>
              <a:gd name="connsiteY29-63802" fmla="*/ 5273739 h 6858000"/>
              <a:gd name="connsiteX30-63803" fmla="*/ 440771 w 1364418"/>
              <a:gd name="connsiteY30-63804" fmla="*/ 5241779 h 6858000"/>
              <a:gd name="connsiteX31-63805" fmla="*/ 451997 w 1364418"/>
              <a:gd name="connsiteY31-63806" fmla="*/ 5225268 h 6858000"/>
              <a:gd name="connsiteX32-63807" fmla="*/ 453017 w 1364418"/>
              <a:gd name="connsiteY32-63808" fmla="*/ 5217684 h 6858000"/>
              <a:gd name="connsiteX33-63809" fmla="*/ 460358 w 1364418"/>
              <a:gd name="connsiteY33-63810" fmla="*/ 5193377 h 6858000"/>
              <a:gd name="connsiteX34-63811" fmla="*/ 463661 w 1364418"/>
              <a:gd name="connsiteY34-63812" fmla="*/ 5179288 h 6858000"/>
              <a:gd name="connsiteX35-63813" fmla="*/ 464645 w 1364418"/>
              <a:gd name="connsiteY35-63814" fmla="*/ 5173621 h 6858000"/>
              <a:gd name="connsiteX36-63815" fmla="*/ 460279 w 1364418"/>
              <a:gd name="connsiteY36-63816" fmla="*/ 5159961 h 6858000"/>
              <a:gd name="connsiteX37-63817" fmla="*/ 466956 w 1364418"/>
              <a:gd name="connsiteY37-63818" fmla="*/ 5144295 h 6858000"/>
              <a:gd name="connsiteX38-63819" fmla="*/ 463889 w 1364418"/>
              <a:gd name="connsiteY38-63820" fmla="*/ 5125185 h 6858000"/>
              <a:gd name="connsiteX39-63821" fmla="*/ 470719 w 1364418"/>
              <a:gd name="connsiteY39-63822" fmla="*/ 5121884 h 6858000"/>
              <a:gd name="connsiteX40-63823" fmla="*/ 477755 w 1364418"/>
              <a:gd name="connsiteY40-63824" fmla="*/ 5067850 h 6858000"/>
              <a:gd name="connsiteX41-63825" fmla="*/ 480486 w 1364418"/>
              <a:gd name="connsiteY41-63826" fmla="*/ 5060861 h 6858000"/>
              <a:gd name="connsiteX42-63827" fmla="*/ 477190 w 1364418"/>
              <a:gd name="connsiteY42-63828" fmla="*/ 5034192 h 6858000"/>
              <a:gd name="connsiteX43-63829" fmla="*/ 478744 w 1364418"/>
              <a:gd name="connsiteY43-63830" fmla="*/ 4993030 h 6858000"/>
              <a:gd name="connsiteX44-63831" fmla="*/ 485653 w 1364418"/>
              <a:gd name="connsiteY44-63832" fmla="*/ 4946844 h 6858000"/>
              <a:gd name="connsiteX45-63833" fmla="*/ 481509 w 1364418"/>
              <a:gd name="connsiteY45-63834" fmla="*/ 4932692 h 6858000"/>
              <a:gd name="connsiteX46-63835" fmla="*/ 496912 w 1364418"/>
              <a:gd name="connsiteY46-63836" fmla="*/ 4858827 h 6858000"/>
              <a:gd name="connsiteX47-63837" fmla="*/ 502815 w 1364418"/>
              <a:gd name="connsiteY47-63838" fmla="*/ 4821170 h 6858000"/>
              <a:gd name="connsiteX48-63839" fmla="*/ 507548 w 1364418"/>
              <a:gd name="connsiteY48-63840" fmla="*/ 4780965 h 6858000"/>
              <a:gd name="connsiteX49-63841" fmla="*/ 508841 w 1364418"/>
              <a:gd name="connsiteY49-63842" fmla="*/ 4750867 h 6858000"/>
              <a:gd name="connsiteX50-63843" fmla="*/ 506648 w 1364418"/>
              <a:gd name="connsiteY50-63844" fmla="*/ 4690749 h 6858000"/>
              <a:gd name="connsiteX51-63845" fmla="*/ 502128 w 1364418"/>
              <a:gd name="connsiteY51-63846" fmla="*/ 4584173 h 6858000"/>
              <a:gd name="connsiteX52-63847" fmla="*/ 497211 w 1364418"/>
              <a:gd name="connsiteY52-63848" fmla="*/ 4444346 h 6858000"/>
              <a:gd name="connsiteX53-63849" fmla="*/ 493776 w 1364418"/>
              <a:gd name="connsiteY53-63850" fmla="*/ 4375228 h 6858000"/>
              <a:gd name="connsiteX54-63851" fmla="*/ 474429 w 1364418"/>
              <a:gd name="connsiteY54-63852" fmla="*/ 4214165 h 6858000"/>
              <a:gd name="connsiteX55-63853" fmla="*/ 478502 w 1364418"/>
              <a:gd name="connsiteY55-63854" fmla="*/ 4090296 h 6858000"/>
              <a:gd name="connsiteX56-63855" fmla="*/ 463758 w 1364418"/>
              <a:gd name="connsiteY56-63856" fmla="*/ 4033999 h 6858000"/>
              <a:gd name="connsiteX57-63857" fmla="*/ 464907 w 1364418"/>
              <a:gd name="connsiteY57-63858" fmla="*/ 4031933 h 6858000"/>
              <a:gd name="connsiteX58-63859" fmla="*/ 463483 w 1364418"/>
              <a:gd name="connsiteY58-63860" fmla="*/ 4013953 h 6858000"/>
              <a:gd name="connsiteX59-63861" fmla="*/ 449778 w 1364418"/>
              <a:gd name="connsiteY59-63862" fmla="*/ 3974753 h 6858000"/>
              <a:gd name="connsiteX60-63863" fmla="*/ 451376 w 1364418"/>
              <a:gd name="connsiteY60-63864" fmla="*/ 3969950 h 6858000"/>
              <a:gd name="connsiteX61-63865" fmla="*/ 444798 w 1364418"/>
              <a:gd name="connsiteY61-63866" fmla="*/ 3933779 h 6858000"/>
              <a:gd name="connsiteX62-63867" fmla="*/ 446129 w 1364418"/>
              <a:gd name="connsiteY62-63868" fmla="*/ 3933093 h 6858000"/>
              <a:gd name="connsiteX63-63869" fmla="*/ 450483 w 1364418"/>
              <a:gd name="connsiteY63-63870" fmla="*/ 3922082 h 6858000"/>
              <a:gd name="connsiteX64-63871" fmla="*/ 455561 w 1364418"/>
              <a:gd name="connsiteY64-63872" fmla="*/ 3901461 h 6858000"/>
              <a:gd name="connsiteX65-63873" fmla="*/ 478155 w 1364418"/>
              <a:gd name="connsiteY65-63874" fmla="*/ 3813873 h 6858000"/>
              <a:gd name="connsiteX66-63875" fmla="*/ 477580 w 1364418"/>
              <a:gd name="connsiteY66-63876" fmla="*/ 3806161 h 6858000"/>
              <a:gd name="connsiteX67-63877" fmla="*/ 477887 w 1364418"/>
              <a:gd name="connsiteY67-63878" fmla="*/ 3805957 h 6858000"/>
              <a:gd name="connsiteX68-63879" fmla="*/ 477914 w 1364418"/>
              <a:gd name="connsiteY68-63880" fmla="*/ 3797724 h 6858000"/>
              <a:gd name="connsiteX69-63881" fmla="*/ 476529 w 1364418"/>
              <a:gd name="connsiteY69-63882" fmla="*/ 3792098 h 6858000"/>
              <a:gd name="connsiteX70-63883" fmla="*/ 475413 w 1364418"/>
              <a:gd name="connsiteY70-63884" fmla="*/ 3777135 h 6858000"/>
              <a:gd name="connsiteX71-63885" fmla="*/ 477146 w 1364418"/>
              <a:gd name="connsiteY71-63886" fmla="*/ 3771656 h 6858000"/>
              <a:gd name="connsiteX72-63887" fmla="*/ 480889 w 1364418"/>
              <a:gd name="connsiteY72-63888" fmla="*/ 3769007 h 6858000"/>
              <a:gd name="connsiteX73-63889" fmla="*/ 480355 w 1364418"/>
              <a:gd name="connsiteY73-63890" fmla="*/ 3767709 h 6858000"/>
              <a:gd name="connsiteX74-63891" fmla="*/ 489051 w 1364418"/>
              <a:gd name="connsiteY74-63892" fmla="*/ 3738082 h 6858000"/>
              <a:gd name="connsiteX75-63893" fmla="*/ 496397 w 1364418"/>
              <a:gd name="connsiteY75-63894" fmla="*/ 3673397 h 6858000"/>
              <a:gd name="connsiteX76-63895" fmla="*/ 495693 w 1364418"/>
              <a:gd name="connsiteY76-63896" fmla="*/ 3637109 h 6858000"/>
              <a:gd name="connsiteX77-63897" fmla="*/ 499136 w 1364418"/>
              <a:gd name="connsiteY77-63898" fmla="*/ 3536883 h 6858000"/>
              <a:gd name="connsiteX78-63899" fmla="*/ 506674 w 1364418"/>
              <a:gd name="connsiteY78-63900" fmla="*/ 3435652 h 6858000"/>
              <a:gd name="connsiteX79-63901" fmla="*/ 508345 w 1364418"/>
              <a:gd name="connsiteY79-63902" fmla="*/ 3307769 h 6858000"/>
              <a:gd name="connsiteX80-63903" fmla="*/ 525908 w 1364418"/>
              <a:gd name="connsiteY80-63904" fmla="*/ 3250522 h 6858000"/>
              <a:gd name="connsiteX81-63905" fmla="*/ 526333 w 1364418"/>
              <a:gd name="connsiteY81-63906" fmla="*/ 3229163 h 6858000"/>
              <a:gd name="connsiteX82-63907" fmla="*/ 528156 w 1364418"/>
              <a:gd name="connsiteY82-63908" fmla="*/ 3217217 h 6858000"/>
              <a:gd name="connsiteX83-63909" fmla="*/ 514991 w 1364418"/>
              <a:gd name="connsiteY83-63910" fmla="*/ 3183755 h 6858000"/>
              <a:gd name="connsiteX84-63911" fmla="*/ 515492 w 1364418"/>
              <a:gd name="connsiteY84-63912" fmla="*/ 3178642 h 6858000"/>
              <a:gd name="connsiteX85-63913" fmla="*/ 503092 w 1364418"/>
              <a:gd name="connsiteY85-63914" fmla="*/ 3158586 h 6858000"/>
              <a:gd name="connsiteX86-63915" fmla="*/ 488277 w 1364418"/>
              <a:gd name="connsiteY86-63916" fmla="*/ 3129034 h 6858000"/>
              <a:gd name="connsiteX87-63917" fmla="*/ 488942 w 1364418"/>
              <a:gd name="connsiteY87-63918" fmla="*/ 3126682 h 6858000"/>
              <a:gd name="connsiteX88-63919" fmla="*/ 479810 w 1364418"/>
              <a:gd name="connsiteY88-63920" fmla="*/ 3114519 h 6858000"/>
              <a:gd name="connsiteX89-63921" fmla="*/ 466419 w 1364418"/>
              <a:gd name="connsiteY89-63922" fmla="*/ 3106272 h 6858000"/>
              <a:gd name="connsiteX90-63923" fmla="*/ 439149 w 1364418"/>
              <a:gd name="connsiteY90-63924" fmla="*/ 2958185 h 6858000"/>
              <a:gd name="connsiteX91-63925" fmla="*/ 381763 w 1364418"/>
              <a:gd name="connsiteY91-63926" fmla="*/ 2762989 h 6858000"/>
              <a:gd name="connsiteX92-63927" fmla="*/ 330681 w 1364418"/>
              <a:gd name="connsiteY92-63928" fmla="*/ 2554718 h 6858000"/>
              <a:gd name="connsiteX93-63929" fmla="*/ 310775 w 1364418"/>
              <a:gd name="connsiteY93-63930" fmla="*/ 2485734 h 6858000"/>
              <a:gd name="connsiteX94-63931" fmla="*/ 301498 w 1364418"/>
              <a:gd name="connsiteY94-63932" fmla="*/ 2447068 h 6858000"/>
              <a:gd name="connsiteX95-63933" fmla="*/ 288459 w 1364418"/>
              <a:gd name="connsiteY95-63934" fmla="*/ 2425819 h 6858000"/>
              <a:gd name="connsiteX96-63935" fmla="*/ 294458 w 1364418"/>
              <a:gd name="connsiteY96-63936" fmla="*/ 2402874 h 6858000"/>
              <a:gd name="connsiteX97-63937" fmla="*/ 297070 w 1364418"/>
              <a:gd name="connsiteY97-63938" fmla="*/ 2381443 h 6858000"/>
              <a:gd name="connsiteX98-63939" fmla="*/ 273399 w 1364418"/>
              <a:gd name="connsiteY98-63940" fmla="*/ 2261920 h 6858000"/>
              <a:gd name="connsiteX99-63941" fmla="*/ 263286 w 1364418"/>
              <a:gd name="connsiteY99-63942" fmla="*/ 2195378 h 6858000"/>
              <a:gd name="connsiteX100-63943" fmla="*/ 247503 w 1364418"/>
              <a:gd name="connsiteY100-63944" fmla="*/ 2155135 h 6858000"/>
              <a:gd name="connsiteX101-63945" fmla="*/ 244961 w 1364418"/>
              <a:gd name="connsiteY101-63946" fmla="*/ 2118008 h 6858000"/>
              <a:gd name="connsiteX102-63947" fmla="*/ 245954 w 1364418"/>
              <a:gd name="connsiteY102-63948" fmla="*/ 2050531 h 6858000"/>
              <a:gd name="connsiteX103-63949" fmla="*/ 237760 w 1364418"/>
              <a:gd name="connsiteY103-63950" fmla="*/ 1963269 h 6858000"/>
              <a:gd name="connsiteX104-63951" fmla="*/ 218938 w 1364418"/>
              <a:gd name="connsiteY104-63952" fmla="*/ 1906352 h 6858000"/>
              <a:gd name="connsiteX105-63953" fmla="*/ 195495 w 1364418"/>
              <a:gd name="connsiteY105-63954" fmla="*/ 1861531 h 6858000"/>
              <a:gd name="connsiteX106-63955" fmla="*/ 149294 w 1364418"/>
              <a:gd name="connsiteY106-63956" fmla="*/ 1732919 h 6858000"/>
              <a:gd name="connsiteX107-63957" fmla="*/ 121605 w 1364418"/>
              <a:gd name="connsiteY107-63958" fmla="*/ 1663540 h 6858000"/>
              <a:gd name="connsiteX108-63959" fmla="*/ 120731 w 1364418"/>
              <a:gd name="connsiteY108-63960" fmla="*/ 1615777 h 6858000"/>
              <a:gd name="connsiteX109-63961" fmla="*/ 101526 w 1364418"/>
              <a:gd name="connsiteY109-63962" fmla="*/ 1563678 h 6858000"/>
              <a:gd name="connsiteX110-63963" fmla="*/ 114606 w 1364418"/>
              <a:gd name="connsiteY110-63964" fmla="*/ 1519474 h 6858000"/>
              <a:gd name="connsiteX111-63965" fmla="*/ 107348 w 1364418"/>
              <a:gd name="connsiteY111-63966" fmla="*/ 1477995 h 6858000"/>
              <a:gd name="connsiteX112-63967" fmla="*/ 93433 w 1364418"/>
              <a:gd name="connsiteY112-63968" fmla="*/ 1373769 h 6858000"/>
              <a:gd name="connsiteX113-63969" fmla="*/ 101740 w 1364418"/>
              <a:gd name="connsiteY113-63970" fmla="*/ 1307086 h 6858000"/>
              <a:gd name="connsiteX114-63971" fmla="*/ 102928 w 1364418"/>
              <a:gd name="connsiteY114-63972" fmla="*/ 1189033 h 6858000"/>
              <a:gd name="connsiteX115-63973" fmla="*/ 107613 w 1364418"/>
              <a:gd name="connsiteY115-63974" fmla="*/ 1168288 h 6858000"/>
              <a:gd name="connsiteX116-63975" fmla="*/ 99895 w 1364418"/>
              <a:gd name="connsiteY116-63976" fmla="*/ 1142577 h 6858000"/>
              <a:gd name="connsiteX117-63977" fmla="*/ 89201 w 1364418"/>
              <a:gd name="connsiteY117-63978" fmla="*/ 1088484 h 6858000"/>
              <a:gd name="connsiteX118-63979" fmla="*/ 77937 w 1364418"/>
              <a:gd name="connsiteY118-63980" fmla="*/ 1016103 h 6858000"/>
              <a:gd name="connsiteX119-63981" fmla="*/ 79393 w 1364418"/>
              <a:gd name="connsiteY119-63982" fmla="*/ 954054 h 6858000"/>
              <a:gd name="connsiteX120-63983" fmla="*/ 90309 w 1364418"/>
              <a:gd name="connsiteY120-63984" fmla="*/ 921368 h 6858000"/>
              <a:gd name="connsiteX121-63985" fmla="*/ 74258 w 1364418"/>
              <a:gd name="connsiteY121-63986" fmla="*/ 896999 h 6858000"/>
              <a:gd name="connsiteX122-63987" fmla="*/ 43666 w 1364418"/>
              <a:gd name="connsiteY122-63988" fmla="*/ 821517 h 6858000"/>
              <a:gd name="connsiteX123-63989" fmla="*/ 22616 w 1364418"/>
              <a:gd name="connsiteY123-63990" fmla="*/ 751353 h 6858000"/>
              <a:gd name="connsiteX124-63991" fmla="*/ 22174 w 1364418"/>
              <a:gd name="connsiteY124-63992" fmla="*/ 721230 h 6858000"/>
              <a:gd name="connsiteX125-63993" fmla="*/ 7845 w 1364418"/>
              <a:gd name="connsiteY125-63994" fmla="*/ 681659 h 6858000"/>
              <a:gd name="connsiteX126-63995" fmla="*/ 31306 w 1364418"/>
              <a:gd name="connsiteY126-63996" fmla="*/ 619315 h 6858000"/>
              <a:gd name="connsiteX127-63997" fmla="*/ 15184 w 1364418"/>
              <a:gd name="connsiteY127-63998" fmla="*/ 585934 h 6858000"/>
              <a:gd name="connsiteX128-63999" fmla="*/ 22258 w 1364418"/>
              <a:gd name="connsiteY128-64000" fmla="*/ 538948 h 6858000"/>
              <a:gd name="connsiteX129-64001" fmla="*/ 26166 w 1364418"/>
              <a:gd name="connsiteY129-64002" fmla="*/ 525163 h 6858000"/>
              <a:gd name="connsiteX130-64003" fmla="*/ 52290 w 1364418"/>
              <a:gd name="connsiteY130-64004" fmla="*/ 446567 h 6858000"/>
              <a:gd name="connsiteX131-64005" fmla="*/ 51538 w 1364418"/>
              <a:gd name="connsiteY131-64006" fmla="*/ 393828 h 6858000"/>
              <a:gd name="connsiteX132-64007" fmla="*/ 51368 w 1364418"/>
              <a:gd name="connsiteY132-64008" fmla="*/ 353137 h 6858000"/>
              <a:gd name="connsiteX133-64009" fmla="*/ 55970 w 1364418"/>
              <a:gd name="connsiteY133-64010" fmla="*/ 321428 h 6858000"/>
              <a:gd name="connsiteX134-64011" fmla="*/ 57061 w 1364418"/>
              <a:gd name="connsiteY134-64012" fmla="*/ 275771 h 6858000"/>
              <a:gd name="connsiteX135-64013" fmla="*/ 74088 w 1364418"/>
              <a:gd name="connsiteY135-64014" fmla="*/ 212860 h 6858000"/>
              <a:gd name="connsiteX136-64015" fmla="*/ 65798 w 1364418"/>
              <a:gd name="connsiteY136-64016" fmla="*/ 144983 h 6858000"/>
              <a:gd name="connsiteX137-64017" fmla="*/ 78082 w 1364418"/>
              <a:gd name="connsiteY137-64018" fmla="*/ 55288 h 6858000"/>
              <a:gd name="connsiteX138-64019" fmla="*/ 37636 w 1364418"/>
              <a:gd name="connsiteY138-64020" fmla="*/ 0 h 6858000"/>
              <a:gd name="connsiteX0-64021" fmla="*/ 37636 w 1364418"/>
              <a:gd name="connsiteY0-64022" fmla="*/ 0 h 6858000"/>
              <a:gd name="connsiteX1-64023" fmla="*/ 1364418 w 1364418"/>
              <a:gd name="connsiteY1-64024" fmla="*/ 0 h 6858000"/>
              <a:gd name="connsiteX2-64025" fmla="*/ 1364418 w 1364418"/>
              <a:gd name="connsiteY2-64026" fmla="*/ 6858000 h 6858000"/>
              <a:gd name="connsiteX3-64027" fmla="*/ 101112 w 1364418"/>
              <a:gd name="connsiteY3-64028" fmla="*/ 6857735 h 6858000"/>
              <a:gd name="connsiteX4-64029" fmla="*/ 137705 w 1364418"/>
              <a:gd name="connsiteY4-64030" fmla="*/ 6776847 h 6858000"/>
              <a:gd name="connsiteX5-64031" fmla="*/ 149205 w 1364418"/>
              <a:gd name="connsiteY5-64032" fmla="*/ 6737706 h 6858000"/>
              <a:gd name="connsiteX6-64033" fmla="*/ 173944 w 1364418"/>
              <a:gd name="connsiteY6-64034" fmla="*/ 6691589 h 6858000"/>
              <a:gd name="connsiteX7-64035" fmla="*/ 165968 w 1364418"/>
              <a:gd name="connsiteY7-64036" fmla="*/ 6659970 h 6858000"/>
              <a:gd name="connsiteX8-64037" fmla="*/ 166592 w 1364418"/>
              <a:gd name="connsiteY8-64038" fmla="*/ 6636211 h 6858000"/>
              <a:gd name="connsiteX9-64039" fmla="*/ 251033 w 1364418"/>
              <a:gd name="connsiteY9-64040" fmla="*/ 6492130 h 6858000"/>
              <a:gd name="connsiteX10-64041" fmla="*/ 266720 w 1364418"/>
              <a:gd name="connsiteY10-64042" fmla="*/ 6431610 h 6858000"/>
              <a:gd name="connsiteX11-64043" fmla="*/ 310425 w 1364418"/>
              <a:gd name="connsiteY11-64044" fmla="*/ 6379786 h 6858000"/>
              <a:gd name="connsiteX12-64045" fmla="*/ 293648 w 1364418"/>
              <a:gd name="connsiteY12-64046" fmla="*/ 6334727 h 6858000"/>
              <a:gd name="connsiteX13-64047" fmla="*/ 271063 w 1364418"/>
              <a:gd name="connsiteY13-64048" fmla="*/ 6313295 h 6858000"/>
              <a:gd name="connsiteX14-64049" fmla="*/ 278227 w 1364418"/>
              <a:gd name="connsiteY14-64050" fmla="*/ 6280046 h 6858000"/>
              <a:gd name="connsiteX15-64051" fmla="*/ 281226 w 1364418"/>
              <a:gd name="connsiteY15-64052" fmla="*/ 6272987 h 6858000"/>
              <a:gd name="connsiteX16-64053" fmla="*/ 288000 w 1364418"/>
              <a:gd name="connsiteY16-64054" fmla="*/ 6252834 h 6858000"/>
              <a:gd name="connsiteX17-64055" fmla="*/ 265992 w 1364418"/>
              <a:gd name="connsiteY17-64056" fmla="*/ 6202459 h 6858000"/>
              <a:gd name="connsiteX18-64057" fmla="*/ 264790 w 1364418"/>
              <a:gd name="connsiteY18-64058" fmla="*/ 6153037 h 6858000"/>
              <a:gd name="connsiteX19-64059" fmla="*/ 280205 w 1364418"/>
              <a:gd name="connsiteY19-64060" fmla="*/ 6078132 h 6858000"/>
              <a:gd name="connsiteX20-64061" fmla="*/ 267592 w 1364418"/>
              <a:gd name="connsiteY20-64062" fmla="*/ 6028119 h 6858000"/>
              <a:gd name="connsiteX21-64063" fmla="*/ 252821 w 1364418"/>
              <a:gd name="connsiteY21-64064" fmla="*/ 5926735 h 6858000"/>
              <a:gd name="connsiteX22-64065" fmla="*/ 302333 w 1364418"/>
              <a:gd name="connsiteY22-64066" fmla="*/ 5712857 h 6858000"/>
              <a:gd name="connsiteX23-64067" fmla="*/ 332131 w 1364418"/>
              <a:gd name="connsiteY23-64068" fmla="*/ 5660491 h 6858000"/>
              <a:gd name="connsiteX24-64069" fmla="*/ 341254 w 1364418"/>
              <a:gd name="connsiteY24-64070" fmla="*/ 5563435 h 6858000"/>
              <a:gd name="connsiteX25-64071" fmla="*/ 368130 w 1364418"/>
              <a:gd name="connsiteY25-64072" fmla="*/ 5437125 h 6858000"/>
              <a:gd name="connsiteX26-64073" fmla="*/ 381698 w 1364418"/>
              <a:gd name="connsiteY26-64074" fmla="*/ 5396260 h 6858000"/>
              <a:gd name="connsiteX27-64075" fmla="*/ 397679 w 1364418"/>
              <a:gd name="connsiteY27-64076" fmla="*/ 5330009 h 6858000"/>
              <a:gd name="connsiteX28-64077" fmla="*/ 431172 w 1364418"/>
              <a:gd name="connsiteY28-64078" fmla="*/ 5273739 h 6858000"/>
              <a:gd name="connsiteX29-64079" fmla="*/ 440771 w 1364418"/>
              <a:gd name="connsiteY29-64080" fmla="*/ 5241779 h 6858000"/>
              <a:gd name="connsiteX30-64081" fmla="*/ 451997 w 1364418"/>
              <a:gd name="connsiteY30-64082" fmla="*/ 5225268 h 6858000"/>
              <a:gd name="connsiteX31-64083" fmla="*/ 453017 w 1364418"/>
              <a:gd name="connsiteY31-64084" fmla="*/ 5217684 h 6858000"/>
              <a:gd name="connsiteX32-64085" fmla="*/ 460358 w 1364418"/>
              <a:gd name="connsiteY32-64086" fmla="*/ 5193377 h 6858000"/>
              <a:gd name="connsiteX33-64087" fmla="*/ 463661 w 1364418"/>
              <a:gd name="connsiteY33-64088" fmla="*/ 5179288 h 6858000"/>
              <a:gd name="connsiteX34-64089" fmla="*/ 464645 w 1364418"/>
              <a:gd name="connsiteY34-64090" fmla="*/ 5173621 h 6858000"/>
              <a:gd name="connsiteX35-64091" fmla="*/ 460279 w 1364418"/>
              <a:gd name="connsiteY35-64092" fmla="*/ 5159961 h 6858000"/>
              <a:gd name="connsiteX36-64093" fmla="*/ 466956 w 1364418"/>
              <a:gd name="connsiteY36-64094" fmla="*/ 5144295 h 6858000"/>
              <a:gd name="connsiteX37-64095" fmla="*/ 463889 w 1364418"/>
              <a:gd name="connsiteY37-64096" fmla="*/ 5125185 h 6858000"/>
              <a:gd name="connsiteX38-64097" fmla="*/ 470719 w 1364418"/>
              <a:gd name="connsiteY38-64098" fmla="*/ 5121884 h 6858000"/>
              <a:gd name="connsiteX39-64099" fmla="*/ 477755 w 1364418"/>
              <a:gd name="connsiteY39-64100" fmla="*/ 5067850 h 6858000"/>
              <a:gd name="connsiteX40-64101" fmla="*/ 480486 w 1364418"/>
              <a:gd name="connsiteY40-64102" fmla="*/ 5060861 h 6858000"/>
              <a:gd name="connsiteX41-64103" fmla="*/ 477190 w 1364418"/>
              <a:gd name="connsiteY41-64104" fmla="*/ 5034192 h 6858000"/>
              <a:gd name="connsiteX42-64105" fmla="*/ 478744 w 1364418"/>
              <a:gd name="connsiteY42-64106" fmla="*/ 4993030 h 6858000"/>
              <a:gd name="connsiteX43-64107" fmla="*/ 485653 w 1364418"/>
              <a:gd name="connsiteY43-64108" fmla="*/ 4946844 h 6858000"/>
              <a:gd name="connsiteX44-64109" fmla="*/ 481509 w 1364418"/>
              <a:gd name="connsiteY44-64110" fmla="*/ 4932692 h 6858000"/>
              <a:gd name="connsiteX45-64111" fmla="*/ 496912 w 1364418"/>
              <a:gd name="connsiteY45-64112" fmla="*/ 4858827 h 6858000"/>
              <a:gd name="connsiteX46-64113" fmla="*/ 502815 w 1364418"/>
              <a:gd name="connsiteY46-64114" fmla="*/ 4821170 h 6858000"/>
              <a:gd name="connsiteX47-64115" fmla="*/ 507548 w 1364418"/>
              <a:gd name="connsiteY47-64116" fmla="*/ 4780965 h 6858000"/>
              <a:gd name="connsiteX48-64117" fmla="*/ 508841 w 1364418"/>
              <a:gd name="connsiteY48-64118" fmla="*/ 4750867 h 6858000"/>
              <a:gd name="connsiteX49-64119" fmla="*/ 506648 w 1364418"/>
              <a:gd name="connsiteY49-64120" fmla="*/ 4690749 h 6858000"/>
              <a:gd name="connsiteX50-64121" fmla="*/ 502128 w 1364418"/>
              <a:gd name="connsiteY50-64122" fmla="*/ 4584173 h 6858000"/>
              <a:gd name="connsiteX51-64123" fmla="*/ 497211 w 1364418"/>
              <a:gd name="connsiteY51-64124" fmla="*/ 4444346 h 6858000"/>
              <a:gd name="connsiteX52-64125" fmla="*/ 493776 w 1364418"/>
              <a:gd name="connsiteY52-64126" fmla="*/ 4375228 h 6858000"/>
              <a:gd name="connsiteX53-64127" fmla="*/ 474429 w 1364418"/>
              <a:gd name="connsiteY53-64128" fmla="*/ 4214165 h 6858000"/>
              <a:gd name="connsiteX54-64129" fmla="*/ 478502 w 1364418"/>
              <a:gd name="connsiteY54-64130" fmla="*/ 4090296 h 6858000"/>
              <a:gd name="connsiteX55-64131" fmla="*/ 463758 w 1364418"/>
              <a:gd name="connsiteY55-64132" fmla="*/ 4033999 h 6858000"/>
              <a:gd name="connsiteX56-64133" fmla="*/ 464907 w 1364418"/>
              <a:gd name="connsiteY56-64134" fmla="*/ 4031933 h 6858000"/>
              <a:gd name="connsiteX57-64135" fmla="*/ 463483 w 1364418"/>
              <a:gd name="connsiteY57-64136" fmla="*/ 4013953 h 6858000"/>
              <a:gd name="connsiteX58-64137" fmla="*/ 449778 w 1364418"/>
              <a:gd name="connsiteY58-64138" fmla="*/ 3974753 h 6858000"/>
              <a:gd name="connsiteX59-64139" fmla="*/ 451376 w 1364418"/>
              <a:gd name="connsiteY59-64140" fmla="*/ 3969950 h 6858000"/>
              <a:gd name="connsiteX60-64141" fmla="*/ 444798 w 1364418"/>
              <a:gd name="connsiteY60-64142" fmla="*/ 3933779 h 6858000"/>
              <a:gd name="connsiteX61-64143" fmla="*/ 446129 w 1364418"/>
              <a:gd name="connsiteY61-64144" fmla="*/ 3933093 h 6858000"/>
              <a:gd name="connsiteX62-64145" fmla="*/ 450483 w 1364418"/>
              <a:gd name="connsiteY62-64146" fmla="*/ 3922082 h 6858000"/>
              <a:gd name="connsiteX63-64147" fmla="*/ 455561 w 1364418"/>
              <a:gd name="connsiteY63-64148" fmla="*/ 3901461 h 6858000"/>
              <a:gd name="connsiteX64-64149" fmla="*/ 478155 w 1364418"/>
              <a:gd name="connsiteY64-64150" fmla="*/ 3813873 h 6858000"/>
              <a:gd name="connsiteX65-64151" fmla="*/ 477580 w 1364418"/>
              <a:gd name="connsiteY65-64152" fmla="*/ 3806161 h 6858000"/>
              <a:gd name="connsiteX66-64153" fmla="*/ 477887 w 1364418"/>
              <a:gd name="connsiteY66-64154" fmla="*/ 3805957 h 6858000"/>
              <a:gd name="connsiteX67-64155" fmla="*/ 477914 w 1364418"/>
              <a:gd name="connsiteY67-64156" fmla="*/ 3797724 h 6858000"/>
              <a:gd name="connsiteX68-64157" fmla="*/ 476529 w 1364418"/>
              <a:gd name="connsiteY68-64158" fmla="*/ 3792098 h 6858000"/>
              <a:gd name="connsiteX69-64159" fmla="*/ 475413 w 1364418"/>
              <a:gd name="connsiteY69-64160" fmla="*/ 3777135 h 6858000"/>
              <a:gd name="connsiteX70-64161" fmla="*/ 477146 w 1364418"/>
              <a:gd name="connsiteY70-64162" fmla="*/ 3771656 h 6858000"/>
              <a:gd name="connsiteX71-64163" fmla="*/ 480889 w 1364418"/>
              <a:gd name="connsiteY71-64164" fmla="*/ 3769007 h 6858000"/>
              <a:gd name="connsiteX72-64165" fmla="*/ 480355 w 1364418"/>
              <a:gd name="connsiteY72-64166" fmla="*/ 3767709 h 6858000"/>
              <a:gd name="connsiteX73-64167" fmla="*/ 489051 w 1364418"/>
              <a:gd name="connsiteY73-64168" fmla="*/ 3738082 h 6858000"/>
              <a:gd name="connsiteX74-64169" fmla="*/ 496397 w 1364418"/>
              <a:gd name="connsiteY74-64170" fmla="*/ 3673397 h 6858000"/>
              <a:gd name="connsiteX75-64171" fmla="*/ 495693 w 1364418"/>
              <a:gd name="connsiteY75-64172" fmla="*/ 3637109 h 6858000"/>
              <a:gd name="connsiteX76-64173" fmla="*/ 499136 w 1364418"/>
              <a:gd name="connsiteY76-64174" fmla="*/ 3536883 h 6858000"/>
              <a:gd name="connsiteX77-64175" fmla="*/ 506674 w 1364418"/>
              <a:gd name="connsiteY77-64176" fmla="*/ 3435652 h 6858000"/>
              <a:gd name="connsiteX78-64177" fmla="*/ 508345 w 1364418"/>
              <a:gd name="connsiteY78-64178" fmla="*/ 3307769 h 6858000"/>
              <a:gd name="connsiteX79-64179" fmla="*/ 525908 w 1364418"/>
              <a:gd name="connsiteY79-64180" fmla="*/ 3250522 h 6858000"/>
              <a:gd name="connsiteX80-64181" fmla="*/ 526333 w 1364418"/>
              <a:gd name="connsiteY80-64182" fmla="*/ 3229163 h 6858000"/>
              <a:gd name="connsiteX81-64183" fmla="*/ 528156 w 1364418"/>
              <a:gd name="connsiteY81-64184" fmla="*/ 3217217 h 6858000"/>
              <a:gd name="connsiteX82-64185" fmla="*/ 514991 w 1364418"/>
              <a:gd name="connsiteY82-64186" fmla="*/ 3183755 h 6858000"/>
              <a:gd name="connsiteX83-64187" fmla="*/ 515492 w 1364418"/>
              <a:gd name="connsiteY83-64188" fmla="*/ 3178642 h 6858000"/>
              <a:gd name="connsiteX84-64189" fmla="*/ 503092 w 1364418"/>
              <a:gd name="connsiteY84-64190" fmla="*/ 3158586 h 6858000"/>
              <a:gd name="connsiteX85-64191" fmla="*/ 488277 w 1364418"/>
              <a:gd name="connsiteY85-64192" fmla="*/ 3129034 h 6858000"/>
              <a:gd name="connsiteX86-64193" fmla="*/ 488942 w 1364418"/>
              <a:gd name="connsiteY86-64194" fmla="*/ 3126682 h 6858000"/>
              <a:gd name="connsiteX87-64195" fmla="*/ 479810 w 1364418"/>
              <a:gd name="connsiteY87-64196" fmla="*/ 3114519 h 6858000"/>
              <a:gd name="connsiteX88-64197" fmla="*/ 466419 w 1364418"/>
              <a:gd name="connsiteY88-64198" fmla="*/ 3106272 h 6858000"/>
              <a:gd name="connsiteX89-64199" fmla="*/ 439149 w 1364418"/>
              <a:gd name="connsiteY89-64200" fmla="*/ 2958185 h 6858000"/>
              <a:gd name="connsiteX90-64201" fmla="*/ 381763 w 1364418"/>
              <a:gd name="connsiteY90-64202" fmla="*/ 2762989 h 6858000"/>
              <a:gd name="connsiteX91-64203" fmla="*/ 330681 w 1364418"/>
              <a:gd name="connsiteY91-64204" fmla="*/ 2554718 h 6858000"/>
              <a:gd name="connsiteX92-64205" fmla="*/ 310775 w 1364418"/>
              <a:gd name="connsiteY92-64206" fmla="*/ 2485734 h 6858000"/>
              <a:gd name="connsiteX93-64207" fmla="*/ 301498 w 1364418"/>
              <a:gd name="connsiteY93-64208" fmla="*/ 2447068 h 6858000"/>
              <a:gd name="connsiteX94-64209" fmla="*/ 288459 w 1364418"/>
              <a:gd name="connsiteY94-64210" fmla="*/ 2425819 h 6858000"/>
              <a:gd name="connsiteX95-64211" fmla="*/ 294458 w 1364418"/>
              <a:gd name="connsiteY95-64212" fmla="*/ 2402874 h 6858000"/>
              <a:gd name="connsiteX96-64213" fmla="*/ 297070 w 1364418"/>
              <a:gd name="connsiteY96-64214" fmla="*/ 2381443 h 6858000"/>
              <a:gd name="connsiteX97-64215" fmla="*/ 273399 w 1364418"/>
              <a:gd name="connsiteY97-64216" fmla="*/ 2261920 h 6858000"/>
              <a:gd name="connsiteX98-64217" fmla="*/ 263286 w 1364418"/>
              <a:gd name="connsiteY98-64218" fmla="*/ 2195378 h 6858000"/>
              <a:gd name="connsiteX99-64219" fmla="*/ 247503 w 1364418"/>
              <a:gd name="connsiteY99-64220" fmla="*/ 2155135 h 6858000"/>
              <a:gd name="connsiteX100-64221" fmla="*/ 244961 w 1364418"/>
              <a:gd name="connsiteY100-64222" fmla="*/ 2118008 h 6858000"/>
              <a:gd name="connsiteX101-64223" fmla="*/ 245954 w 1364418"/>
              <a:gd name="connsiteY101-64224" fmla="*/ 2050531 h 6858000"/>
              <a:gd name="connsiteX102-64225" fmla="*/ 237760 w 1364418"/>
              <a:gd name="connsiteY102-64226" fmla="*/ 1963269 h 6858000"/>
              <a:gd name="connsiteX103-64227" fmla="*/ 218938 w 1364418"/>
              <a:gd name="connsiteY103-64228" fmla="*/ 1906352 h 6858000"/>
              <a:gd name="connsiteX104-64229" fmla="*/ 195495 w 1364418"/>
              <a:gd name="connsiteY104-64230" fmla="*/ 1861531 h 6858000"/>
              <a:gd name="connsiteX105-64231" fmla="*/ 149294 w 1364418"/>
              <a:gd name="connsiteY105-64232" fmla="*/ 1732919 h 6858000"/>
              <a:gd name="connsiteX106-64233" fmla="*/ 121605 w 1364418"/>
              <a:gd name="connsiteY106-64234" fmla="*/ 1663540 h 6858000"/>
              <a:gd name="connsiteX107-64235" fmla="*/ 120731 w 1364418"/>
              <a:gd name="connsiteY107-64236" fmla="*/ 1615777 h 6858000"/>
              <a:gd name="connsiteX108-64237" fmla="*/ 101526 w 1364418"/>
              <a:gd name="connsiteY108-64238" fmla="*/ 1563678 h 6858000"/>
              <a:gd name="connsiteX109-64239" fmla="*/ 114606 w 1364418"/>
              <a:gd name="connsiteY109-64240" fmla="*/ 1519474 h 6858000"/>
              <a:gd name="connsiteX110-64241" fmla="*/ 107348 w 1364418"/>
              <a:gd name="connsiteY110-64242" fmla="*/ 1477995 h 6858000"/>
              <a:gd name="connsiteX111-64243" fmla="*/ 93433 w 1364418"/>
              <a:gd name="connsiteY111-64244" fmla="*/ 1373769 h 6858000"/>
              <a:gd name="connsiteX112-64245" fmla="*/ 101740 w 1364418"/>
              <a:gd name="connsiteY112-64246" fmla="*/ 1307086 h 6858000"/>
              <a:gd name="connsiteX113-64247" fmla="*/ 102928 w 1364418"/>
              <a:gd name="connsiteY113-64248" fmla="*/ 1189033 h 6858000"/>
              <a:gd name="connsiteX114-64249" fmla="*/ 107613 w 1364418"/>
              <a:gd name="connsiteY114-64250" fmla="*/ 1168288 h 6858000"/>
              <a:gd name="connsiteX115-64251" fmla="*/ 99895 w 1364418"/>
              <a:gd name="connsiteY115-64252" fmla="*/ 1142577 h 6858000"/>
              <a:gd name="connsiteX116-64253" fmla="*/ 89201 w 1364418"/>
              <a:gd name="connsiteY116-64254" fmla="*/ 1088484 h 6858000"/>
              <a:gd name="connsiteX117-64255" fmla="*/ 77937 w 1364418"/>
              <a:gd name="connsiteY117-64256" fmla="*/ 1016103 h 6858000"/>
              <a:gd name="connsiteX118-64257" fmla="*/ 79393 w 1364418"/>
              <a:gd name="connsiteY118-64258" fmla="*/ 954054 h 6858000"/>
              <a:gd name="connsiteX119-64259" fmla="*/ 90309 w 1364418"/>
              <a:gd name="connsiteY119-64260" fmla="*/ 921368 h 6858000"/>
              <a:gd name="connsiteX120-64261" fmla="*/ 74258 w 1364418"/>
              <a:gd name="connsiteY120-64262" fmla="*/ 896999 h 6858000"/>
              <a:gd name="connsiteX121-64263" fmla="*/ 43666 w 1364418"/>
              <a:gd name="connsiteY121-64264" fmla="*/ 821517 h 6858000"/>
              <a:gd name="connsiteX122-64265" fmla="*/ 22616 w 1364418"/>
              <a:gd name="connsiteY122-64266" fmla="*/ 751353 h 6858000"/>
              <a:gd name="connsiteX123-64267" fmla="*/ 22174 w 1364418"/>
              <a:gd name="connsiteY123-64268" fmla="*/ 721230 h 6858000"/>
              <a:gd name="connsiteX124-64269" fmla="*/ 7845 w 1364418"/>
              <a:gd name="connsiteY124-64270" fmla="*/ 681659 h 6858000"/>
              <a:gd name="connsiteX125-64271" fmla="*/ 31306 w 1364418"/>
              <a:gd name="connsiteY125-64272" fmla="*/ 619315 h 6858000"/>
              <a:gd name="connsiteX126-64273" fmla="*/ 15184 w 1364418"/>
              <a:gd name="connsiteY126-64274" fmla="*/ 585934 h 6858000"/>
              <a:gd name="connsiteX127-64275" fmla="*/ 22258 w 1364418"/>
              <a:gd name="connsiteY127-64276" fmla="*/ 538948 h 6858000"/>
              <a:gd name="connsiteX128-64277" fmla="*/ 26166 w 1364418"/>
              <a:gd name="connsiteY128-64278" fmla="*/ 525163 h 6858000"/>
              <a:gd name="connsiteX129-64279" fmla="*/ 52290 w 1364418"/>
              <a:gd name="connsiteY129-64280" fmla="*/ 446567 h 6858000"/>
              <a:gd name="connsiteX130-64281" fmla="*/ 51538 w 1364418"/>
              <a:gd name="connsiteY130-64282" fmla="*/ 393828 h 6858000"/>
              <a:gd name="connsiteX131-64283" fmla="*/ 51368 w 1364418"/>
              <a:gd name="connsiteY131-64284" fmla="*/ 353137 h 6858000"/>
              <a:gd name="connsiteX132-64285" fmla="*/ 55970 w 1364418"/>
              <a:gd name="connsiteY132-64286" fmla="*/ 321428 h 6858000"/>
              <a:gd name="connsiteX133-64287" fmla="*/ 57061 w 1364418"/>
              <a:gd name="connsiteY133-64288" fmla="*/ 275771 h 6858000"/>
              <a:gd name="connsiteX134-64289" fmla="*/ 74088 w 1364418"/>
              <a:gd name="connsiteY134-64290" fmla="*/ 212860 h 6858000"/>
              <a:gd name="connsiteX135-64291" fmla="*/ 65798 w 1364418"/>
              <a:gd name="connsiteY135-64292" fmla="*/ 144983 h 6858000"/>
              <a:gd name="connsiteX136-64293" fmla="*/ 78082 w 1364418"/>
              <a:gd name="connsiteY136-64294" fmla="*/ 55288 h 6858000"/>
              <a:gd name="connsiteX137-64295" fmla="*/ 37636 w 1364418"/>
              <a:gd name="connsiteY137-64296" fmla="*/ 0 h 6858000"/>
              <a:gd name="connsiteX0-64297" fmla="*/ 37636 w 1364418"/>
              <a:gd name="connsiteY0-64298" fmla="*/ 0 h 6858000"/>
              <a:gd name="connsiteX1-64299" fmla="*/ 1364418 w 1364418"/>
              <a:gd name="connsiteY1-64300" fmla="*/ 0 h 6858000"/>
              <a:gd name="connsiteX2-64301" fmla="*/ 1364418 w 1364418"/>
              <a:gd name="connsiteY2-64302" fmla="*/ 6858000 h 6858000"/>
              <a:gd name="connsiteX3-64303" fmla="*/ 101112 w 1364418"/>
              <a:gd name="connsiteY3-64304" fmla="*/ 6857735 h 6858000"/>
              <a:gd name="connsiteX4-64305" fmla="*/ 137705 w 1364418"/>
              <a:gd name="connsiteY4-64306" fmla="*/ 6776847 h 6858000"/>
              <a:gd name="connsiteX5-64307" fmla="*/ 149205 w 1364418"/>
              <a:gd name="connsiteY5-64308" fmla="*/ 6737706 h 6858000"/>
              <a:gd name="connsiteX6-64309" fmla="*/ 173944 w 1364418"/>
              <a:gd name="connsiteY6-64310" fmla="*/ 6691589 h 6858000"/>
              <a:gd name="connsiteX7-64311" fmla="*/ 165968 w 1364418"/>
              <a:gd name="connsiteY7-64312" fmla="*/ 6659970 h 6858000"/>
              <a:gd name="connsiteX8-64313" fmla="*/ 251033 w 1364418"/>
              <a:gd name="connsiteY8-64314" fmla="*/ 6492130 h 6858000"/>
              <a:gd name="connsiteX9-64315" fmla="*/ 266720 w 1364418"/>
              <a:gd name="connsiteY9-64316" fmla="*/ 6431610 h 6858000"/>
              <a:gd name="connsiteX10-64317" fmla="*/ 310425 w 1364418"/>
              <a:gd name="connsiteY10-64318" fmla="*/ 6379786 h 6858000"/>
              <a:gd name="connsiteX11-64319" fmla="*/ 293648 w 1364418"/>
              <a:gd name="connsiteY11-64320" fmla="*/ 6334727 h 6858000"/>
              <a:gd name="connsiteX12-64321" fmla="*/ 271063 w 1364418"/>
              <a:gd name="connsiteY12-64322" fmla="*/ 6313295 h 6858000"/>
              <a:gd name="connsiteX13-64323" fmla="*/ 278227 w 1364418"/>
              <a:gd name="connsiteY13-64324" fmla="*/ 6280046 h 6858000"/>
              <a:gd name="connsiteX14-64325" fmla="*/ 281226 w 1364418"/>
              <a:gd name="connsiteY14-64326" fmla="*/ 6272987 h 6858000"/>
              <a:gd name="connsiteX15-64327" fmla="*/ 288000 w 1364418"/>
              <a:gd name="connsiteY15-64328" fmla="*/ 6252834 h 6858000"/>
              <a:gd name="connsiteX16-64329" fmla="*/ 265992 w 1364418"/>
              <a:gd name="connsiteY16-64330" fmla="*/ 6202459 h 6858000"/>
              <a:gd name="connsiteX17-64331" fmla="*/ 264790 w 1364418"/>
              <a:gd name="connsiteY17-64332" fmla="*/ 6153037 h 6858000"/>
              <a:gd name="connsiteX18-64333" fmla="*/ 280205 w 1364418"/>
              <a:gd name="connsiteY18-64334" fmla="*/ 6078132 h 6858000"/>
              <a:gd name="connsiteX19-64335" fmla="*/ 267592 w 1364418"/>
              <a:gd name="connsiteY19-64336" fmla="*/ 6028119 h 6858000"/>
              <a:gd name="connsiteX20-64337" fmla="*/ 252821 w 1364418"/>
              <a:gd name="connsiteY20-64338" fmla="*/ 5926735 h 6858000"/>
              <a:gd name="connsiteX21-64339" fmla="*/ 302333 w 1364418"/>
              <a:gd name="connsiteY21-64340" fmla="*/ 5712857 h 6858000"/>
              <a:gd name="connsiteX22-64341" fmla="*/ 332131 w 1364418"/>
              <a:gd name="connsiteY22-64342" fmla="*/ 5660491 h 6858000"/>
              <a:gd name="connsiteX23-64343" fmla="*/ 341254 w 1364418"/>
              <a:gd name="connsiteY23-64344" fmla="*/ 5563435 h 6858000"/>
              <a:gd name="connsiteX24-64345" fmla="*/ 368130 w 1364418"/>
              <a:gd name="connsiteY24-64346" fmla="*/ 5437125 h 6858000"/>
              <a:gd name="connsiteX25-64347" fmla="*/ 381698 w 1364418"/>
              <a:gd name="connsiteY25-64348" fmla="*/ 5396260 h 6858000"/>
              <a:gd name="connsiteX26-64349" fmla="*/ 397679 w 1364418"/>
              <a:gd name="connsiteY26-64350" fmla="*/ 5330009 h 6858000"/>
              <a:gd name="connsiteX27-64351" fmla="*/ 431172 w 1364418"/>
              <a:gd name="connsiteY27-64352" fmla="*/ 5273739 h 6858000"/>
              <a:gd name="connsiteX28-64353" fmla="*/ 440771 w 1364418"/>
              <a:gd name="connsiteY28-64354" fmla="*/ 5241779 h 6858000"/>
              <a:gd name="connsiteX29-64355" fmla="*/ 451997 w 1364418"/>
              <a:gd name="connsiteY29-64356" fmla="*/ 5225268 h 6858000"/>
              <a:gd name="connsiteX30-64357" fmla="*/ 453017 w 1364418"/>
              <a:gd name="connsiteY30-64358" fmla="*/ 5217684 h 6858000"/>
              <a:gd name="connsiteX31-64359" fmla="*/ 460358 w 1364418"/>
              <a:gd name="connsiteY31-64360" fmla="*/ 5193377 h 6858000"/>
              <a:gd name="connsiteX32-64361" fmla="*/ 463661 w 1364418"/>
              <a:gd name="connsiteY32-64362" fmla="*/ 5179288 h 6858000"/>
              <a:gd name="connsiteX33-64363" fmla="*/ 464645 w 1364418"/>
              <a:gd name="connsiteY33-64364" fmla="*/ 5173621 h 6858000"/>
              <a:gd name="connsiteX34-64365" fmla="*/ 460279 w 1364418"/>
              <a:gd name="connsiteY34-64366" fmla="*/ 5159961 h 6858000"/>
              <a:gd name="connsiteX35-64367" fmla="*/ 466956 w 1364418"/>
              <a:gd name="connsiteY35-64368" fmla="*/ 5144295 h 6858000"/>
              <a:gd name="connsiteX36-64369" fmla="*/ 463889 w 1364418"/>
              <a:gd name="connsiteY36-64370" fmla="*/ 5125185 h 6858000"/>
              <a:gd name="connsiteX37-64371" fmla="*/ 470719 w 1364418"/>
              <a:gd name="connsiteY37-64372" fmla="*/ 5121884 h 6858000"/>
              <a:gd name="connsiteX38-64373" fmla="*/ 477755 w 1364418"/>
              <a:gd name="connsiteY38-64374" fmla="*/ 5067850 h 6858000"/>
              <a:gd name="connsiteX39-64375" fmla="*/ 480486 w 1364418"/>
              <a:gd name="connsiteY39-64376" fmla="*/ 5060861 h 6858000"/>
              <a:gd name="connsiteX40-64377" fmla="*/ 477190 w 1364418"/>
              <a:gd name="connsiteY40-64378" fmla="*/ 5034192 h 6858000"/>
              <a:gd name="connsiteX41-64379" fmla="*/ 478744 w 1364418"/>
              <a:gd name="connsiteY41-64380" fmla="*/ 4993030 h 6858000"/>
              <a:gd name="connsiteX42-64381" fmla="*/ 485653 w 1364418"/>
              <a:gd name="connsiteY42-64382" fmla="*/ 4946844 h 6858000"/>
              <a:gd name="connsiteX43-64383" fmla="*/ 481509 w 1364418"/>
              <a:gd name="connsiteY43-64384" fmla="*/ 4932692 h 6858000"/>
              <a:gd name="connsiteX44-64385" fmla="*/ 496912 w 1364418"/>
              <a:gd name="connsiteY44-64386" fmla="*/ 4858827 h 6858000"/>
              <a:gd name="connsiteX45-64387" fmla="*/ 502815 w 1364418"/>
              <a:gd name="connsiteY45-64388" fmla="*/ 4821170 h 6858000"/>
              <a:gd name="connsiteX46-64389" fmla="*/ 507548 w 1364418"/>
              <a:gd name="connsiteY46-64390" fmla="*/ 4780965 h 6858000"/>
              <a:gd name="connsiteX47-64391" fmla="*/ 508841 w 1364418"/>
              <a:gd name="connsiteY47-64392" fmla="*/ 4750867 h 6858000"/>
              <a:gd name="connsiteX48-64393" fmla="*/ 506648 w 1364418"/>
              <a:gd name="connsiteY48-64394" fmla="*/ 4690749 h 6858000"/>
              <a:gd name="connsiteX49-64395" fmla="*/ 502128 w 1364418"/>
              <a:gd name="connsiteY49-64396" fmla="*/ 4584173 h 6858000"/>
              <a:gd name="connsiteX50-64397" fmla="*/ 497211 w 1364418"/>
              <a:gd name="connsiteY50-64398" fmla="*/ 4444346 h 6858000"/>
              <a:gd name="connsiteX51-64399" fmla="*/ 493776 w 1364418"/>
              <a:gd name="connsiteY51-64400" fmla="*/ 4375228 h 6858000"/>
              <a:gd name="connsiteX52-64401" fmla="*/ 474429 w 1364418"/>
              <a:gd name="connsiteY52-64402" fmla="*/ 4214165 h 6858000"/>
              <a:gd name="connsiteX53-64403" fmla="*/ 478502 w 1364418"/>
              <a:gd name="connsiteY53-64404" fmla="*/ 4090296 h 6858000"/>
              <a:gd name="connsiteX54-64405" fmla="*/ 463758 w 1364418"/>
              <a:gd name="connsiteY54-64406" fmla="*/ 4033999 h 6858000"/>
              <a:gd name="connsiteX55-64407" fmla="*/ 464907 w 1364418"/>
              <a:gd name="connsiteY55-64408" fmla="*/ 4031933 h 6858000"/>
              <a:gd name="connsiteX56-64409" fmla="*/ 463483 w 1364418"/>
              <a:gd name="connsiteY56-64410" fmla="*/ 4013953 h 6858000"/>
              <a:gd name="connsiteX57-64411" fmla="*/ 449778 w 1364418"/>
              <a:gd name="connsiteY57-64412" fmla="*/ 3974753 h 6858000"/>
              <a:gd name="connsiteX58-64413" fmla="*/ 451376 w 1364418"/>
              <a:gd name="connsiteY58-64414" fmla="*/ 3969950 h 6858000"/>
              <a:gd name="connsiteX59-64415" fmla="*/ 444798 w 1364418"/>
              <a:gd name="connsiteY59-64416" fmla="*/ 3933779 h 6858000"/>
              <a:gd name="connsiteX60-64417" fmla="*/ 446129 w 1364418"/>
              <a:gd name="connsiteY60-64418" fmla="*/ 3933093 h 6858000"/>
              <a:gd name="connsiteX61-64419" fmla="*/ 450483 w 1364418"/>
              <a:gd name="connsiteY61-64420" fmla="*/ 3922082 h 6858000"/>
              <a:gd name="connsiteX62-64421" fmla="*/ 455561 w 1364418"/>
              <a:gd name="connsiteY62-64422" fmla="*/ 3901461 h 6858000"/>
              <a:gd name="connsiteX63-64423" fmla="*/ 478155 w 1364418"/>
              <a:gd name="connsiteY63-64424" fmla="*/ 3813873 h 6858000"/>
              <a:gd name="connsiteX64-64425" fmla="*/ 477580 w 1364418"/>
              <a:gd name="connsiteY64-64426" fmla="*/ 3806161 h 6858000"/>
              <a:gd name="connsiteX65-64427" fmla="*/ 477887 w 1364418"/>
              <a:gd name="connsiteY65-64428" fmla="*/ 3805957 h 6858000"/>
              <a:gd name="connsiteX66-64429" fmla="*/ 477914 w 1364418"/>
              <a:gd name="connsiteY66-64430" fmla="*/ 3797724 h 6858000"/>
              <a:gd name="connsiteX67-64431" fmla="*/ 476529 w 1364418"/>
              <a:gd name="connsiteY67-64432" fmla="*/ 3792098 h 6858000"/>
              <a:gd name="connsiteX68-64433" fmla="*/ 475413 w 1364418"/>
              <a:gd name="connsiteY68-64434" fmla="*/ 3777135 h 6858000"/>
              <a:gd name="connsiteX69-64435" fmla="*/ 477146 w 1364418"/>
              <a:gd name="connsiteY69-64436" fmla="*/ 3771656 h 6858000"/>
              <a:gd name="connsiteX70-64437" fmla="*/ 480889 w 1364418"/>
              <a:gd name="connsiteY70-64438" fmla="*/ 3769007 h 6858000"/>
              <a:gd name="connsiteX71-64439" fmla="*/ 480355 w 1364418"/>
              <a:gd name="connsiteY71-64440" fmla="*/ 3767709 h 6858000"/>
              <a:gd name="connsiteX72-64441" fmla="*/ 489051 w 1364418"/>
              <a:gd name="connsiteY72-64442" fmla="*/ 3738082 h 6858000"/>
              <a:gd name="connsiteX73-64443" fmla="*/ 496397 w 1364418"/>
              <a:gd name="connsiteY73-64444" fmla="*/ 3673397 h 6858000"/>
              <a:gd name="connsiteX74-64445" fmla="*/ 495693 w 1364418"/>
              <a:gd name="connsiteY74-64446" fmla="*/ 3637109 h 6858000"/>
              <a:gd name="connsiteX75-64447" fmla="*/ 499136 w 1364418"/>
              <a:gd name="connsiteY75-64448" fmla="*/ 3536883 h 6858000"/>
              <a:gd name="connsiteX76-64449" fmla="*/ 506674 w 1364418"/>
              <a:gd name="connsiteY76-64450" fmla="*/ 3435652 h 6858000"/>
              <a:gd name="connsiteX77-64451" fmla="*/ 508345 w 1364418"/>
              <a:gd name="connsiteY77-64452" fmla="*/ 3307769 h 6858000"/>
              <a:gd name="connsiteX78-64453" fmla="*/ 525908 w 1364418"/>
              <a:gd name="connsiteY78-64454" fmla="*/ 3250522 h 6858000"/>
              <a:gd name="connsiteX79-64455" fmla="*/ 526333 w 1364418"/>
              <a:gd name="connsiteY79-64456" fmla="*/ 3229163 h 6858000"/>
              <a:gd name="connsiteX80-64457" fmla="*/ 528156 w 1364418"/>
              <a:gd name="connsiteY80-64458" fmla="*/ 3217217 h 6858000"/>
              <a:gd name="connsiteX81-64459" fmla="*/ 514991 w 1364418"/>
              <a:gd name="connsiteY81-64460" fmla="*/ 3183755 h 6858000"/>
              <a:gd name="connsiteX82-64461" fmla="*/ 515492 w 1364418"/>
              <a:gd name="connsiteY82-64462" fmla="*/ 3178642 h 6858000"/>
              <a:gd name="connsiteX83-64463" fmla="*/ 503092 w 1364418"/>
              <a:gd name="connsiteY83-64464" fmla="*/ 3158586 h 6858000"/>
              <a:gd name="connsiteX84-64465" fmla="*/ 488277 w 1364418"/>
              <a:gd name="connsiteY84-64466" fmla="*/ 3129034 h 6858000"/>
              <a:gd name="connsiteX85-64467" fmla="*/ 488942 w 1364418"/>
              <a:gd name="connsiteY85-64468" fmla="*/ 3126682 h 6858000"/>
              <a:gd name="connsiteX86-64469" fmla="*/ 479810 w 1364418"/>
              <a:gd name="connsiteY86-64470" fmla="*/ 3114519 h 6858000"/>
              <a:gd name="connsiteX87-64471" fmla="*/ 466419 w 1364418"/>
              <a:gd name="connsiteY87-64472" fmla="*/ 3106272 h 6858000"/>
              <a:gd name="connsiteX88-64473" fmla="*/ 439149 w 1364418"/>
              <a:gd name="connsiteY88-64474" fmla="*/ 2958185 h 6858000"/>
              <a:gd name="connsiteX89-64475" fmla="*/ 381763 w 1364418"/>
              <a:gd name="connsiteY89-64476" fmla="*/ 2762989 h 6858000"/>
              <a:gd name="connsiteX90-64477" fmla="*/ 330681 w 1364418"/>
              <a:gd name="connsiteY90-64478" fmla="*/ 2554718 h 6858000"/>
              <a:gd name="connsiteX91-64479" fmla="*/ 310775 w 1364418"/>
              <a:gd name="connsiteY91-64480" fmla="*/ 2485734 h 6858000"/>
              <a:gd name="connsiteX92-64481" fmla="*/ 301498 w 1364418"/>
              <a:gd name="connsiteY92-64482" fmla="*/ 2447068 h 6858000"/>
              <a:gd name="connsiteX93-64483" fmla="*/ 288459 w 1364418"/>
              <a:gd name="connsiteY93-64484" fmla="*/ 2425819 h 6858000"/>
              <a:gd name="connsiteX94-64485" fmla="*/ 294458 w 1364418"/>
              <a:gd name="connsiteY94-64486" fmla="*/ 2402874 h 6858000"/>
              <a:gd name="connsiteX95-64487" fmla="*/ 297070 w 1364418"/>
              <a:gd name="connsiteY95-64488" fmla="*/ 2381443 h 6858000"/>
              <a:gd name="connsiteX96-64489" fmla="*/ 273399 w 1364418"/>
              <a:gd name="connsiteY96-64490" fmla="*/ 2261920 h 6858000"/>
              <a:gd name="connsiteX97-64491" fmla="*/ 263286 w 1364418"/>
              <a:gd name="connsiteY97-64492" fmla="*/ 2195378 h 6858000"/>
              <a:gd name="connsiteX98-64493" fmla="*/ 247503 w 1364418"/>
              <a:gd name="connsiteY98-64494" fmla="*/ 2155135 h 6858000"/>
              <a:gd name="connsiteX99-64495" fmla="*/ 244961 w 1364418"/>
              <a:gd name="connsiteY99-64496" fmla="*/ 2118008 h 6858000"/>
              <a:gd name="connsiteX100-64497" fmla="*/ 245954 w 1364418"/>
              <a:gd name="connsiteY100-64498" fmla="*/ 2050531 h 6858000"/>
              <a:gd name="connsiteX101-64499" fmla="*/ 237760 w 1364418"/>
              <a:gd name="connsiteY101-64500" fmla="*/ 1963269 h 6858000"/>
              <a:gd name="connsiteX102-64501" fmla="*/ 218938 w 1364418"/>
              <a:gd name="connsiteY102-64502" fmla="*/ 1906352 h 6858000"/>
              <a:gd name="connsiteX103-64503" fmla="*/ 195495 w 1364418"/>
              <a:gd name="connsiteY103-64504" fmla="*/ 1861531 h 6858000"/>
              <a:gd name="connsiteX104-64505" fmla="*/ 149294 w 1364418"/>
              <a:gd name="connsiteY104-64506" fmla="*/ 1732919 h 6858000"/>
              <a:gd name="connsiteX105-64507" fmla="*/ 121605 w 1364418"/>
              <a:gd name="connsiteY105-64508" fmla="*/ 1663540 h 6858000"/>
              <a:gd name="connsiteX106-64509" fmla="*/ 120731 w 1364418"/>
              <a:gd name="connsiteY106-64510" fmla="*/ 1615777 h 6858000"/>
              <a:gd name="connsiteX107-64511" fmla="*/ 101526 w 1364418"/>
              <a:gd name="connsiteY107-64512" fmla="*/ 1563678 h 6858000"/>
              <a:gd name="connsiteX108-64513" fmla="*/ 114606 w 1364418"/>
              <a:gd name="connsiteY108-64514" fmla="*/ 1519474 h 6858000"/>
              <a:gd name="connsiteX109-64515" fmla="*/ 107348 w 1364418"/>
              <a:gd name="connsiteY109-64516" fmla="*/ 1477995 h 6858000"/>
              <a:gd name="connsiteX110-64517" fmla="*/ 93433 w 1364418"/>
              <a:gd name="connsiteY110-64518" fmla="*/ 1373769 h 6858000"/>
              <a:gd name="connsiteX111-64519" fmla="*/ 101740 w 1364418"/>
              <a:gd name="connsiteY111-64520" fmla="*/ 1307086 h 6858000"/>
              <a:gd name="connsiteX112-64521" fmla="*/ 102928 w 1364418"/>
              <a:gd name="connsiteY112-64522" fmla="*/ 1189033 h 6858000"/>
              <a:gd name="connsiteX113-64523" fmla="*/ 107613 w 1364418"/>
              <a:gd name="connsiteY113-64524" fmla="*/ 1168288 h 6858000"/>
              <a:gd name="connsiteX114-64525" fmla="*/ 99895 w 1364418"/>
              <a:gd name="connsiteY114-64526" fmla="*/ 1142577 h 6858000"/>
              <a:gd name="connsiteX115-64527" fmla="*/ 89201 w 1364418"/>
              <a:gd name="connsiteY115-64528" fmla="*/ 1088484 h 6858000"/>
              <a:gd name="connsiteX116-64529" fmla="*/ 77937 w 1364418"/>
              <a:gd name="connsiteY116-64530" fmla="*/ 1016103 h 6858000"/>
              <a:gd name="connsiteX117-64531" fmla="*/ 79393 w 1364418"/>
              <a:gd name="connsiteY117-64532" fmla="*/ 954054 h 6858000"/>
              <a:gd name="connsiteX118-64533" fmla="*/ 90309 w 1364418"/>
              <a:gd name="connsiteY118-64534" fmla="*/ 921368 h 6858000"/>
              <a:gd name="connsiteX119-64535" fmla="*/ 74258 w 1364418"/>
              <a:gd name="connsiteY119-64536" fmla="*/ 896999 h 6858000"/>
              <a:gd name="connsiteX120-64537" fmla="*/ 43666 w 1364418"/>
              <a:gd name="connsiteY120-64538" fmla="*/ 821517 h 6858000"/>
              <a:gd name="connsiteX121-64539" fmla="*/ 22616 w 1364418"/>
              <a:gd name="connsiteY121-64540" fmla="*/ 751353 h 6858000"/>
              <a:gd name="connsiteX122-64541" fmla="*/ 22174 w 1364418"/>
              <a:gd name="connsiteY122-64542" fmla="*/ 721230 h 6858000"/>
              <a:gd name="connsiteX123-64543" fmla="*/ 7845 w 1364418"/>
              <a:gd name="connsiteY123-64544" fmla="*/ 681659 h 6858000"/>
              <a:gd name="connsiteX124-64545" fmla="*/ 31306 w 1364418"/>
              <a:gd name="connsiteY124-64546" fmla="*/ 619315 h 6858000"/>
              <a:gd name="connsiteX125-64547" fmla="*/ 15184 w 1364418"/>
              <a:gd name="connsiteY125-64548" fmla="*/ 585934 h 6858000"/>
              <a:gd name="connsiteX126-64549" fmla="*/ 22258 w 1364418"/>
              <a:gd name="connsiteY126-64550" fmla="*/ 538948 h 6858000"/>
              <a:gd name="connsiteX127-64551" fmla="*/ 26166 w 1364418"/>
              <a:gd name="connsiteY127-64552" fmla="*/ 525163 h 6858000"/>
              <a:gd name="connsiteX128-64553" fmla="*/ 52290 w 1364418"/>
              <a:gd name="connsiteY128-64554" fmla="*/ 446567 h 6858000"/>
              <a:gd name="connsiteX129-64555" fmla="*/ 51538 w 1364418"/>
              <a:gd name="connsiteY129-64556" fmla="*/ 393828 h 6858000"/>
              <a:gd name="connsiteX130-64557" fmla="*/ 51368 w 1364418"/>
              <a:gd name="connsiteY130-64558" fmla="*/ 353137 h 6858000"/>
              <a:gd name="connsiteX131-64559" fmla="*/ 55970 w 1364418"/>
              <a:gd name="connsiteY131-64560" fmla="*/ 321428 h 6858000"/>
              <a:gd name="connsiteX132-64561" fmla="*/ 57061 w 1364418"/>
              <a:gd name="connsiteY132-64562" fmla="*/ 275771 h 6858000"/>
              <a:gd name="connsiteX133-64563" fmla="*/ 74088 w 1364418"/>
              <a:gd name="connsiteY133-64564" fmla="*/ 212860 h 6858000"/>
              <a:gd name="connsiteX134-64565" fmla="*/ 65798 w 1364418"/>
              <a:gd name="connsiteY134-64566" fmla="*/ 144983 h 6858000"/>
              <a:gd name="connsiteX135-64567" fmla="*/ 78082 w 1364418"/>
              <a:gd name="connsiteY135-64568" fmla="*/ 55288 h 6858000"/>
              <a:gd name="connsiteX136-64569" fmla="*/ 37636 w 1364418"/>
              <a:gd name="connsiteY136-64570" fmla="*/ 0 h 6858000"/>
              <a:gd name="connsiteX0-64571" fmla="*/ 37636 w 1364418"/>
              <a:gd name="connsiteY0-64572" fmla="*/ 0 h 6858000"/>
              <a:gd name="connsiteX1-64573" fmla="*/ 1364418 w 1364418"/>
              <a:gd name="connsiteY1-64574" fmla="*/ 0 h 6858000"/>
              <a:gd name="connsiteX2-64575" fmla="*/ 1364418 w 1364418"/>
              <a:gd name="connsiteY2-64576" fmla="*/ 6858000 h 6858000"/>
              <a:gd name="connsiteX3-64577" fmla="*/ 101112 w 1364418"/>
              <a:gd name="connsiteY3-64578" fmla="*/ 6857735 h 6858000"/>
              <a:gd name="connsiteX4-64579" fmla="*/ 137705 w 1364418"/>
              <a:gd name="connsiteY4-64580" fmla="*/ 6776847 h 6858000"/>
              <a:gd name="connsiteX5-64581" fmla="*/ 149205 w 1364418"/>
              <a:gd name="connsiteY5-64582" fmla="*/ 6737706 h 6858000"/>
              <a:gd name="connsiteX6-64583" fmla="*/ 173944 w 1364418"/>
              <a:gd name="connsiteY6-64584" fmla="*/ 6691589 h 6858000"/>
              <a:gd name="connsiteX7-64585" fmla="*/ 286686 w 1364418"/>
              <a:gd name="connsiteY7-64586" fmla="*/ 6664994 h 6858000"/>
              <a:gd name="connsiteX8-64587" fmla="*/ 251033 w 1364418"/>
              <a:gd name="connsiteY8-64588" fmla="*/ 6492130 h 6858000"/>
              <a:gd name="connsiteX9-64589" fmla="*/ 266720 w 1364418"/>
              <a:gd name="connsiteY9-64590" fmla="*/ 6431610 h 6858000"/>
              <a:gd name="connsiteX10-64591" fmla="*/ 310425 w 1364418"/>
              <a:gd name="connsiteY10-64592" fmla="*/ 6379786 h 6858000"/>
              <a:gd name="connsiteX11-64593" fmla="*/ 293648 w 1364418"/>
              <a:gd name="connsiteY11-64594" fmla="*/ 6334727 h 6858000"/>
              <a:gd name="connsiteX12-64595" fmla="*/ 271063 w 1364418"/>
              <a:gd name="connsiteY12-64596" fmla="*/ 6313295 h 6858000"/>
              <a:gd name="connsiteX13-64597" fmla="*/ 278227 w 1364418"/>
              <a:gd name="connsiteY13-64598" fmla="*/ 6280046 h 6858000"/>
              <a:gd name="connsiteX14-64599" fmla="*/ 281226 w 1364418"/>
              <a:gd name="connsiteY14-64600" fmla="*/ 6272987 h 6858000"/>
              <a:gd name="connsiteX15-64601" fmla="*/ 288000 w 1364418"/>
              <a:gd name="connsiteY15-64602" fmla="*/ 6252834 h 6858000"/>
              <a:gd name="connsiteX16-64603" fmla="*/ 265992 w 1364418"/>
              <a:gd name="connsiteY16-64604" fmla="*/ 6202459 h 6858000"/>
              <a:gd name="connsiteX17-64605" fmla="*/ 264790 w 1364418"/>
              <a:gd name="connsiteY17-64606" fmla="*/ 6153037 h 6858000"/>
              <a:gd name="connsiteX18-64607" fmla="*/ 280205 w 1364418"/>
              <a:gd name="connsiteY18-64608" fmla="*/ 6078132 h 6858000"/>
              <a:gd name="connsiteX19-64609" fmla="*/ 267592 w 1364418"/>
              <a:gd name="connsiteY19-64610" fmla="*/ 6028119 h 6858000"/>
              <a:gd name="connsiteX20-64611" fmla="*/ 252821 w 1364418"/>
              <a:gd name="connsiteY20-64612" fmla="*/ 5926735 h 6858000"/>
              <a:gd name="connsiteX21-64613" fmla="*/ 302333 w 1364418"/>
              <a:gd name="connsiteY21-64614" fmla="*/ 5712857 h 6858000"/>
              <a:gd name="connsiteX22-64615" fmla="*/ 332131 w 1364418"/>
              <a:gd name="connsiteY22-64616" fmla="*/ 5660491 h 6858000"/>
              <a:gd name="connsiteX23-64617" fmla="*/ 341254 w 1364418"/>
              <a:gd name="connsiteY23-64618" fmla="*/ 5563435 h 6858000"/>
              <a:gd name="connsiteX24-64619" fmla="*/ 368130 w 1364418"/>
              <a:gd name="connsiteY24-64620" fmla="*/ 5437125 h 6858000"/>
              <a:gd name="connsiteX25-64621" fmla="*/ 381698 w 1364418"/>
              <a:gd name="connsiteY25-64622" fmla="*/ 5396260 h 6858000"/>
              <a:gd name="connsiteX26-64623" fmla="*/ 397679 w 1364418"/>
              <a:gd name="connsiteY26-64624" fmla="*/ 5330009 h 6858000"/>
              <a:gd name="connsiteX27-64625" fmla="*/ 431172 w 1364418"/>
              <a:gd name="connsiteY27-64626" fmla="*/ 5273739 h 6858000"/>
              <a:gd name="connsiteX28-64627" fmla="*/ 440771 w 1364418"/>
              <a:gd name="connsiteY28-64628" fmla="*/ 5241779 h 6858000"/>
              <a:gd name="connsiteX29-64629" fmla="*/ 451997 w 1364418"/>
              <a:gd name="connsiteY29-64630" fmla="*/ 5225268 h 6858000"/>
              <a:gd name="connsiteX30-64631" fmla="*/ 453017 w 1364418"/>
              <a:gd name="connsiteY30-64632" fmla="*/ 5217684 h 6858000"/>
              <a:gd name="connsiteX31-64633" fmla="*/ 460358 w 1364418"/>
              <a:gd name="connsiteY31-64634" fmla="*/ 5193377 h 6858000"/>
              <a:gd name="connsiteX32-64635" fmla="*/ 463661 w 1364418"/>
              <a:gd name="connsiteY32-64636" fmla="*/ 5179288 h 6858000"/>
              <a:gd name="connsiteX33-64637" fmla="*/ 464645 w 1364418"/>
              <a:gd name="connsiteY33-64638" fmla="*/ 5173621 h 6858000"/>
              <a:gd name="connsiteX34-64639" fmla="*/ 460279 w 1364418"/>
              <a:gd name="connsiteY34-64640" fmla="*/ 5159961 h 6858000"/>
              <a:gd name="connsiteX35-64641" fmla="*/ 466956 w 1364418"/>
              <a:gd name="connsiteY35-64642" fmla="*/ 5144295 h 6858000"/>
              <a:gd name="connsiteX36-64643" fmla="*/ 463889 w 1364418"/>
              <a:gd name="connsiteY36-64644" fmla="*/ 5125185 h 6858000"/>
              <a:gd name="connsiteX37-64645" fmla="*/ 470719 w 1364418"/>
              <a:gd name="connsiteY37-64646" fmla="*/ 5121884 h 6858000"/>
              <a:gd name="connsiteX38-64647" fmla="*/ 477755 w 1364418"/>
              <a:gd name="connsiteY38-64648" fmla="*/ 5067850 h 6858000"/>
              <a:gd name="connsiteX39-64649" fmla="*/ 480486 w 1364418"/>
              <a:gd name="connsiteY39-64650" fmla="*/ 5060861 h 6858000"/>
              <a:gd name="connsiteX40-64651" fmla="*/ 477190 w 1364418"/>
              <a:gd name="connsiteY40-64652" fmla="*/ 5034192 h 6858000"/>
              <a:gd name="connsiteX41-64653" fmla="*/ 478744 w 1364418"/>
              <a:gd name="connsiteY41-64654" fmla="*/ 4993030 h 6858000"/>
              <a:gd name="connsiteX42-64655" fmla="*/ 485653 w 1364418"/>
              <a:gd name="connsiteY42-64656" fmla="*/ 4946844 h 6858000"/>
              <a:gd name="connsiteX43-64657" fmla="*/ 481509 w 1364418"/>
              <a:gd name="connsiteY43-64658" fmla="*/ 4932692 h 6858000"/>
              <a:gd name="connsiteX44-64659" fmla="*/ 496912 w 1364418"/>
              <a:gd name="connsiteY44-64660" fmla="*/ 4858827 h 6858000"/>
              <a:gd name="connsiteX45-64661" fmla="*/ 502815 w 1364418"/>
              <a:gd name="connsiteY45-64662" fmla="*/ 4821170 h 6858000"/>
              <a:gd name="connsiteX46-64663" fmla="*/ 507548 w 1364418"/>
              <a:gd name="connsiteY46-64664" fmla="*/ 4780965 h 6858000"/>
              <a:gd name="connsiteX47-64665" fmla="*/ 508841 w 1364418"/>
              <a:gd name="connsiteY47-64666" fmla="*/ 4750867 h 6858000"/>
              <a:gd name="connsiteX48-64667" fmla="*/ 506648 w 1364418"/>
              <a:gd name="connsiteY48-64668" fmla="*/ 4690749 h 6858000"/>
              <a:gd name="connsiteX49-64669" fmla="*/ 502128 w 1364418"/>
              <a:gd name="connsiteY49-64670" fmla="*/ 4584173 h 6858000"/>
              <a:gd name="connsiteX50-64671" fmla="*/ 497211 w 1364418"/>
              <a:gd name="connsiteY50-64672" fmla="*/ 4444346 h 6858000"/>
              <a:gd name="connsiteX51-64673" fmla="*/ 493776 w 1364418"/>
              <a:gd name="connsiteY51-64674" fmla="*/ 4375228 h 6858000"/>
              <a:gd name="connsiteX52-64675" fmla="*/ 474429 w 1364418"/>
              <a:gd name="connsiteY52-64676" fmla="*/ 4214165 h 6858000"/>
              <a:gd name="connsiteX53-64677" fmla="*/ 478502 w 1364418"/>
              <a:gd name="connsiteY53-64678" fmla="*/ 4090296 h 6858000"/>
              <a:gd name="connsiteX54-64679" fmla="*/ 463758 w 1364418"/>
              <a:gd name="connsiteY54-64680" fmla="*/ 4033999 h 6858000"/>
              <a:gd name="connsiteX55-64681" fmla="*/ 464907 w 1364418"/>
              <a:gd name="connsiteY55-64682" fmla="*/ 4031933 h 6858000"/>
              <a:gd name="connsiteX56-64683" fmla="*/ 463483 w 1364418"/>
              <a:gd name="connsiteY56-64684" fmla="*/ 4013953 h 6858000"/>
              <a:gd name="connsiteX57-64685" fmla="*/ 449778 w 1364418"/>
              <a:gd name="connsiteY57-64686" fmla="*/ 3974753 h 6858000"/>
              <a:gd name="connsiteX58-64687" fmla="*/ 451376 w 1364418"/>
              <a:gd name="connsiteY58-64688" fmla="*/ 3969950 h 6858000"/>
              <a:gd name="connsiteX59-64689" fmla="*/ 444798 w 1364418"/>
              <a:gd name="connsiteY59-64690" fmla="*/ 3933779 h 6858000"/>
              <a:gd name="connsiteX60-64691" fmla="*/ 446129 w 1364418"/>
              <a:gd name="connsiteY60-64692" fmla="*/ 3933093 h 6858000"/>
              <a:gd name="connsiteX61-64693" fmla="*/ 450483 w 1364418"/>
              <a:gd name="connsiteY61-64694" fmla="*/ 3922082 h 6858000"/>
              <a:gd name="connsiteX62-64695" fmla="*/ 455561 w 1364418"/>
              <a:gd name="connsiteY62-64696" fmla="*/ 3901461 h 6858000"/>
              <a:gd name="connsiteX63-64697" fmla="*/ 478155 w 1364418"/>
              <a:gd name="connsiteY63-64698" fmla="*/ 3813873 h 6858000"/>
              <a:gd name="connsiteX64-64699" fmla="*/ 477580 w 1364418"/>
              <a:gd name="connsiteY64-64700" fmla="*/ 3806161 h 6858000"/>
              <a:gd name="connsiteX65-64701" fmla="*/ 477887 w 1364418"/>
              <a:gd name="connsiteY65-64702" fmla="*/ 3805957 h 6858000"/>
              <a:gd name="connsiteX66-64703" fmla="*/ 477914 w 1364418"/>
              <a:gd name="connsiteY66-64704" fmla="*/ 3797724 h 6858000"/>
              <a:gd name="connsiteX67-64705" fmla="*/ 476529 w 1364418"/>
              <a:gd name="connsiteY67-64706" fmla="*/ 3792098 h 6858000"/>
              <a:gd name="connsiteX68-64707" fmla="*/ 475413 w 1364418"/>
              <a:gd name="connsiteY68-64708" fmla="*/ 3777135 h 6858000"/>
              <a:gd name="connsiteX69-64709" fmla="*/ 477146 w 1364418"/>
              <a:gd name="connsiteY69-64710" fmla="*/ 3771656 h 6858000"/>
              <a:gd name="connsiteX70-64711" fmla="*/ 480889 w 1364418"/>
              <a:gd name="connsiteY70-64712" fmla="*/ 3769007 h 6858000"/>
              <a:gd name="connsiteX71-64713" fmla="*/ 480355 w 1364418"/>
              <a:gd name="connsiteY71-64714" fmla="*/ 3767709 h 6858000"/>
              <a:gd name="connsiteX72-64715" fmla="*/ 489051 w 1364418"/>
              <a:gd name="connsiteY72-64716" fmla="*/ 3738082 h 6858000"/>
              <a:gd name="connsiteX73-64717" fmla="*/ 496397 w 1364418"/>
              <a:gd name="connsiteY73-64718" fmla="*/ 3673397 h 6858000"/>
              <a:gd name="connsiteX74-64719" fmla="*/ 495693 w 1364418"/>
              <a:gd name="connsiteY74-64720" fmla="*/ 3637109 h 6858000"/>
              <a:gd name="connsiteX75-64721" fmla="*/ 499136 w 1364418"/>
              <a:gd name="connsiteY75-64722" fmla="*/ 3536883 h 6858000"/>
              <a:gd name="connsiteX76-64723" fmla="*/ 506674 w 1364418"/>
              <a:gd name="connsiteY76-64724" fmla="*/ 3435652 h 6858000"/>
              <a:gd name="connsiteX77-64725" fmla="*/ 508345 w 1364418"/>
              <a:gd name="connsiteY77-64726" fmla="*/ 3307769 h 6858000"/>
              <a:gd name="connsiteX78-64727" fmla="*/ 525908 w 1364418"/>
              <a:gd name="connsiteY78-64728" fmla="*/ 3250522 h 6858000"/>
              <a:gd name="connsiteX79-64729" fmla="*/ 526333 w 1364418"/>
              <a:gd name="connsiteY79-64730" fmla="*/ 3229163 h 6858000"/>
              <a:gd name="connsiteX80-64731" fmla="*/ 528156 w 1364418"/>
              <a:gd name="connsiteY80-64732" fmla="*/ 3217217 h 6858000"/>
              <a:gd name="connsiteX81-64733" fmla="*/ 514991 w 1364418"/>
              <a:gd name="connsiteY81-64734" fmla="*/ 3183755 h 6858000"/>
              <a:gd name="connsiteX82-64735" fmla="*/ 515492 w 1364418"/>
              <a:gd name="connsiteY82-64736" fmla="*/ 3178642 h 6858000"/>
              <a:gd name="connsiteX83-64737" fmla="*/ 503092 w 1364418"/>
              <a:gd name="connsiteY83-64738" fmla="*/ 3158586 h 6858000"/>
              <a:gd name="connsiteX84-64739" fmla="*/ 488277 w 1364418"/>
              <a:gd name="connsiteY84-64740" fmla="*/ 3129034 h 6858000"/>
              <a:gd name="connsiteX85-64741" fmla="*/ 488942 w 1364418"/>
              <a:gd name="connsiteY85-64742" fmla="*/ 3126682 h 6858000"/>
              <a:gd name="connsiteX86-64743" fmla="*/ 479810 w 1364418"/>
              <a:gd name="connsiteY86-64744" fmla="*/ 3114519 h 6858000"/>
              <a:gd name="connsiteX87-64745" fmla="*/ 466419 w 1364418"/>
              <a:gd name="connsiteY87-64746" fmla="*/ 3106272 h 6858000"/>
              <a:gd name="connsiteX88-64747" fmla="*/ 439149 w 1364418"/>
              <a:gd name="connsiteY88-64748" fmla="*/ 2958185 h 6858000"/>
              <a:gd name="connsiteX89-64749" fmla="*/ 381763 w 1364418"/>
              <a:gd name="connsiteY89-64750" fmla="*/ 2762989 h 6858000"/>
              <a:gd name="connsiteX90-64751" fmla="*/ 330681 w 1364418"/>
              <a:gd name="connsiteY90-64752" fmla="*/ 2554718 h 6858000"/>
              <a:gd name="connsiteX91-64753" fmla="*/ 310775 w 1364418"/>
              <a:gd name="connsiteY91-64754" fmla="*/ 2485734 h 6858000"/>
              <a:gd name="connsiteX92-64755" fmla="*/ 301498 w 1364418"/>
              <a:gd name="connsiteY92-64756" fmla="*/ 2447068 h 6858000"/>
              <a:gd name="connsiteX93-64757" fmla="*/ 288459 w 1364418"/>
              <a:gd name="connsiteY93-64758" fmla="*/ 2425819 h 6858000"/>
              <a:gd name="connsiteX94-64759" fmla="*/ 294458 w 1364418"/>
              <a:gd name="connsiteY94-64760" fmla="*/ 2402874 h 6858000"/>
              <a:gd name="connsiteX95-64761" fmla="*/ 297070 w 1364418"/>
              <a:gd name="connsiteY95-64762" fmla="*/ 2381443 h 6858000"/>
              <a:gd name="connsiteX96-64763" fmla="*/ 273399 w 1364418"/>
              <a:gd name="connsiteY96-64764" fmla="*/ 2261920 h 6858000"/>
              <a:gd name="connsiteX97-64765" fmla="*/ 263286 w 1364418"/>
              <a:gd name="connsiteY97-64766" fmla="*/ 2195378 h 6858000"/>
              <a:gd name="connsiteX98-64767" fmla="*/ 247503 w 1364418"/>
              <a:gd name="connsiteY98-64768" fmla="*/ 2155135 h 6858000"/>
              <a:gd name="connsiteX99-64769" fmla="*/ 244961 w 1364418"/>
              <a:gd name="connsiteY99-64770" fmla="*/ 2118008 h 6858000"/>
              <a:gd name="connsiteX100-64771" fmla="*/ 245954 w 1364418"/>
              <a:gd name="connsiteY100-64772" fmla="*/ 2050531 h 6858000"/>
              <a:gd name="connsiteX101-64773" fmla="*/ 237760 w 1364418"/>
              <a:gd name="connsiteY101-64774" fmla="*/ 1963269 h 6858000"/>
              <a:gd name="connsiteX102-64775" fmla="*/ 218938 w 1364418"/>
              <a:gd name="connsiteY102-64776" fmla="*/ 1906352 h 6858000"/>
              <a:gd name="connsiteX103-64777" fmla="*/ 195495 w 1364418"/>
              <a:gd name="connsiteY103-64778" fmla="*/ 1861531 h 6858000"/>
              <a:gd name="connsiteX104-64779" fmla="*/ 149294 w 1364418"/>
              <a:gd name="connsiteY104-64780" fmla="*/ 1732919 h 6858000"/>
              <a:gd name="connsiteX105-64781" fmla="*/ 121605 w 1364418"/>
              <a:gd name="connsiteY105-64782" fmla="*/ 1663540 h 6858000"/>
              <a:gd name="connsiteX106-64783" fmla="*/ 120731 w 1364418"/>
              <a:gd name="connsiteY106-64784" fmla="*/ 1615777 h 6858000"/>
              <a:gd name="connsiteX107-64785" fmla="*/ 101526 w 1364418"/>
              <a:gd name="connsiteY107-64786" fmla="*/ 1563678 h 6858000"/>
              <a:gd name="connsiteX108-64787" fmla="*/ 114606 w 1364418"/>
              <a:gd name="connsiteY108-64788" fmla="*/ 1519474 h 6858000"/>
              <a:gd name="connsiteX109-64789" fmla="*/ 107348 w 1364418"/>
              <a:gd name="connsiteY109-64790" fmla="*/ 1477995 h 6858000"/>
              <a:gd name="connsiteX110-64791" fmla="*/ 93433 w 1364418"/>
              <a:gd name="connsiteY110-64792" fmla="*/ 1373769 h 6858000"/>
              <a:gd name="connsiteX111-64793" fmla="*/ 101740 w 1364418"/>
              <a:gd name="connsiteY111-64794" fmla="*/ 1307086 h 6858000"/>
              <a:gd name="connsiteX112-64795" fmla="*/ 102928 w 1364418"/>
              <a:gd name="connsiteY112-64796" fmla="*/ 1189033 h 6858000"/>
              <a:gd name="connsiteX113-64797" fmla="*/ 107613 w 1364418"/>
              <a:gd name="connsiteY113-64798" fmla="*/ 1168288 h 6858000"/>
              <a:gd name="connsiteX114-64799" fmla="*/ 99895 w 1364418"/>
              <a:gd name="connsiteY114-64800" fmla="*/ 1142577 h 6858000"/>
              <a:gd name="connsiteX115-64801" fmla="*/ 89201 w 1364418"/>
              <a:gd name="connsiteY115-64802" fmla="*/ 1088484 h 6858000"/>
              <a:gd name="connsiteX116-64803" fmla="*/ 77937 w 1364418"/>
              <a:gd name="connsiteY116-64804" fmla="*/ 1016103 h 6858000"/>
              <a:gd name="connsiteX117-64805" fmla="*/ 79393 w 1364418"/>
              <a:gd name="connsiteY117-64806" fmla="*/ 954054 h 6858000"/>
              <a:gd name="connsiteX118-64807" fmla="*/ 90309 w 1364418"/>
              <a:gd name="connsiteY118-64808" fmla="*/ 921368 h 6858000"/>
              <a:gd name="connsiteX119-64809" fmla="*/ 74258 w 1364418"/>
              <a:gd name="connsiteY119-64810" fmla="*/ 896999 h 6858000"/>
              <a:gd name="connsiteX120-64811" fmla="*/ 43666 w 1364418"/>
              <a:gd name="connsiteY120-64812" fmla="*/ 821517 h 6858000"/>
              <a:gd name="connsiteX121-64813" fmla="*/ 22616 w 1364418"/>
              <a:gd name="connsiteY121-64814" fmla="*/ 751353 h 6858000"/>
              <a:gd name="connsiteX122-64815" fmla="*/ 22174 w 1364418"/>
              <a:gd name="connsiteY122-64816" fmla="*/ 721230 h 6858000"/>
              <a:gd name="connsiteX123-64817" fmla="*/ 7845 w 1364418"/>
              <a:gd name="connsiteY123-64818" fmla="*/ 681659 h 6858000"/>
              <a:gd name="connsiteX124-64819" fmla="*/ 31306 w 1364418"/>
              <a:gd name="connsiteY124-64820" fmla="*/ 619315 h 6858000"/>
              <a:gd name="connsiteX125-64821" fmla="*/ 15184 w 1364418"/>
              <a:gd name="connsiteY125-64822" fmla="*/ 585934 h 6858000"/>
              <a:gd name="connsiteX126-64823" fmla="*/ 22258 w 1364418"/>
              <a:gd name="connsiteY126-64824" fmla="*/ 538948 h 6858000"/>
              <a:gd name="connsiteX127-64825" fmla="*/ 26166 w 1364418"/>
              <a:gd name="connsiteY127-64826" fmla="*/ 525163 h 6858000"/>
              <a:gd name="connsiteX128-64827" fmla="*/ 52290 w 1364418"/>
              <a:gd name="connsiteY128-64828" fmla="*/ 446567 h 6858000"/>
              <a:gd name="connsiteX129-64829" fmla="*/ 51538 w 1364418"/>
              <a:gd name="connsiteY129-64830" fmla="*/ 393828 h 6858000"/>
              <a:gd name="connsiteX130-64831" fmla="*/ 51368 w 1364418"/>
              <a:gd name="connsiteY130-64832" fmla="*/ 353137 h 6858000"/>
              <a:gd name="connsiteX131-64833" fmla="*/ 55970 w 1364418"/>
              <a:gd name="connsiteY131-64834" fmla="*/ 321428 h 6858000"/>
              <a:gd name="connsiteX132-64835" fmla="*/ 57061 w 1364418"/>
              <a:gd name="connsiteY132-64836" fmla="*/ 275771 h 6858000"/>
              <a:gd name="connsiteX133-64837" fmla="*/ 74088 w 1364418"/>
              <a:gd name="connsiteY133-64838" fmla="*/ 212860 h 6858000"/>
              <a:gd name="connsiteX134-64839" fmla="*/ 65798 w 1364418"/>
              <a:gd name="connsiteY134-64840" fmla="*/ 144983 h 6858000"/>
              <a:gd name="connsiteX135-64841" fmla="*/ 78082 w 1364418"/>
              <a:gd name="connsiteY135-64842" fmla="*/ 55288 h 6858000"/>
              <a:gd name="connsiteX136-64843" fmla="*/ 37636 w 1364418"/>
              <a:gd name="connsiteY136-64844" fmla="*/ 0 h 6858000"/>
              <a:gd name="connsiteX0-64845" fmla="*/ 37636 w 1364418"/>
              <a:gd name="connsiteY0-64846" fmla="*/ 0 h 6858000"/>
              <a:gd name="connsiteX1-64847" fmla="*/ 1364418 w 1364418"/>
              <a:gd name="connsiteY1-64848" fmla="*/ 0 h 6858000"/>
              <a:gd name="connsiteX2-64849" fmla="*/ 1364418 w 1364418"/>
              <a:gd name="connsiteY2-64850" fmla="*/ 6858000 h 6858000"/>
              <a:gd name="connsiteX3-64851" fmla="*/ 101112 w 1364418"/>
              <a:gd name="connsiteY3-64852" fmla="*/ 6857735 h 6858000"/>
              <a:gd name="connsiteX4-64853" fmla="*/ 137705 w 1364418"/>
              <a:gd name="connsiteY4-64854" fmla="*/ 6776847 h 6858000"/>
              <a:gd name="connsiteX5-64855" fmla="*/ 149205 w 1364418"/>
              <a:gd name="connsiteY5-64856" fmla="*/ 6737706 h 6858000"/>
              <a:gd name="connsiteX6-64857" fmla="*/ 173944 w 1364418"/>
              <a:gd name="connsiteY6-64858" fmla="*/ 6691589 h 6858000"/>
              <a:gd name="connsiteX7-64859" fmla="*/ 286686 w 1364418"/>
              <a:gd name="connsiteY7-64860" fmla="*/ 6664994 h 6858000"/>
              <a:gd name="connsiteX8-64861" fmla="*/ 266720 w 1364418"/>
              <a:gd name="connsiteY8-64862" fmla="*/ 6431610 h 6858000"/>
              <a:gd name="connsiteX9-64863" fmla="*/ 310425 w 1364418"/>
              <a:gd name="connsiteY9-64864" fmla="*/ 6379786 h 6858000"/>
              <a:gd name="connsiteX10-64865" fmla="*/ 293648 w 1364418"/>
              <a:gd name="connsiteY10-64866" fmla="*/ 6334727 h 6858000"/>
              <a:gd name="connsiteX11-64867" fmla="*/ 271063 w 1364418"/>
              <a:gd name="connsiteY11-64868" fmla="*/ 6313295 h 6858000"/>
              <a:gd name="connsiteX12-64869" fmla="*/ 278227 w 1364418"/>
              <a:gd name="connsiteY12-64870" fmla="*/ 6280046 h 6858000"/>
              <a:gd name="connsiteX13-64871" fmla="*/ 281226 w 1364418"/>
              <a:gd name="connsiteY13-64872" fmla="*/ 6272987 h 6858000"/>
              <a:gd name="connsiteX14-64873" fmla="*/ 288000 w 1364418"/>
              <a:gd name="connsiteY14-64874" fmla="*/ 6252834 h 6858000"/>
              <a:gd name="connsiteX15-64875" fmla="*/ 265992 w 1364418"/>
              <a:gd name="connsiteY15-64876" fmla="*/ 6202459 h 6858000"/>
              <a:gd name="connsiteX16-64877" fmla="*/ 264790 w 1364418"/>
              <a:gd name="connsiteY16-64878" fmla="*/ 6153037 h 6858000"/>
              <a:gd name="connsiteX17-64879" fmla="*/ 280205 w 1364418"/>
              <a:gd name="connsiteY17-64880" fmla="*/ 6078132 h 6858000"/>
              <a:gd name="connsiteX18-64881" fmla="*/ 267592 w 1364418"/>
              <a:gd name="connsiteY18-64882" fmla="*/ 6028119 h 6858000"/>
              <a:gd name="connsiteX19-64883" fmla="*/ 252821 w 1364418"/>
              <a:gd name="connsiteY19-64884" fmla="*/ 5926735 h 6858000"/>
              <a:gd name="connsiteX20-64885" fmla="*/ 302333 w 1364418"/>
              <a:gd name="connsiteY20-64886" fmla="*/ 5712857 h 6858000"/>
              <a:gd name="connsiteX21-64887" fmla="*/ 332131 w 1364418"/>
              <a:gd name="connsiteY21-64888" fmla="*/ 5660491 h 6858000"/>
              <a:gd name="connsiteX22-64889" fmla="*/ 341254 w 1364418"/>
              <a:gd name="connsiteY22-64890" fmla="*/ 5563435 h 6858000"/>
              <a:gd name="connsiteX23-64891" fmla="*/ 368130 w 1364418"/>
              <a:gd name="connsiteY23-64892" fmla="*/ 5437125 h 6858000"/>
              <a:gd name="connsiteX24-64893" fmla="*/ 381698 w 1364418"/>
              <a:gd name="connsiteY24-64894" fmla="*/ 5396260 h 6858000"/>
              <a:gd name="connsiteX25-64895" fmla="*/ 397679 w 1364418"/>
              <a:gd name="connsiteY25-64896" fmla="*/ 5330009 h 6858000"/>
              <a:gd name="connsiteX26-64897" fmla="*/ 431172 w 1364418"/>
              <a:gd name="connsiteY26-64898" fmla="*/ 5273739 h 6858000"/>
              <a:gd name="connsiteX27-64899" fmla="*/ 440771 w 1364418"/>
              <a:gd name="connsiteY27-64900" fmla="*/ 5241779 h 6858000"/>
              <a:gd name="connsiteX28-64901" fmla="*/ 451997 w 1364418"/>
              <a:gd name="connsiteY28-64902" fmla="*/ 5225268 h 6858000"/>
              <a:gd name="connsiteX29-64903" fmla="*/ 453017 w 1364418"/>
              <a:gd name="connsiteY29-64904" fmla="*/ 5217684 h 6858000"/>
              <a:gd name="connsiteX30-64905" fmla="*/ 460358 w 1364418"/>
              <a:gd name="connsiteY30-64906" fmla="*/ 5193377 h 6858000"/>
              <a:gd name="connsiteX31-64907" fmla="*/ 463661 w 1364418"/>
              <a:gd name="connsiteY31-64908" fmla="*/ 5179288 h 6858000"/>
              <a:gd name="connsiteX32-64909" fmla="*/ 464645 w 1364418"/>
              <a:gd name="connsiteY32-64910" fmla="*/ 5173621 h 6858000"/>
              <a:gd name="connsiteX33-64911" fmla="*/ 460279 w 1364418"/>
              <a:gd name="connsiteY33-64912" fmla="*/ 5159961 h 6858000"/>
              <a:gd name="connsiteX34-64913" fmla="*/ 466956 w 1364418"/>
              <a:gd name="connsiteY34-64914" fmla="*/ 5144295 h 6858000"/>
              <a:gd name="connsiteX35-64915" fmla="*/ 463889 w 1364418"/>
              <a:gd name="connsiteY35-64916" fmla="*/ 5125185 h 6858000"/>
              <a:gd name="connsiteX36-64917" fmla="*/ 470719 w 1364418"/>
              <a:gd name="connsiteY36-64918" fmla="*/ 5121884 h 6858000"/>
              <a:gd name="connsiteX37-64919" fmla="*/ 477755 w 1364418"/>
              <a:gd name="connsiteY37-64920" fmla="*/ 5067850 h 6858000"/>
              <a:gd name="connsiteX38-64921" fmla="*/ 480486 w 1364418"/>
              <a:gd name="connsiteY38-64922" fmla="*/ 5060861 h 6858000"/>
              <a:gd name="connsiteX39-64923" fmla="*/ 477190 w 1364418"/>
              <a:gd name="connsiteY39-64924" fmla="*/ 5034192 h 6858000"/>
              <a:gd name="connsiteX40-64925" fmla="*/ 478744 w 1364418"/>
              <a:gd name="connsiteY40-64926" fmla="*/ 4993030 h 6858000"/>
              <a:gd name="connsiteX41-64927" fmla="*/ 485653 w 1364418"/>
              <a:gd name="connsiteY41-64928" fmla="*/ 4946844 h 6858000"/>
              <a:gd name="connsiteX42-64929" fmla="*/ 481509 w 1364418"/>
              <a:gd name="connsiteY42-64930" fmla="*/ 4932692 h 6858000"/>
              <a:gd name="connsiteX43-64931" fmla="*/ 496912 w 1364418"/>
              <a:gd name="connsiteY43-64932" fmla="*/ 4858827 h 6858000"/>
              <a:gd name="connsiteX44-64933" fmla="*/ 502815 w 1364418"/>
              <a:gd name="connsiteY44-64934" fmla="*/ 4821170 h 6858000"/>
              <a:gd name="connsiteX45-64935" fmla="*/ 507548 w 1364418"/>
              <a:gd name="connsiteY45-64936" fmla="*/ 4780965 h 6858000"/>
              <a:gd name="connsiteX46-64937" fmla="*/ 508841 w 1364418"/>
              <a:gd name="connsiteY46-64938" fmla="*/ 4750867 h 6858000"/>
              <a:gd name="connsiteX47-64939" fmla="*/ 506648 w 1364418"/>
              <a:gd name="connsiteY47-64940" fmla="*/ 4690749 h 6858000"/>
              <a:gd name="connsiteX48-64941" fmla="*/ 502128 w 1364418"/>
              <a:gd name="connsiteY48-64942" fmla="*/ 4584173 h 6858000"/>
              <a:gd name="connsiteX49-64943" fmla="*/ 497211 w 1364418"/>
              <a:gd name="connsiteY49-64944" fmla="*/ 4444346 h 6858000"/>
              <a:gd name="connsiteX50-64945" fmla="*/ 493776 w 1364418"/>
              <a:gd name="connsiteY50-64946" fmla="*/ 4375228 h 6858000"/>
              <a:gd name="connsiteX51-64947" fmla="*/ 474429 w 1364418"/>
              <a:gd name="connsiteY51-64948" fmla="*/ 4214165 h 6858000"/>
              <a:gd name="connsiteX52-64949" fmla="*/ 478502 w 1364418"/>
              <a:gd name="connsiteY52-64950" fmla="*/ 4090296 h 6858000"/>
              <a:gd name="connsiteX53-64951" fmla="*/ 463758 w 1364418"/>
              <a:gd name="connsiteY53-64952" fmla="*/ 4033999 h 6858000"/>
              <a:gd name="connsiteX54-64953" fmla="*/ 464907 w 1364418"/>
              <a:gd name="connsiteY54-64954" fmla="*/ 4031933 h 6858000"/>
              <a:gd name="connsiteX55-64955" fmla="*/ 463483 w 1364418"/>
              <a:gd name="connsiteY55-64956" fmla="*/ 4013953 h 6858000"/>
              <a:gd name="connsiteX56-64957" fmla="*/ 449778 w 1364418"/>
              <a:gd name="connsiteY56-64958" fmla="*/ 3974753 h 6858000"/>
              <a:gd name="connsiteX57-64959" fmla="*/ 451376 w 1364418"/>
              <a:gd name="connsiteY57-64960" fmla="*/ 3969950 h 6858000"/>
              <a:gd name="connsiteX58-64961" fmla="*/ 444798 w 1364418"/>
              <a:gd name="connsiteY58-64962" fmla="*/ 3933779 h 6858000"/>
              <a:gd name="connsiteX59-64963" fmla="*/ 446129 w 1364418"/>
              <a:gd name="connsiteY59-64964" fmla="*/ 3933093 h 6858000"/>
              <a:gd name="connsiteX60-64965" fmla="*/ 450483 w 1364418"/>
              <a:gd name="connsiteY60-64966" fmla="*/ 3922082 h 6858000"/>
              <a:gd name="connsiteX61-64967" fmla="*/ 455561 w 1364418"/>
              <a:gd name="connsiteY61-64968" fmla="*/ 3901461 h 6858000"/>
              <a:gd name="connsiteX62-64969" fmla="*/ 478155 w 1364418"/>
              <a:gd name="connsiteY62-64970" fmla="*/ 3813873 h 6858000"/>
              <a:gd name="connsiteX63-64971" fmla="*/ 477580 w 1364418"/>
              <a:gd name="connsiteY63-64972" fmla="*/ 3806161 h 6858000"/>
              <a:gd name="connsiteX64-64973" fmla="*/ 477887 w 1364418"/>
              <a:gd name="connsiteY64-64974" fmla="*/ 3805957 h 6858000"/>
              <a:gd name="connsiteX65-64975" fmla="*/ 477914 w 1364418"/>
              <a:gd name="connsiteY65-64976" fmla="*/ 3797724 h 6858000"/>
              <a:gd name="connsiteX66-64977" fmla="*/ 476529 w 1364418"/>
              <a:gd name="connsiteY66-64978" fmla="*/ 3792098 h 6858000"/>
              <a:gd name="connsiteX67-64979" fmla="*/ 475413 w 1364418"/>
              <a:gd name="connsiteY67-64980" fmla="*/ 3777135 h 6858000"/>
              <a:gd name="connsiteX68-64981" fmla="*/ 477146 w 1364418"/>
              <a:gd name="connsiteY68-64982" fmla="*/ 3771656 h 6858000"/>
              <a:gd name="connsiteX69-64983" fmla="*/ 480889 w 1364418"/>
              <a:gd name="connsiteY69-64984" fmla="*/ 3769007 h 6858000"/>
              <a:gd name="connsiteX70-64985" fmla="*/ 480355 w 1364418"/>
              <a:gd name="connsiteY70-64986" fmla="*/ 3767709 h 6858000"/>
              <a:gd name="connsiteX71-64987" fmla="*/ 489051 w 1364418"/>
              <a:gd name="connsiteY71-64988" fmla="*/ 3738082 h 6858000"/>
              <a:gd name="connsiteX72-64989" fmla="*/ 496397 w 1364418"/>
              <a:gd name="connsiteY72-64990" fmla="*/ 3673397 h 6858000"/>
              <a:gd name="connsiteX73-64991" fmla="*/ 495693 w 1364418"/>
              <a:gd name="connsiteY73-64992" fmla="*/ 3637109 h 6858000"/>
              <a:gd name="connsiteX74-64993" fmla="*/ 499136 w 1364418"/>
              <a:gd name="connsiteY74-64994" fmla="*/ 3536883 h 6858000"/>
              <a:gd name="connsiteX75-64995" fmla="*/ 506674 w 1364418"/>
              <a:gd name="connsiteY75-64996" fmla="*/ 3435652 h 6858000"/>
              <a:gd name="connsiteX76-64997" fmla="*/ 508345 w 1364418"/>
              <a:gd name="connsiteY76-64998" fmla="*/ 3307769 h 6858000"/>
              <a:gd name="connsiteX77-64999" fmla="*/ 525908 w 1364418"/>
              <a:gd name="connsiteY77-65000" fmla="*/ 3250522 h 6858000"/>
              <a:gd name="connsiteX78-65001" fmla="*/ 526333 w 1364418"/>
              <a:gd name="connsiteY78-65002" fmla="*/ 3229163 h 6858000"/>
              <a:gd name="connsiteX79-65003" fmla="*/ 528156 w 1364418"/>
              <a:gd name="connsiteY79-65004" fmla="*/ 3217217 h 6858000"/>
              <a:gd name="connsiteX80-65005" fmla="*/ 514991 w 1364418"/>
              <a:gd name="connsiteY80-65006" fmla="*/ 3183755 h 6858000"/>
              <a:gd name="connsiteX81-65007" fmla="*/ 515492 w 1364418"/>
              <a:gd name="connsiteY81-65008" fmla="*/ 3178642 h 6858000"/>
              <a:gd name="connsiteX82-65009" fmla="*/ 503092 w 1364418"/>
              <a:gd name="connsiteY82-65010" fmla="*/ 3158586 h 6858000"/>
              <a:gd name="connsiteX83-65011" fmla="*/ 488277 w 1364418"/>
              <a:gd name="connsiteY83-65012" fmla="*/ 3129034 h 6858000"/>
              <a:gd name="connsiteX84-65013" fmla="*/ 488942 w 1364418"/>
              <a:gd name="connsiteY84-65014" fmla="*/ 3126682 h 6858000"/>
              <a:gd name="connsiteX85-65015" fmla="*/ 479810 w 1364418"/>
              <a:gd name="connsiteY85-65016" fmla="*/ 3114519 h 6858000"/>
              <a:gd name="connsiteX86-65017" fmla="*/ 466419 w 1364418"/>
              <a:gd name="connsiteY86-65018" fmla="*/ 3106272 h 6858000"/>
              <a:gd name="connsiteX87-65019" fmla="*/ 439149 w 1364418"/>
              <a:gd name="connsiteY87-65020" fmla="*/ 2958185 h 6858000"/>
              <a:gd name="connsiteX88-65021" fmla="*/ 381763 w 1364418"/>
              <a:gd name="connsiteY88-65022" fmla="*/ 2762989 h 6858000"/>
              <a:gd name="connsiteX89-65023" fmla="*/ 330681 w 1364418"/>
              <a:gd name="connsiteY89-65024" fmla="*/ 2554718 h 6858000"/>
              <a:gd name="connsiteX90-65025" fmla="*/ 310775 w 1364418"/>
              <a:gd name="connsiteY90-65026" fmla="*/ 2485734 h 6858000"/>
              <a:gd name="connsiteX91-65027" fmla="*/ 301498 w 1364418"/>
              <a:gd name="connsiteY91-65028" fmla="*/ 2447068 h 6858000"/>
              <a:gd name="connsiteX92-65029" fmla="*/ 288459 w 1364418"/>
              <a:gd name="connsiteY92-65030" fmla="*/ 2425819 h 6858000"/>
              <a:gd name="connsiteX93-65031" fmla="*/ 294458 w 1364418"/>
              <a:gd name="connsiteY93-65032" fmla="*/ 2402874 h 6858000"/>
              <a:gd name="connsiteX94-65033" fmla="*/ 297070 w 1364418"/>
              <a:gd name="connsiteY94-65034" fmla="*/ 2381443 h 6858000"/>
              <a:gd name="connsiteX95-65035" fmla="*/ 273399 w 1364418"/>
              <a:gd name="connsiteY95-65036" fmla="*/ 2261920 h 6858000"/>
              <a:gd name="connsiteX96-65037" fmla="*/ 263286 w 1364418"/>
              <a:gd name="connsiteY96-65038" fmla="*/ 2195378 h 6858000"/>
              <a:gd name="connsiteX97-65039" fmla="*/ 247503 w 1364418"/>
              <a:gd name="connsiteY97-65040" fmla="*/ 2155135 h 6858000"/>
              <a:gd name="connsiteX98-65041" fmla="*/ 244961 w 1364418"/>
              <a:gd name="connsiteY98-65042" fmla="*/ 2118008 h 6858000"/>
              <a:gd name="connsiteX99-65043" fmla="*/ 245954 w 1364418"/>
              <a:gd name="connsiteY99-65044" fmla="*/ 2050531 h 6858000"/>
              <a:gd name="connsiteX100-65045" fmla="*/ 237760 w 1364418"/>
              <a:gd name="connsiteY100-65046" fmla="*/ 1963269 h 6858000"/>
              <a:gd name="connsiteX101-65047" fmla="*/ 218938 w 1364418"/>
              <a:gd name="connsiteY101-65048" fmla="*/ 1906352 h 6858000"/>
              <a:gd name="connsiteX102-65049" fmla="*/ 195495 w 1364418"/>
              <a:gd name="connsiteY102-65050" fmla="*/ 1861531 h 6858000"/>
              <a:gd name="connsiteX103-65051" fmla="*/ 149294 w 1364418"/>
              <a:gd name="connsiteY103-65052" fmla="*/ 1732919 h 6858000"/>
              <a:gd name="connsiteX104-65053" fmla="*/ 121605 w 1364418"/>
              <a:gd name="connsiteY104-65054" fmla="*/ 1663540 h 6858000"/>
              <a:gd name="connsiteX105-65055" fmla="*/ 120731 w 1364418"/>
              <a:gd name="connsiteY105-65056" fmla="*/ 1615777 h 6858000"/>
              <a:gd name="connsiteX106-65057" fmla="*/ 101526 w 1364418"/>
              <a:gd name="connsiteY106-65058" fmla="*/ 1563678 h 6858000"/>
              <a:gd name="connsiteX107-65059" fmla="*/ 114606 w 1364418"/>
              <a:gd name="connsiteY107-65060" fmla="*/ 1519474 h 6858000"/>
              <a:gd name="connsiteX108-65061" fmla="*/ 107348 w 1364418"/>
              <a:gd name="connsiteY108-65062" fmla="*/ 1477995 h 6858000"/>
              <a:gd name="connsiteX109-65063" fmla="*/ 93433 w 1364418"/>
              <a:gd name="connsiteY109-65064" fmla="*/ 1373769 h 6858000"/>
              <a:gd name="connsiteX110-65065" fmla="*/ 101740 w 1364418"/>
              <a:gd name="connsiteY110-65066" fmla="*/ 1307086 h 6858000"/>
              <a:gd name="connsiteX111-65067" fmla="*/ 102928 w 1364418"/>
              <a:gd name="connsiteY111-65068" fmla="*/ 1189033 h 6858000"/>
              <a:gd name="connsiteX112-65069" fmla="*/ 107613 w 1364418"/>
              <a:gd name="connsiteY112-65070" fmla="*/ 1168288 h 6858000"/>
              <a:gd name="connsiteX113-65071" fmla="*/ 99895 w 1364418"/>
              <a:gd name="connsiteY113-65072" fmla="*/ 1142577 h 6858000"/>
              <a:gd name="connsiteX114-65073" fmla="*/ 89201 w 1364418"/>
              <a:gd name="connsiteY114-65074" fmla="*/ 1088484 h 6858000"/>
              <a:gd name="connsiteX115-65075" fmla="*/ 77937 w 1364418"/>
              <a:gd name="connsiteY115-65076" fmla="*/ 1016103 h 6858000"/>
              <a:gd name="connsiteX116-65077" fmla="*/ 79393 w 1364418"/>
              <a:gd name="connsiteY116-65078" fmla="*/ 954054 h 6858000"/>
              <a:gd name="connsiteX117-65079" fmla="*/ 90309 w 1364418"/>
              <a:gd name="connsiteY117-65080" fmla="*/ 921368 h 6858000"/>
              <a:gd name="connsiteX118-65081" fmla="*/ 74258 w 1364418"/>
              <a:gd name="connsiteY118-65082" fmla="*/ 896999 h 6858000"/>
              <a:gd name="connsiteX119-65083" fmla="*/ 43666 w 1364418"/>
              <a:gd name="connsiteY119-65084" fmla="*/ 821517 h 6858000"/>
              <a:gd name="connsiteX120-65085" fmla="*/ 22616 w 1364418"/>
              <a:gd name="connsiteY120-65086" fmla="*/ 751353 h 6858000"/>
              <a:gd name="connsiteX121-65087" fmla="*/ 22174 w 1364418"/>
              <a:gd name="connsiteY121-65088" fmla="*/ 721230 h 6858000"/>
              <a:gd name="connsiteX122-65089" fmla="*/ 7845 w 1364418"/>
              <a:gd name="connsiteY122-65090" fmla="*/ 681659 h 6858000"/>
              <a:gd name="connsiteX123-65091" fmla="*/ 31306 w 1364418"/>
              <a:gd name="connsiteY123-65092" fmla="*/ 619315 h 6858000"/>
              <a:gd name="connsiteX124-65093" fmla="*/ 15184 w 1364418"/>
              <a:gd name="connsiteY124-65094" fmla="*/ 585934 h 6858000"/>
              <a:gd name="connsiteX125-65095" fmla="*/ 22258 w 1364418"/>
              <a:gd name="connsiteY125-65096" fmla="*/ 538948 h 6858000"/>
              <a:gd name="connsiteX126-65097" fmla="*/ 26166 w 1364418"/>
              <a:gd name="connsiteY126-65098" fmla="*/ 525163 h 6858000"/>
              <a:gd name="connsiteX127-65099" fmla="*/ 52290 w 1364418"/>
              <a:gd name="connsiteY127-65100" fmla="*/ 446567 h 6858000"/>
              <a:gd name="connsiteX128-65101" fmla="*/ 51538 w 1364418"/>
              <a:gd name="connsiteY128-65102" fmla="*/ 393828 h 6858000"/>
              <a:gd name="connsiteX129-65103" fmla="*/ 51368 w 1364418"/>
              <a:gd name="connsiteY129-65104" fmla="*/ 353137 h 6858000"/>
              <a:gd name="connsiteX130-65105" fmla="*/ 55970 w 1364418"/>
              <a:gd name="connsiteY130-65106" fmla="*/ 321428 h 6858000"/>
              <a:gd name="connsiteX131-65107" fmla="*/ 57061 w 1364418"/>
              <a:gd name="connsiteY131-65108" fmla="*/ 275771 h 6858000"/>
              <a:gd name="connsiteX132-65109" fmla="*/ 74088 w 1364418"/>
              <a:gd name="connsiteY132-65110" fmla="*/ 212860 h 6858000"/>
              <a:gd name="connsiteX133-65111" fmla="*/ 65798 w 1364418"/>
              <a:gd name="connsiteY133-65112" fmla="*/ 144983 h 6858000"/>
              <a:gd name="connsiteX134-65113" fmla="*/ 78082 w 1364418"/>
              <a:gd name="connsiteY134-65114" fmla="*/ 55288 h 6858000"/>
              <a:gd name="connsiteX135-65115" fmla="*/ 37636 w 1364418"/>
              <a:gd name="connsiteY135-65116" fmla="*/ 0 h 6858000"/>
              <a:gd name="connsiteX0-65117" fmla="*/ 37636 w 1364418"/>
              <a:gd name="connsiteY0-65118" fmla="*/ 0 h 6858000"/>
              <a:gd name="connsiteX1-65119" fmla="*/ 1364418 w 1364418"/>
              <a:gd name="connsiteY1-65120" fmla="*/ 0 h 6858000"/>
              <a:gd name="connsiteX2-65121" fmla="*/ 1364418 w 1364418"/>
              <a:gd name="connsiteY2-65122" fmla="*/ 6858000 h 6858000"/>
              <a:gd name="connsiteX3-65123" fmla="*/ 101112 w 1364418"/>
              <a:gd name="connsiteY3-65124" fmla="*/ 6857735 h 6858000"/>
              <a:gd name="connsiteX4-65125" fmla="*/ 137705 w 1364418"/>
              <a:gd name="connsiteY4-65126" fmla="*/ 6776847 h 6858000"/>
              <a:gd name="connsiteX5-65127" fmla="*/ 149205 w 1364418"/>
              <a:gd name="connsiteY5-65128" fmla="*/ 6737706 h 6858000"/>
              <a:gd name="connsiteX6-65129" fmla="*/ 173944 w 1364418"/>
              <a:gd name="connsiteY6-65130" fmla="*/ 6691589 h 6858000"/>
              <a:gd name="connsiteX7-65131" fmla="*/ 286686 w 1364418"/>
              <a:gd name="connsiteY7-65132" fmla="*/ 6664994 h 6858000"/>
              <a:gd name="connsiteX8-65133" fmla="*/ 339152 w 1364418"/>
              <a:gd name="connsiteY8-65134" fmla="*/ 6471804 h 6858000"/>
              <a:gd name="connsiteX9-65135" fmla="*/ 310425 w 1364418"/>
              <a:gd name="connsiteY9-65136" fmla="*/ 6379786 h 6858000"/>
              <a:gd name="connsiteX10-65137" fmla="*/ 293648 w 1364418"/>
              <a:gd name="connsiteY10-65138" fmla="*/ 6334727 h 6858000"/>
              <a:gd name="connsiteX11-65139" fmla="*/ 271063 w 1364418"/>
              <a:gd name="connsiteY11-65140" fmla="*/ 6313295 h 6858000"/>
              <a:gd name="connsiteX12-65141" fmla="*/ 278227 w 1364418"/>
              <a:gd name="connsiteY12-65142" fmla="*/ 6280046 h 6858000"/>
              <a:gd name="connsiteX13-65143" fmla="*/ 281226 w 1364418"/>
              <a:gd name="connsiteY13-65144" fmla="*/ 6272987 h 6858000"/>
              <a:gd name="connsiteX14-65145" fmla="*/ 288000 w 1364418"/>
              <a:gd name="connsiteY14-65146" fmla="*/ 6252834 h 6858000"/>
              <a:gd name="connsiteX15-65147" fmla="*/ 265992 w 1364418"/>
              <a:gd name="connsiteY15-65148" fmla="*/ 6202459 h 6858000"/>
              <a:gd name="connsiteX16-65149" fmla="*/ 264790 w 1364418"/>
              <a:gd name="connsiteY16-65150" fmla="*/ 6153037 h 6858000"/>
              <a:gd name="connsiteX17-65151" fmla="*/ 280205 w 1364418"/>
              <a:gd name="connsiteY17-65152" fmla="*/ 6078132 h 6858000"/>
              <a:gd name="connsiteX18-65153" fmla="*/ 267592 w 1364418"/>
              <a:gd name="connsiteY18-65154" fmla="*/ 6028119 h 6858000"/>
              <a:gd name="connsiteX19-65155" fmla="*/ 252821 w 1364418"/>
              <a:gd name="connsiteY19-65156" fmla="*/ 5926735 h 6858000"/>
              <a:gd name="connsiteX20-65157" fmla="*/ 302333 w 1364418"/>
              <a:gd name="connsiteY20-65158" fmla="*/ 5712857 h 6858000"/>
              <a:gd name="connsiteX21-65159" fmla="*/ 332131 w 1364418"/>
              <a:gd name="connsiteY21-65160" fmla="*/ 5660491 h 6858000"/>
              <a:gd name="connsiteX22-65161" fmla="*/ 341254 w 1364418"/>
              <a:gd name="connsiteY22-65162" fmla="*/ 5563435 h 6858000"/>
              <a:gd name="connsiteX23-65163" fmla="*/ 368130 w 1364418"/>
              <a:gd name="connsiteY23-65164" fmla="*/ 5437125 h 6858000"/>
              <a:gd name="connsiteX24-65165" fmla="*/ 381698 w 1364418"/>
              <a:gd name="connsiteY24-65166" fmla="*/ 5396260 h 6858000"/>
              <a:gd name="connsiteX25-65167" fmla="*/ 397679 w 1364418"/>
              <a:gd name="connsiteY25-65168" fmla="*/ 5330009 h 6858000"/>
              <a:gd name="connsiteX26-65169" fmla="*/ 431172 w 1364418"/>
              <a:gd name="connsiteY26-65170" fmla="*/ 5273739 h 6858000"/>
              <a:gd name="connsiteX27-65171" fmla="*/ 440771 w 1364418"/>
              <a:gd name="connsiteY27-65172" fmla="*/ 5241779 h 6858000"/>
              <a:gd name="connsiteX28-65173" fmla="*/ 451997 w 1364418"/>
              <a:gd name="connsiteY28-65174" fmla="*/ 5225268 h 6858000"/>
              <a:gd name="connsiteX29-65175" fmla="*/ 453017 w 1364418"/>
              <a:gd name="connsiteY29-65176" fmla="*/ 5217684 h 6858000"/>
              <a:gd name="connsiteX30-65177" fmla="*/ 460358 w 1364418"/>
              <a:gd name="connsiteY30-65178" fmla="*/ 5193377 h 6858000"/>
              <a:gd name="connsiteX31-65179" fmla="*/ 463661 w 1364418"/>
              <a:gd name="connsiteY31-65180" fmla="*/ 5179288 h 6858000"/>
              <a:gd name="connsiteX32-65181" fmla="*/ 464645 w 1364418"/>
              <a:gd name="connsiteY32-65182" fmla="*/ 5173621 h 6858000"/>
              <a:gd name="connsiteX33-65183" fmla="*/ 460279 w 1364418"/>
              <a:gd name="connsiteY33-65184" fmla="*/ 5159961 h 6858000"/>
              <a:gd name="connsiteX34-65185" fmla="*/ 466956 w 1364418"/>
              <a:gd name="connsiteY34-65186" fmla="*/ 5144295 h 6858000"/>
              <a:gd name="connsiteX35-65187" fmla="*/ 463889 w 1364418"/>
              <a:gd name="connsiteY35-65188" fmla="*/ 5125185 h 6858000"/>
              <a:gd name="connsiteX36-65189" fmla="*/ 470719 w 1364418"/>
              <a:gd name="connsiteY36-65190" fmla="*/ 5121884 h 6858000"/>
              <a:gd name="connsiteX37-65191" fmla="*/ 477755 w 1364418"/>
              <a:gd name="connsiteY37-65192" fmla="*/ 5067850 h 6858000"/>
              <a:gd name="connsiteX38-65193" fmla="*/ 480486 w 1364418"/>
              <a:gd name="connsiteY38-65194" fmla="*/ 5060861 h 6858000"/>
              <a:gd name="connsiteX39-65195" fmla="*/ 477190 w 1364418"/>
              <a:gd name="connsiteY39-65196" fmla="*/ 5034192 h 6858000"/>
              <a:gd name="connsiteX40-65197" fmla="*/ 478744 w 1364418"/>
              <a:gd name="connsiteY40-65198" fmla="*/ 4993030 h 6858000"/>
              <a:gd name="connsiteX41-65199" fmla="*/ 485653 w 1364418"/>
              <a:gd name="connsiteY41-65200" fmla="*/ 4946844 h 6858000"/>
              <a:gd name="connsiteX42-65201" fmla="*/ 481509 w 1364418"/>
              <a:gd name="connsiteY42-65202" fmla="*/ 4932692 h 6858000"/>
              <a:gd name="connsiteX43-65203" fmla="*/ 496912 w 1364418"/>
              <a:gd name="connsiteY43-65204" fmla="*/ 4858827 h 6858000"/>
              <a:gd name="connsiteX44-65205" fmla="*/ 502815 w 1364418"/>
              <a:gd name="connsiteY44-65206" fmla="*/ 4821170 h 6858000"/>
              <a:gd name="connsiteX45-65207" fmla="*/ 507548 w 1364418"/>
              <a:gd name="connsiteY45-65208" fmla="*/ 4780965 h 6858000"/>
              <a:gd name="connsiteX46-65209" fmla="*/ 508841 w 1364418"/>
              <a:gd name="connsiteY46-65210" fmla="*/ 4750867 h 6858000"/>
              <a:gd name="connsiteX47-65211" fmla="*/ 506648 w 1364418"/>
              <a:gd name="connsiteY47-65212" fmla="*/ 4690749 h 6858000"/>
              <a:gd name="connsiteX48-65213" fmla="*/ 502128 w 1364418"/>
              <a:gd name="connsiteY48-65214" fmla="*/ 4584173 h 6858000"/>
              <a:gd name="connsiteX49-65215" fmla="*/ 497211 w 1364418"/>
              <a:gd name="connsiteY49-65216" fmla="*/ 4444346 h 6858000"/>
              <a:gd name="connsiteX50-65217" fmla="*/ 493776 w 1364418"/>
              <a:gd name="connsiteY50-65218" fmla="*/ 4375228 h 6858000"/>
              <a:gd name="connsiteX51-65219" fmla="*/ 474429 w 1364418"/>
              <a:gd name="connsiteY51-65220" fmla="*/ 4214165 h 6858000"/>
              <a:gd name="connsiteX52-65221" fmla="*/ 478502 w 1364418"/>
              <a:gd name="connsiteY52-65222" fmla="*/ 4090296 h 6858000"/>
              <a:gd name="connsiteX53-65223" fmla="*/ 463758 w 1364418"/>
              <a:gd name="connsiteY53-65224" fmla="*/ 4033999 h 6858000"/>
              <a:gd name="connsiteX54-65225" fmla="*/ 464907 w 1364418"/>
              <a:gd name="connsiteY54-65226" fmla="*/ 4031933 h 6858000"/>
              <a:gd name="connsiteX55-65227" fmla="*/ 463483 w 1364418"/>
              <a:gd name="connsiteY55-65228" fmla="*/ 4013953 h 6858000"/>
              <a:gd name="connsiteX56-65229" fmla="*/ 449778 w 1364418"/>
              <a:gd name="connsiteY56-65230" fmla="*/ 3974753 h 6858000"/>
              <a:gd name="connsiteX57-65231" fmla="*/ 451376 w 1364418"/>
              <a:gd name="connsiteY57-65232" fmla="*/ 3969950 h 6858000"/>
              <a:gd name="connsiteX58-65233" fmla="*/ 444798 w 1364418"/>
              <a:gd name="connsiteY58-65234" fmla="*/ 3933779 h 6858000"/>
              <a:gd name="connsiteX59-65235" fmla="*/ 446129 w 1364418"/>
              <a:gd name="connsiteY59-65236" fmla="*/ 3933093 h 6858000"/>
              <a:gd name="connsiteX60-65237" fmla="*/ 450483 w 1364418"/>
              <a:gd name="connsiteY60-65238" fmla="*/ 3922082 h 6858000"/>
              <a:gd name="connsiteX61-65239" fmla="*/ 455561 w 1364418"/>
              <a:gd name="connsiteY61-65240" fmla="*/ 3901461 h 6858000"/>
              <a:gd name="connsiteX62-65241" fmla="*/ 478155 w 1364418"/>
              <a:gd name="connsiteY62-65242" fmla="*/ 3813873 h 6858000"/>
              <a:gd name="connsiteX63-65243" fmla="*/ 477580 w 1364418"/>
              <a:gd name="connsiteY63-65244" fmla="*/ 3806161 h 6858000"/>
              <a:gd name="connsiteX64-65245" fmla="*/ 477887 w 1364418"/>
              <a:gd name="connsiteY64-65246" fmla="*/ 3805957 h 6858000"/>
              <a:gd name="connsiteX65-65247" fmla="*/ 477914 w 1364418"/>
              <a:gd name="connsiteY65-65248" fmla="*/ 3797724 h 6858000"/>
              <a:gd name="connsiteX66-65249" fmla="*/ 476529 w 1364418"/>
              <a:gd name="connsiteY66-65250" fmla="*/ 3792098 h 6858000"/>
              <a:gd name="connsiteX67-65251" fmla="*/ 475413 w 1364418"/>
              <a:gd name="connsiteY67-65252" fmla="*/ 3777135 h 6858000"/>
              <a:gd name="connsiteX68-65253" fmla="*/ 477146 w 1364418"/>
              <a:gd name="connsiteY68-65254" fmla="*/ 3771656 h 6858000"/>
              <a:gd name="connsiteX69-65255" fmla="*/ 480889 w 1364418"/>
              <a:gd name="connsiteY69-65256" fmla="*/ 3769007 h 6858000"/>
              <a:gd name="connsiteX70-65257" fmla="*/ 480355 w 1364418"/>
              <a:gd name="connsiteY70-65258" fmla="*/ 3767709 h 6858000"/>
              <a:gd name="connsiteX71-65259" fmla="*/ 489051 w 1364418"/>
              <a:gd name="connsiteY71-65260" fmla="*/ 3738082 h 6858000"/>
              <a:gd name="connsiteX72-65261" fmla="*/ 496397 w 1364418"/>
              <a:gd name="connsiteY72-65262" fmla="*/ 3673397 h 6858000"/>
              <a:gd name="connsiteX73-65263" fmla="*/ 495693 w 1364418"/>
              <a:gd name="connsiteY73-65264" fmla="*/ 3637109 h 6858000"/>
              <a:gd name="connsiteX74-65265" fmla="*/ 499136 w 1364418"/>
              <a:gd name="connsiteY74-65266" fmla="*/ 3536883 h 6858000"/>
              <a:gd name="connsiteX75-65267" fmla="*/ 506674 w 1364418"/>
              <a:gd name="connsiteY75-65268" fmla="*/ 3435652 h 6858000"/>
              <a:gd name="connsiteX76-65269" fmla="*/ 508345 w 1364418"/>
              <a:gd name="connsiteY76-65270" fmla="*/ 3307769 h 6858000"/>
              <a:gd name="connsiteX77-65271" fmla="*/ 525908 w 1364418"/>
              <a:gd name="connsiteY77-65272" fmla="*/ 3250522 h 6858000"/>
              <a:gd name="connsiteX78-65273" fmla="*/ 526333 w 1364418"/>
              <a:gd name="connsiteY78-65274" fmla="*/ 3229163 h 6858000"/>
              <a:gd name="connsiteX79-65275" fmla="*/ 528156 w 1364418"/>
              <a:gd name="connsiteY79-65276" fmla="*/ 3217217 h 6858000"/>
              <a:gd name="connsiteX80-65277" fmla="*/ 514991 w 1364418"/>
              <a:gd name="connsiteY80-65278" fmla="*/ 3183755 h 6858000"/>
              <a:gd name="connsiteX81-65279" fmla="*/ 515492 w 1364418"/>
              <a:gd name="connsiteY81-65280" fmla="*/ 3178642 h 6858000"/>
              <a:gd name="connsiteX82-65281" fmla="*/ 503092 w 1364418"/>
              <a:gd name="connsiteY82-65282" fmla="*/ 3158586 h 6858000"/>
              <a:gd name="connsiteX83-65283" fmla="*/ 488277 w 1364418"/>
              <a:gd name="connsiteY83-65284" fmla="*/ 3129034 h 6858000"/>
              <a:gd name="connsiteX84-65285" fmla="*/ 488942 w 1364418"/>
              <a:gd name="connsiteY84-65286" fmla="*/ 3126682 h 6858000"/>
              <a:gd name="connsiteX85-65287" fmla="*/ 479810 w 1364418"/>
              <a:gd name="connsiteY85-65288" fmla="*/ 3114519 h 6858000"/>
              <a:gd name="connsiteX86-65289" fmla="*/ 466419 w 1364418"/>
              <a:gd name="connsiteY86-65290" fmla="*/ 3106272 h 6858000"/>
              <a:gd name="connsiteX87-65291" fmla="*/ 439149 w 1364418"/>
              <a:gd name="connsiteY87-65292" fmla="*/ 2958185 h 6858000"/>
              <a:gd name="connsiteX88-65293" fmla="*/ 381763 w 1364418"/>
              <a:gd name="connsiteY88-65294" fmla="*/ 2762989 h 6858000"/>
              <a:gd name="connsiteX89-65295" fmla="*/ 330681 w 1364418"/>
              <a:gd name="connsiteY89-65296" fmla="*/ 2554718 h 6858000"/>
              <a:gd name="connsiteX90-65297" fmla="*/ 310775 w 1364418"/>
              <a:gd name="connsiteY90-65298" fmla="*/ 2485734 h 6858000"/>
              <a:gd name="connsiteX91-65299" fmla="*/ 301498 w 1364418"/>
              <a:gd name="connsiteY91-65300" fmla="*/ 2447068 h 6858000"/>
              <a:gd name="connsiteX92-65301" fmla="*/ 288459 w 1364418"/>
              <a:gd name="connsiteY92-65302" fmla="*/ 2425819 h 6858000"/>
              <a:gd name="connsiteX93-65303" fmla="*/ 294458 w 1364418"/>
              <a:gd name="connsiteY93-65304" fmla="*/ 2402874 h 6858000"/>
              <a:gd name="connsiteX94-65305" fmla="*/ 297070 w 1364418"/>
              <a:gd name="connsiteY94-65306" fmla="*/ 2381443 h 6858000"/>
              <a:gd name="connsiteX95-65307" fmla="*/ 273399 w 1364418"/>
              <a:gd name="connsiteY95-65308" fmla="*/ 2261920 h 6858000"/>
              <a:gd name="connsiteX96-65309" fmla="*/ 263286 w 1364418"/>
              <a:gd name="connsiteY96-65310" fmla="*/ 2195378 h 6858000"/>
              <a:gd name="connsiteX97-65311" fmla="*/ 247503 w 1364418"/>
              <a:gd name="connsiteY97-65312" fmla="*/ 2155135 h 6858000"/>
              <a:gd name="connsiteX98-65313" fmla="*/ 244961 w 1364418"/>
              <a:gd name="connsiteY98-65314" fmla="*/ 2118008 h 6858000"/>
              <a:gd name="connsiteX99-65315" fmla="*/ 245954 w 1364418"/>
              <a:gd name="connsiteY99-65316" fmla="*/ 2050531 h 6858000"/>
              <a:gd name="connsiteX100-65317" fmla="*/ 237760 w 1364418"/>
              <a:gd name="connsiteY100-65318" fmla="*/ 1963269 h 6858000"/>
              <a:gd name="connsiteX101-65319" fmla="*/ 218938 w 1364418"/>
              <a:gd name="connsiteY101-65320" fmla="*/ 1906352 h 6858000"/>
              <a:gd name="connsiteX102-65321" fmla="*/ 195495 w 1364418"/>
              <a:gd name="connsiteY102-65322" fmla="*/ 1861531 h 6858000"/>
              <a:gd name="connsiteX103-65323" fmla="*/ 149294 w 1364418"/>
              <a:gd name="connsiteY103-65324" fmla="*/ 1732919 h 6858000"/>
              <a:gd name="connsiteX104-65325" fmla="*/ 121605 w 1364418"/>
              <a:gd name="connsiteY104-65326" fmla="*/ 1663540 h 6858000"/>
              <a:gd name="connsiteX105-65327" fmla="*/ 120731 w 1364418"/>
              <a:gd name="connsiteY105-65328" fmla="*/ 1615777 h 6858000"/>
              <a:gd name="connsiteX106-65329" fmla="*/ 101526 w 1364418"/>
              <a:gd name="connsiteY106-65330" fmla="*/ 1563678 h 6858000"/>
              <a:gd name="connsiteX107-65331" fmla="*/ 114606 w 1364418"/>
              <a:gd name="connsiteY107-65332" fmla="*/ 1519474 h 6858000"/>
              <a:gd name="connsiteX108-65333" fmla="*/ 107348 w 1364418"/>
              <a:gd name="connsiteY108-65334" fmla="*/ 1477995 h 6858000"/>
              <a:gd name="connsiteX109-65335" fmla="*/ 93433 w 1364418"/>
              <a:gd name="connsiteY109-65336" fmla="*/ 1373769 h 6858000"/>
              <a:gd name="connsiteX110-65337" fmla="*/ 101740 w 1364418"/>
              <a:gd name="connsiteY110-65338" fmla="*/ 1307086 h 6858000"/>
              <a:gd name="connsiteX111-65339" fmla="*/ 102928 w 1364418"/>
              <a:gd name="connsiteY111-65340" fmla="*/ 1189033 h 6858000"/>
              <a:gd name="connsiteX112-65341" fmla="*/ 107613 w 1364418"/>
              <a:gd name="connsiteY112-65342" fmla="*/ 1168288 h 6858000"/>
              <a:gd name="connsiteX113-65343" fmla="*/ 99895 w 1364418"/>
              <a:gd name="connsiteY113-65344" fmla="*/ 1142577 h 6858000"/>
              <a:gd name="connsiteX114-65345" fmla="*/ 89201 w 1364418"/>
              <a:gd name="connsiteY114-65346" fmla="*/ 1088484 h 6858000"/>
              <a:gd name="connsiteX115-65347" fmla="*/ 77937 w 1364418"/>
              <a:gd name="connsiteY115-65348" fmla="*/ 1016103 h 6858000"/>
              <a:gd name="connsiteX116-65349" fmla="*/ 79393 w 1364418"/>
              <a:gd name="connsiteY116-65350" fmla="*/ 954054 h 6858000"/>
              <a:gd name="connsiteX117-65351" fmla="*/ 90309 w 1364418"/>
              <a:gd name="connsiteY117-65352" fmla="*/ 921368 h 6858000"/>
              <a:gd name="connsiteX118-65353" fmla="*/ 74258 w 1364418"/>
              <a:gd name="connsiteY118-65354" fmla="*/ 896999 h 6858000"/>
              <a:gd name="connsiteX119-65355" fmla="*/ 43666 w 1364418"/>
              <a:gd name="connsiteY119-65356" fmla="*/ 821517 h 6858000"/>
              <a:gd name="connsiteX120-65357" fmla="*/ 22616 w 1364418"/>
              <a:gd name="connsiteY120-65358" fmla="*/ 751353 h 6858000"/>
              <a:gd name="connsiteX121-65359" fmla="*/ 22174 w 1364418"/>
              <a:gd name="connsiteY121-65360" fmla="*/ 721230 h 6858000"/>
              <a:gd name="connsiteX122-65361" fmla="*/ 7845 w 1364418"/>
              <a:gd name="connsiteY122-65362" fmla="*/ 681659 h 6858000"/>
              <a:gd name="connsiteX123-65363" fmla="*/ 31306 w 1364418"/>
              <a:gd name="connsiteY123-65364" fmla="*/ 619315 h 6858000"/>
              <a:gd name="connsiteX124-65365" fmla="*/ 15184 w 1364418"/>
              <a:gd name="connsiteY124-65366" fmla="*/ 585934 h 6858000"/>
              <a:gd name="connsiteX125-65367" fmla="*/ 22258 w 1364418"/>
              <a:gd name="connsiteY125-65368" fmla="*/ 538948 h 6858000"/>
              <a:gd name="connsiteX126-65369" fmla="*/ 26166 w 1364418"/>
              <a:gd name="connsiteY126-65370" fmla="*/ 525163 h 6858000"/>
              <a:gd name="connsiteX127-65371" fmla="*/ 52290 w 1364418"/>
              <a:gd name="connsiteY127-65372" fmla="*/ 446567 h 6858000"/>
              <a:gd name="connsiteX128-65373" fmla="*/ 51538 w 1364418"/>
              <a:gd name="connsiteY128-65374" fmla="*/ 393828 h 6858000"/>
              <a:gd name="connsiteX129-65375" fmla="*/ 51368 w 1364418"/>
              <a:gd name="connsiteY129-65376" fmla="*/ 353137 h 6858000"/>
              <a:gd name="connsiteX130-65377" fmla="*/ 55970 w 1364418"/>
              <a:gd name="connsiteY130-65378" fmla="*/ 321428 h 6858000"/>
              <a:gd name="connsiteX131-65379" fmla="*/ 57061 w 1364418"/>
              <a:gd name="connsiteY131-65380" fmla="*/ 275771 h 6858000"/>
              <a:gd name="connsiteX132-65381" fmla="*/ 74088 w 1364418"/>
              <a:gd name="connsiteY132-65382" fmla="*/ 212860 h 6858000"/>
              <a:gd name="connsiteX133-65383" fmla="*/ 65798 w 1364418"/>
              <a:gd name="connsiteY133-65384" fmla="*/ 144983 h 6858000"/>
              <a:gd name="connsiteX134-65385" fmla="*/ 78082 w 1364418"/>
              <a:gd name="connsiteY134-65386" fmla="*/ 55288 h 6858000"/>
              <a:gd name="connsiteX135-65387" fmla="*/ 37636 w 1364418"/>
              <a:gd name="connsiteY135-65388" fmla="*/ 0 h 6858000"/>
              <a:gd name="connsiteX0-65389" fmla="*/ 37636 w 1364418"/>
              <a:gd name="connsiteY0-65390" fmla="*/ 0 h 6858000"/>
              <a:gd name="connsiteX1-65391" fmla="*/ 1364418 w 1364418"/>
              <a:gd name="connsiteY1-65392" fmla="*/ 0 h 6858000"/>
              <a:gd name="connsiteX2-65393" fmla="*/ 1364418 w 1364418"/>
              <a:gd name="connsiteY2-65394" fmla="*/ 6858000 h 6858000"/>
              <a:gd name="connsiteX3-65395" fmla="*/ 101112 w 1364418"/>
              <a:gd name="connsiteY3-65396" fmla="*/ 6857735 h 6858000"/>
              <a:gd name="connsiteX4-65397" fmla="*/ 137705 w 1364418"/>
              <a:gd name="connsiteY4-65398" fmla="*/ 6776847 h 6858000"/>
              <a:gd name="connsiteX5-65399" fmla="*/ 149205 w 1364418"/>
              <a:gd name="connsiteY5-65400" fmla="*/ 6737706 h 6858000"/>
              <a:gd name="connsiteX6-65401" fmla="*/ 173944 w 1364418"/>
              <a:gd name="connsiteY6-65402" fmla="*/ 6691589 h 6858000"/>
              <a:gd name="connsiteX7-65403" fmla="*/ 286686 w 1364418"/>
              <a:gd name="connsiteY7-65404" fmla="*/ 6664994 h 6858000"/>
              <a:gd name="connsiteX8-65405" fmla="*/ 339152 w 1364418"/>
              <a:gd name="connsiteY8-65406" fmla="*/ 6471804 h 6858000"/>
              <a:gd name="connsiteX9-65407" fmla="*/ 334570 w 1364418"/>
              <a:gd name="connsiteY9-65408" fmla="*/ 6389835 h 6858000"/>
              <a:gd name="connsiteX10-65409" fmla="*/ 293648 w 1364418"/>
              <a:gd name="connsiteY10-65410" fmla="*/ 6334727 h 6858000"/>
              <a:gd name="connsiteX11-65411" fmla="*/ 271063 w 1364418"/>
              <a:gd name="connsiteY11-65412" fmla="*/ 6313295 h 6858000"/>
              <a:gd name="connsiteX12-65413" fmla="*/ 278227 w 1364418"/>
              <a:gd name="connsiteY12-65414" fmla="*/ 6280046 h 6858000"/>
              <a:gd name="connsiteX13-65415" fmla="*/ 281226 w 1364418"/>
              <a:gd name="connsiteY13-65416" fmla="*/ 6272987 h 6858000"/>
              <a:gd name="connsiteX14-65417" fmla="*/ 288000 w 1364418"/>
              <a:gd name="connsiteY14-65418" fmla="*/ 6252834 h 6858000"/>
              <a:gd name="connsiteX15-65419" fmla="*/ 265992 w 1364418"/>
              <a:gd name="connsiteY15-65420" fmla="*/ 6202459 h 6858000"/>
              <a:gd name="connsiteX16-65421" fmla="*/ 264790 w 1364418"/>
              <a:gd name="connsiteY16-65422" fmla="*/ 6153037 h 6858000"/>
              <a:gd name="connsiteX17-65423" fmla="*/ 280205 w 1364418"/>
              <a:gd name="connsiteY17-65424" fmla="*/ 6078132 h 6858000"/>
              <a:gd name="connsiteX18-65425" fmla="*/ 267592 w 1364418"/>
              <a:gd name="connsiteY18-65426" fmla="*/ 6028119 h 6858000"/>
              <a:gd name="connsiteX19-65427" fmla="*/ 252821 w 1364418"/>
              <a:gd name="connsiteY19-65428" fmla="*/ 5926735 h 6858000"/>
              <a:gd name="connsiteX20-65429" fmla="*/ 302333 w 1364418"/>
              <a:gd name="connsiteY20-65430" fmla="*/ 5712857 h 6858000"/>
              <a:gd name="connsiteX21-65431" fmla="*/ 332131 w 1364418"/>
              <a:gd name="connsiteY21-65432" fmla="*/ 5660491 h 6858000"/>
              <a:gd name="connsiteX22-65433" fmla="*/ 341254 w 1364418"/>
              <a:gd name="connsiteY22-65434" fmla="*/ 5563435 h 6858000"/>
              <a:gd name="connsiteX23-65435" fmla="*/ 368130 w 1364418"/>
              <a:gd name="connsiteY23-65436" fmla="*/ 5437125 h 6858000"/>
              <a:gd name="connsiteX24-65437" fmla="*/ 381698 w 1364418"/>
              <a:gd name="connsiteY24-65438" fmla="*/ 5396260 h 6858000"/>
              <a:gd name="connsiteX25-65439" fmla="*/ 397679 w 1364418"/>
              <a:gd name="connsiteY25-65440" fmla="*/ 5330009 h 6858000"/>
              <a:gd name="connsiteX26-65441" fmla="*/ 431172 w 1364418"/>
              <a:gd name="connsiteY26-65442" fmla="*/ 5273739 h 6858000"/>
              <a:gd name="connsiteX27-65443" fmla="*/ 440771 w 1364418"/>
              <a:gd name="connsiteY27-65444" fmla="*/ 5241779 h 6858000"/>
              <a:gd name="connsiteX28-65445" fmla="*/ 451997 w 1364418"/>
              <a:gd name="connsiteY28-65446" fmla="*/ 5225268 h 6858000"/>
              <a:gd name="connsiteX29-65447" fmla="*/ 453017 w 1364418"/>
              <a:gd name="connsiteY29-65448" fmla="*/ 5217684 h 6858000"/>
              <a:gd name="connsiteX30-65449" fmla="*/ 460358 w 1364418"/>
              <a:gd name="connsiteY30-65450" fmla="*/ 5193377 h 6858000"/>
              <a:gd name="connsiteX31-65451" fmla="*/ 463661 w 1364418"/>
              <a:gd name="connsiteY31-65452" fmla="*/ 5179288 h 6858000"/>
              <a:gd name="connsiteX32-65453" fmla="*/ 464645 w 1364418"/>
              <a:gd name="connsiteY32-65454" fmla="*/ 5173621 h 6858000"/>
              <a:gd name="connsiteX33-65455" fmla="*/ 460279 w 1364418"/>
              <a:gd name="connsiteY33-65456" fmla="*/ 5159961 h 6858000"/>
              <a:gd name="connsiteX34-65457" fmla="*/ 466956 w 1364418"/>
              <a:gd name="connsiteY34-65458" fmla="*/ 5144295 h 6858000"/>
              <a:gd name="connsiteX35-65459" fmla="*/ 463889 w 1364418"/>
              <a:gd name="connsiteY35-65460" fmla="*/ 5125185 h 6858000"/>
              <a:gd name="connsiteX36-65461" fmla="*/ 470719 w 1364418"/>
              <a:gd name="connsiteY36-65462" fmla="*/ 5121884 h 6858000"/>
              <a:gd name="connsiteX37-65463" fmla="*/ 477755 w 1364418"/>
              <a:gd name="connsiteY37-65464" fmla="*/ 5067850 h 6858000"/>
              <a:gd name="connsiteX38-65465" fmla="*/ 480486 w 1364418"/>
              <a:gd name="connsiteY38-65466" fmla="*/ 5060861 h 6858000"/>
              <a:gd name="connsiteX39-65467" fmla="*/ 477190 w 1364418"/>
              <a:gd name="connsiteY39-65468" fmla="*/ 5034192 h 6858000"/>
              <a:gd name="connsiteX40-65469" fmla="*/ 478744 w 1364418"/>
              <a:gd name="connsiteY40-65470" fmla="*/ 4993030 h 6858000"/>
              <a:gd name="connsiteX41-65471" fmla="*/ 485653 w 1364418"/>
              <a:gd name="connsiteY41-65472" fmla="*/ 4946844 h 6858000"/>
              <a:gd name="connsiteX42-65473" fmla="*/ 481509 w 1364418"/>
              <a:gd name="connsiteY42-65474" fmla="*/ 4932692 h 6858000"/>
              <a:gd name="connsiteX43-65475" fmla="*/ 496912 w 1364418"/>
              <a:gd name="connsiteY43-65476" fmla="*/ 4858827 h 6858000"/>
              <a:gd name="connsiteX44-65477" fmla="*/ 502815 w 1364418"/>
              <a:gd name="connsiteY44-65478" fmla="*/ 4821170 h 6858000"/>
              <a:gd name="connsiteX45-65479" fmla="*/ 507548 w 1364418"/>
              <a:gd name="connsiteY45-65480" fmla="*/ 4780965 h 6858000"/>
              <a:gd name="connsiteX46-65481" fmla="*/ 508841 w 1364418"/>
              <a:gd name="connsiteY46-65482" fmla="*/ 4750867 h 6858000"/>
              <a:gd name="connsiteX47-65483" fmla="*/ 506648 w 1364418"/>
              <a:gd name="connsiteY47-65484" fmla="*/ 4690749 h 6858000"/>
              <a:gd name="connsiteX48-65485" fmla="*/ 502128 w 1364418"/>
              <a:gd name="connsiteY48-65486" fmla="*/ 4584173 h 6858000"/>
              <a:gd name="connsiteX49-65487" fmla="*/ 497211 w 1364418"/>
              <a:gd name="connsiteY49-65488" fmla="*/ 4444346 h 6858000"/>
              <a:gd name="connsiteX50-65489" fmla="*/ 493776 w 1364418"/>
              <a:gd name="connsiteY50-65490" fmla="*/ 4375228 h 6858000"/>
              <a:gd name="connsiteX51-65491" fmla="*/ 474429 w 1364418"/>
              <a:gd name="connsiteY51-65492" fmla="*/ 4214165 h 6858000"/>
              <a:gd name="connsiteX52-65493" fmla="*/ 478502 w 1364418"/>
              <a:gd name="connsiteY52-65494" fmla="*/ 4090296 h 6858000"/>
              <a:gd name="connsiteX53-65495" fmla="*/ 463758 w 1364418"/>
              <a:gd name="connsiteY53-65496" fmla="*/ 4033999 h 6858000"/>
              <a:gd name="connsiteX54-65497" fmla="*/ 464907 w 1364418"/>
              <a:gd name="connsiteY54-65498" fmla="*/ 4031933 h 6858000"/>
              <a:gd name="connsiteX55-65499" fmla="*/ 463483 w 1364418"/>
              <a:gd name="connsiteY55-65500" fmla="*/ 4013953 h 6858000"/>
              <a:gd name="connsiteX56-65501" fmla="*/ 449778 w 1364418"/>
              <a:gd name="connsiteY56-65502" fmla="*/ 3974753 h 6858000"/>
              <a:gd name="connsiteX57-65503" fmla="*/ 451376 w 1364418"/>
              <a:gd name="connsiteY57-65504" fmla="*/ 3969950 h 6858000"/>
              <a:gd name="connsiteX58-65505" fmla="*/ 444798 w 1364418"/>
              <a:gd name="connsiteY58-65506" fmla="*/ 3933779 h 6858000"/>
              <a:gd name="connsiteX59-65507" fmla="*/ 446129 w 1364418"/>
              <a:gd name="connsiteY59-65508" fmla="*/ 3933093 h 6858000"/>
              <a:gd name="connsiteX60-65509" fmla="*/ 450483 w 1364418"/>
              <a:gd name="connsiteY60-65510" fmla="*/ 3922082 h 6858000"/>
              <a:gd name="connsiteX61-65511" fmla="*/ 455561 w 1364418"/>
              <a:gd name="connsiteY61-65512" fmla="*/ 3901461 h 6858000"/>
              <a:gd name="connsiteX62-65513" fmla="*/ 478155 w 1364418"/>
              <a:gd name="connsiteY62-65514" fmla="*/ 3813873 h 6858000"/>
              <a:gd name="connsiteX63-65515" fmla="*/ 477580 w 1364418"/>
              <a:gd name="connsiteY63-65516" fmla="*/ 3806161 h 6858000"/>
              <a:gd name="connsiteX64-65517" fmla="*/ 477887 w 1364418"/>
              <a:gd name="connsiteY64-65518" fmla="*/ 3805957 h 6858000"/>
              <a:gd name="connsiteX65-65519" fmla="*/ 477914 w 1364418"/>
              <a:gd name="connsiteY65-65520" fmla="*/ 3797724 h 6858000"/>
              <a:gd name="connsiteX66-65521" fmla="*/ 476529 w 1364418"/>
              <a:gd name="connsiteY66-65522" fmla="*/ 3792098 h 6858000"/>
              <a:gd name="connsiteX67-65523" fmla="*/ 475413 w 1364418"/>
              <a:gd name="connsiteY67-65524" fmla="*/ 3777135 h 6858000"/>
              <a:gd name="connsiteX68-65525" fmla="*/ 477146 w 1364418"/>
              <a:gd name="connsiteY68-65526" fmla="*/ 3771656 h 6858000"/>
              <a:gd name="connsiteX69-65527" fmla="*/ 480889 w 1364418"/>
              <a:gd name="connsiteY69-65528" fmla="*/ 3769007 h 6858000"/>
              <a:gd name="connsiteX70-65529" fmla="*/ 480355 w 1364418"/>
              <a:gd name="connsiteY70-65530" fmla="*/ 3767709 h 6858000"/>
              <a:gd name="connsiteX71-65531" fmla="*/ 489051 w 1364418"/>
              <a:gd name="connsiteY71-65532" fmla="*/ 3738082 h 6858000"/>
              <a:gd name="connsiteX72-65533" fmla="*/ 496397 w 1364418"/>
              <a:gd name="connsiteY72-65534" fmla="*/ 3673397 h 6858000"/>
              <a:gd name="connsiteX73-65535" fmla="*/ 495693 w 1364418"/>
              <a:gd name="connsiteY73-65536" fmla="*/ 3637109 h 6858000"/>
              <a:gd name="connsiteX74-65537" fmla="*/ 499136 w 1364418"/>
              <a:gd name="connsiteY74-65538" fmla="*/ 3536883 h 6858000"/>
              <a:gd name="connsiteX75-65539" fmla="*/ 506674 w 1364418"/>
              <a:gd name="connsiteY75-65540" fmla="*/ 3435652 h 6858000"/>
              <a:gd name="connsiteX76-65541" fmla="*/ 508345 w 1364418"/>
              <a:gd name="connsiteY76-65542" fmla="*/ 3307769 h 6858000"/>
              <a:gd name="connsiteX77-65543" fmla="*/ 525908 w 1364418"/>
              <a:gd name="connsiteY77-65544" fmla="*/ 3250522 h 6858000"/>
              <a:gd name="connsiteX78-65545" fmla="*/ 526333 w 1364418"/>
              <a:gd name="connsiteY78-65546" fmla="*/ 3229163 h 6858000"/>
              <a:gd name="connsiteX79-65547" fmla="*/ 528156 w 1364418"/>
              <a:gd name="connsiteY79-65548" fmla="*/ 3217217 h 6858000"/>
              <a:gd name="connsiteX80-65549" fmla="*/ 514991 w 1364418"/>
              <a:gd name="connsiteY80-65550" fmla="*/ 3183755 h 6858000"/>
              <a:gd name="connsiteX81-65551" fmla="*/ 515492 w 1364418"/>
              <a:gd name="connsiteY81-65552" fmla="*/ 3178642 h 6858000"/>
              <a:gd name="connsiteX82-65553" fmla="*/ 503092 w 1364418"/>
              <a:gd name="connsiteY82-65554" fmla="*/ 3158586 h 6858000"/>
              <a:gd name="connsiteX83-65555" fmla="*/ 488277 w 1364418"/>
              <a:gd name="connsiteY83-65556" fmla="*/ 3129034 h 6858000"/>
              <a:gd name="connsiteX84-65557" fmla="*/ 488942 w 1364418"/>
              <a:gd name="connsiteY84-65558" fmla="*/ 3126682 h 6858000"/>
              <a:gd name="connsiteX85-65559" fmla="*/ 479810 w 1364418"/>
              <a:gd name="connsiteY85-65560" fmla="*/ 3114519 h 6858000"/>
              <a:gd name="connsiteX86-65561" fmla="*/ 466419 w 1364418"/>
              <a:gd name="connsiteY86-65562" fmla="*/ 3106272 h 6858000"/>
              <a:gd name="connsiteX87-65563" fmla="*/ 439149 w 1364418"/>
              <a:gd name="connsiteY87-65564" fmla="*/ 2958185 h 6858000"/>
              <a:gd name="connsiteX88-65565" fmla="*/ 381763 w 1364418"/>
              <a:gd name="connsiteY88-65566" fmla="*/ 2762989 h 6858000"/>
              <a:gd name="connsiteX89-65567" fmla="*/ 330681 w 1364418"/>
              <a:gd name="connsiteY89-65568" fmla="*/ 2554718 h 6858000"/>
              <a:gd name="connsiteX90-65569" fmla="*/ 310775 w 1364418"/>
              <a:gd name="connsiteY90-65570" fmla="*/ 2485734 h 6858000"/>
              <a:gd name="connsiteX91-65571" fmla="*/ 301498 w 1364418"/>
              <a:gd name="connsiteY91-65572" fmla="*/ 2447068 h 6858000"/>
              <a:gd name="connsiteX92-65573" fmla="*/ 288459 w 1364418"/>
              <a:gd name="connsiteY92-65574" fmla="*/ 2425819 h 6858000"/>
              <a:gd name="connsiteX93-65575" fmla="*/ 294458 w 1364418"/>
              <a:gd name="connsiteY93-65576" fmla="*/ 2402874 h 6858000"/>
              <a:gd name="connsiteX94-65577" fmla="*/ 297070 w 1364418"/>
              <a:gd name="connsiteY94-65578" fmla="*/ 2381443 h 6858000"/>
              <a:gd name="connsiteX95-65579" fmla="*/ 273399 w 1364418"/>
              <a:gd name="connsiteY95-65580" fmla="*/ 2261920 h 6858000"/>
              <a:gd name="connsiteX96-65581" fmla="*/ 263286 w 1364418"/>
              <a:gd name="connsiteY96-65582" fmla="*/ 2195378 h 6858000"/>
              <a:gd name="connsiteX97-65583" fmla="*/ 247503 w 1364418"/>
              <a:gd name="connsiteY97-65584" fmla="*/ 2155135 h 6858000"/>
              <a:gd name="connsiteX98-65585" fmla="*/ 244961 w 1364418"/>
              <a:gd name="connsiteY98-65586" fmla="*/ 2118008 h 6858000"/>
              <a:gd name="connsiteX99-65587" fmla="*/ 245954 w 1364418"/>
              <a:gd name="connsiteY99-65588" fmla="*/ 2050531 h 6858000"/>
              <a:gd name="connsiteX100-65589" fmla="*/ 237760 w 1364418"/>
              <a:gd name="connsiteY100-65590" fmla="*/ 1963269 h 6858000"/>
              <a:gd name="connsiteX101-65591" fmla="*/ 218938 w 1364418"/>
              <a:gd name="connsiteY101-65592" fmla="*/ 1906352 h 6858000"/>
              <a:gd name="connsiteX102-65593" fmla="*/ 195495 w 1364418"/>
              <a:gd name="connsiteY102-65594" fmla="*/ 1861531 h 6858000"/>
              <a:gd name="connsiteX103-65595" fmla="*/ 149294 w 1364418"/>
              <a:gd name="connsiteY103-65596" fmla="*/ 1732919 h 6858000"/>
              <a:gd name="connsiteX104-65597" fmla="*/ 121605 w 1364418"/>
              <a:gd name="connsiteY104-65598" fmla="*/ 1663540 h 6858000"/>
              <a:gd name="connsiteX105-65599" fmla="*/ 120731 w 1364418"/>
              <a:gd name="connsiteY105-65600" fmla="*/ 1615777 h 6858000"/>
              <a:gd name="connsiteX106-65601" fmla="*/ 101526 w 1364418"/>
              <a:gd name="connsiteY106-65602" fmla="*/ 1563678 h 6858000"/>
              <a:gd name="connsiteX107-65603" fmla="*/ 114606 w 1364418"/>
              <a:gd name="connsiteY107-65604" fmla="*/ 1519474 h 6858000"/>
              <a:gd name="connsiteX108-65605" fmla="*/ 107348 w 1364418"/>
              <a:gd name="connsiteY108-65606" fmla="*/ 1477995 h 6858000"/>
              <a:gd name="connsiteX109-65607" fmla="*/ 93433 w 1364418"/>
              <a:gd name="connsiteY109-65608" fmla="*/ 1373769 h 6858000"/>
              <a:gd name="connsiteX110-65609" fmla="*/ 101740 w 1364418"/>
              <a:gd name="connsiteY110-65610" fmla="*/ 1307086 h 6858000"/>
              <a:gd name="connsiteX111-65611" fmla="*/ 102928 w 1364418"/>
              <a:gd name="connsiteY111-65612" fmla="*/ 1189033 h 6858000"/>
              <a:gd name="connsiteX112-65613" fmla="*/ 107613 w 1364418"/>
              <a:gd name="connsiteY112-65614" fmla="*/ 1168288 h 6858000"/>
              <a:gd name="connsiteX113-65615" fmla="*/ 99895 w 1364418"/>
              <a:gd name="connsiteY113-65616" fmla="*/ 1142577 h 6858000"/>
              <a:gd name="connsiteX114-65617" fmla="*/ 89201 w 1364418"/>
              <a:gd name="connsiteY114-65618" fmla="*/ 1088484 h 6858000"/>
              <a:gd name="connsiteX115-65619" fmla="*/ 77937 w 1364418"/>
              <a:gd name="connsiteY115-65620" fmla="*/ 1016103 h 6858000"/>
              <a:gd name="connsiteX116-65621" fmla="*/ 79393 w 1364418"/>
              <a:gd name="connsiteY116-65622" fmla="*/ 954054 h 6858000"/>
              <a:gd name="connsiteX117-65623" fmla="*/ 90309 w 1364418"/>
              <a:gd name="connsiteY117-65624" fmla="*/ 921368 h 6858000"/>
              <a:gd name="connsiteX118-65625" fmla="*/ 74258 w 1364418"/>
              <a:gd name="connsiteY118-65626" fmla="*/ 896999 h 6858000"/>
              <a:gd name="connsiteX119-65627" fmla="*/ 43666 w 1364418"/>
              <a:gd name="connsiteY119-65628" fmla="*/ 821517 h 6858000"/>
              <a:gd name="connsiteX120-65629" fmla="*/ 22616 w 1364418"/>
              <a:gd name="connsiteY120-65630" fmla="*/ 751353 h 6858000"/>
              <a:gd name="connsiteX121-65631" fmla="*/ 22174 w 1364418"/>
              <a:gd name="connsiteY121-65632" fmla="*/ 721230 h 6858000"/>
              <a:gd name="connsiteX122-65633" fmla="*/ 7845 w 1364418"/>
              <a:gd name="connsiteY122-65634" fmla="*/ 681659 h 6858000"/>
              <a:gd name="connsiteX123-65635" fmla="*/ 31306 w 1364418"/>
              <a:gd name="connsiteY123-65636" fmla="*/ 619315 h 6858000"/>
              <a:gd name="connsiteX124-65637" fmla="*/ 15184 w 1364418"/>
              <a:gd name="connsiteY124-65638" fmla="*/ 585934 h 6858000"/>
              <a:gd name="connsiteX125-65639" fmla="*/ 22258 w 1364418"/>
              <a:gd name="connsiteY125-65640" fmla="*/ 538948 h 6858000"/>
              <a:gd name="connsiteX126-65641" fmla="*/ 26166 w 1364418"/>
              <a:gd name="connsiteY126-65642" fmla="*/ 525163 h 6858000"/>
              <a:gd name="connsiteX127-65643" fmla="*/ 52290 w 1364418"/>
              <a:gd name="connsiteY127-65644" fmla="*/ 446567 h 6858000"/>
              <a:gd name="connsiteX128-65645" fmla="*/ 51538 w 1364418"/>
              <a:gd name="connsiteY128-65646" fmla="*/ 393828 h 6858000"/>
              <a:gd name="connsiteX129-65647" fmla="*/ 51368 w 1364418"/>
              <a:gd name="connsiteY129-65648" fmla="*/ 353137 h 6858000"/>
              <a:gd name="connsiteX130-65649" fmla="*/ 55970 w 1364418"/>
              <a:gd name="connsiteY130-65650" fmla="*/ 321428 h 6858000"/>
              <a:gd name="connsiteX131-65651" fmla="*/ 57061 w 1364418"/>
              <a:gd name="connsiteY131-65652" fmla="*/ 275771 h 6858000"/>
              <a:gd name="connsiteX132-65653" fmla="*/ 74088 w 1364418"/>
              <a:gd name="connsiteY132-65654" fmla="*/ 212860 h 6858000"/>
              <a:gd name="connsiteX133-65655" fmla="*/ 65798 w 1364418"/>
              <a:gd name="connsiteY133-65656" fmla="*/ 144983 h 6858000"/>
              <a:gd name="connsiteX134-65657" fmla="*/ 78082 w 1364418"/>
              <a:gd name="connsiteY134-65658" fmla="*/ 55288 h 6858000"/>
              <a:gd name="connsiteX135-65659" fmla="*/ 37636 w 1364418"/>
              <a:gd name="connsiteY135-65660" fmla="*/ 0 h 6858000"/>
              <a:gd name="connsiteX0-65661" fmla="*/ 37636 w 1364418"/>
              <a:gd name="connsiteY0-65662" fmla="*/ 0 h 6858000"/>
              <a:gd name="connsiteX1-65663" fmla="*/ 1364418 w 1364418"/>
              <a:gd name="connsiteY1-65664" fmla="*/ 0 h 6858000"/>
              <a:gd name="connsiteX2-65665" fmla="*/ 1364418 w 1364418"/>
              <a:gd name="connsiteY2-65666" fmla="*/ 6858000 h 6858000"/>
              <a:gd name="connsiteX3-65667" fmla="*/ 101112 w 1364418"/>
              <a:gd name="connsiteY3-65668" fmla="*/ 6857735 h 6858000"/>
              <a:gd name="connsiteX4-65669" fmla="*/ 137705 w 1364418"/>
              <a:gd name="connsiteY4-65670" fmla="*/ 6776847 h 6858000"/>
              <a:gd name="connsiteX5-65671" fmla="*/ 149205 w 1364418"/>
              <a:gd name="connsiteY5-65672" fmla="*/ 6737706 h 6858000"/>
              <a:gd name="connsiteX6-65673" fmla="*/ 240339 w 1364418"/>
              <a:gd name="connsiteY6-65674" fmla="*/ 6711686 h 6858000"/>
              <a:gd name="connsiteX7-65675" fmla="*/ 286686 w 1364418"/>
              <a:gd name="connsiteY7-65676" fmla="*/ 6664994 h 6858000"/>
              <a:gd name="connsiteX8-65677" fmla="*/ 339152 w 1364418"/>
              <a:gd name="connsiteY8-65678" fmla="*/ 6471804 h 6858000"/>
              <a:gd name="connsiteX9-65679" fmla="*/ 334570 w 1364418"/>
              <a:gd name="connsiteY9-65680" fmla="*/ 6389835 h 6858000"/>
              <a:gd name="connsiteX10-65681" fmla="*/ 293648 w 1364418"/>
              <a:gd name="connsiteY10-65682" fmla="*/ 6334727 h 6858000"/>
              <a:gd name="connsiteX11-65683" fmla="*/ 271063 w 1364418"/>
              <a:gd name="connsiteY11-65684" fmla="*/ 6313295 h 6858000"/>
              <a:gd name="connsiteX12-65685" fmla="*/ 278227 w 1364418"/>
              <a:gd name="connsiteY12-65686" fmla="*/ 6280046 h 6858000"/>
              <a:gd name="connsiteX13-65687" fmla="*/ 281226 w 1364418"/>
              <a:gd name="connsiteY13-65688" fmla="*/ 6272987 h 6858000"/>
              <a:gd name="connsiteX14-65689" fmla="*/ 288000 w 1364418"/>
              <a:gd name="connsiteY14-65690" fmla="*/ 6252834 h 6858000"/>
              <a:gd name="connsiteX15-65691" fmla="*/ 265992 w 1364418"/>
              <a:gd name="connsiteY15-65692" fmla="*/ 6202459 h 6858000"/>
              <a:gd name="connsiteX16-65693" fmla="*/ 264790 w 1364418"/>
              <a:gd name="connsiteY16-65694" fmla="*/ 6153037 h 6858000"/>
              <a:gd name="connsiteX17-65695" fmla="*/ 280205 w 1364418"/>
              <a:gd name="connsiteY17-65696" fmla="*/ 6078132 h 6858000"/>
              <a:gd name="connsiteX18-65697" fmla="*/ 267592 w 1364418"/>
              <a:gd name="connsiteY18-65698" fmla="*/ 6028119 h 6858000"/>
              <a:gd name="connsiteX19-65699" fmla="*/ 252821 w 1364418"/>
              <a:gd name="connsiteY19-65700" fmla="*/ 5926735 h 6858000"/>
              <a:gd name="connsiteX20-65701" fmla="*/ 302333 w 1364418"/>
              <a:gd name="connsiteY20-65702" fmla="*/ 5712857 h 6858000"/>
              <a:gd name="connsiteX21-65703" fmla="*/ 332131 w 1364418"/>
              <a:gd name="connsiteY21-65704" fmla="*/ 5660491 h 6858000"/>
              <a:gd name="connsiteX22-65705" fmla="*/ 341254 w 1364418"/>
              <a:gd name="connsiteY22-65706" fmla="*/ 5563435 h 6858000"/>
              <a:gd name="connsiteX23-65707" fmla="*/ 368130 w 1364418"/>
              <a:gd name="connsiteY23-65708" fmla="*/ 5437125 h 6858000"/>
              <a:gd name="connsiteX24-65709" fmla="*/ 381698 w 1364418"/>
              <a:gd name="connsiteY24-65710" fmla="*/ 5396260 h 6858000"/>
              <a:gd name="connsiteX25-65711" fmla="*/ 397679 w 1364418"/>
              <a:gd name="connsiteY25-65712" fmla="*/ 5330009 h 6858000"/>
              <a:gd name="connsiteX26-65713" fmla="*/ 431172 w 1364418"/>
              <a:gd name="connsiteY26-65714" fmla="*/ 5273739 h 6858000"/>
              <a:gd name="connsiteX27-65715" fmla="*/ 440771 w 1364418"/>
              <a:gd name="connsiteY27-65716" fmla="*/ 5241779 h 6858000"/>
              <a:gd name="connsiteX28-65717" fmla="*/ 451997 w 1364418"/>
              <a:gd name="connsiteY28-65718" fmla="*/ 5225268 h 6858000"/>
              <a:gd name="connsiteX29-65719" fmla="*/ 453017 w 1364418"/>
              <a:gd name="connsiteY29-65720" fmla="*/ 5217684 h 6858000"/>
              <a:gd name="connsiteX30-65721" fmla="*/ 460358 w 1364418"/>
              <a:gd name="connsiteY30-65722" fmla="*/ 5193377 h 6858000"/>
              <a:gd name="connsiteX31-65723" fmla="*/ 463661 w 1364418"/>
              <a:gd name="connsiteY31-65724" fmla="*/ 5179288 h 6858000"/>
              <a:gd name="connsiteX32-65725" fmla="*/ 464645 w 1364418"/>
              <a:gd name="connsiteY32-65726" fmla="*/ 5173621 h 6858000"/>
              <a:gd name="connsiteX33-65727" fmla="*/ 460279 w 1364418"/>
              <a:gd name="connsiteY33-65728" fmla="*/ 5159961 h 6858000"/>
              <a:gd name="connsiteX34-65729" fmla="*/ 466956 w 1364418"/>
              <a:gd name="connsiteY34-65730" fmla="*/ 5144295 h 6858000"/>
              <a:gd name="connsiteX35-65731" fmla="*/ 463889 w 1364418"/>
              <a:gd name="connsiteY35-65732" fmla="*/ 5125185 h 6858000"/>
              <a:gd name="connsiteX36-65733" fmla="*/ 470719 w 1364418"/>
              <a:gd name="connsiteY36-65734" fmla="*/ 5121884 h 6858000"/>
              <a:gd name="connsiteX37-65735" fmla="*/ 477755 w 1364418"/>
              <a:gd name="connsiteY37-65736" fmla="*/ 5067850 h 6858000"/>
              <a:gd name="connsiteX38-65737" fmla="*/ 480486 w 1364418"/>
              <a:gd name="connsiteY38-65738" fmla="*/ 5060861 h 6858000"/>
              <a:gd name="connsiteX39-65739" fmla="*/ 477190 w 1364418"/>
              <a:gd name="connsiteY39-65740" fmla="*/ 5034192 h 6858000"/>
              <a:gd name="connsiteX40-65741" fmla="*/ 478744 w 1364418"/>
              <a:gd name="connsiteY40-65742" fmla="*/ 4993030 h 6858000"/>
              <a:gd name="connsiteX41-65743" fmla="*/ 485653 w 1364418"/>
              <a:gd name="connsiteY41-65744" fmla="*/ 4946844 h 6858000"/>
              <a:gd name="connsiteX42-65745" fmla="*/ 481509 w 1364418"/>
              <a:gd name="connsiteY42-65746" fmla="*/ 4932692 h 6858000"/>
              <a:gd name="connsiteX43-65747" fmla="*/ 496912 w 1364418"/>
              <a:gd name="connsiteY43-65748" fmla="*/ 4858827 h 6858000"/>
              <a:gd name="connsiteX44-65749" fmla="*/ 502815 w 1364418"/>
              <a:gd name="connsiteY44-65750" fmla="*/ 4821170 h 6858000"/>
              <a:gd name="connsiteX45-65751" fmla="*/ 507548 w 1364418"/>
              <a:gd name="connsiteY45-65752" fmla="*/ 4780965 h 6858000"/>
              <a:gd name="connsiteX46-65753" fmla="*/ 508841 w 1364418"/>
              <a:gd name="connsiteY46-65754" fmla="*/ 4750867 h 6858000"/>
              <a:gd name="connsiteX47-65755" fmla="*/ 506648 w 1364418"/>
              <a:gd name="connsiteY47-65756" fmla="*/ 4690749 h 6858000"/>
              <a:gd name="connsiteX48-65757" fmla="*/ 502128 w 1364418"/>
              <a:gd name="connsiteY48-65758" fmla="*/ 4584173 h 6858000"/>
              <a:gd name="connsiteX49-65759" fmla="*/ 497211 w 1364418"/>
              <a:gd name="connsiteY49-65760" fmla="*/ 4444346 h 6858000"/>
              <a:gd name="connsiteX50-65761" fmla="*/ 493776 w 1364418"/>
              <a:gd name="connsiteY50-65762" fmla="*/ 4375228 h 6858000"/>
              <a:gd name="connsiteX51-65763" fmla="*/ 474429 w 1364418"/>
              <a:gd name="connsiteY51-65764" fmla="*/ 4214165 h 6858000"/>
              <a:gd name="connsiteX52-65765" fmla="*/ 478502 w 1364418"/>
              <a:gd name="connsiteY52-65766" fmla="*/ 4090296 h 6858000"/>
              <a:gd name="connsiteX53-65767" fmla="*/ 463758 w 1364418"/>
              <a:gd name="connsiteY53-65768" fmla="*/ 4033999 h 6858000"/>
              <a:gd name="connsiteX54-65769" fmla="*/ 464907 w 1364418"/>
              <a:gd name="connsiteY54-65770" fmla="*/ 4031933 h 6858000"/>
              <a:gd name="connsiteX55-65771" fmla="*/ 463483 w 1364418"/>
              <a:gd name="connsiteY55-65772" fmla="*/ 4013953 h 6858000"/>
              <a:gd name="connsiteX56-65773" fmla="*/ 449778 w 1364418"/>
              <a:gd name="connsiteY56-65774" fmla="*/ 3974753 h 6858000"/>
              <a:gd name="connsiteX57-65775" fmla="*/ 451376 w 1364418"/>
              <a:gd name="connsiteY57-65776" fmla="*/ 3969950 h 6858000"/>
              <a:gd name="connsiteX58-65777" fmla="*/ 444798 w 1364418"/>
              <a:gd name="connsiteY58-65778" fmla="*/ 3933779 h 6858000"/>
              <a:gd name="connsiteX59-65779" fmla="*/ 446129 w 1364418"/>
              <a:gd name="connsiteY59-65780" fmla="*/ 3933093 h 6858000"/>
              <a:gd name="connsiteX60-65781" fmla="*/ 450483 w 1364418"/>
              <a:gd name="connsiteY60-65782" fmla="*/ 3922082 h 6858000"/>
              <a:gd name="connsiteX61-65783" fmla="*/ 455561 w 1364418"/>
              <a:gd name="connsiteY61-65784" fmla="*/ 3901461 h 6858000"/>
              <a:gd name="connsiteX62-65785" fmla="*/ 478155 w 1364418"/>
              <a:gd name="connsiteY62-65786" fmla="*/ 3813873 h 6858000"/>
              <a:gd name="connsiteX63-65787" fmla="*/ 477580 w 1364418"/>
              <a:gd name="connsiteY63-65788" fmla="*/ 3806161 h 6858000"/>
              <a:gd name="connsiteX64-65789" fmla="*/ 477887 w 1364418"/>
              <a:gd name="connsiteY64-65790" fmla="*/ 3805957 h 6858000"/>
              <a:gd name="connsiteX65-65791" fmla="*/ 477914 w 1364418"/>
              <a:gd name="connsiteY65-65792" fmla="*/ 3797724 h 6858000"/>
              <a:gd name="connsiteX66-65793" fmla="*/ 476529 w 1364418"/>
              <a:gd name="connsiteY66-65794" fmla="*/ 3792098 h 6858000"/>
              <a:gd name="connsiteX67-65795" fmla="*/ 475413 w 1364418"/>
              <a:gd name="connsiteY67-65796" fmla="*/ 3777135 h 6858000"/>
              <a:gd name="connsiteX68-65797" fmla="*/ 477146 w 1364418"/>
              <a:gd name="connsiteY68-65798" fmla="*/ 3771656 h 6858000"/>
              <a:gd name="connsiteX69-65799" fmla="*/ 480889 w 1364418"/>
              <a:gd name="connsiteY69-65800" fmla="*/ 3769007 h 6858000"/>
              <a:gd name="connsiteX70-65801" fmla="*/ 480355 w 1364418"/>
              <a:gd name="connsiteY70-65802" fmla="*/ 3767709 h 6858000"/>
              <a:gd name="connsiteX71-65803" fmla="*/ 489051 w 1364418"/>
              <a:gd name="connsiteY71-65804" fmla="*/ 3738082 h 6858000"/>
              <a:gd name="connsiteX72-65805" fmla="*/ 496397 w 1364418"/>
              <a:gd name="connsiteY72-65806" fmla="*/ 3673397 h 6858000"/>
              <a:gd name="connsiteX73-65807" fmla="*/ 495693 w 1364418"/>
              <a:gd name="connsiteY73-65808" fmla="*/ 3637109 h 6858000"/>
              <a:gd name="connsiteX74-65809" fmla="*/ 499136 w 1364418"/>
              <a:gd name="connsiteY74-65810" fmla="*/ 3536883 h 6858000"/>
              <a:gd name="connsiteX75-65811" fmla="*/ 506674 w 1364418"/>
              <a:gd name="connsiteY75-65812" fmla="*/ 3435652 h 6858000"/>
              <a:gd name="connsiteX76-65813" fmla="*/ 508345 w 1364418"/>
              <a:gd name="connsiteY76-65814" fmla="*/ 3307769 h 6858000"/>
              <a:gd name="connsiteX77-65815" fmla="*/ 525908 w 1364418"/>
              <a:gd name="connsiteY77-65816" fmla="*/ 3250522 h 6858000"/>
              <a:gd name="connsiteX78-65817" fmla="*/ 526333 w 1364418"/>
              <a:gd name="connsiteY78-65818" fmla="*/ 3229163 h 6858000"/>
              <a:gd name="connsiteX79-65819" fmla="*/ 528156 w 1364418"/>
              <a:gd name="connsiteY79-65820" fmla="*/ 3217217 h 6858000"/>
              <a:gd name="connsiteX80-65821" fmla="*/ 514991 w 1364418"/>
              <a:gd name="connsiteY80-65822" fmla="*/ 3183755 h 6858000"/>
              <a:gd name="connsiteX81-65823" fmla="*/ 515492 w 1364418"/>
              <a:gd name="connsiteY81-65824" fmla="*/ 3178642 h 6858000"/>
              <a:gd name="connsiteX82-65825" fmla="*/ 503092 w 1364418"/>
              <a:gd name="connsiteY82-65826" fmla="*/ 3158586 h 6858000"/>
              <a:gd name="connsiteX83-65827" fmla="*/ 488277 w 1364418"/>
              <a:gd name="connsiteY83-65828" fmla="*/ 3129034 h 6858000"/>
              <a:gd name="connsiteX84-65829" fmla="*/ 488942 w 1364418"/>
              <a:gd name="connsiteY84-65830" fmla="*/ 3126682 h 6858000"/>
              <a:gd name="connsiteX85-65831" fmla="*/ 479810 w 1364418"/>
              <a:gd name="connsiteY85-65832" fmla="*/ 3114519 h 6858000"/>
              <a:gd name="connsiteX86-65833" fmla="*/ 466419 w 1364418"/>
              <a:gd name="connsiteY86-65834" fmla="*/ 3106272 h 6858000"/>
              <a:gd name="connsiteX87-65835" fmla="*/ 439149 w 1364418"/>
              <a:gd name="connsiteY87-65836" fmla="*/ 2958185 h 6858000"/>
              <a:gd name="connsiteX88-65837" fmla="*/ 381763 w 1364418"/>
              <a:gd name="connsiteY88-65838" fmla="*/ 2762989 h 6858000"/>
              <a:gd name="connsiteX89-65839" fmla="*/ 330681 w 1364418"/>
              <a:gd name="connsiteY89-65840" fmla="*/ 2554718 h 6858000"/>
              <a:gd name="connsiteX90-65841" fmla="*/ 310775 w 1364418"/>
              <a:gd name="connsiteY90-65842" fmla="*/ 2485734 h 6858000"/>
              <a:gd name="connsiteX91-65843" fmla="*/ 301498 w 1364418"/>
              <a:gd name="connsiteY91-65844" fmla="*/ 2447068 h 6858000"/>
              <a:gd name="connsiteX92-65845" fmla="*/ 288459 w 1364418"/>
              <a:gd name="connsiteY92-65846" fmla="*/ 2425819 h 6858000"/>
              <a:gd name="connsiteX93-65847" fmla="*/ 294458 w 1364418"/>
              <a:gd name="connsiteY93-65848" fmla="*/ 2402874 h 6858000"/>
              <a:gd name="connsiteX94-65849" fmla="*/ 297070 w 1364418"/>
              <a:gd name="connsiteY94-65850" fmla="*/ 2381443 h 6858000"/>
              <a:gd name="connsiteX95-65851" fmla="*/ 273399 w 1364418"/>
              <a:gd name="connsiteY95-65852" fmla="*/ 2261920 h 6858000"/>
              <a:gd name="connsiteX96-65853" fmla="*/ 263286 w 1364418"/>
              <a:gd name="connsiteY96-65854" fmla="*/ 2195378 h 6858000"/>
              <a:gd name="connsiteX97-65855" fmla="*/ 247503 w 1364418"/>
              <a:gd name="connsiteY97-65856" fmla="*/ 2155135 h 6858000"/>
              <a:gd name="connsiteX98-65857" fmla="*/ 244961 w 1364418"/>
              <a:gd name="connsiteY98-65858" fmla="*/ 2118008 h 6858000"/>
              <a:gd name="connsiteX99-65859" fmla="*/ 245954 w 1364418"/>
              <a:gd name="connsiteY99-65860" fmla="*/ 2050531 h 6858000"/>
              <a:gd name="connsiteX100-65861" fmla="*/ 237760 w 1364418"/>
              <a:gd name="connsiteY100-65862" fmla="*/ 1963269 h 6858000"/>
              <a:gd name="connsiteX101-65863" fmla="*/ 218938 w 1364418"/>
              <a:gd name="connsiteY101-65864" fmla="*/ 1906352 h 6858000"/>
              <a:gd name="connsiteX102-65865" fmla="*/ 195495 w 1364418"/>
              <a:gd name="connsiteY102-65866" fmla="*/ 1861531 h 6858000"/>
              <a:gd name="connsiteX103-65867" fmla="*/ 149294 w 1364418"/>
              <a:gd name="connsiteY103-65868" fmla="*/ 1732919 h 6858000"/>
              <a:gd name="connsiteX104-65869" fmla="*/ 121605 w 1364418"/>
              <a:gd name="connsiteY104-65870" fmla="*/ 1663540 h 6858000"/>
              <a:gd name="connsiteX105-65871" fmla="*/ 120731 w 1364418"/>
              <a:gd name="connsiteY105-65872" fmla="*/ 1615777 h 6858000"/>
              <a:gd name="connsiteX106-65873" fmla="*/ 101526 w 1364418"/>
              <a:gd name="connsiteY106-65874" fmla="*/ 1563678 h 6858000"/>
              <a:gd name="connsiteX107-65875" fmla="*/ 114606 w 1364418"/>
              <a:gd name="connsiteY107-65876" fmla="*/ 1519474 h 6858000"/>
              <a:gd name="connsiteX108-65877" fmla="*/ 107348 w 1364418"/>
              <a:gd name="connsiteY108-65878" fmla="*/ 1477995 h 6858000"/>
              <a:gd name="connsiteX109-65879" fmla="*/ 93433 w 1364418"/>
              <a:gd name="connsiteY109-65880" fmla="*/ 1373769 h 6858000"/>
              <a:gd name="connsiteX110-65881" fmla="*/ 101740 w 1364418"/>
              <a:gd name="connsiteY110-65882" fmla="*/ 1307086 h 6858000"/>
              <a:gd name="connsiteX111-65883" fmla="*/ 102928 w 1364418"/>
              <a:gd name="connsiteY111-65884" fmla="*/ 1189033 h 6858000"/>
              <a:gd name="connsiteX112-65885" fmla="*/ 107613 w 1364418"/>
              <a:gd name="connsiteY112-65886" fmla="*/ 1168288 h 6858000"/>
              <a:gd name="connsiteX113-65887" fmla="*/ 99895 w 1364418"/>
              <a:gd name="connsiteY113-65888" fmla="*/ 1142577 h 6858000"/>
              <a:gd name="connsiteX114-65889" fmla="*/ 89201 w 1364418"/>
              <a:gd name="connsiteY114-65890" fmla="*/ 1088484 h 6858000"/>
              <a:gd name="connsiteX115-65891" fmla="*/ 77937 w 1364418"/>
              <a:gd name="connsiteY115-65892" fmla="*/ 1016103 h 6858000"/>
              <a:gd name="connsiteX116-65893" fmla="*/ 79393 w 1364418"/>
              <a:gd name="connsiteY116-65894" fmla="*/ 954054 h 6858000"/>
              <a:gd name="connsiteX117-65895" fmla="*/ 90309 w 1364418"/>
              <a:gd name="connsiteY117-65896" fmla="*/ 921368 h 6858000"/>
              <a:gd name="connsiteX118-65897" fmla="*/ 74258 w 1364418"/>
              <a:gd name="connsiteY118-65898" fmla="*/ 896999 h 6858000"/>
              <a:gd name="connsiteX119-65899" fmla="*/ 43666 w 1364418"/>
              <a:gd name="connsiteY119-65900" fmla="*/ 821517 h 6858000"/>
              <a:gd name="connsiteX120-65901" fmla="*/ 22616 w 1364418"/>
              <a:gd name="connsiteY120-65902" fmla="*/ 751353 h 6858000"/>
              <a:gd name="connsiteX121-65903" fmla="*/ 22174 w 1364418"/>
              <a:gd name="connsiteY121-65904" fmla="*/ 721230 h 6858000"/>
              <a:gd name="connsiteX122-65905" fmla="*/ 7845 w 1364418"/>
              <a:gd name="connsiteY122-65906" fmla="*/ 681659 h 6858000"/>
              <a:gd name="connsiteX123-65907" fmla="*/ 31306 w 1364418"/>
              <a:gd name="connsiteY123-65908" fmla="*/ 619315 h 6858000"/>
              <a:gd name="connsiteX124-65909" fmla="*/ 15184 w 1364418"/>
              <a:gd name="connsiteY124-65910" fmla="*/ 585934 h 6858000"/>
              <a:gd name="connsiteX125-65911" fmla="*/ 22258 w 1364418"/>
              <a:gd name="connsiteY125-65912" fmla="*/ 538948 h 6858000"/>
              <a:gd name="connsiteX126-65913" fmla="*/ 26166 w 1364418"/>
              <a:gd name="connsiteY126-65914" fmla="*/ 525163 h 6858000"/>
              <a:gd name="connsiteX127-65915" fmla="*/ 52290 w 1364418"/>
              <a:gd name="connsiteY127-65916" fmla="*/ 446567 h 6858000"/>
              <a:gd name="connsiteX128-65917" fmla="*/ 51538 w 1364418"/>
              <a:gd name="connsiteY128-65918" fmla="*/ 393828 h 6858000"/>
              <a:gd name="connsiteX129-65919" fmla="*/ 51368 w 1364418"/>
              <a:gd name="connsiteY129-65920" fmla="*/ 353137 h 6858000"/>
              <a:gd name="connsiteX130-65921" fmla="*/ 55970 w 1364418"/>
              <a:gd name="connsiteY130-65922" fmla="*/ 321428 h 6858000"/>
              <a:gd name="connsiteX131-65923" fmla="*/ 57061 w 1364418"/>
              <a:gd name="connsiteY131-65924" fmla="*/ 275771 h 6858000"/>
              <a:gd name="connsiteX132-65925" fmla="*/ 74088 w 1364418"/>
              <a:gd name="connsiteY132-65926" fmla="*/ 212860 h 6858000"/>
              <a:gd name="connsiteX133-65927" fmla="*/ 65798 w 1364418"/>
              <a:gd name="connsiteY133-65928" fmla="*/ 144983 h 6858000"/>
              <a:gd name="connsiteX134-65929" fmla="*/ 78082 w 1364418"/>
              <a:gd name="connsiteY134-65930" fmla="*/ 55288 h 6858000"/>
              <a:gd name="connsiteX135-65931" fmla="*/ 37636 w 1364418"/>
              <a:gd name="connsiteY135-65932" fmla="*/ 0 h 6858000"/>
              <a:gd name="connsiteX0-65933" fmla="*/ 37636 w 1364418"/>
              <a:gd name="connsiteY0-65934" fmla="*/ 0 h 6858000"/>
              <a:gd name="connsiteX1-65935" fmla="*/ 1364418 w 1364418"/>
              <a:gd name="connsiteY1-65936" fmla="*/ 0 h 6858000"/>
              <a:gd name="connsiteX2-65937" fmla="*/ 1364418 w 1364418"/>
              <a:gd name="connsiteY2-65938" fmla="*/ 6858000 h 6858000"/>
              <a:gd name="connsiteX3-65939" fmla="*/ 101112 w 1364418"/>
              <a:gd name="connsiteY3-65940" fmla="*/ 6857735 h 6858000"/>
              <a:gd name="connsiteX4-65941" fmla="*/ 137704 w 1364418"/>
              <a:gd name="connsiteY4-65942" fmla="*/ 6832113 h 6858000"/>
              <a:gd name="connsiteX5-65943" fmla="*/ 149205 w 1364418"/>
              <a:gd name="connsiteY5-65944" fmla="*/ 6737706 h 6858000"/>
              <a:gd name="connsiteX6-65945" fmla="*/ 240339 w 1364418"/>
              <a:gd name="connsiteY6-65946" fmla="*/ 6711686 h 6858000"/>
              <a:gd name="connsiteX7-65947" fmla="*/ 286686 w 1364418"/>
              <a:gd name="connsiteY7-65948" fmla="*/ 6664994 h 6858000"/>
              <a:gd name="connsiteX8-65949" fmla="*/ 339152 w 1364418"/>
              <a:gd name="connsiteY8-65950" fmla="*/ 6471804 h 6858000"/>
              <a:gd name="connsiteX9-65951" fmla="*/ 334570 w 1364418"/>
              <a:gd name="connsiteY9-65952" fmla="*/ 6389835 h 6858000"/>
              <a:gd name="connsiteX10-65953" fmla="*/ 293648 w 1364418"/>
              <a:gd name="connsiteY10-65954" fmla="*/ 6334727 h 6858000"/>
              <a:gd name="connsiteX11-65955" fmla="*/ 271063 w 1364418"/>
              <a:gd name="connsiteY11-65956" fmla="*/ 6313295 h 6858000"/>
              <a:gd name="connsiteX12-65957" fmla="*/ 278227 w 1364418"/>
              <a:gd name="connsiteY12-65958" fmla="*/ 6280046 h 6858000"/>
              <a:gd name="connsiteX13-65959" fmla="*/ 281226 w 1364418"/>
              <a:gd name="connsiteY13-65960" fmla="*/ 6272987 h 6858000"/>
              <a:gd name="connsiteX14-65961" fmla="*/ 288000 w 1364418"/>
              <a:gd name="connsiteY14-65962" fmla="*/ 6252834 h 6858000"/>
              <a:gd name="connsiteX15-65963" fmla="*/ 265992 w 1364418"/>
              <a:gd name="connsiteY15-65964" fmla="*/ 6202459 h 6858000"/>
              <a:gd name="connsiteX16-65965" fmla="*/ 264790 w 1364418"/>
              <a:gd name="connsiteY16-65966" fmla="*/ 6153037 h 6858000"/>
              <a:gd name="connsiteX17-65967" fmla="*/ 280205 w 1364418"/>
              <a:gd name="connsiteY17-65968" fmla="*/ 6078132 h 6858000"/>
              <a:gd name="connsiteX18-65969" fmla="*/ 267592 w 1364418"/>
              <a:gd name="connsiteY18-65970" fmla="*/ 6028119 h 6858000"/>
              <a:gd name="connsiteX19-65971" fmla="*/ 252821 w 1364418"/>
              <a:gd name="connsiteY19-65972" fmla="*/ 5926735 h 6858000"/>
              <a:gd name="connsiteX20-65973" fmla="*/ 302333 w 1364418"/>
              <a:gd name="connsiteY20-65974" fmla="*/ 5712857 h 6858000"/>
              <a:gd name="connsiteX21-65975" fmla="*/ 332131 w 1364418"/>
              <a:gd name="connsiteY21-65976" fmla="*/ 5660491 h 6858000"/>
              <a:gd name="connsiteX22-65977" fmla="*/ 341254 w 1364418"/>
              <a:gd name="connsiteY22-65978" fmla="*/ 5563435 h 6858000"/>
              <a:gd name="connsiteX23-65979" fmla="*/ 368130 w 1364418"/>
              <a:gd name="connsiteY23-65980" fmla="*/ 5437125 h 6858000"/>
              <a:gd name="connsiteX24-65981" fmla="*/ 381698 w 1364418"/>
              <a:gd name="connsiteY24-65982" fmla="*/ 5396260 h 6858000"/>
              <a:gd name="connsiteX25-65983" fmla="*/ 397679 w 1364418"/>
              <a:gd name="connsiteY25-65984" fmla="*/ 5330009 h 6858000"/>
              <a:gd name="connsiteX26-65985" fmla="*/ 431172 w 1364418"/>
              <a:gd name="connsiteY26-65986" fmla="*/ 5273739 h 6858000"/>
              <a:gd name="connsiteX27-65987" fmla="*/ 440771 w 1364418"/>
              <a:gd name="connsiteY27-65988" fmla="*/ 5241779 h 6858000"/>
              <a:gd name="connsiteX28-65989" fmla="*/ 451997 w 1364418"/>
              <a:gd name="connsiteY28-65990" fmla="*/ 5225268 h 6858000"/>
              <a:gd name="connsiteX29-65991" fmla="*/ 453017 w 1364418"/>
              <a:gd name="connsiteY29-65992" fmla="*/ 5217684 h 6858000"/>
              <a:gd name="connsiteX30-65993" fmla="*/ 460358 w 1364418"/>
              <a:gd name="connsiteY30-65994" fmla="*/ 5193377 h 6858000"/>
              <a:gd name="connsiteX31-65995" fmla="*/ 463661 w 1364418"/>
              <a:gd name="connsiteY31-65996" fmla="*/ 5179288 h 6858000"/>
              <a:gd name="connsiteX32-65997" fmla="*/ 464645 w 1364418"/>
              <a:gd name="connsiteY32-65998" fmla="*/ 5173621 h 6858000"/>
              <a:gd name="connsiteX33-65999" fmla="*/ 460279 w 1364418"/>
              <a:gd name="connsiteY33-66000" fmla="*/ 5159961 h 6858000"/>
              <a:gd name="connsiteX34-66001" fmla="*/ 466956 w 1364418"/>
              <a:gd name="connsiteY34-66002" fmla="*/ 5144295 h 6858000"/>
              <a:gd name="connsiteX35-66003" fmla="*/ 463889 w 1364418"/>
              <a:gd name="connsiteY35-66004" fmla="*/ 5125185 h 6858000"/>
              <a:gd name="connsiteX36-66005" fmla="*/ 470719 w 1364418"/>
              <a:gd name="connsiteY36-66006" fmla="*/ 5121884 h 6858000"/>
              <a:gd name="connsiteX37-66007" fmla="*/ 477755 w 1364418"/>
              <a:gd name="connsiteY37-66008" fmla="*/ 5067850 h 6858000"/>
              <a:gd name="connsiteX38-66009" fmla="*/ 480486 w 1364418"/>
              <a:gd name="connsiteY38-66010" fmla="*/ 5060861 h 6858000"/>
              <a:gd name="connsiteX39-66011" fmla="*/ 477190 w 1364418"/>
              <a:gd name="connsiteY39-66012" fmla="*/ 5034192 h 6858000"/>
              <a:gd name="connsiteX40-66013" fmla="*/ 478744 w 1364418"/>
              <a:gd name="connsiteY40-66014" fmla="*/ 4993030 h 6858000"/>
              <a:gd name="connsiteX41-66015" fmla="*/ 485653 w 1364418"/>
              <a:gd name="connsiteY41-66016" fmla="*/ 4946844 h 6858000"/>
              <a:gd name="connsiteX42-66017" fmla="*/ 481509 w 1364418"/>
              <a:gd name="connsiteY42-66018" fmla="*/ 4932692 h 6858000"/>
              <a:gd name="connsiteX43-66019" fmla="*/ 496912 w 1364418"/>
              <a:gd name="connsiteY43-66020" fmla="*/ 4858827 h 6858000"/>
              <a:gd name="connsiteX44-66021" fmla="*/ 502815 w 1364418"/>
              <a:gd name="connsiteY44-66022" fmla="*/ 4821170 h 6858000"/>
              <a:gd name="connsiteX45-66023" fmla="*/ 507548 w 1364418"/>
              <a:gd name="connsiteY45-66024" fmla="*/ 4780965 h 6858000"/>
              <a:gd name="connsiteX46-66025" fmla="*/ 508841 w 1364418"/>
              <a:gd name="connsiteY46-66026" fmla="*/ 4750867 h 6858000"/>
              <a:gd name="connsiteX47-66027" fmla="*/ 506648 w 1364418"/>
              <a:gd name="connsiteY47-66028" fmla="*/ 4690749 h 6858000"/>
              <a:gd name="connsiteX48-66029" fmla="*/ 502128 w 1364418"/>
              <a:gd name="connsiteY48-66030" fmla="*/ 4584173 h 6858000"/>
              <a:gd name="connsiteX49-66031" fmla="*/ 497211 w 1364418"/>
              <a:gd name="connsiteY49-66032" fmla="*/ 4444346 h 6858000"/>
              <a:gd name="connsiteX50-66033" fmla="*/ 493776 w 1364418"/>
              <a:gd name="connsiteY50-66034" fmla="*/ 4375228 h 6858000"/>
              <a:gd name="connsiteX51-66035" fmla="*/ 474429 w 1364418"/>
              <a:gd name="connsiteY51-66036" fmla="*/ 4214165 h 6858000"/>
              <a:gd name="connsiteX52-66037" fmla="*/ 478502 w 1364418"/>
              <a:gd name="connsiteY52-66038" fmla="*/ 4090296 h 6858000"/>
              <a:gd name="connsiteX53-66039" fmla="*/ 463758 w 1364418"/>
              <a:gd name="connsiteY53-66040" fmla="*/ 4033999 h 6858000"/>
              <a:gd name="connsiteX54-66041" fmla="*/ 464907 w 1364418"/>
              <a:gd name="connsiteY54-66042" fmla="*/ 4031933 h 6858000"/>
              <a:gd name="connsiteX55-66043" fmla="*/ 463483 w 1364418"/>
              <a:gd name="connsiteY55-66044" fmla="*/ 4013953 h 6858000"/>
              <a:gd name="connsiteX56-66045" fmla="*/ 449778 w 1364418"/>
              <a:gd name="connsiteY56-66046" fmla="*/ 3974753 h 6858000"/>
              <a:gd name="connsiteX57-66047" fmla="*/ 451376 w 1364418"/>
              <a:gd name="connsiteY57-66048" fmla="*/ 3969950 h 6858000"/>
              <a:gd name="connsiteX58-66049" fmla="*/ 444798 w 1364418"/>
              <a:gd name="connsiteY58-66050" fmla="*/ 3933779 h 6858000"/>
              <a:gd name="connsiteX59-66051" fmla="*/ 446129 w 1364418"/>
              <a:gd name="connsiteY59-66052" fmla="*/ 3933093 h 6858000"/>
              <a:gd name="connsiteX60-66053" fmla="*/ 450483 w 1364418"/>
              <a:gd name="connsiteY60-66054" fmla="*/ 3922082 h 6858000"/>
              <a:gd name="connsiteX61-66055" fmla="*/ 455561 w 1364418"/>
              <a:gd name="connsiteY61-66056" fmla="*/ 3901461 h 6858000"/>
              <a:gd name="connsiteX62-66057" fmla="*/ 478155 w 1364418"/>
              <a:gd name="connsiteY62-66058" fmla="*/ 3813873 h 6858000"/>
              <a:gd name="connsiteX63-66059" fmla="*/ 477580 w 1364418"/>
              <a:gd name="connsiteY63-66060" fmla="*/ 3806161 h 6858000"/>
              <a:gd name="connsiteX64-66061" fmla="*/ 477887 w 1364418"/>
              <a:gd name="connsiteY64-66062" fmla="*/ 3805957 h 6858000"/>
              <a:gd name="connsiteX65-66063" fmla="*/ 477914 w 1364418"/>
              <a:gd name="connsiteY65-66064" fmla="*/ 3797724 h 6858000"/>
              <a:gd name="connsiteX66-66065" fmla="*/ 476529 w 1364418"/>
              <a:gd name="connsiteY66-66066" fmla="*/ 3792098 h 6858000"/>
              <a:gd name="connsiteX67-66067" fmla="*/ 475413 w 1364418"/>
              <a:gd name="connsiteY67-66068" fmla="*/ 3777135 h 6858000"/>
              <a:gd name="connsiteX68-66069" fmla="*/ 477146 w 1364418"/>
              <a:gd name="connsiteY68-66070" fmla="*/ 3771656 h 6858000"/>
              <a:gd name="connsiteX69-66071" fmla="*/ 480889 w 1364418"/>
              <a:gd name="connsiteY69-66072" fmla="*/ 3769007 h 6858000"/>
              <a:gd name="connsiteX70-66073" fmla="*/ 480355 w 1364418"/>
              <a:gd name="connsiteY70-66074" fmla="*/ 3767709 h 6858000"/>
              <a:gd name="connsiteX71-66075" fmla="*/ 489051 w 1364418"/>
              <a:gd name="connsiteY71-66076" fmla="*/ 3738082 h 6858000"/>
              <a:gd name="connsiteX72-66077" fmla="*/ 496397 w 1364418"/>
              <a:gd name="connsiteY72-66078" fmla="*/ 3673397 h 6858000"/>
              <a:gd name="connsiteX73-66079" fmla="*/ 495693 w 1364418"/>
              <a:gd name="connsiteY73-66080" fmla="*/ 3637109 h 6858000"/>
              <a:gd name="connsiteX74-66081" fmla="*/ 499136 w 1364418"/>
              <a:gd name="connsiteY74-66082" fmla="*/ 3536883 h 6858000"/>
              <a:gd name="connsiteX75-66083" fmla="*/ 506674 w 1364418"/>
              <a:gd name="connsiteY75-66084" fmla="*/ 3435652 h 6858000"/>
              <a:gd name="connsiteX76-66085" fmla="*/ 508345 w 1364418"/>
              <a:gd name="connsiteY76-66086" fmla="*/ 3307769 h 6858000"/>
              <a:gd name="connsiteX77-66087" fmla="*/ 525908 w 1364418"/>
              <a:gd name="connsiteY77-66088" fmla="*/ 3250522 h 6858000"/>
              <a:gd name="connsiteX78-66089" fmla="*/ 526333 w 1364418"/>
              <a:gd name="connsiteY78-66090" fmla="*/ 3229163 h 6858000"/>
              <a:gd name="connsiteX79-66091" fmla="*/ 528156 w 1364418"/>
              <a:gd name="connsiteY79-66092" fmla="*/ 3217217 h 6858000"/>
              <a:gd name="connsiteX80-66093" fmla="*/ 514991 w 1364418"/>
              <a:gd name="connsiteY80-66094" fmla="*/ 3183755 h 6858000"/>
              <a:gd name="connsiteX81-66095" fmla="*/ 515492 w 1364418"/>
              <a:gd name="connsiteY81-66096" fmla="*/ 3178642 h 6858000"/>
              <a:gd name="connsiteX82-66097" fmla="*/ 503092 w 1364418"/>
              <a:gd name="connsiteY82-66098" fmla="*/ 3158586 h 6858000"/>
              <a:gd name="connsiteX83-66099" fmla="*/ 488277 w 1364418"/>
              <a:gd name="connsiteY83-66100" fmla="*/ 3129034 h 6858000"/>
              <a:gd name="connsiteX84-66101" fmla="*/ 488942 w 1364418"/>
              <a:gd name="connsiteY84-66102" fmla="*/ 3126682 h 6858000"/>
              <a:gd name="connsiteX85-66103" fmla="*/ 479810 w 1364418"/>
              <a:gd name="connsiteY85-66104" fmla="*/ 3114519 h 6858000"/>
              <a:gd name="connsiteX86-66105" fmla="*/ 466419 w 1364418"/>
              <a:gd name="connsiteY86-66106" fmla="*/ 3106272 h 6858000"/>
              <a:gd name="connsiteX87-66107" fmla="*/ 439149 w 1364418"/>
              <a:gd name="connsiteY87-66108" fmla="*/ 2958185 h 6858000"/>
              <a:gd name="connsiteX88-66109" fmla="*/ 381763 w 1364418"/>
              <a:gd name="connsiteY88-66110" fmla="*/ 2762989 h 6858000"/>
              <a:gd name="connsiteX89-66111" fmla="*/ 330681 w 1364418"/>
              <a:gd name="connsiteY89-66112" fmla="*/ 2554718 h 6858000"/>
              <a:gd name="connsiteX90-66113" fmla="*/ 310775 w 1364418"/>
              <a:gd name="connsiteY90-66114" fmla="*/ 2485734 h 6858000"/>
              <a:gd name="connsiteX91-66115" fmla="*/ 301498 w 1364418"/>
              <a:gd name="connsiteY91-66116" fmla="*/ 2447068 h 6858000"/>
              <a:gd name="connsiteX92-66117" fmla="*/ 288459 w 1364418"/>
              <a:gd name="connsiteY92-66118" fmla="*/ 2425819 h 6858000"/>
              <a:gd name="connsiteX93-66119" fmla="*/ 294458 w 1364418"/>
              <a:gd name="connsiteY93-66120" fmla="*/ 2402874 h 6858000"/>
              <a:gd name="connsiteX94-66121" fmla="*/ 297070 w 1364418"/>
              <a:gd name="connsiteY94-66122" fmla="*/ 2381443 h 6858000"/>
              <a:gd name="connsiteX95-66123" fmla="*/ 273399 w 1364418"/>
              <a:gd name="connsiteY95-66124" fmla="*/ 2261920 h 6858000"/>
              <a:gd name="connsiteX96-66125" fmla="*/ 263286 w 1364418"/>
              <a:gd name="connsiteY96-66126" fmla="*/ 2195378 h 6858000"/>
              <a:gd name="connsiteX97-66127" fmla="*/ 247503 w 1364418"/>
              <a:gd name="connsiteY97-66128" fmla="*/ 2155135 h 6858000"/>
              <a:gd name="connsiteX98-66129" fmla="*/ 244961 w 1364418"/>
              <a:gd name="connsiteY98-66130" fmla="*/ 2118008 h 6858000"/>
              <a:gd name="connsiteX99-66131" fmla="*/ 245954 w 1364418"/>
              <a:gd name="connsiteY99-66132" fmla="*/ 2050531 h 6858000"/>
              <a:gd name="connsiteX100-66133" fmla="*/ 237760 w 1364418"/>
              <a:gd name="connsiteY100-66134" fmla="*/ 1963269 h 6858000"/>
              <a:gd name="connsiteX101-66135" fmla="*/ 218938 w 1364418"/>
              <a:gd name="connsiteY101-66136" fmla="*/ 1906352 h 6858000"/>
              <a:gd name="connsiteX102-66137" fmla="*/ 195495 w 1364418"/>
              <a:gd name="connsiteY102-66138" fmla="*/ 1861531 h 6858000"/>
              <a:gd name="connsiteX103-66139" fmla="*/ 149294 w 1364418"/>
              <a:gd name="connsiteY103-66140" fmla="*/ 1732919 h 6858000"/>
              <a:gd name="connsiteX104-66141" fmla="*/ 121605 w 1364418"/>
              <a:gd name="connsiteY104-66142" fmla="*/ 1663540 h 6858000"/>
              <a:gd name="connsiteX105-66143" fmla="*/ 120731 w 1364418"/>
              <a:gd name="connsiteY105-66144" fmla="*/ 1615777 h 6858000"/>
              <a:gd name="connsiteX106-66145" fmla="*/ 101526 w 1364418"/>
              <a:gd name="connsiteY106-66146" fmla="*/ 1563678 h 6858000"/>
              <a:gd name="connsiteX107-66147" fmla="*/ 114606 w 1364418"/>
              <a:gd name="connsiteY107-66148" fmla="*/ 1519474 h 6858000"/>
              <a:gd name="connsiteX108-66149" fmla="*/ 107348 w 1364418"/>
              <a:gd name="connsiteY108-66150" fmla="*/ 1477995 h 6858000"/>
              <a:gd name="connsiteX109-66151" fmla="*/ 93433 w 1364418"/>
              <a:gd name="connsiteY109-66152" fmla="*/ 1373769 h 6858000"/>
              <a:gd name="connsiteX110-66153" fmla="*/ 101740 w 1364418"/>
              <a:gd name="connsiteY110-66154" fmla="*/ 1307086 h 6858000"/>
              <a:gd name="connsiteX111-66155" fmla="*/ 102928 w 1364418"/>
              <a:gd name="connsiteY111-66156" fmla="*/ 1189033 h 6858000"/>
              <a:gd name="connsiteX112-66157" fmla="*/ 107613 w 1364418"/>
              <a:gd name="connsiteY112-66158" fmla="*/ 1168288 h 6858000"/>
              <a:gd name="connsiteX113-66159" fmla="*/ 99895 w 1364418"/>
              <a:gd name="connsiteY113-66160" fmla="*/ 1142577 h 6858000"/>
              <a:gd name="connsiteX114-66161" fmla="*/ 89201 w 1364418"/>
              <a:gd name="connsiteY114-66162" fmla="*/ 1088484 h 6858000"/>
              <a:gd name="connsiteX115-66163" fmla="*/ 77937 w 1364418"/>
              <a:gd name="connsiteY115-66164" fmla="*/ 1016103 h 6858000"/>
              <a:gd name="connsiteX116-66165" fmla="*/ 79393 w 1364418"/>
              <a:gd name="connsiteY116-66166" fmla="*/ 954054 h 6858000"/>
              <a:gd name="connsiteX117-66167" fmla="*/ 90309 w 1364418"/>
              <a:gd name="connsiteY117-66168" fmla="*/ 921368 h 6858000"/>
              <a:gd name="connsiteX118-66169" fmla="*/ 74258 w 1364418"/>
              <a:gd name="connsiteY118-66170" fmla="*/ 896999 h 6858000"/>
              <a:gd name="connsiteX119-66171" fmla="*/ 43666 w 1364418"/>
              <a:gd name="connsiteY119-66172" fmla="*/ 821517 h 6858000"/>
              <a:gd name="connsiteX120-66173" fmla="*/ 22616 w 1364418"/>
              <a:gd name="connsiteY120-66174" fmla="*/ 751353 h 6858000"/>
              <a:gd name="connsiteX121-66175" fmla="*/ 22174 w 1364418"/>
              <a:gd name="connsiteY121-66176" fmla="*/ 721230 h 6858000"/>
              <a:gd name="connsiteX122-66177" fmla="*/ 7845 w 1364418"/>
              <a:gd name="connsiteY122-66178" fmla="*/ 681659 h 6858000"/>
              <a:gd name="connsiteX123-66179" fmla="*/ 31306 w 1364418"/>
              <a:gd name="connsiteY123-66180" fmla="*/ 619315 h 6858000"/>
              <a:gd name="connsiteX124-66181" fmla="*/ 15184 w 1364418"/>
              <a:gd name="connsiteY124-66182" fmla="*/ 585934 h 6858000"/>
              <a:gd name="connsiteX125-66183" fmla="*/ 22258 w 1364418"/>
              <a:gd name="connsiteY125-66184" fmla="*/ 538948 h 6858000"/>
              <a:gd name="connsiteX126-66185" fmla="*/ 26166 w 1364418"/>
              <a:gd name="connsiteY126-66186" fmla="*/ 525163 h 6858000"/>
              <a:gd name="connsiteX127-66187" fmla="*/ 52290 w 1364418"/>
              <a:gd name="connsiteY127-66188" fmla="*/ 446567 h 6858000"/>
              <a:gd name="connsiteX128-66189" fmla="*/ 51538 w 1364418"/>
              <a:gd name="connsiteY128-66190" fmla="*/ 393828 h 6858000"/>
              <a:gd name="connsiteX129-66191" fmla="*/ 51368 w 1364418"/>
              <a:gd name="connsiteY129-66192" fmla="*/ 353137 h 6858000"/>
              <a:gd name="connsiteX130-66193" fmla="*/ 55970 w 1364418"/>
              <a:gd name="connsiteY130-66194" fmla="*/ 321428 h 6858000"/>
              <a:gd name="connsiteX131-66195" fmla="*/ 57061 w 1364418"/>
              <a:gd name="connsiteY131-66196" fmla="*/ 275771 h 6858000"/>
              <a:gd name="connsiteX132-66197" fmla="*/ 74088 w 1364418"/>
              <a:gd name="connsiteY132-66198" fmla="*/ 212860 h 6858000"/>
              <a:gd name="connsiteX133-66199" fmla="*/ 65798 w 1364418"/>
              <a:gd name="connsiteY133-66200" fmla="*/ 144983 h 6858000"/>
              <a:gd name="connsiteX134-66201" fmla="*/ 78082 w 1364418"/>
              <a:gd name="connsiteY134-66202" fmla="*/ 55288 h 6858000"/>
              <a:gd name="connsiteX135-66203" fmla="*/ 37636 w 1364418"/>
              <a:gd name="connsiteY135-66204" fmla="*/ 0 h 6858000"/>
              <a:gd name="connsiteX0-66205" fmla="*/ 37636 w 1364418"/>
              <a:gd name="connsiteY0-66206" fmla="*/ 0 h 6858000"/>
              <a:gd name="connsiteX1-66207" fmla="*/ 1364418 w 1364418"/>
              <a:gd name="connsiteY1-66208" fmla="*/ 0 h 6858000"/>
              <a:gd name="connsiteX2-66209" fmla="*/ 1364418 w 1364418"/>
              <a:gd name="connsiteY2-66210" fmla="*/ 6858000 h 6858000"/>
              <a:gd name="connsiteX3-66211" fmla="*/ 101112 w 1364418"/>
              <a:gd name="connsiteY3-66212" fmla="*/ 6857735 h 6858000"/>
              <a:gd name="connsiteX4-66213" fmla="*/ 137704 w 1364418"/>
              <a:gd name="connsiteY4-66214" fmla="*/ 6832113 h 6858000"/>
              <a:gd name="connsiteX5-66215" fmla="*/ 209564 w 1364418"/>
              <a:gd name="connsiteY5-66216" fmla="*/ 6777899 h 6858000"/>
              <a:gd name="connsiteX6-66217" fmla="*/ 240339 w 1364418"/>
              <a:gd name="connsiteY6-66218" fmla="*/ 6711686 h 6858000"/>
              <a:gd name="connsiteX7-66219" fmla="*/ 286686 w 1364418"/>
              <a:gd name="connsiteY7-66220" fmla="*/ 6664994 h 6858000"/>
              <a:gd name="connsiteX8-66221" fmla="*/ 339152 w 1364418"/>
              <a:gd name="connsiteY8-66222" fmla="*/ 6471804 h 6858000"/>
              <a:gd name="connsiteX9-66223" fmla="*/ 334570 w 1364418"/>
              <a:gd name="connsiteY9-66224" fmla="*/ 6389835 h 6858000"/>
              <a:gd name="connsiteX10-66225" fmla="*/ 293648 w 1364418"/>
              <a:gd name="connsiteY10-66226" fmla="*/ 6334727 h 6858000"/>
              <a:gd name="connsiteX11-66227" fmla="*/ 271063 w 1364418"/>
              <a:gd name="connsiteY11-66228" fmla="*/ 6313295 h 6858000"/>
              <a:gd name="connsiteX12-66229" fmla="*/ 278227 w 1364418"/>
              <a:gd name="connsiteY12-66230" fmla="*/ 6280046 h 6858000"/>
              <a:gd name="connsiteX13-66231" fmla="*/ 281226 w 1364418"/>
              <a:gd name="connsiteY13-66232" fmla="*/ 6272987 h 6858000"/>
              <a:gd name="connsiteX14-66233" fmla="*/ 288000 w 1364418"/>
              <a:gd name="connsiteY14-66234" fmla="*/ 6252834 h 6858000"/>
              <a:gd name="connsiteX15-66235" fmla="*/ 265992 w 1364418"/>
              <a:gd name="connsiteY15-66236" fmla="*/ 6202459 h 6858000"/>
              <a:gd name="connsiteX16-66237" fmla="*/ 264790 w 1364418"/>
              <a:gd name="connsiteY16-66238" fmla="*/ 6153037 h 6858000"/>
              <a:gd name="connsiteX17-66239" fmla="*/ 280205 w 1364418"/>
              <a:gd name="connsiteY17-66240" fmla="*/ 6078132 h 6858000"/>
              <a:gd name="connsiteX18-66241" fmla="*/ 267592 w 1364418"/>
              <a:gd name="connsiteY18-66242" fmla="*/ 6028119 h 6858000"/>
              <a:gd name="connsiteX19-66243" fmla="*/ 252821 w 1364418"/>
              <a:gd name="connsiteY19-66244" fmla="*/ 5926735 h 6858000"/>
              <a:gd name="connsiteX20-66245" fmla="*/ 302333 w 1364418"/>
              <a:gd name="connsiteY20-66246" fmla="*/ 5712857 h 6858000"/>
              <a:gd name="connsiteX21-66247" fmla="*/ 332131 w 1364418"/>
              <a:gd name="connsiteY21-66248" fmla="*/ 5660491 h 6858000"/>
              <a:gd name="connsiteX22-66249" fmla="*/ 341254 w 1364418"/>
              <a:gd name="connsiteY22-66250" fmla="*/ 5563435 h 6858000"/>
              <a:gd name="connsiteX23-66251" fmla="*/ 368130 w 1364418"/>
              <a:gd name="connsiteY23-66252" fmla="*/ 5437125 h 6858000"/>
              <a:gd name="connsiteX24-66253" fmla="*/ 381698 w 1364418"/>
              <a:gd name="connsiteY24-66254" fmla="*/ 5396260 h 6858000"/>
              <a:gd name="connsiteX25-66255" fmla="*/ 397679 w 1364418"/>
              <a:gd name="connsiteY25-66256" fmla="*/ 5330009 h 6858000"/>
              <a:gd name="connsiteX26-66257" fmla="*/ 431172 w 1364418"/>
              <a:gd name="connsiteY26-66258" fmla="*/ 5273739 h 6858000"/>
              <a:gd name="connsiteX27-66259" fmla="*/ 440771 w 1364418"/>
              <a:gd name="connsiteY27-66260" fmla="*/ 5241779 h 6858000"/>
              <a:gd name="connsiteX28-66261" fmla="*/ 451997 w 1364418"/>
              <a:gd name="connsiteY28-66262" fmla="*/ 5225268 h 6858000"/>
              <a:gd name="connsiteX29-66263" fmla="*/ 453017 w 1364418"/>
              <a:gd name="connsiteY29-66264" fmla="*/ 5217684 h 6858000"/>
              <a:gd name="connsiteX30-66265" fmla="*/ 460358 w 1364418"/>
              <a:gd name="connsiteY30-66266" fmla="*/ 5193377 h 6858000"/>
              <a:gd name="connsiteX31-66267" fmla="*/ 463661 w 1364418"/>
              <a:gd name="connsiteY31-66268" fmla="*/ 5179288 h 6858000"/>
              <a:gd name="connsiteX32-66269" fmla="*/ 464645 w 1364418"/>
              <a:gd name="connsiteY32-66270" fmla="*/ 5173621 h 6858000"/>
              <a:gd name="connsiteX33-66271" fmla="*/ 460279 w 1364418"/>
              <a:gd name="connsiteY33-66272" fmla="*/ 5159961 h 6858000"/>
              <a:gd name="connsiteX34-66273" fmla="*/ 466956 w 1364418"/>
              <a:gd name="connsiteY34-66274" fmla="*/ 5144295 h 6858000"/>
              <a:gd name="connsiteX35-66275" fmla="*/ 463889 w 1364418"/>
              <a:gd name="connsiteY35-66276" fmla="*/ 5125185 h 6858000"/>
              <a:gd name="connsiteX36-66277" fmla="*/ 470719 w 1364418"/>
              <a:gd name="connsiteY36-66278" fmla="*/ 5121884 h 6858000"/>
              <a:gd name="connsiteX37-66279" fmla="*/ 477755 w 1364418"/>
              <a:gd name="connsiteY37-66280" fmla="*/ 5067850 h 6858000"/>
              <a:gd name="connsiteX38-66281" fmla="*/ 480486 w 1364418"/>
              <a:gd name="connsiteY38-66282" fmla="*/ 5060861 h 6858000"/>
              <a:gd name="connsiteX39-66283" fmla="*/ 477190 w 1364418"/>
              <a:gd name="connsiteY39-66284" fmla="*/ 5034192 h 6858000"/>
              <a:gd name="connsiteX40-66285" fmla="*/ 478744 w 1364418"/>
              <a:gd name="connsiteY40-66286" fmla="*/ 4993030 h 6858000"/>
              <a:gd name="connsiteX41-66287" fmla="*/ 485653 w 1364418"/>
              <a:gd name="connsiteY41-66288" fmla="*/ 4946844 h 6858000"/>
              <a:gd name="connsiteX42-66289" fmla="*/ 481509 w 1364418"/>
              <a:gd name="connsiteY42-66290" fmla="*/ 4932692 h 6858000"/>
              <a:gd name="connsiteX43-66291" fmla="*/ 496912 w 1364418"/>
              <a:gd name="connsiteY43-66292" fmla="*/ 4858827 h 6858000"/>
              <a:gd name="connsiteX44-66293" fmla="*/ 502815 w 1364418"/>
              <a:gd name="connsiteY44-66294" fmla="*/ 4821170 h 6858000"/>
              <a:gd name="connsiteX45-66295" fmla="*/ 507548 w 1364418"/>
              <a:gd name="connsiteY45-66296" fmla="*/ 4780965 h 6858000"/>
              <a:gd name="connsiteX46-66297" fmla="*/ 508841 w 1364418"/>
              <a:gd name="connsiteY46-66298" fmla="*/ 4750867 h 6858000"/>
              <a:gd name="connsiteX47-66299" fmla="*/ 506648 w 1364418"/>
              <a:gd name="connsiteY47-66300" fmla="*/ 4690749 h 6858000"/>
              <a:gd name="connsiteX48-66301" fmla="*/ 502128 w 1364418"/>
              <a:gd name="connsiteY48-66302" fmla="*/ 4584173 h 6858000"/>
              <a:gd name="connsiteX49-66303" fmla="*/ 497211 w 1364418"/>
              <a:gd name="connsiteY49-66304" fmla="*/ 4444346 h 6858000"/>
              <a:gd name="connsiteX50-66305" fmla="*/ 493776 w 1364418"/>
              <a:gd name="connsiteY50-66306" fmla="*/ 4375228 h 6858000"/>
              <a:gd name="connsiteX51-66307" fmla="*/ 474429 w 1364418"/>
              <a:gd name="connsiteY51-66308" fmla="*/ 4214165 h 6858000"/>
              <a:gd name="connsiteX52-66309" fmla="*/ 478502 w 1364418"/>
              <a:gd name="connsiteY52-66310" fmla="*/ 4090296 h 6858000"/>
              <a:gd name="connsiteX53-66311" fmla="*/ 463758 w 1364418"/>
              <a:gd name="connsiteY53-66312" fmla="*/ 4033999 h 6858000"/>
              <a:gd name="connsiteX54-66313" fmla="*/ 464907 w 1364418"/>
              <a:gd name="connsiteY54-66314" fmla="*/ 4031933 h 6858000"/>
              <a:gd name="connsiteX55-66315" fmla="*/ 463483 w 1364418"/>
              <a:gd name="connsiteY55-66316" fmla="*/ 4013953 h 6858000"/>
              <a:gd name="connsiteX56-66317" fmla="*/ 449778 w 1364418"/>
              <a:gd name="connsiteY56-66318" fmla="*/ 3974753 h 6858000"/>
              <a:gd name="connsiteX57-66319" fmla="*/ 451376 w 1364418"/>
              <a:gd name="connsiteY57-66320" fmla="*/ 3969950 h 6858000"/>
              <a:gd name="connsiteX58-66321" fmla="*/ 444798 w 1364418"/>
              <a:gd name="connsiteY58-66322" fmla="*/ 3933779 h 6858000"/>
              <a:gd name="connsiteX59-66323" fmla="*/ 446129 w 1364418"/>
              <a:gd name="connsiteY59-66324" fmla="*/ 3933093 h 6858000"/>
              <a:gd name="connsiteX60-66325" fmla="*/ 450483 w 1364418"/>
              <a:gd name="connsiteY60-66326" fmla="*/ 3922082 h 6858000"/>
              <a:gd name="connsiteX61-66327" fmla="*/ 455561 w 1364418"/>
              <a:gd name="connsiteY61-66328" fmla="*/ 3901461 h 6858000"/>
              <a:gd name="connsiteX62-66329" fmla="*/ 478155 w 1364418"/>
              <a:gd name="connsiteY62-66330" fmla="*/ 3813873 h 6858000"/>
              <a:gd name="connsiteX63-66331" fmla="*/ 477580 w 1364418"/>
              <a:gd name="connsiteY63-66332" fmla="*/ 3806161 h 6858000"/>
              <a:gd name="connsiteX64-66333" fmla="*/ 477887 w 1364418"/>
              <a:gd name="connsiteY64-66334" fmla="*/ 3805957 h 6858000"/>
              <a:gd name="connsiteX65-66335" fmla="*/ 477914 w 1364418"/>
              <a:gd name="connsiteY65-66336" fmla="*/ 3797724 h 6858000"/>
              <a:gd name="connsiteX66-66337" fmla="*/ 476529 w 1364418"/>
              <a:gd name="connsiteY66-66338" fmla="*/ 3792098 h 6858000"/>
              <a:gd name="connsiteX67-66339" fmla="*/ 475413 w 1364418"/>
              <a:gd name="connsiteY67-66340" fmla="*/ 3777135 h 6858000"/>
              <a:gd name="connsiteX68-66341" fmla="*/ 477146 w 1364418"/>
              <a:gd name="connsiteY68-66342" fmla="*/ 3771656 h 6858000"/>
              <a:gd name="connsiteX69-66343" fmla="*/ 480889 w 1364418"/>
              <a:gd name="connsiteY69-66344" fmla="*/ 3769007 h 6858000"/>
              <a:gd name="connsiteX70-66345" fmla="*/ 480355 w 1364418"/>
              <a:gd name="connsiteY70-66346" fmla="*/ 3767709 h 6858000"/>
              <a:gd name="connsiteX71-66347" fmla="*/ 489051 w 1364418"/>
              <a:gd name="connsiteY71-66348" fmla="*/ 3738082 h 6858000"/>
              <a:gd name="connsiteX72-66349" fmla="*/ 496397 w 1364418"/>
              <a:gd name="connsiteY72-66350" fmla="*/ 3673397 h 6858000"/>
              <a:gd name="connsiteX73-66351" fmla="*/ 495693 w 1364418"/>
              <a:gd name="connsiteY73-66352" fmla="*/ 3637109 h 6858000"/>
              <a:gd name="connsiteX74-66353" fmla="*/ 499136 w 1364418"/>
              <a:gd name="connsiteY74-66354" fmla="*/ 3536883 h 6858000"/>
              <a:gd name="connsiteX75-66355" fmla="*/ 506674 w 1364418"/>
              <a:gd name="connsiteY75-66356" fmla="*/ 3435652 h 6858000"/>
              <a:gd name="connsiteX76-66357" fmla="*/ 508345 w 1364418"/>
              <a:gd name="connsiteY76-66358" fmla="*/ 3307769 h 6858000"/>
              <a:gd name="connsiteX77-66359" fmla="*/ 525908 w 1364418"/>
              <a:gd name="connsiteY77-66360" fmla="*/ 3250522 h 6858000"/>
              <a:gd name="connsiteX78-66361" fmla="*/ 526333 w 1364418"/>
              <a:gd name="connsiteY78-66362" fmla="*/ 3229163 h 6858000"/>
              <a:gd name="connsiteX79-66363" fmla="*/ 528156 w 1364418"/>
              <a:gd name="connsiteY79-66364" fmla="*/ 3217217 h 6858000"/>
              <a:gd name="connsiteX80-66365" fmla="*/ 514991 w 1364418"/>
              <a:gd name="connsiteY80-66366" fmla="*/ 3183755 h 6858000"/>
              <a:gd name="connsiteX81-66367" fmla="*/ 515492 w 1364418"/>
              <a:gd name="connsiteY81-66368" fmla="*/ 3178642 h 6858000"/>
              <a:gd name="connsiteX82-66369" fmla="*/ 503092 w 1364418"/>
              <a:gd name="connsiteY82-66370" fmla="*/ 3158586 h 6858000"/>
              <a:gd name="connsiteX83-66371" fmla="*/ 488277 w 1364418"/>
              <a:gd name="connsiteY83-66372" fmla="*/ 3129034 h 6858000"/>
              <a:gd name="connsiteX84-66373" fmla="*/ 488942 w 1364418"/>
              <a:gd name="connsiteY84-66374" fmla="*/ 3126682 h 6858000"/>
              <a:gd name="connsiteX85-66375" fmla="*/ 479810 w 1364418"/>
              <a:gd name="connsiteY85-66376" fmla="*/ 3114519 h 6858000"/>
              <a:gd name="connsiteX86-66377" fmla="*/ 466419 w 1364418"/>
              <a:gd name="connsiteY86-66378" fmla="*/ 3106272 h 6858000"/>
              <a:gd name="connsiteX87-66379" fmla="*/ 439149 w 1364418"/>
              <a:gd name="connsiteY87-66380" fmla="*/ 2958185 h 6858000"/>
              <a:gd name="connsiteX88-66381" fmla="*/ 381763 w 1364418"/>
              <a:gd name="connsiteY88-66382" fmla="*/ 2762989 h 6858000"/>
              <a:gd name="connsiteX89-66383" fmla="*/ 330681 w 1364418"/>
              <a:gd name="connsiteY89-66384" fmla="*/ 2554718 h 6858000"/>
              <a:gd name="connsiteX90-66385" fmla="*/ 310775 w 1364418"/>
              <a:gd name="connsiteY90-66386" fmla="*/ 2485734 h 6858000"/>
              <a:gd name="connsiteX91-66387" fmla="*/ 301498 w 1364418"/>
              <a:gd name="connsiteY91-66388" fmla="*/ 2447068 h 6858000"/>
              <a:gd name="connsiteX92-66389" fmla="*/ 288459 w 1364418"/>
              <a:gd name="connsiteY92-66390" fmla="*/ 2425819 h 6858000"/>
              <a:gd name="connsiteX93-66391" fmla="*/ 294458 w 1364418"/>
              <a:gd name="connsiteY93-66392" fmla="*/ 2402874 h 6858000"/>
              <a:gd name="connsiteX94-66393" fmla="*/ 297070 w 1364418"/>
              <a:gd name="connsiteY94-66394" fmla="*/ 2381443 h 6858000"/>
              <a:gd name="connsiteX95-66395" fmla="*/ 273399 w 1364418"/>
              <a:gd name="connsiteY95-66396" fmla="*/ 2261920 h 6858000"/>
              <a:gd name="connsiteX96-66397" fmla="*/ 263286 w 1364418"/>
              <a:gd name="connsiteY96-66398" fmla="*/ 2195378 h 6858000"/>
              <a:gd name="connsiteX97-66399" fmla="*/ 247503 w 1364418"/>
              <a:gd name="connsiteY97-66400" fmla="*/ 2155135 h 6858000"/>
              <a:gd name="connsiteX98-66401" fmla="*/ 244961 w 1364418"/>
              <a:gd name="connsiteY98-66402" fmla="*/ 2118008 h 6858000"/>
              <a:gd name="connsiteX99-66403" fmla="*/ 245954 w 1364418"/>
              <a:gd name="connsiteY99-66404" fmla="*/ 2050531 h 6858000"/>
              <a:gd name="connsiteX100-66405" fmla="*/ 237760 w 1364418"/>
              <a:gd name="connsiteY100-66406" fmla="*/ 1963269 h 6858000"/>
              <a:gd name="connsiteX101-66407" fmla="*/ 218938 w 1364418"/>
              <a:gd name="connsiteY101-66408" fmla="*/ 1906352 h 6858000"/>
              <a:gd name="connsiteX102-66409" fmla="*/ 195495 w 1364418"/>
              <a:gd name="connsiteY102-66410" fmla="*/ 1861531 h 6858000"/>
              <a:gd name="connsiteX103-66411" fmla="*/ 149294 w 1364418"/>
              <a:gd name="connsiteY103-66412" fmla="*/ 1732919 h 6858000"/>
              <a:gd name="connsiteX104-66413" fmla="*/ 121605 w 1364418"/>
              <a:gd name="connsiteY104-66414" fmla="*/ 1663540 h 6858000"/>
              <a:gd name="connsiteX105-66415" fmla="*/ 120731 w 1364418"/>
              <a:gd name="connsiteY105-66416" fmla="*/ 1615777 h 6858000"/>
              <a:gd name="connsiteX106-66417" fmla="*/ 101526 w 1364418"/>
              <a:gd name="connsiteY106-66418" fmla="*/ 1563678 h 6858000"/>
              <a:gd name="connsiteX107-66419" fmla="*/ 114606 w 1364418"/>
              <a:gd name="connsiteY107-66420" fmla="*/ 1519474 h 6858000"/>
              <a:gd name="connsiteX108-66421" fmla="*/ 107348 w 1364418"/>
              <a:gd name="connsiteY108-66422" fmla="*/ 1477995 h 6858000"/>
              <a:gd name="connsiteX109-66423" fmla="*/ 93433 w 1364418"/>
              <a:gd name="connsiteY109-66424" fmla="*/ 1373769 h 6858000"/>
              <a:gd name="connsiteX110-66425" fmla="*/ 101740 w 1364418"/>
              <a:gd name="connsiteY110-66426" fmla="*/ 1307086 h 6858000"/>
              <a:gd name="connsiteX111-66427" fmla="*/ 102928 w 1364418"/>
              <a:gd name="connsiteY111-66428" fmla="*/ 1189033 h 6858000"/>
              <a:gd name="connsiteX112-66429" fmla="*/ 107613 w 1364418"/>
              <a:gd name="connsiteY112-66430" fmla="*/ 1168288 h 6858000"/>
              <a:gd name="connsiteX113-66431" fmla="*/ 99895 w 1364418"/>
              <a:gd name="connsiteY113-66432" fmla="*/ 1142577 h 6858000"/>
              <a:gd name="connsiteX114-66433" fmla="*/ 89201 w 1364418"/>
              <a:gd name="connsiteY114-66434" fmla="*/ 1088484 h 6858000"/>
              <a:gd name="connsiteX115-66435" fmla="*/ 77937 w 1364418"/>
              <a:gd name="connsiteY115-66436" fmla="*/ 1016103 h 6858000"/>
              <a:gd name="connsiteX116-66437" fmla="*/ 79393 w 1364418"/>
              <a:gd name="connsiteY116-66438" fmla="*/ 954054 h 6858000"/>
              <a:gd name="connsiteX117-66439" fmla="*/ 90309 w 1364418"/>
              <a:gd name="connsiteY117-66440" fmla="*/ 921368 h 6858000"/>
              <a:gd name="connsiteX118-66441" fmla="*/ 74258 w 1364418"/>
              <a:gd name="connsiteY118-66442" fmla="*/ 896999 h 6858000"/>
              <a:gd name="connsiteX119-66443" fmla="*/ 43666 w 1364418"/>
              <a:gd name="connsiteY119-66444" fmla="*/ 821517 h 6858000"/>
              <a:gd name="connsiteX120-66445" fmla="*/ 22616 w 1364418"/>
              <a:gd name="connsiteY120-66446" fmla="*/ 751353 h 6858000"/>
              <a:gd name="connsiteX121-66447" fmla="*/ 22174 w 1364418"/>
              <a:gd name="connsiteY121-66448" fmla="*/ 721230 h 6858000"/>
              <a:gd name="connsiteX122-66449" fmla="*/ 7845 w 1364418"/>
              <a:gd name="connsiteY122-66450" fmla="*/ 681659 h 6858000"/>
              <a:gd name="connsiteX123-66451" fmla="*/ 31306 w 1364418"/>
              <a:gd name="connsiteY123-66452" fmla="*/ 619315 h 6858000"/>
              <a:gd name="connsiteX124-66453" fmla="*/ 15184 w 1364418"/>
              <a:gd name="connsiteY124-66454" fmla="*/ 585934 h 6858000"/>
              <a:gd name="connsiteX125-66455" fmla="*/ 22258 w 1364418"/>
              <a:gd name="connsiteY125-66456" fmla="*/ 538948 h 6858000"/>
              <a:gd name="connsiteX126-66457" fmla="*/ 26166 w 1364418"/>
              <a:gd name="connsiteY126-66458" fmla="*/ 525163 h 6858000"/>
              <a:gd name="connsiteX127-66459" fmla="*/ 52290 w 1364418"/>
              <a:gd name="connsiteY127-66460" fmla="*/ 446567 h 6858000"/>
              <a:gd name="connsiteX128-66461" fmla="*/ 51538 w 1364418"/>
              <a:gd name="connsiteY128-66462" fmla="*/ 393828 h 6858000"/>
              <a:gd name="connsiteX129-66463" fmla="*/ 51368 w 1364418"/>
              <a:gd name="connsiteY129-66464" fmla="*/ 353137 h 6858000"/>
              <a:gd name="connsiteX130-66465" fmla="*/ 55970 w 1364418"/>
              <a:gd name="connsiteY130-66466" fmla="*/ 321428 h 6858000"/>
              <a:gd name="connsiteX131-66467" fmla="*/ 57061 w 1364418"/>
              <a:gd name="connsiteY131-66468" fmla="*/ 275771 h 6858000"/>
              <a:gd name="connsiteX132-66469" fmla="*/ 74088 w 1364418"/>
              <a:gd name="connsiteY132-66470" fmla="*/ 212860 h 6858000"/>
              <a:gd name="connsiteX133-66471" fmla="*/ 65798 w 1364418"/>
              <a:gd name="connsiteY133-66472" fmla="*/ 144983 h 6858000"/>
              <a:gd name="connsiteX134-66473" fmla="*/ 78082 w 1364418"/>
              <a:gd name="connsiteY134-66474" fmla="*/ 55288 h 6858000"/>
              <a:gd name="connsiteX135-66475" fmla="*/ 37636 w 1364418"/>
              <a:gd name="connsiteY135-66476" fmla="*/ 0 h 6858000"/>
              <a:gd name="connsiteX0-66477" fmla="*/ 37636 w 1364418"/>
              <a:gd name="connsiteY0-66478" fmla="*/ 0 h 6858000"/>
              <a:gd name="connsiteX1-66479" fmla="*/ 1364418 w 1364418"/>
              <a:gd name="connsiteY1-66480" fmla="*/ 0 h 6858000"/>
              <a:gd name="connsiteX2-66481" fmla="*/ 1364418 w 1364418"/>
              <a:gd name="connsiteY2-66482" fmla="*/ 6858000 h 6858000"/>
              <a:gd name="connsiteX3-66483" fmla="*/ 101112 w 1364418"/>
              <a:gd name="connsiteY3-66484" fmla="*/ 6857735 h 6858000"/>
              <a:gd name="connsiteX4-66485" fmla="*/ 137704 w 1364418"/>
              <a:gd name="connsiteY4-66486" fmla="*/ 6832113 h 6858000"/>
              <a:gd name="connsiteX5-66487" fmla="*/ 209564 w 1364418"/>
              <a:gd name="connsiteY5-66488" fmla="*/ 6777899 h 6858000"/>
              <a:gd name="connsiteX6-66489" fmla="*/ 240339 w 1364418"/>
              <a:gd name="connsiteY6-66490" fmla="*/ 6711686 h 6858000"/>
              <a:gd name="connsiteX7-66491" fmla="*/ 286686 w 1364418"/>
              <a:gd name="connsiteY7-66492" fmla="*/ 6664994 h 6858000"/>
              <a:gd name="connsiteX8-66493" fmla="*/ 339152 w 1364418"/>
              <a:gd name="connsiteY8-66494" fmla="*/ 6471804 h 6858000"/>
              <a:gd name="connsiteX9-66495" fmla="*/ 334570 w 1364418"/>
              <a:gd name="connsiteY9-66496" fmla="*/ 6389835 h 6858000"/>
              <a:gd name="connsiteX10-66497" fmla="*/ 293648 w 1364418"/>
              <a:gd name="connsiteY10-66498" fmla="*/ 6334727 h 6858000"/>
              <a:gd name="connsiteX11-66499" fmla="*/ 271063 w 1364418"/>
              <a:gd name="connsiteY11-66500" fmla="*/ 6313295 h 6858000"/>
              <a:gd name="connsiteX12-66501" fmla="*/ 278227 w 1364418"/>
              <a:gd name="connsiteY12-66502" fmla="*/ 6280046 h 6858000"/>
              <a:gd name="connsiteX13-66503" fmla="*/ 288000 w 1364418"/>
              <a:gd name="connsiteY13-66504" fmla="*/ 6252834 h 6858000"/>
              <a:gd name="connsiteX14-66505" fmla="*/ 265992 w 1364418"/>
              <a:gd name="connsiteY14-66506" fmla="*/ 6202459 h 6858000"/>
              <a:gd name="connsiteX15-66507" fmla="*/ 264790 w 1364418"/>
              <a:gd name="connsiteY15-66508" fmla="*/ 6153037 h 6858000"/>
              <a:gd name="connsiteX16-66509" fmla="*/ 280205 w 1364418"/>
              <a:gd name="connsiteY16-66510" fmla="*/ 6078132 h 6858000"/>
              <a:gd name="connsiteX17-66511" fmla="*/ 267592 w 1364418"/>
              <a:gd name="connsiteY17-66512" fmla="*/ 6028119 h 6858000"/>
              <a:gd name="connsiteX18-66513" fmla="*/ 252821 w 1364418"/>
              <a:gd name="connsiteY18-66514" fmla="*/ 5926735 h 6858000"/>
              <a:gd name="connsiteX19-66515" fmla="*/ 302333 w 1364418"/>
              <a:gd name="connsiteY19-66516" fmla="*/ 5712857 h 6858000"/>
              <a:gd name="connsiteX20-66517" fmla="*/ 332131 w 1364418"/>
              <a:gd name="connsiteY20-66518" fmla="*/ 5660491 h 6858000"/>
              <a:gd name="connsiteX21-66519" fmla="*/ 341254 w 1364418"/>
              <a:gd name="connsiteY21-66520" fmla="*/ 5563435 h 6858000"/>
              <a:gd name="connsiteX22-66521" fmla="*/ 368130 w 1364418"/>
              <a:gd name="connsiteY22-66522" fmla="*/ 5437125 h 6858000"/>
              <a:gd name="connsiteX23-66523" fmla="*/ 381698 w 1364418"/>
              <a:gd name="connsiteY23-66524" fmla="*/ 5396260 h 6858000"/>
              <a:gd name="connsiteX24-66525" fmla="*/ 397679 w 1364418"/>
              <a:gd name="connsiteY24-66526" fmla="*/ 5330009 h 6858000"/>
              <a:gd name="connsiteX25-66527" fmla="*/ 431172 w 1364418"/>
              <a:gd name="connsiteY25-66528" fmla="*/ 5273739 h 6858000"/>
              <a:gd name="connsiteX26-66529" fmla="*/ 440771 w 1364418"/>
              <a:gd name="connsiteY26-66530" fmla="*/ 5241779 h 6858000"/>
              <a:gd name="connsiteX27-66531" fmla="*/ 451997 w 1364418"/>
              <a:gd name="connsiteY27-66532" fmla="*/ 5225268 h 6858000"/>
              <a:gd name="connsiteX28-66533" fmla="*/ 453017 w 1364418"/>
              <a:gd name="connsiteY28-66534" fmla="*/ 5217684 h 6858000"/>
              <a:gd name="connsiteX29-66535" fmla="*/ 460358 w 1364418"/>
              <a:gd name="connsiteY29-66536" fmla="*/ 5193377 h 6858000"/>
              <a:gd name="connsiteX30-66537" fmla="*/ 463661 w 1364418"/>
              <a:gd name="connsiteY30-66538" fmla="*/ 5179288 h 6858000"/>
              <a:gd name="connsiteX31-66539" fmla="*/ 464645 w 1364418"/>
              <a:gd name="connsiteY31-66540" fmla="*/ 5173621 h 6858000"/>
              <a:gd name="connsiteX32-66541" fmla="*/ 460279 w 1364418"/>
              <a:gd name="connsiteY32-66542" fmla="*/ 5159961 h 6858000"/>
              <a:gd name="connsiteX33-66543" fmla="*/ 466956 w 1364418"/>
              <a:gd name="connsiteY33-66544" fmla="*/ 5144295 h 6858000"/>
              <a:gd name="connsiteX34-66545" fmla="*/ 463889 w 1364418"/>
              <a:gd name="connsiteY34-66546" fmla="*/ 5125185 h 6858000"/>
              <a:gd name="connsiteX35-66547" fmla="*/ 470719 w 1364418"/>
              <a:gd name="connsiteY35-66548" fmla="*/ 5121884 h 6858000"/>
              <a:gd name="connsiteX36-66549" fmla="*/ 477755 w 1364418"/>
              <a:gd name="connsiteY36-66550" fmla="*/ 5067850 h 6858000"/>
              <a:gd name="connsiteX37-66551" fmla="*/ 480486 w 1364418"/>
              <a:gd name="connsiteY37-66552" fmla="*/ 5060861 h 6858000"/>
              <a:gd name="connsiteX38-66553" fmla="*/ 477190 w 1364418"/>
              <a:gd name="connsiteY38-66554" fmla="*/ 5034192 h 6858000"/>
              <a:gd name="connsiteX39-66555" fmla="*/ 478744 w 1364418"/>
              <a:gd name="connsiteY39-66556" fmla="*/ 4993030 h 6858000"/>
              <a:gd name="connsiteX40-66557" fmla="*/ 485653 w 1364418"/>
              <a:gd name="connsiteY40-66558" fmla="*/ 4946844 h 6858000"/>
              <a:gd name="connsiteX41-66559" fmla="*/ 481509 w 1364418"/>
              <a:gd name="connsiteY41-66560" fmla="*/ 4932692 h 6858000"/>
              <a:gd name="connsiteX42-66561" fmla="*/ 496912 w 1364418"/>
              <a:gd name="connsiteY42-66562" fmla="*/ 4858827 h 6858000"/>
              <a:gd name="connsiteX43-66563" fmla="*/ 502815 w 1364418"/>
              <a:gd name="connsiteY43-66564" fmla="*/ 4821170 h 6858000"/>
              <a:gd name="connsiteX44-66565" fmla="*/ 507548 w 1364418"/>
              <a:gd name="connsiteY44-66566" fmla="*/ 4780965 h 6858000"/>
              <a:gd name="connsiteX45-66567" fmla="*/ 508841 w 1364418"/>
              <a:gd name="connsiteY45-66568" fmla="*/ 4750867 h 6858000"/>
              <a:gd name="connsiteX46-66569" fmla="*/ 506648 w 1364418"/>
              <a:gd name="connsiteY46-66570" fmla="*/ 4690749 h 6858000"/>
              <a:gd name="connsiteX47-66571" fmla="*/ 502128 w 1364418"/>
              <a:gd name="connsiteY47-66572" fmla="*/ 4584173 h 6858000"/>
              <a:gd name="connsiteX48-66573" fmla="*/ 497211 w 1364418"/>
              <a:gd name="connsiteY48-66574" fmla="*/ 4444346 h 6858000"/>
              <a:gd name="connsiteX49-66575" fmla="*/ 493776 w 1364418"/>
              <a:gd name="connsiteY49-66576" fmla="*/ 4375228 h 6858000"/>
              <a:gd name="connsiteX50-66577" fmla="*/ 474429 w 1364418"/>
              <a:gd name="connsiteY50-66578" fmla="*/ 4214165 h 6858000"/>
              <a:gd name="connsiteX51-66579" fmla="*/ 478502 w 1364418"/>
              <a:gd name="connsiteY51-66580" fmla="*/ 4090296 h 6858000"/>
              <a:gd name="connsiteX52-66581" fmla="*/ 463758 w 1364418"/>
              <a:gd name="connsiteY52-66582" fmla="*/ 4033999 h 6858000"/>
              <a:gd name="connsiteX53-66583" fmla="*/ 464907 w 1364418"/>
              <a:gd name="connsiteY53-66584" fmla="*/ 4031933 h 6858000"/>
              <a:gd name="connsiteX54-66585" fmla="*/ 463483 w 1364418"/>
              <a:gd name="connsiteY54-66586" fmla="*/ 4013953 h 6858000"/>
              <a:gd name="connsiteX55-66587" fmla="*/ 449778 w 1364418"/>
              <a:gd name="connsiteY55-66588" fmla="*/ 3974753 h 6858000"/>
              <a:gd name="connsiteX56-66589" fmla="*/ 451376 w 1364418"/>
              <a:gd name="connsiteY56-66590" fmla="*/ 3969950 h 6858000"/>
              <a:gd name="connsiteX57-66591" fmla="*/ 444798 w 1364418"/>
              <a:gd name="connsiteY57-66592" fmla="*/ 3933779 h 6858000"/>
              <a:gd name="connsiteX58-66593" fmla="*/ 446129 w 1364418"/>
              <a:gd name="connsiteY58-66594" fmla="*/ 3933093 h 6858000"/>
              <a:gd name="connsiteX59-66595" fmla="*/ 450483 w 1364418"/>
              <a:gd name="connsiteY59-66596" fmla="*/ 3922082 h 6858000"/>
              <a:gd name="connsiteX60-66597" fmla="*/ 455561 w 1364418"/>
              <a:gd name="connsiteY60-66598" fmla="*/ 3901461 h 6858000"/>
              <a:gd name="connsiteX61-66599" fmla="*/ 478155 w 1364418"/>
              <a:gd name="connsiteY61-66600" fmla="*/ 3813873 h 6858000"/>
              <a:gd name="connsiteX62-66601" fmla="*/ 477580 w 1364418"/>
              <a:gd name="connsiteY62-66602" fmla="*/ 3806161 h 6858000"/>
              <a:gd name="connsiteX63-66603" fmla="*/ 477887 w 1364418"/>
              <a:gd name="connsiteY63-66604" fmla="*/ 3805957 h 6858000"/>
              <a:gd name="connsiteX64-66605" fmla="*/ 477914 w 1364418"/>
              <a:gd name="connsiteY64-66606" fmla="*/ 3797724 h 6858000"/>
              <a:gd name="connsiteX65-66607" fmla="*/ 476529 w 1364418"/>
              <a:gd name="connsiteY65-66608" fmla="*/ 3792098 h 6858000"/>
              <a:gd name="connsiteX66-66609" fmla="*/ 475413 w 1364418"/>
              <a:gd name="connsiteY66-66610" fmla="*/ 3777135 h 6858000"/>
              <a:gd name="connsiteX67-66611" fmla="*/ 477146 w 1364418"/>
              <a:gd name="connsiteY67-66612" fmla="*/ 3771656 h 6858000"/>
              <a:gd name="connsiteX68-66613" fmla="*/ 480889 w 1364418"/>
              <a:gd name="connsiteY68-66614" fmla="*/ 3769007 h 6858000"/>
              <a:gd name="connsiteX69-66615" fmla="*/ 480355 w 1364418"/>
              <a:gd name="connsiteY69-66616" fmla="*/ 3767709 h 6858000"/>
              <a:gd name="connsiteX70-66617" fmla="*/ 489051 w 1364418"/>
              <a:gd name="connsiteY70-66618" fmla="*/ 3738082 h 6858000"/>
              <a:gd name="connsiteX71-66619" fmla="*/ 496397 w 1364418"/>
              <a:gd name="connsiteY71-66620" fmla="*/ 3673397 h 6858000"/>
              <a:gd name="connsiteX72-66621" fmla="*/ 495693 w 1364418"/>
              <a:gd name="connsiteY72-66622" fmla="*/ 3637109 h 6858000"/>
              <a:gd name="connsiteX73-66623" fmla="*/ 499136 w 1364418"/>
              <a:gd name="connsiteY73-66624" fmla="*/ 3536883 h 6858000"/>
              <a:gd name="connsiteX74-66625" fmla="*/ 506674 w 1364418"/>
              <a:gd name="connsiteY74-66626" fmla="*/ 3435652 h 6858000"/>
              <a:gd name="connsiteX75-66627" fmla="*/ 508345 w 1364418"/>
              <a:gd name="connsiteY75-66628" fmla="*/ 3307769 h 6858000"/>
              <a:gd name="connsiteX76-66629" fmla="*/ 525908 w 1364418"/>
              <a:gd name="connsiteY76-66630" fmla="*/ 3250522 h 6858000"/>
              <a:gd name="connsiteX77-66631" fmla="*/ 526333 w 1364418"/>
              <a:gd name="connsiteY77-66632" fmla="*/ 3229163 h 6858000"/>
              <a:gd name="connsiteX78-66633" fmla="*/ 528156 w 1364418"/>
              <a:gd name="connsiteY78-66634" fmla="*/ 3217217 h 6858000"/>
              <a:gd name="connsiteX79-66635" fmla="*/ 514991 w 1364418"/>
              <a:gd name="connsiteY79-66636" fmla="*/ 3183755 h 6858000"/>
              <a:gd name="connsiteX80-66637" fmla="*/ 515492 w 1364418"/>
              <a:gd name="connsiteY80-66638" fmla="*/ 3178642 h 6858000"/>
              <a:gd name="connsiteX81-66639" fmla="*/ 503092 w 1364418"/>
              <a:gd name="connsiteY81-66640" fmla="*/ 3158586 h 6858000"/>
              <a:gd name="connsiteX82-66641" fmla="*/ 488277 w 1364418"/>
              <a:gd name="connsiteY82-66642" fmla="*/ 3129034 h 6858000"/>
              <a:gd name="connsiteX83-66643" fmla="*/ 488942 w 1364418"/>
              <a:gd name="connsiteY83-66644" fmla="*/ 3126682 h 6858000"/>
              <a:gd name="connsiteX84-66645" fmla="*/ 479810 w 1364418"/>
              <a:gd name="connsiteY84-66646" fmla="*/ 3114519 h 6858000"/>
              <a:gd name="connsiteX85-66647" fmla="*/ 466419 w 1364418"/>
              <a:gd name="connsiteY85-66648" fmla="*/ 3106272 h 6858000"/>
              <a:gd name="connsiteX86-66649" fmla="*/ 439149 w 1364418"/>
              <a:gd name="connsiteY86-66650" fmla="*/ 2958185 h 6858000"/>
              <a:gd name="connsiteX87-66651" fmla="*/ 381763 w 1364418"/>
              <a:gd name="connsiteY87-66652" fmla="*/ 2762989 h 6858000"/>
              <a:gd name="connsiteX88-66653" fmla="*/ 330681 w 1364418"/>
              <a:gd name="connsiteY88-66654" fmla="*/ 2554718 h 6858000"/>
              <a:gd name="connsiteX89-66655" fmla="*/ 310775 w 1364418"/>
              <a:gd name="connsiteY89-66656" fmla="*/ 2485734 h 6858000"/>
              <a:gd name="connsiteX90-66657" fmla="*/ 301498 w 1364418"/>
              <a:gd name="connsiteY90-66658" fmla="*/ 2447068 h 6858000"/>
              <a:gd name="connsiteX91-66659" fmla="*/ 288459 w 1364418"/>
              <a:gd name="connsiteY91-66660" fmla="*/ 2425819 h 6858000"/>
              <a:gd name="connsiteX92-66661" fmla="*/ 294458 w 1364418"/>
              <a:gd name="connsiteY92-66662" fmla="*/ 2402874 h 6858000"/>
              <a:gd name="connsiteX93-66663" fmla="*/ 297070 w 1364418"/>
              <a:gd name="connsiteY93-66664" fmla="*/ 2381443 h 6858000"/>
              <a:gd name="connsiteX94-66665" fmla="*/ 273399 w 1364418"/>
              <a:gd name="connsiteY94-66666" fmla="*/ 2261920 h 6858000"/>
              <a:gd name="connsiteX95-66667" fmla="*/ 263286 w 1364418"/>
              <a:gd name="connsiteY95-66668" fmla="*/ 2195378 h 6858000"/>
              <a:gd name="connsiteX96-66669" fmla="*/ 247503 w 1364418"/>
              <a:gd name="connsiteY96-66670" fmla="*/ 2155135 h 6858000"/>
              <a:gd name="connsiteX97-66671" fmla="*/ 244961 w 1364418"/>
              <a:gd name="connsiteY97-66672" fmla="*/ 2118008 h 6858000"/>
              <a:gd name="connsiteX98-66673" fmla="*/ 245954 w 1364418"/>
              <a:gd name="connsiteY98-66674" fmla="*/ 2050531 h 6858000"/>
              <a:gd name="connsiteX99-66675" fmla="*/ 237760 w 1364418"/>
              <a:gd name="connsiteY99-66676" fmla="*/ 1963269 h 6858000"/>
              <a:gd name="connsiteX100-66677" fmla="*/ 218938 w 1364418"/>
              <a:gd name="connsiteY100-66678" fmla="*/ 1906352 h 6858000"/>
              <a:gd name="connsiteX101-66679" fmla="*/ 195495 w 1364418"/>
              <a:gd name="connsiteY101-66680" fmla="*/ 1861531 h 6858000"/>
              <a:gd name="connsiteX102-66681" fmla="*/ 149294 w 1364418"/>
              <a:gd name="connsiteY102-66682" fmla="*/ 1732919 h 6858000"/>
              <a:gd name="connsiteX103-66683" fmla="*/ 121605 w 1364418"/>
              <a:gd name="connsiteY103-66684" fmla="*/ 1663540 h 6858000"/>
              <a:gd name="connsiteX104-66685" fmla="*/ 120731 w 1364418"/>
              <a:gd name="connsiteY104-66686" fmla="*/ 1615777 h 6858000"/>
              <a:gd name="connsiteX105-66687" fmla="*/ 101526 w 1364418"/>
              <a:gd name="connsiteY105-66688" fmla="*/ 1563678 h 6858000"/>
              <a:gd name="connsiteX106-66689" fmla="*/ 114606 w 1364418"/>
              <a:gd name="connsiteY106-66690" fmla="*/ 1519474 h 6858000"/>
              <a:gd name="connsiteX107-66691" fmla="*/ 107348 w 1364418"/>
              <a:gd name="connsiteY107-66692" fmla="*/ 1477995 h 6858000"/>
              <a:gd name="connsiteX108-66693" fmla="*/ 93433 w 1364418"/>
              <a:gd name="connsiteY108-66694" fmla="*/ 1373769 h 6858000"/>
              <a:gd name="connsiteX109-66695" fmla="*/ 101740 w 1364418"/>
              <a:gd name="connsiteY109-66696" fmla="*/ 1307086 h 6858000"/>
              <a:gd name="connsiteX110-66697" fmla="*/ 102928 w 1364418"/>
              <a:gd name="connsiteY110-66698" fmla="*/ 1189033 h 6858000"/>
              <a:gd name="connsiteX111-66699" fmla="*/ 107613 w 1364418"/>
              <a:gd name="connsiteY111-66700" fmla="*/ 1168288 h 6858000"/>
              <a:gd name="connsiteX112-66701" fmla="*/ 99895 w 1364418"/>
              <a:gd name="connsiteY112-66702" fmla="*/ 1142577 h 6858000"/>
              <a:gd name="connsiteX113-66703" fmla="*/ 89201 w 1364418"/>
              <a:gd name="connsiteY113-66704" fmla="*/ 1088484 h 6858000"/>
              <a:gd name="connsiteX114-66705" fmla="*/ 77937 w 1364418"/>
              <a:gd name="connsiteY114-66706" fmla="*/ 1016103 h 6858000"/>
              <a:gd name="connsiteX115-66707" fmla="*/ 79393 w 1364418"/>
              <a:gd name="connsiteY115-66708" fmla="*/ 954054 h 6858000"/>
              <a:gd name="connsiteX116-66709" fmla="*/ 90309 w 1364418"/>
              <a:gd name="connsiteY116-66710" fmla="*/ 921368 h 6858000"/>
              <a:gd name="connsiteX117-66711" fmla="*/ 74258 w 1364418"/>
              <a:gd name="connsiteY117-66712" fmla="*/ 896999 h 6858000"/>
              <a:gd name="connsiteX118-66713" fmla="*/ 43666 w 1364418"/>
              <a:gd name="connsiteY118-66714" fmla="*/ 821517 h 6858000"/>
              <a:gd name="connsiteX119-66715" fmla="*/ 22616 w 1364418"/>
              <a:gd name="connsiteY119-66716" fmla="*/ 751353 h 6858000"/>
              <a:gd name="connsiteX120-66717" fmla="*/ 22174 w 1364418"/>
              <a:gd name="connsiteY120-66718" fmla="*/ 721230 h 6858000"/>
              <a:gd name="connsiteX121-66719" fmla="*/ 7845 w 1364418"/>
              <a:gd name="connsiteY121-66720" fmla="*/ 681659 h 6858000"/>
              <a:gd name="connsiteX122-66721" fmla="*/ 31306 w 1364418"/>
              <a:gd name="connsiteY122-66722" fmla="*/ 619315 h 6858000"/>
              <a:gd name="connsiteX123-66723" fmla="*/ 15184 w 1364418"/>
              <a:gd name="connsiteY123-66724" fmla="*/ 585934 h 6858000"/>
              <a:gd name="connsiteX124-66725" fmla="*/ 22258 w 1364418"/>
              <a:gd name="connsiteY124-66726" fmla="*/ 538948 h 6858000"/>
              <a:gd name="connsiteX125-66727" fmla="*/ 26166 w 1364418"/>
              <a:gd name="connsiteY125-66728" fmla="*/ 525163 h 6858000"/>
              <a:gd name="connsiteX126-66729" fmla="*/ 52290 w 1364418"/>
              <a:gd name="connsiteY126-66730" fmla="*/ 446567 h 6858000"/>
              <a:gd name="connsiteX127-66731" fmla="*/ 51538 w 1364418"/>
              <a:gd name="connsiteY127-66732" fmla="*/ 393828 h 6858000"/>
              <a:gd name="connsiteX128-66733" fmla="*/ 51368 w 1364418"/>
              <a:gd name="connsiteY128-66734" fmla="*/ 353137 h 6858000"/>
              <a:gd name="connsiteX129-66735" fmla="*/ 55970 w 1364418"/>
              <a:gd name="connsiteY129-66736" fmla="*/ 321428 h 6858000"/>
              <a:gd name="connsiteX130-66737" fmla="*/ 57061 w 1364418"/>
              <a:gd name="connsiteY130-66738" fmla="*/ 275771 h 6858000"/>
              <a:gd name="connsiteX131-66739" fmla="*/ 74088 w 1364418"/>
              <a:gd name="connsiteY131-66740" fmla="*/ 212860 h 6858000"/>
              <a:gd name="connsiteX132-66741" fmla="*/ 65798 w 1364418"/>
              <a:gd name="connsiteY132-66742" fmla="*/ 144983 h 6858000"/>
              <a:gd name="connsiteX133-66743" fmla="*/ 78082 w 1364418"/>
              <a:gd name="connsiteY133-66744" fmla="*/ 55288 h 6858000"/>
              <a:gd name="connsiteX134-66745" fmla="*/ 37636 w 1364418"/>
              <a:gd name="connsiteY134-66746" fmla="*/ 0 h 6858000"/>
              <a:gd name="connsiteX0-66747" fmla="*/ 37636 w 1364418"/>
              <a:gd name="connsiteY0-66748" fmla="*/ 0 h 6858000"/>
              <a:gd name="connsiteX1-66749" fmla="*/ 1364418 w 1364418"/>
              <a:gd name="connsiteY1-66750" fmla="*/ 0 h 6858000"/>
              <a:gd name="connsiteX2-66751" fmla="*/ 1364418 w 1364418"/>
              <a:gd name="connsiteY2-66752" fmla="*/ 6858000 h 6858000"/>
              <a:gd name="connsiteX3-66753" fmla="*/ 101112 w 1364418"/>
              <a:gd name="connsiteY3-66754" fmla="*/ 6857735 h 6858000"/>
              <a:gd name="connsiteX4-66755" fmla="*/ 137704 w 1364418"/>
              <a:gd name="connsiteY4-66756" fmla="*/ 6832113 h 6858000"/>
              <a:gd name="connsiteX5-66757" fmla="*/ 209564 w 1364418"/>
              <a:gd name="connsiteY5-66758" fmla="*/ 6777899 h 6858000"/>
              <a:gd name="connsiteX6-66759" fmla="*/ 240339 w 1364418"/>
              <a:gd name="connsiteY6-66760" fmla="*/ 6711686 h 6858000"/>
              <a:gd name="connsiteX7-66761" fmla="*/ 286686 w 1364418"/>
              <a:gd name="connsiteY7-66762" fmla="*/ 6664994 h 6858000"/>
              <a:gd name="connsiteX8-66763" fmla="*/ 339152 w 1364418"/>
              <a:gd name="connsiteY8-66764" fmla="*/ 6471804 h 6858000"/>
              <a:gd name="connsiteX9-66765" fmla="*/ 334570 w 1364418"/>
              <a:gd name="connsiteY9-66766" fmla="*/ 6389835 h 6858000"/>
              <a:gd name="connsiteX10-66767" fmla="*/ 293648 w 1364418"/>
              <a:gd name="connsiteY10-66768" fmla="*/ 6334727 h 6858000"/>
              <a:gd name="connsiteX11-66769" fmla="*/ 278227 w 1364418"/>
              <a:gd name="connsiteY11-66770" fmla="*/ 6280046 h 6858000"/>
              <a:gd name="connsiteX12-66771" fmla="*/ 288000 w 1364418"/>
              <a:gd name="connsiteY12-66772" fmla="*/ 6252834 h 6858000"/>
              <a:gd name="connsiteX13-66773" fmla="*/ 265992 w 1364418"/>
              <a:gd name="connsiteY13-66774" fmla="*/ 6202459 h 6858000"/>
              <a:gd name="connsiteX14-66775" fmla="*/ 264790 w 1364418"/>
              <a:gd name="connsiteY14-66776" fmla="*/ 6153037 h 6858000"/>
              <a:gd name="connsiteX15-66777" fmla="*/ 280205 w 1364418"/>
              <a:gd name="connsiteY15-66778" fmla="*/ 6078132 h 6858000"/>
              <a:gd name="connsiteX16-66779" fmla="*/ 267592 w 1364418"/>
              <a:gd name="connsiteY16-66780" fmla="*/ 6028119 h 6858000"/>
              <a:gd name="connsiteX17-66781" fmla="*/ 252821 w 1364418"/>
              <a:gd name="connsiteY17-66782" fmla="*/ 5926735 h 6858000"/>
              <a:gd name="connsiteX18-66783" fmla="*/ 302333 w 1364418"/>
              <a:gd name="connsiteY18-66784" fmla="*/ 5712857 h 6858000"/>
              <a:gd name="connsiteX19-66785" fmla="*/ 332131 w 1364418"/>
              <a:gd name="connsiteY19-66786" fmla="*/ 5660491 h 6858000"/>
              <a:gd name="connsiteX20-66787" fmla="*/ 341254 w 1364418"/>
              <a:gd name="connsiteY20-66788" fmla="*/ 5563435 h 6858000"/>
              <a:gd name="connsiteX21-66789" fmla="*/ 368130 w 1364418"/>
              <a:gd name="connsiteY21-66790" fmla="*/ 5437125 h 6858000"/>
              <a:gd name="connsiteX22-66791" fmla="*/ 381698 w 1364418"/>
              <a:gd name="connsiteY22-66792" fmla="*/ 5396260 h 6858000"/>
              <a:gd name="connsiteX23-66793" fmla="*/ 397679 w 1364418"/>
              <a:gd name="connsiteY23-66794" fmla="*/ 5330009 h 6858000"/>
              <a:gd name="connsiteX24-66795" fmla="*/ 431172 w 1364418"/>
              <a:gd name="connsiteY24-66796" fmla="*/ 5273739 h 6858000"/>
              <a:gd name="connsiteX25-66797" fmla="*/ 440771 w 1364418"/>
              <a:gd name="connsiteY25-66798" fmla="*/ 5241779 h 6858000"/>
              <a:gd name="connsiteX26-66799" fmla="*/ 451997 w 1364418"/>
              <a:gd name="connsiteY26-66800" fmla="*/ 5225268 h 6858000"/>
              <a:gd name="connsiteX27-66801" fmla="*/ 453017 w 1364418"/>
              <a:gd name="connsiteY27-66802" fmla="*/ 5217684 h 6858000"/>
              <a:gd name="connsiteX28-66803" fmla="*/ 460358 w 1364418"/>
              <a:gd name="connsiteY28-66804" fmla="*/ 5193377 h 6858000"/>
              <a:gd name="connsiteX29-66805" fmla="*/ 463661 w 1364418"/>
              <a:gd name="connsiteY29-66806" fmla="*/ 5179288 h 6858000"/>
              <a:gd name="connsiteX30-66807" fmla="*/ 464645 w 1364418"/>
              <a:gd name="connsiteY30-66808" fmla="*/ 5173621 h 6858000"/>
              <a:gd name="connsiteX31-66809" fmla="*/ 460279 w 1364418"/>
              <a:gd name="connsiteY31-66810" fmla="*/ 5159961 h 6858000"/>
              <a:gd name="connsiteX32-66811" fmla="*/ 466956 w 1364418"/>
              <a:gd name="connsiteY32-66812" fmla="*/ 5144295 h 6858000"/>
              <a:gd name="connsiteX33-66813" fmla="*/ 463889 w 1364418"/>
              <a:gd name="connsiteY33-66814" fmla="*/ 5125185 h 6858000"/>
              <a:gd name="connsiteX34-66815" fmla="*/ 470719 w 1364418"/>
              <a:gd name="connsiteY34-66816" fmla="*/ 5121884 h 6858000"/>
              <a:gd name="connsiteX35-66817" fmla="*/ 477755 w 1364418"/>
              <a:gd name="connsiteY35-66818" fmla="*/ 5067850 h 6858000"/>
              <a:gd name="connsiteX36-66819" fmla="*/ 480486 w 1364418"/>
              <a:gd name="connsiteY36-66820" fmla="*/ 5060861 h 6858000"/>
              <a:gd name="connsiteX37-66821" fmla="*/ 477190 w 1364418"/>
              <a:gd name="connsiteY37-66822" fmla="*/ 5034192 h 6858000"/>
              <a:gd name="connsiteX38-66823" fmla="*/ 478744 w 1364418"/>
              <a:gd name="connsiteY38-66824" fmla="*/ 4993030 h 6858000"/>
              <a:gd name="connsiteX39-66825" fmla="*/ 485653 w 1364418"/>
              <a:gd name="connsiteY39-66826" fmla="*/ 4946844 h 6858000"/>
              <a:gd name="connsiteX40-66827" fmla="*/ 481509 w 1364418"/>
              <a:gd name="connsiteY40-66828" fmla="*/ 4932692 h 6858000"/>
              <a:gd name="connsiteX41-66829" fmla="*/ 496912 w 1364418"/>
              <a:gd name="connsiteY41-66830" fmla="*/ 4858827 h 6858000"/>
              <a:gd name="connsiteX42-66831" fmla="*/ 502815 w 1364418"/>
              <a:gd name="connsiteY42-66832" fmla="*/ 4821170 h 6858000"/>
              <a:gd name="connsiteX43-66833" fmla="*/ 507548 w 1364418"/>
              <a:gd name="connsiteY43-66834" fmla="*/ 4780965 h 6858000"/>
              <a:gd name="connsiteX44-66835" fmla="*/ 508841 w 1364418"/>
              <a:gd name="connsiteY44-66836" fmla="*/ 4750867 h 6858000"/>
              <a:gd name="connsiteX45-66837" fmla="*/ 506648 w 1364418"/>
              <a:gd name="connsiteY45-66838" fmla="*/ 4690749 h 6858000"/>
              <a:gd name="connsiteX46-66839" fmla="*/ 502128 w 1364418"/>
              <a:gd name="connsiteY46-66840" fmla="*/ 4584173 h 6858000"/>
              <a:gd name="connsiteX47-66841" fmla="*/ 497211 w 1364418"/>
              <a:gd name="connsiteY47-66842" fmla="*/ 4444346 h 6858000"/>
              <a:gd name="connsiteX48-66843" fmla="*/ 493776 w 1364418"/>
              <a:gd name="connsiteY48-66844" fmla="*/ 4375228 h 6858000"/>
              <a:gd name="connsiteX49-66845" fmla="*/ 474429 w 1364418"/>
              <a:gd name="connsiteY49-66846" fmla="*/ 4214165 h 6858000"/>
              <a:gd name="connsiteX50-66847" fmla="*/ 478502 w 1364418"/>
              <a:gd name="connsiteY50-66848" fmla="*/ 4090296 h 6858000"/>
              <a:gd name="connsiteX51-66849" fmla="*/ 463758 w 1364418"/>
              <a:gd name="connsiteY51-66850" fmla="*/ 4033999 h 6858000"/>
              <a:gd name="connsiteX52-66851" fmla="*/ 464907 w 1364418"/>
              <a:gd name="connsiteY52-66852" fmla="*/ 4031933 h 6858000"/>
              <a:gd name="connsiteX53-66853" fmla="*/ 463483 w 1364418"/>
              <a:gd name="connsiteY53-66854" fmla="*/ 4013953 h 6858000"/>
              <a:gd name="connsiteX54-66855" fmla="*/ 449778 w 1364418"/>
              <a:gd name="connsiteY54-66856" fmla="*/ 3974753 h 6858000"/>
              <a:gd name="connsiteX55-66857" fmla="*/ 451376 w 1364418"/>
              <a:gd name="connsiteY55-66858" fmla="*/ 3969950 h 6858000"/>
              <a:gd name="connsiteX56-66859" fmla="*/ 444798 w 1364418"/>
              <a:gd name="connsiteY56-66860" fmla="*/ 3933779 h 6858000"/>
              <a:gd name="connsiteX57-66861" fmla="*/ 446129 w 1364418"/>
              <a:gd name="connsiteY57-66862" fmla="*/ 3933093 h 6858000"/>
              <a:gd name="connsiteX58-66863" fmla="*/ 450483 w 1364418"/>
              <a:gd name="connsiteY58-66864" fmla="*/ 3922082 h 6858000"/>
              <a:gd name="connsiteX59-66865" fmla="*/ 455561 w 1364418"/>
              <a:gd name="connsiteY59-66866" fmla="*/ 3901461 h 6858000"/>
              <a:gd name="connsiteX60-66867" fmla="*/ 478155 w 1364418"/>
              <a:gd name="connsiteY60-66868" fmla="*/ 3813873 h 6858000"/>
              <a:gd name="connsiteX61-66869" fmla="*/ 477580 w 1364418"/>
              <a:gd name="connsiteY61-66870" fmla="*/ 3806161 h 6858000"/>
              <a:gd name="connsiteX62-66871" fmla="*/ 477887 w 1364418"/>
              <a:gd name="connsiteY62-66872" fmla="*/ 3805957 h 6858000"/>
              <a:gd name="connsiteX63-66873" fmla="*/ 477914 w 1364418"/>
              <a:gd name="connsiteY63-66874" fmla="*/ 3797724 h 6858000"/>
              <a:gd name="connsiteX64-66875" fmla="*/ 476529 w 1364418"/>
              <a:gd name="connsiteY64-66876" fmla="*/ 3792098 h 6858000"/>
              <a:gd name="connsiteX65-66877" fmla="*/ 475413 w 1364418"/>
              <a:gd name="connsiteY65-66878" fmla="*/ 3777135 h 6858000"/>
              <a:gd name="connsiteX66-66879" fmla="*/ 477146 w 1364418"/>
              <a:gd name="connsiteY66-66880" fmla="*/ 3771656 h 6858000"/>
              <a:gd name="connsiteX67-66881" fmla="*/ 480889 w 1364418"/>
              <a:gd name="connsiteY67-66882" fmla="*/ 3769007 h 6858000"/>
              <a:gd name="connsiteX68-66883" fmla="*/ 480355 w 1364418"/>
              <a:gd name="connsiteY68-66884" fmla="*/ 3767709 h 6858000"/>
              <a:gd name="connsiteX69-66885" fmla="*/ 489051 w 1364418"/>
              <a:gd name="connsiteY69-66886" fmla="*/ 3738082 h 6858000"/>
              <a:gd name="connsiteX70-66887" fmla="*/ 496397 w 1364418"/>
              <a:gd name="connsiteY70-66888" fmla="*/ 3673397 h 6858000"/>
              <a:gd name="connsiteX71-66889" fmla="*/ 495693 w 1364418"/>
              <a:gd name="connsiteY71-66890" fmla="*/ 3637109 h 6858000"/>
              <a:gd name="connsiteX72-66891" fmla="*/ 499136 w 1364418"/>
              <a:gd name="connsiteY72-66892" fmla="*/ 3536883 h 6858000"/>
              <a:gd name="connsiteX73-66893" fmla="*/ 506674 w 1364418"/>
              <a:gd name="connsiteY73-66894" fmla="*/ 3435652 h 6858000"/>
              <a:gd name="connsiteX74-66895" fmla="*/ 508345 w 1364418"/>
              <a:gd name="connsiteY74-66896" fmla="*/ 3307769 h 6858000"/>
              <a:gd name="connsiteX75-66897" fmla="*/ 525908 w 1364418"/>
              <a:gd name="connsiteY75-66898" fmla="*/ 3250522 h 6858000"/>
              <a:gd name="connsiteX76-66899" fmla="*/ 526333 w 1364418"/>
              <a:gd name="connsiteY76-66900" fmla="*/ 3229163 h 6858000"/>
              <a:gd name="connsiteX77-66901" fmla="*/ 528156 w 1364418"/>
              <a:gd name="connsiteY77-66902" fmla="*/ 3217217 h 6858000"/>
              <a:gd name="connsiteX78-66903" fmla="*/ 514991 w 1364418"/>
              <a:gd name="connsiteY78-66904" fmla="*/ 3183755 h 6858000"/>
              <a:gd name="connsiteX79-66905" fmla="*/ 515492 w 1364418"/>
              <a:gd name="connsiteY79-66906" fmla="*/ 3178642 h 6858000"/>
              <a:gd name="connsiteX80-66907" fmla="*/ 503092 w 1364418"/>
              <a:gd name="connsiteY80-66908" fmla="*/ 3158586 h 6858000"/>
              <a:gd name="connsiteX81-66909" fmla="*/ 488277 w 1364418"/>
              <a:gd name="connsiteY81-66910" fmla="*/ 3129034 h 6858000"/>
              <a:gd name="connsiteX82-66911" fmla="*/ 488942 w 1364418"/>
              <a:gd name="connsiteY82-66912" fmla="*/ 3126682 h 6858000"/>
              <a:gd name="connsiteX83-66913" fmla="*/ 479810 w 1364418"/>
              <a:gd name="connsiteY83-66914" fmla="*/ 3114519 h 6858000"/>
              <a:gd name="connsiteX84-66915" fmla="*/ 466419 w 1364418"/>
              <a:gd name="connsiteY84-66916" fmla="*/ 3106272 h 6858000"/>
              <a:gd name="connsiteX85-66917" fmla="*/ 439149 w 1364418"/>
              <a:gd name="connsiteY85-66918" fmla="*/ 2958185 h 6858000"/>
              <a:gd name="connsiteX86-66919" fmla="*/ 381763 w 1364418"/>
              <a:gd name="connsiteY86-66920" fmla="*/ 2762989 h 6858000"/>
              <a:gd name="connsiteX87-66921" fmla="*/ 330681 w 1364418"/>
              <a:gd name="connsiteY87-66922" fmla="*/ 2554718 h 6858000"/>
              <a:gd name="connsiteX88-66923" fmla="*/ 310775 w 1364418"/>
              <a:gd name="connsiteY88-66924" fmla="*/ 2485734 h 6858000"/>
              <a:gd name="connsiteX89-66925" fmla="*/ 301498 w 1364418"/>
              <a:gd name="connsiteY89-66926" fmla="*/ 2447068 h 6858000"/>
              <a:gd name="connsiteX90-66927" fmla="*/ 288459 w 1364418"/>
              <a:gd name="connsiteY90-66928" fmla="*/ 2425819 h 6858000"/>
              <a:gd name="connsiteX91-66929" fmla="*/ 294458 w 1364418"/>
              <a:gd name="connsiteY91-66930" fmla="*/ 2402874 h 6858000"/>
              <a:gd name="connsiteX92-66931" fmla="*/ 297070 w 1364418"/>
              <a:gd name="connsiteY92-66932" fmla="*/ 2381443 h 6858000"/>
              <a:gd name="connsiteX93-66933" fmla="*/ 273399 w 1364418"/>
              <a:gd name="connsiteY93-66934" fmla="*/ 2261920 h 6858000"/>
              <a:gd name="connsiteX94-66935" fmla="*/ 263286 w 1364418"/>
              <a:gd name="connsiteY94-66936" fmla="*/ 2195378 h 6858000"/>
              <a:gd name="connsiteX95-66937" fmla="*/ 247503 w 1364418"/>
              <a:gd name="connsiteY95-66938" fmla="*/ 2155135 h 6858000"/>
              <a:gd name="connsiteX96-66939" fmla="*/ 244961 w 1364418"/>
              <a:gd name="connsiteY96-66940" fmla="*/ 2118008 h 6858000"/>
              <a:gd name="connsiteX97-66941" fmla="*/ 245954 w 1364418"/>
              <a:gd name="connsiteY97-66942" fmla="*/ 2050531 h 6858000"/>
              <a:gd name="connsiteX98-66943" fmla="*/ 237760 w 1364418"/>
              <a:gd name="connsiteY98-66944" fmla="*/ 1963269 h 6858000"/>
              <a:gd name="connsiteX99-66945" fmla="*/ 218938 w 1364418"/>
              <a:gd name="connsiteY99-66946" fmla="*/ 1906352 h 6858000"/>
              <a:gd name="connsiteX100-66947" fmla="*/ 195495 w 1364418"/>
              <a:gd name="connsiteY100-66948" fmla="*/ 1861531 h 6858000"/>
              <a:gd name="connsiteX101-66949" fmla="*/ 149294 w 1364418"/>
              <a:gd name="connsiteY101-66950" fmla="*/ 1732919 h 6858000"/>
              <a:gd name="connsiteX102-66951" fmla="*/ 121605 w 1364418"/>
              <a:gd name="connsiteY102-66952" fmla="*/ 1663540 h 6858000"/>
              <a:gd name="connsiteX103-66953" fmla="*/ 120731 w 1364418"/>
              <a:gd name="connsiteY103-66954" fmla="*/ 1615777 h 6858000"/>
              <a:gd name="connsiteX104-66955" fmla="*/ 101526 w 1364418"/>
              <a:gd name="connsiteY104-66956" fmla="*/ 1563678 h 6858000"/>
              <a:gd name="connsiteX105-66957" fmla="*/ 114606 w 1364418"/>
              <a:gd name="connsiteY105-66958" fmla="*/ 1519474 h 6858000"/>
              <a:gd name="connsiteX106-66959" fmla="*/ 107348 w 1364418"/>
              <a:gd name="connsiteY106-66960" fmla="*/ 1477995 h 6858000"/>
              <a:gd name="connsiteX107-66961" fmla="*/ 93433 w 1364418"/>
              <a:gd name="connsiteY107-66962" fmla="*/ 1373769 h 6858000"/>
              <a:gd name="connsiteX108-66963" fmla="*/ 101740 w 1364418"/>
              <a:gd name="connsiteY108-66964" fmla="*/ 1307086 h 6858000"/>
              <a:gd name="connsiteX109-66965" fmla="*/ 102928 w 1364418"/>
              <a:gd name="connsiteY109-66966" fmla="*/ 1189033 h 6858000"/>
              <a:gd name="connsiteX110-66967" fmla="*/ 107613 w 1364418"/>
              <a:gd name="connsiteY110-66968" fmla="*/ 1168288 h 6858000"/>
              <a:gd name="connsiteX111-66969" fmla="*/ 99895 w 1364418"/>
              <a:gd name="connsiteY111-66970" fmla="*/ 1142577 h 6858000"/>
              <a:gd name="connsiteX112-66971" fmla="*/ 89201 w 1364418"/>
              <a:gd name="connsiteY112-66972" fmla="*/ 1088484 h 6858000"/>
              <a:gd name="connsiteX113-66973" fmla="*/ 77937 w 1364418"/>
              <a:gd name="connsiteY113-66974" fmla="*/ 1016103 h 6858000"/>
              <a:gd name="connsiteX114-66975" fmla="*/ 79393 w 1364418"/>
              <a:gd name="connsiteY114-66976" fmla="*/ 954054 h 6858000"/>
              <a:gd name="connsiteX115-66977" fmla="*/ 90309 w 1364418"/>
              <a:gd name="connsiteY115-66978" fmla="*/ 921368 h 6858000"/>
              <a:gd name="connsiteX116-66979" fmla="*/ 74258 w 1364418"/>
              <a:gd name="connsiteY116-66980" fmla="*/ 896999 h 6858000"/>
              <a:gd name="connsiteX117-66981" fmla="*/ 43666 w 1364418"/>
              <a:gd name="connsiteY117-66982" fmla="*/ 821517 h 6858000"/>
              <a:gd name="connsiteX118-66983" fmla="*/ 22616 w 1364418"/>
              <a:gd name="connsiteY118-66984" fmla="*/ 751353 h 6858000"/>
              <a:gd name="connsiteX119-66985" fmla="*/ 22174 w 1364418"/>
              <a:gd name="connsiteY119-66986" fmla="*/ 721230 h 6858000"/>
              <a:gd name="connsiteX120-66987" fmla="*/ 7845 w 1364418"/>
              <a:gd name="connsiteY120-66988" fmla="*/ 681659 h 6858000"/>
              <a:gd name="connsiteX121-66989" fmla="*/ 31306 w 1364418"/>
              <a:gd name="connsiteY121-66990" fmla="*/ 619315 h 6858000"/>
              <a:gd name="connsiteX122-66991" fmla="*/ 15184 w 1364418"/>
              <a:gd name="connsiteY122-66992" fmla="*/ 585934 h 6858000"/>
              <a:gd name="connsiteX123-66993" fmla="*/ 22258 w 1364418"/>
              <a:gd name="connsiteY123-66994" fmla="*/ 538948 h 6858000"/>
              <a:gd name="connsiteX124-66995" fmla="*/ 26166 w 1364418"/>
              <a:gd name="connsiteY124-66996" fmla="*/ 525163 h 6858000"/>
              <a:gd name="connsiteX125-66997" fmla="*/ 52290 w 1364418"/>
              <a:gd name="connsiteY125-66998" fmla="*/ 446567 h 6858000"/>
              <a:gd name="connsiteX126-66999" fmla="*/ 51538 w 1364418"/>
              <a:gd name="connsiteY126-67000" fmla="*/ 393828 h 6858000"/>
              <a:gd name="connsiteX127-67001" fmla="*/ 51368 w 1364418"/>
              <a:gd name="connsiteY127-67002" fmla="*/ 353137 h 6858000"/>
              <a:gd name="connsiteX128-67003" fmla="*/ 55970 w 1364418"/>
              <a:gd name="connsiteY128-67004" fmla="*/ 321428 h 6858000"/>
              <a:gd name="connsiteX129-67005" fmla="*/ 57061 w 1364418"/>
              <a:gd name="connsiteY129-67006" fmla="*/ 275771 h 6858000"/>
              <a:gd name="connsiteX130-67007" fmla="*/ 74088 w 1364418"/>
              <a:gd name="connsiteY130-67008" fmla="*/ 212860 h 6858000"/>
              <a:gd name="connsiteX131-67009" fmla="*/ 65798 w 1364418"/>
              <a:gd name="connsiteY131-67010" fmla="*/ 144983 h 6858000"/>
              <a:gd name="connsiteX132-67011" fmla="*/ 78082 w 1364418"/>
              <a:gd name="connsiteY132-67012" fmla="*/ 55288 h 6858000"/>
              <a:gd name="connsiteX133-67013" fmla="*/ 37636 w 1364418"/>
              <a:gd name="connsiteY133-67014" fmla="*/ 0 h 6858000"/>
              <a:gd name="connsiteX0-67015" fmla="*/ 37636 w 1364418"/>
              <a:gd name="connsiteY0-67016" fmla="*/ 0 h 6858000"/>
              <a:gd name="connsiteX1-67017" fmla="*/ 1364418 w 1364418"/>
              <a:gd name="connsiteY1-67018" fmla="*/ 0 h 6858000"/>
              <a:gd name="connsiteX2-67019" fmla="*/ 1364418 w 1364418"/>
              <a:gd name="connsiteY2-67020" fmla="*/ 6858000 h 6858000"/>
              <a:gd name="connsiteX3-67021" fmla="*/ 101112 w 1364418"/>
              <a:gd name="connsiteY3-67022" fmla="*/ 6857735 h 6858000"/>
              <a:gd name="connsiteX4-67023" fmla="*/ 137704 w 1364418"/>
              <a:gd name="connsiteY4-67024" fmla="*/ 6832113 h 6858000"/>
              <a:gd name="connsiteX5-67025" fmla="*/ 209564 w 1364418"/>
              <a:gd name="connsiteY5-67026" fmla="*/ 6777899 h 6858000"/>
              <a:gd name="connsiteX6-67027" fmla="*/ 240339 w 1364418"/>
              <a:gd name="connsiteY6-67028" fmla="*/ 6711686 h 6858000"/>
              <a:gd name="connsiteX7-67029" fmla="*/ 286686 w 1364418"/>
              <a:gd name="connsiteY7-67030" fmla="*/ 6664994 h 6858000"/>
              <a:gd name="connsiteX8-67031" fmla="*/ 339152 w 1364418"/>
              <a:gd name="connsiteY8-67032" fmla="*/ 6471804 h 6858000"/>
              <a:gd name="connsiteX9-67033" fmla="*/ 334570 w 1364418"/>
              <a:gd name="connsiteY9-67034" fmla="*/ 6389835 h 6858000"/>
              <a:gd name="connsiteX10-67035" fmla="*/ 317792 w 1364418"/>
              <a:gd name="connsiteY10-67036" fmla="*/ 6324679 h 6858000"/>
              <a:gd name="connsiteX11-67037" fmla="*/ 278227 w 1364418"/>
              <a:gd name="connsiteY11-67038" fmla="*/ 6280046 h 6858000"/>
              <a:gd name="connsiteX12-67039" fmla="*/ 288000 w 1364418"/>
              <a:gd name="connsiteY12-67040" fmla="*/ 6252834 h 6858000"/>
              <a:gd name="connsiteX13-67041" fmla="*/ 265992 w 1364418"/>
              <a:gd name="connsiteY13-67042" fmla="*/ 6202459 h 6858000"/>
              <a:gd name="connsiteX14-67043" fmla="*/ 264790 w 1364418"/>
              <a:gd name="connsiteY14-67044" fmla="*/ 6153037 h 6858000"/>
              <a:gd name="connsiteX15-67045" fmla="*/ 280205 w 1364418"/>
              <a:gd name="connsiteY15-67046" fmla="*/ 6078132 h 6858000"/>
              <a:gd name="connsiteX16-67047" fmla="*/ 267592 w 1364418"/>
              <a:gd name="connsiteY16-67048" fmla="*/ 6028119 h 6858000"/>
              <a:gd name="connsiteX17-67049" fmla="*/ 252821 w 1364418"/>
              <a:gd name="connsiteY17-67050" fmla="*/ 5926735 h 6858000"/>
              <a:gd name="connsiteX18-67051" fmla="*/ 302333 w 1364418"/>
              <a:gd name="connsiteY18-67052" fmla="*/ 5712857 h 6858000"/>
              <a:gd name="connsiteX19-67053" fmla="*/ 332131 w 1364418"/>
              <a:gd name="connsiteY19-67054" fmla="*/ 5660491 h 6858000"/>
              <a:gd name="connsiteX20-67055" fmla="*/ 341254 w 1364418"/>
              <a:gd name="connsiteY20-67056" fmla="*/ 5563435 h 6858000"/>
              <a:gd name="connsiteX21-67057" fmla="*/ 368130 w 1364418"/>
              <a:gd name="connsiteY21-67058" fmla="*/ 5437125 h 6858000"/>
              <a:gd name="connsiteX22-67059" fmla="*/ 381698 w 1364418"/>
              <a:gd name="connsiteY22-67060" fmla="*/ 5396260 h 6858000"/>
              <a:gd name="connsiteX23-67061" fmla="*/ 397679 w 1364418"/>
              <a:gd name="connsiteY23-67062" fmla="*/ 5330009 h 6858000"/>
              <a:gd name="connsiteX24-67063" fmla="*/ 431172 w 1364418"/>
              <a:gd name="connsiteY24-67064" fmla="*/ 5273739 h 6858000"/>
              <a:gd name="connsiteX25-67065" fmla="*/ 440771 w 1364418"/>
              <a:gd name="connsiteY25-67066" fmla="*/ 5241779 h 6858000"/>
              <a:gd name="connsiteX26-67067" fmla="*/ 451997 w 1364418"/>
              <a:gd name="connsiteY26-67068" fmla="*/ 5225268 h 6858000"/>
              <a:gd name="connsiteX27-67069" fmla="*/ 453017 w 1364418"/>
              <a:gd name="connsiteY27-67070" fmla="*/ 5217684 h 6858000"/>
              <a:gd name="connsiteX28-67071" fmla="*/ 460358 w 1364418"/>
              <a:gd name="connsiteY28-67072" fmla="*/ 5193377 h 6858000"/>
              <a:gd name="connsiteX29-67073" fmla="*/ 463661 w 1364418"/>
              <a:gd name="connsiteY29-67074" fmla="*/ 5179288 h 6858000"/>
              <a:gd name="connsiteX30-67075" fmla="*/ 464645 w 1364418"/>
              <a:gd name="connsiteY30-67076" fmla="*/ 5173621 h 6858000"/>
              <a:gd name="connsiteX31-67077" fmla="*/ 460279 w 1364418"/>
              <a:gd name="connsiteY31-67078" fmla="*/ 5159961 h 6858000"/>
              <a:gd name="connsiteX32-67079" fmla="*/ 466956 w 1364418"/>
              <a:gd name="connsiteY32-67080" fmla="*/ 5144295 h 6858000"/>
              <a:gd name="connsiteX33-67081" fmla="*/ 463889 w 1364418"/>
              <a:gd name="connsiteY33-67082" fmla="*/ 5125185 h 6858000"/>
              <a:gd name="connsiteX34-67083" fmla="*/ 470719 w 1364418"/>
              <a:gd name="connsiteY34-67084" fmla="*/ 5121884 h 6858000"/>
              <a:gd name="connsiteX35-67085" fmla="*/ 477755 w 1364418"/>
              <a:gd name="connsiteY35-67086" fmla="*/ 5067850 h 6858000"/>
              <a:gd name="connsiteX36-67087" fmla="*/ 480486 w 1364418"/>
              <a:gd name="connsiteY36-67088" fmla="*/ 5060861 h 6858000"/>
              <a:gd name="connsiteX37-67089" fmla="*/ 477190 w 1364418"/>
              <a:gd name="connsiteY37-67090" fmla="*/ 5034192 h 6858000"/>
              <a:gd name="connsiteX38-67091" fmla="*/ 478744 w 1364418"/>
              <a:gd name="connsiteY38-67092" fmla="*/ 4993030 h 6858000"/>
              <a:gd name="connsiteX39-67093" fmla="*/ 485653 w 1364418"/>
              <a:gd name="connsiteY39-67094" fmla="*/ 4946844 h 6858000"/>
              <a:gd name="connsiteX40-67095" fmla="*/ 481509 w 1364418"/>
              <a:gd name="connsiteY40-67096" fmla="*/ 4932692 h 6858000"/>
              <a:gd name="connsiteX41-67097" fmla="*/ 496912 w 1364418"/>
              <a:gd name="connsiteY41-67098" fmla="*/ 4858827 h 6858000"/>
              <a:gd name="connsiteX42-67099" fmla="*/ 502815 w 1364418"/>
              <a:gd name="connsiteY42-67100" fmla="*/ 4821170 h 6858000"/>
              <a:gd name="connsiteX43-67101" fmla="*/ 507548 w 1364418"/>
              <a:gd name="connsiteY43-67102" fmla="*/ 4780965 h 6858000"/>
              <a:gd name="connsiteX44-67103" fmla="*/ 508841 w 1364418"/>
              <a:gd name="connsiteY44-67104" fmla="*/ 4750867 h 6858000"/>
              <a:gd name="connsiteX45-67105" fmla="*/ 506648 w 1364418"/>
              <a:gd name="connsiteY45-67106" fmla="*/ 4690749 h 6858000"/>
              <a:gd name="connsiteX46-67107" fmla="*/ 502128 w 1364418"/>
              <a:gd name="connsiteY46-67108" fmla="*/ 4584173 h 6858000"/>
              <a:gd name="connsiteX47-67109" fmla="*/ 497211 w 1364418"/>
              <a:gd name="connsiteY47-67110" fmla="*/ 4444346 h 6858000"/>
              <a:gd name="connsiteX48-67111" fmla="*/ 493776 w 1364418"/>
              <a:gd name="connsiteY48-67112" fmla="*/ 4375228 h 6858000"/>
              <a:gd name="connsiteX49-67113" fmla="*/ 474429 w 1364418"/>
              <a:gd name="connsiteY49-67114" fmla="*/ 4214165 h 6858000"/>
              <a:gd name="connsiteX50-67115" fmla="*/ 478502 w 1364418"/>
              <a:gd name="connsiteY50-67116" fmla="*/ 4090296 h 6858000"/>
              <a:gd name="connsiteX51-67117" fmla="*/ 463758 w 1364418"/>
              <a:gd name="connsiteY51-67118" fmla="*/ 4033999 h 6858000"/>
              <a:gd name="connsiteX52-67119" fmla="*/ 464907 w 1364418"/>
              <a:gd name="connsiteY52-67120" fmla="*/ 4031933 h 6858000"/>
              <a:gd name="connsiteX53-67121" fmla="*/ 463483 w 1364418"/>
              <a:gd name="connsiteY53-67122" fmla="*/ 4013953 h 6858000"/>
              <a:gd name="connsiteX54-67123" fmla="*/ 449778 w 1364418"/>
              <a:gd name="connsiteY54-67124" fmla="*/ 3974753 h 6858000"/>
              <a:gd name="connsiteX55-67125" fmla="*/ 451376 w 1364418"/>
              <a:gd name="connsiteY55-67126" fmla="*/ 3969950 h 6858000"/>
              <a:gd name="connsiteX56-67127" fmla="*/ 444798 w 1364418"/>
              <a:gd name="connsiteY56-67128" fmla="*/ 3933779 h 6858000"/>
              <a:gd name="connsiteX57-67129" fmla="*/ 446129 w 1364418"/>
              <a:gd name="connsiteY57-67130" fmla="*/ 3933093 h 6858000"/>
              <a:gd name="connsiteX58-67131" fmla="*/ 450483 w 1364418"/>
              <a:gd name="connsiteY58-67132" fmla="*/ 3922082 h 6858000"/>
              <a:gd name="connsiteX59-67133" fmla="*/ 455561 w 1364418"/>
              <a:gd name="connsiteY59-67134" fmla="*/ 3901461 h 6858000"/>
              <a:gd name="connsiteX60-67135" fmla="*/ 478155 w 1364418"/>
              <a:gd name="connsiteY60-67136" fmla="*/ 3813873 h 6858000"/>
              <a:gd name="connsiteX61-67137" fmla="*/ 477580 w 1364418"/>
              <a:gd name="connsiteY61-67138" fmla="*/ 3806161 h 6858000"/>
              <a:gd name="connsiteX62-67139" fmla="*/ 477887 w 1364418"/>
              <a:gd name="connsiteY62-67140" fmla="*/ 3805957 h 6858000"/>
              <a:gd name="connsiteX63-67141" fmla="*/ 477914 w 1364418"/>
              <a:gd name="connsiteY63-67142" fmla="*/ 3797724 h 6858000"/>
              <a:gd name="connsiteX64-67143" fmla="*/ 476529 w 1364418"/>
              <a:gd name="connsiteY64-67144" fmla="*/ 3792098 h 6858000"/>
              <a:gd name="connsiteX65-67145" fmla="*/ 475413 w 1364418"/>
              <a:gd name="connsiteY65-67146" fmla="*/ 3777135 h 6858000"/>
              <a:gd name="connsiteX66-67147" fmla="*/ 477146 w 1364418"/>
              <a:gd name="connsiteY66-67148" fmla="*/ 3771656 h 6858000"/>
              <a:gd name="connsiteX67-67149" fmla="*/ 480889 w 1364418"/>
              <a:gd name="connsiteY67-67150" fmla="*/ 3769007 h 6858000"/>
              <a:gd name="connsiteX68-67151" fmla="*/ 480355 w 1364418"/>
              <a:gd name="connsiteY68-67152" fmla="*/ 3767709 h 6858000"/>
              <a:gd name="connsiteX69-67153" fmla="*/ 489051 w 1364418"/>
              <a:gd name="connsiteY69-67154" fmla="*/ 3738082 h 6858000"/>
              <a:gd name="connsiteX70-67155" fmla="*/ 496397 w 1364418"/>
              <a:gd name="connsiteY70-67156" fmla="*/ 3673397 h 6858000"/>
              <a:gd name="connsiteX71-67157" fmla="*/ 495693 w 1364418"/>
              <a:gd name="connsiteY71-67158" fmla="*/ 3637109 h 6858000"/>
              <a:gd name="connsiteX72-67159" fmla="*/ 499136 w 1364418"/>
              <a:gd name="connsiteY72-67160" fmla="*/ 3536883 h 6858000"/>
              <a:gd name="connsiteX73-67161" fmla="*/ 506674 w 1364418"/>
              <a:gd name="connsiteY73-67162" fmla="*/ 3435652 h 6858000"/>
              <a:gd name="connsiteX74-67163" fmla="*/ 508345 w 1364418"/>
              <a:gd name="connsiteY74-67164" fmla="*/ 3307769 h 6858000"/>
              <a:gd name="connsiteX75-67165" fmla="*/ 525908 w 1364418"/>
              <a:gd name="connsiteY75-67166" fmla="*/ 3250522 h 6858000"/>
              <a:gd name="connsiteX76-67167" fmla="*/ 526333 w 1364418"/>
              <a:gd name="connsiteY76-67168" fmla="*/ 3229163 h 6858000"/>
              <a:gd name="connsiteX77-67169" fmla="*/ 528156 w 1364418"/>
              <a:gd name="connsiteY77-67170" fmla="*/ 3217217 h 6858000"/>
              <a:gd name="connsiteX78-67171" fmla="*/ 514991 w 1364418"/>
              <a:gd name="connsiteY78-67172" fmla="*/ 3183755 h 6858000"/>
              <a:gd name="connsiteX79-67173" fmla="*/ 515492 w 1364418"/>
              <a:gd name="connsiteY79-67174" fmla="*/ 3178642 h 6858000"/>
              <a:gd name="connsiteX80-67175" fmla="*/ 503092 w 1364418"/>
              <a:gd name="connsiteY80-67176" fmla="*/ 3158586 h 6858000"/>
              <a:gd name="connsiteX81-67177" fmla="*/ 488277 w 1364418"/>
              <a:gd name="connsiteY81-67178" fmla="*/ 3129034 h 6858000"/>
              <a:gd name="connsiteX82-67179" fmla="*/ 488942 w 1364418"/>
              <a:gd name="connsiteY82-67180" fmla="*/ 3126682 h 6858000"/>
              <a:gd name="connsiteX83-67181" fmla="*/ 479810 w 1364418"/>
              <a:gd name="connsiteY83-67182" fmla="*/ 3114519 h 6858000"/>
              <a:gd name="connsiteX84-67183" fmla="*/ 466419 w 1364418"/>
              <a:gd name="connsiteY84-67184" fmla="*/ 3106272 h 6858000"/>
              <a:gd name="connsiteX85-67185" fmla="*/ 439149 w 1364418"/>
              <a:gd name="connsiteY85-67186" fmla="*/ 2958185 h 6858000"/>
              <a:gd name="connsiteX86-67187" fmla="*/ 381763 w 1364418"/>
              <a:gd name="connsiteY86-67188" fmla="*/ 2762989 h 6858000"/>
              <a:gd name="connsiteX87-67189" fmla="*/ 330681 w 1364418"/>
              <a:gd name="connsiteY87-67190" fmla="*/ 2554718 h 6858000"/>
              <a:gd name="connsiteX88-67191" fmla="*/ 310775 w 1364418"/>
              <a:gd name="connsiteY88-67192" fmla="*/ 2485734 h 6858000"/>
              <a:gd name="connsiteX89-67193" fmla="*/ 301498 w 1364418"/>
              <a:gd name="connsiteY89-67194" fmla="*/ 2447068 h 6858000"/>
              <a:gd name="connsiteX90-67195" fmla="*/ 288459 w 1364418"/>
              <a:gd name="connsiteY90-67196" fmla="*/ 2425819 h 6858000"/>
              <a:gd name="connsiteX91-67197" fmla="*/ 294458 w 1364418"/>
              <a:gd name="connsiteY91-67198" fmla="*/ 2402874 h 6858000"/>
              <a:gd name="connsiteX92-67199" fmla="*/ 297070 w 1364418"/>
              <a:gd name="connsiteY92-67200" fmla="*/ 2381443 h 6858000"/>
              <a:gd name="connsiteX93-67201" fmla="*/ 273399 w 1364418"/>
              <a:gd name="connsiteY93-67202" fmla="*/ 2261920 h 6858000"/>
              <a:gd name="connsiteX94-67203" fmla="*/ 263286 w 1364418"/>
              <a:gd name="connsiteY94-67204" fmla="*/ 2195378 h 6858000"/>
              <a:gd name="connsiteX95-67205" fmla="*/ 247503 w 1364418"/>
              <a:gd name="connsiteY95-67206" fmla="*/ 2155135 h 6858000"/>
              <a:gd name="connsiteX96-67207" fmla="*/ 244961 w 1364418"/>
              <a:gd name="connsiteY96-67208" fmla="*/ 2118008 h 6858000"/>
              <a:gd name="connsiteX97-67209" fmla="*/ 245954 w 1364418"/>
              <a:gd name="connsiteY97-67210" fmla="*/ 2050531 h 6858000"/>
              <a:gd name="connsiteX98-67211" fmla="*/ 237760 w 1364418"/>
              <a:gd name="connsiteY98-67212" fmla="*/ 1963269 h 6858000"/>
              <a:gd name="connsiteX99-67213" fmla="*/ 218938 w 1364418"/>
              <a:gd name="connsiteY99-67214" fmla="*/ 1906352 h 6858000"/>
              <a:gd name="connsiteX100-67215" fmla="*/ 195495 w 1364418"/>
              <a:gd name="connsiteY100-67216" fmla="*/ 1861531 h 6858000"/>
              <a:gd name="connsiteX101-67217" fmla="*/ 149294 w 1364418"/>
              <a:gd name="connsiteY101-67218" fmla="*/ 1732919 h 6858000"/>
              <a:gd name="connsiteX102-67219" fmla="*/ 121605 w 1364418"/>
              <a:gd name="connsiteY102-67220" fmla="*/ 1663540 h 6858000"/>
              <a:gd name="connsiteX103-67221" fmla="*/ 120731 w 1364418"/>
              <a:gd name="connsiteY103-67222" fmla="*/ 1615777 h 6858000"/>
              <a:gd name="connsiteX104-67223" fmla="*/ 101526 w 1364418"/>
              <a:gd name="connsiteY104-67224" fmla="*/ 1563678 h 6858000"/>
              <a:gd name="connsiteX105-67225" fmla="*/ 114606 w 1364418"/>
              <a:gd name="connsiteY105-67226" fmla="*/ 1519474 h 6858000"/>
              <a:gd name="connsiteX106-67227" fmla="*/ 107348 w 1364418"/>
              <a:gd name="connsiteY106-67228" fmla="*/ 1477995 h 6858000"/>
              <a:gd name="connsiteX107-67229" fmla="*/ 93433 w 1364418"/>
              <a:gd name="connsiteY107-67230" fmla="*/ 1373769 h 6858000"/>
              <a:gd name="connsiteX108-67231" fmla="*/ 101740 w 1364418"/>
              <a:gd name="connsiteY108-67232" fmla="*/ 1307086 h 6858000"/>
              <a:gd name="connsiteX109-67233" fmla="*/ 102928 w 1364418"/>
              <a:gd name="connsiteY109-67234" fmla="*/ 1189033 h 6858000"/>
              <a:gd name="connsiteX110-67235" fmla="*/ 107613 w 1364418"/>
              <a:gd name="connsiteY110-67236" fmla="*/ 1168288 h 6858000"/>
              <a:gd name="connsiteX111-67237" fmla="*/ 99895 w 1364418"/>
              <a:gd name="connsiteY111-67238" fmla="*/ 1142577 h 6858000"/>
              <a:gd name="connsiteX112-67239" fmla="*/ 89201 w 1364418"/>
              <a:gd name="connsiteY112-67240" fmla="*/ 1088484 h 6858000"/>
              <a:gd name="connsiteX113-67241" fmla="*/ 77937 w 1364418"/>
              <a:gd name="connsiteY113-67242" fmla="*/ 1016103 h 6858000"/>
              <a:gd name="connsiteX114-67243" fmla="*/ 79393 w 1364418"/>
              <a:gd name="connsiteY114-67244" fmla="*/ 954054 h 6858000"/>
              <a:gd name="connsiteX115-67245" fmla="*/ 90309 w 1364418"/>
              <a:gd name="connsiteY115-67246" fmla="*/ 921368 h 6858000"/>
              <a:gd name="connsiteX116-67247" fmla="*/ 74258 w 1364418"/>
              <a:gd name="connsiteY116-67248" fmla="*/ 896999 h 6858000"/>
              <a:gd name="connsiteX117-67249" fmla="*/ 43666 w 1364418"/>
              <a:gd name="connsiteY117-67250" fmla="*/ 821517 h 6858000"/>
              <a:gd name="connsiteX118-67251" fmla="*/ 22616 w 1364418"/>
              <a:gd name="connsiteY118-67252" fmla="*/ 751353 h 6858000"/>
              <a:gd name="connsiteX119-67253" fmla="*/ 22174 w 1364418"/>
              <a:gd name="connsiteY119-67254" fmla="*/ 721230 h 6858000"/>
              <a:gd name="connsiteX120-67255" fmla="*/ 7845 w 1364418"/>
              <a:gd name="connsiteY120-67256" fmla="*/ 681659 h 6858000"/>
              <a:gd name="connsiteX121-67257" fmla="*/ 31306 w 1364418"/>
              <a:gd name="connsiteY121-67258" fmla="*/ 619315 h 6858000"/>
              <a:gd name="connsiteX122-67259" fmla="*/ 15184 w 1364418"/>
              <a:gd name="connsiteY122-67260" fmla="*/ 585934 h 6858000"/>
              <a:gd name="connsiteX123-67261" fmla="*/ 22258 w 1364418"/>
              <a:gd name="connsiteY123-67262" fmla="*/ 538948 h 6858000"/>
              <a:gd name="connsiteX124-67263" fmla="*/ 26166 w 1364418"/>
              <a:gd name="connsiteY124-67264" fmla="*/ 525163 h 6858000"/>
              <a:gd name="connsiteX125-67265" fmla="*/ 52290 w 1364418"/>
              <a:gd name="connsiteY125-67266" fmla="*/ 446567 h 6858000"/>
              <a:gd name="connsiteX126-67267" fmla="*/ 51538 w 1364418"/>
              <a:gd name="connsiteY126-67268" fmla="*/ 393828 h 6858000"/>
              <a:gd name="connsiteX127-67269" fmla="*/ 51368 w 1364418"/>
              <a:gd name="connsiteY127-67270" fmla="*/ 353137 h 6858000"/>
              <a:gd name="connsiteX128-67271" fmla="*/ 55970 w 1364418"/>
              <a:gd name="connsiteY128-67272" fmla="*/ 321428 h 6858000"/>
              <a:gd name="connsiteX129-67273" fmla="*/ 57061 w 1364418"/>
              <a:gd name="connsiteY129-67274" fmla="*/ 275771 h 6858000"/>
              <a:gd name="connsiteX130-67275" fmla="*/ 74088 w 1364418"/>
              <a:gd name="connsiteY130-67276" fmla="*/ 212860 h 6858000"/>
              <a:gd name="connsiteX131-67277" fmla="*/ 65798 w 1364418"/>
              <a:gd name="connsiteY131-67278" fmla="*/ 144983 h 6858000"/>
              <a:gd name="connsiteX132-67279" fmla="*/ 78082 w 1364418"/>
              <a:gd name="connsiteY132-67280" fmla="*/ 55288 h 6858000"/>
              <a:gd name="connsiteX133-67281" fmla="*/ 37636 w 1364418"/>
              <a:gd name="connsiteY133-67282" fmla="*/ 0 h 6858000"/>
              <a:gd name="connsiteX0-67283" fmla="*/ 37636 w 1364418"/>
              <a:gd name="connsiteY0-67284" fmla="*/ 0 h 6889521"/>
              <a:gd name="connsiteX1-67285" fmla="*/ 1364418 w 1364418"/>
              <a:gd name="connsiteY1-67286" fmla="*/ 0 h 6889521"/>
              <a:gd name="connsiteX2-67287" fmla="*/ 1364418 w 1364418"/>
              <a:gd name="connsiteY2-67288" fmla="*/ 6858000 h 6889521"/>
              <a:gd name="connsiteX3-67289" fmla="*/ 101112 w 1364418"/>
              <a:gd name="connsiteY3-67290" fmla="*/ 6857735 h 6889521"/>
              <a:gd name="connsiteX4-67291" fmla="*/ 222208 w 1364418"/>
              <a:gd name="connsiteY4-67292" fmla="*/ 6882355 h 6889521"/>
              <a:gd name="connsiteX5-67293" fmla="*/ 209564 w 1364418"/>
              <a:gd name="connsiteY5-67294" fmla="*/ 6777899 h 6889521"/>
              <a:gd name="connsiteX6-67295" fmla="*/ 240339 w 1364418"/>
              <a:gd name="connsiteY6-67296" fmla="*/ 6711686 h 6889521"/>
              <a:gd name="connsiteX7-67297" fmla="*/ 286686 w 1364418"/>
              <a:gd name="connsiteY7-67298" fmla="*/ 6664994 h 6889521"/>
              <a:gd name="connsiteX8-67299" fmla="*/ 339152 w 1364418"/>
              <a:gd name="connsiteY8-67300" fmla="*/ 6471804 h 6889521"/>
              <a:gd name="connsiteX9-67301" fmla="*/ 334570 w 1364418"/>
              <a:gd name="connsiteY9-67302" fmla="*/ 6389835 h 6889521"/>
              <a:gd name="connsiteX10-67303" fmla="*/ 317792 w 1364418"/>
              <a:gd name="connsiteY10-67304" fmla="*/ 6324679 h 6889521"/>
              <a:gd name="connsiteX11-67305" fmla="*/ 278227 w 1364418"/>
              <a:gd name="connsiteY11-67306" fmla="*/ 6280046 h 6889521"/>
              <a:gd name="connsiteX12-67307" fmla="*/ 288000 w 1364418"/>
              <a:gd name="connsiteY12-67308" fmla="*/ 6252834 h 6889521"/>
              <a:gd name="connsiteX13-67309" fmla="*/ 265992 w 1364418"/>
              <a:gd name="connsiteY13-67310" fmla="*/ 6202459 h 6889521"/>
              <a:gd name="connsiteX14-67311" fmla="*/ 264790 w 1364418"/>
              <a:gd name="connsiteY14-67312" fmla="*/ 6153037 h 6889521"/>
              <a:gd name="connsiteX15-67313" fmla="*/ 280205 w 1364418"/>
              <a:gd name="connsiteY15-67314" fmla="*/ 6078132 h 6889521"/>
              <a:gd name="connsiteX16-67315" fmla="*/ 267592 w 1364418"/>
              <a:gd name="connsiteY16-67316" fmla="*/ 6028119 h 6889521"/>
              <a:gd name="connsiteX17-67317" fmla="*/ 252821 w 1364418"/>
              <a:gd name="connsiteY17-67318" fmla="*/ 5926735 h 6889521"/>
              <a:gd name="connsiteX18-67319" fmla="*/ 302333 w 1364418"/>
              <a:gd name="connsiteY18-67320" fmla="*/ 5712857 h 6889521"/>
              <a:gd name="connsiteX19-67321" fmla="*/ 332131 w 1364418"/>
              <a:gd name="connsiteY19-67322" fmla="*/ 5660491 h 6889521"/>
              <a:gd name="connsiteX20-67323" fmla="*/ 341254 w 1364418"/>
              <a:gd name="connsiteY20-67324" fmla="*/ 5563435 h 6889521"/>
              <a:gd name="connsiteX21-67325" fmla="*/ 368130 w 1364418"/>
              <a:gd name="connsiteY21-67326" fmla="*/ 5437125 h 6889521"/>
              <a:gd name="connsiteX22-67327" fmla="*/ 381698 w 1364418"/>
              <a:gd name="connsiteY22-67328" fmla="*/ 5396260 h 6889521"/>
              <a:gd name="connsiteX23-67329" fmla="*/ 397679 w 1364418"/>
              <a:gd name="connsiteY23-67330" fmla="*/ 5330009 h 6889521"/>
              <a:gd name="connsiteX24-67331" fmla="*/ 431172 w 1364418"/>
              <a:gd name="connsiteY24-67332" fmla="*/ 5273739 h 6889521"/>
              <a:gd name="connsiteX25-67333" fmla="*/ 440771 w 1364418"/>
              <a:gd name="connsiteY25-67334" fmla="*/ 5241779 h 6889521"/>
              <a:gd name="connsiteX26-67335" fmla="*/ 451997 w 1364418"/>
              <a:gd name="connsiteY26-67336" fmla="*/ 5225268 h 6889521"/>
              <a:gd name="connsiteX27-67337" fmla="*/ 453017 w 1364418"/>
              <a:gd name="connsiteY27-67338" fmla="*/ 5217684 h 6889521"/>
              <a:gd name="connsiteX28-67339" fmla="*/ 460358 w 1364418"/>
              <a:gd name="connsiteY28-67340" fmla="*/ 5193377 h 6889521"/>
              <a:gd name="connsiteX29-67341" fmla="*/ 463661 w 1364418"/>
              <a:gd name="connsiteY29-67342" fmla="*/ 5179288 h 6889521"/>
              <a:gd name="connsiteX30-67343" fmla="*/ 464645 w 1364418"/>
              <a:gd name="connsiteY30-67344" fmla="*/ 5173621 h 6889521"/>
              <a:gd name="connsiteX31-67345" fmla="*/ 460279 w 1364418"/>
              <a:gd name="connsiteY31-67346" fmla="*/ 5159961 h 6889521"/>
              <a:gd name="connsiteX32-67347" fmla="*/ 466956 w 1364418"/>
              <a:gd name="connsiteY32-67348" fmla="*/ 5144295 h 6889521"/>
              <a:gd name="connsiteX33-67349" fmla="*/ 463889 w 1364418"/>
              <a:gd name="connsiteY33-67350" fmla="*/ 5125185 h 6889521"/>
              <a:gd name="connsiteX34-67351" fmla="*/ 470719 w 1364418"/>
              <a:gd name="connsiteY34-67352" fmla="*/ 5121884 h 6889521"/>
              <a:gd name="connsiteX35-67353" fmla="*/ 477755 w 1364418"/>
              <a:gd name="connsiteY35-67354" fmla="*/ 5067850 h 6889521"/>
              <a:gd name="connsiteX36-67355" fmla="*/ 480486 w 1364418"/>
              <a:gd name="connsiteY36-67356" fmla="*/ 5060861 h 6889521"/>
              <a:gd name="connsiteX37-67357" fmla="*/ 477190 w 1364418"/>
              <a:gd name="connsiteY37-67358" fmla="*/ 5034192 h 6889521"/>
              <a:gd name="connsiteX38-67359" fmla="*/ 478744 w 1364418"/>
              <a:gd name="connsiteY38-67360" fmla="*/ 4993030 h 6889521"/>
              <a:gd name="connsiteX39-67361" fmla="*/ 485653 w 1364418"/>
              <a:gd name="connsiteY39-67362" fmla="*/ 4946844 h 6889521"/>
              <a:gd name="connsiteX40-67363" fmla="*/ 481509 w 1364418"/>
              <a:gd name="connsiteY40-67364" fmla="*/ 4932692 h 6889521"/>
              <a:gd name="connsiteX41-67365" fmla="*/ 496912 w 1364418"/>
              <a:gd name="connsiteY41-67366" fmla="*/ 4858827 h 6889521"/>
              <a:gd name="connsiteX42-67367" fmla="*/ 502815 w 1364418"/>
              <a:gd name="connsiteY42-67368" fmla="*/ 4821170 h 6889521"/>
              <a:gd name="connsiteX43-67369" fmla="*/ 507548 w 1364418"/>
              <a:gd name="connsiteY43-67370" fmla="*/ 4780965 h 6889521"/>
              <a:gd name="connsiteX44-67371" fmla="*/ 508841 w 1364418"/>
              <a:gd name="connsiteY44-67372" fmla="*/ 4750867 h 6889521"/>
              <a:gd name="connsiteX45-67373" fmla="*/ 506648 w 1364418"/>
              <a:gd name="connsiteY45-67374" fmla="*/ 4690749 h 6889521"/>
              <a:gd name="connsiteX46-67375" fmla="*/ 502128 w 1364418"/>
              <a:gd name="connsiteY46-67376" fmla="*/ 4584173 h 6889521"/>
              <a:gd name="connsiteX47-67377" fmla="*/ 497211 w 1364418"/>
              <a:gd name="connsiteY47-67378" fmla="*/ 4444346 h 6889521"/>
              <a:gd name="connsiteX48-67379" fmla="*/ 493776 w 1364418"/>
              <a:gd name="connsiteY48-67380" fmla="*/ 4375228 h 6889521"/>
              <a:gd name="connsiteX49-67381" fmla="*/ 474429 w 1364418"/>
              <a:gd name="connsiteY49-67382" fmla="*/ 4214165 h 6889521"/>
              <a:gd name="connsiteX50-67383" fmla="*/ 478502 w 1364418"/>
              <a:gd name="connsiteY50-67384" fmla="*/ 4090296 h 6889521"/>
              <a:gd name="connsiteX51-67385" fmla="*/ 463758 w 1364418"/>
              <a:gd name="connsiteY51-67386" fmla="*/ 4033999 h 6889521"/>
              <a:gd name="connsiteX52-67387" fmla="*/ 464907 w 1364418"/>
              <a:gd name="connsiteY52-67388" fmla="*/ 4031933 h 6889521"/>
              <a:gd name="connsiteX53-67389" fmla="*/ 463483 w 1364418"/>
              <a:gd name="connsiteY53-67390" fmla="*/ 4013953 h 6889521"/>
              <a:gd name="connsiteX54-67391" fmla="*/ 449778 w 1364418"/>
              <a:gd name="connsiteY54-67392" fmla="*/ 3974753 h 6889521"/>
              <a:gd name="connsiteX55-67393" fmla="*/ 451376 w 1364418"/>
              <a:gd name="connsiteY55-67394" fmla="*/ 3969950 h 6889521"/>
              <a:gd name="connsiteX56-67395" fmla="*/ 444798 w 1364418"/>
              <a:gd name="connsiteY56-67396" fmla="*/ 3933779 h 6889521"/>
              <a:gd name="connsiteX57-67397" fmla="*/ 446129 w 1364418"/>
              <a:gd name="connsiteY57-67398" fmla="*/ 3933093 h 6889521"/>
              <a:gd name="connsiteX58-67399" fmla="*/ 450483 w 1364418"/>
              <a:gd name="connsiteY58-67400" fmla="*/ 3922082 h 6889521"/>
              <a:gd name="connsiteX59-67401" fmla="*/ 455561 w 1364418"/>
              <a:gd name="connsiteY59-67402" fmla="*/ 3901461 h 6889521"/>
              <a:gd name="connsiteX60-67403" fmla="*/ 478155 w 1364418"/>
              <a:gd name="connsiteY60-67404" fmla="*/ 3813873 h 6889521"/>
              <a:gd name="connsiteX61-67405" fmla="*/ 477580 w 1364418"/>
              <a:gd name="connsiteY61-67406" fmla="*/ 3806161 h 6889521"/>
              <a:gd name="connsiteX62-67407" fmla="*/ 477887 w 1364418"/>
              <a:gd name="connsiteY62-67408" fmla="*/ 3805957 h 6889521"/>
              <a:gd name="connsiteX63-67409" fmla="*/ 477914 w 1364418"/>
              <a:gd name="connsiteY63-67410" fmla="*/ 3797724 h 6889521"/>
              <a:gd name="connsiteX64-67411" fmla="*/ 476529 w 1364418"/>
              <a:gd name="connsiteY64-67412" fmla="*/ 3792098 h 6889521"/>
              <a:gd name="connsiteX65-67413" fmla="*/ 475413 w 1364418"/>
              <a:gd name="connsiteY65-67414" fmla="*/ 3777135 h 6889521"/>
              <a:gd name="connsiteX66-67415" fmla="*/ 477146 w 1364418"/>
              <a:gd name="connsiteY66-67416" fmla="*/ 3771656 h 6889521"/>
              <a:gd name="connsiteX67-67417" fmla="*/ 480889 w 1364418"/>
              <a:gd name="connsiteY67-67418" fmla="*/ 3769007 h 6889521"/>
              <a:gd name="connsiteX68-67419" fmla="*/ 480355 w 1364418"/>
              <a:gd name="connsiteY68-67420" fmla="*/ 3767709 h 6889521"/>
              <a:gd name="connsiteX69-67421" fmla="*/ 489051 w 1364418"/>
              <a:gd name="connsiteY69-67422" fmla="*/ 3738082 h 6889521"/>
              <a:gd name="connsiteX70-67423" fmla="*/ 496397 w 1364418"/>
              <a:gd name="connsiteY70-67424" fmla="*/ 3673397 h 6889521"/>
              <a:gd name="connsiteX71-67425" fmla="*/ 495693 w 1364418"/>
              <a:gd name="connsiteY71-67426" fmla="*/ 3637109 h 6889521"/>
              <a:gd name="connsiteX72-67427" fmla="*/ 499136 w 1364418"/>
              <a:gd name="connsiteY72-67428" fmla="*/ 3536883 h 6889521"/>
              <a:gd name="connsiteX73-67429" fmla="*/ 506674 w 1364418"/>
              <a:gd name="connsiteY73-67430" fmla="*/ 3435652 h 6889521"/>
              <a:gd name="connsiteX74-67431" fmla="*/ 508345 w 1364418"/>
              <a:gd name="connsiteY74-67432" fmla="*/ 3307769 h 6889521"/>
              <a:gd name="connsiteX75-67433" fmla="*/ 525908 w 1364418"/>
              <a:gd name="connsiteY75-67434" fmla="*/ 3250522 h 6889521"/>
              <a:gd name="connsiteX76-67435" fmla="*/ 526333 w 1364418"/>
              <a:gd name="connsiteY76-67436" fmla="*/ 3229163 h 6889521"/>
              <a:gd name="connsiteX77-67437" fmla="*/ 528156 w 1364418"/>
              <a:gd name="connsiteY77-67438" fmla="*/ 3217217 h 6889521"/>
              <a:gd name="connsiteX78-67439" fmla="*/ 514991 w 1364418"/>
              <a:gd name="connsiteY78-67440" fmla="*/ 3183755 h 6889521"/>
              <a:gd name="connsiteX79-67441" fmla="*/ 515492 w 1364418"/>
              <a:gd name="connsiteY79-67442" fmla="*/ 3178642 h 6889521"/>
              <a:gd name="connsiteX80-67443" fmla="*/ 503092 w 1364418"/>
              <a:gd name="connsiteY80-67444" fmla="*/ 3158586 h 6889521"/>
              <a:gd name="connsiteX81-67445" fmla="*/ 488277 w 1364418"/>
              <a:gd name="connsiteY81-67446" fmla="*/ 3129034 h 6889521"/>
              <a:gd name="connsiteX82-67447" fmla="*/ 488942 w 1364418"/>
              <a:gd name="connsiteY82-67448" fmla="*/ 3126682 h 6889521"/>
              <a:gd name="connsiteX83-67449" fmla="*/ 479810 w 1364418"/>
              <a:gd name="connsiteY83-67450" fmla="*/ 3114519 h 6889521"/>
              <a:gd name="connsiteX84-67451" fmla="*/ 466419 w 1364418"/>
              <a:gd name="connsiteY84-67452" fmla="*/ 3106272 h 6889521"/>
              <a:gd name="connsiteX85-67453" fmla="*/ 439149 w 1364418"/>
              <a:gd name="connsiteY85-67454" fmla="*/ 2958185 h 6889521"/>
              <a:gd name="connsiteX86-67455" fmla="*/ 381763 w 1364418"/>
              <a:gd name="connsiteY86-67456" fmla="*/ 2762989 h 6889521"/>
              <a:gd name="connsiteX87-67457" fmla="*/ 330681 w 1364418"/>
              <a:gd name="connsiteY87-67458" fmla="*/ 2554718 h 6889521"/>
              <a:gd name="connsiteX88-67459" fmla="*/ 310775 w 1364418"/>
              <a:gd name="connsiteY88-67460" fmla="*/ 2485734 h 6889521"/>
              <a:gd name="connsiteX89-67461" fmla="*/ 301498 w 1364418"/>
              <a:gd name="connsiteY89-67462" fmla="*/ 2447068 h 6889521"/>
              <a:gd name="connsiteX90-67463" fmla="*/ 288459 w 1364418"/>
              <a:gd name="connsiteY90-67464" fmla="*/ 2425819 h 6889521"/>
              <a:gd name="connsiteX91-67465" fmla="*/ 294458 w 1364418"/>
              <a:gd name="connsiteY91-67466" fmla="*/ 2402874 h 6889521"/>
              <a:gd name="connsiteX92-67467" fmla="*/ 297070 w 1364418"/>
              <a:gd name="connsiteY92-67468" fmla="*/ 2381443 h 6889521"/>
              <a:gd name="connsiteX93-67469" fmla="*/ 273399 w 1364418"/>
              <a:gd name="connsiteY93-67470" fmla="*/ 2261920 h 6889521"/>
              <a:gd name="connsiteX94-67471" fmla="*/ 263286 w 1364418"/>
              <a:gd name="connsiteY94-67472" fmla="*/ 2195378 h 6889521"/>
              <a:gd name="connsiteX95-67473" fmla="*/ 247503 w 1364418"/>
              <a:gd name="connsiteY95-67474" fmla="*/ 2155135 h 6889521"/>
              <a:gd name="connsiteX96-67475" fmla="*/ 244961 w 1364418"/>
              <a:gd name="connsiteY96-67476" fmla="*/ 2118008 h 6889521"/>
              <a:gd name="connsiteX97-67477" fmla="*/ 245954 w 1364418"/>
              <a:gd name="connsiteY97-67478" fmla="*/ 2050531 h 6889521"/>
              <a:gd name="connsiteX98-67479" fmla="*/ 237760 w 1364418"/>
              <a:gd name="connsiteY98-67480" fmla="*/ 1963269 h 6889521"/>
              <a:gd name="connsiteX99-67481" fmla="*/ 218938 w 1364418"/>
              <a:gd name="connsiteY99-67482" fmla="*/ 1906352 h 6889521"/>
              <a:gd name="connsiteX100-67483" fmla="*/ 195495 w 1364418"/>
              <a:gd name="connsiteY100-67484" fmla="*/ 1861531 h 6889521"/>
              <a:gd name="connsiteX101-67485" fmla="*/ 149294 w 1364418"/>
              <a:gd name="connsiteY101-67486" fmla="*/ 1732919 h 6889521"/>
              <a:gd name="connsiteX102-67487" fmla="*/ 121605 w 1364418"/>
              <a:gd name="connsiteY102-67488" fmla="*/ 1663540 h 6889521"/>
              <a:gd name="connsiteX103-67489" fmla="*/ 120731 w 1364418"/>
              <a:gd name="connsiteY103-67490" fmla="*/ 1615777 h 6889521"/>
              <a:gd name="connsiteX104-67491" fmla="*/ 101526 w 1364418"/>
              <a:gd name="connsiteY104-67492" fmla="*/ 1563678 h 6889521"/>
              <a:gd name="connsiteX105-67493" fmla="*/ 114606 w 1364418"/>
              <a:gd name="connsiteY105-67494" fmla="*/ 1519474 h 6889521"/>
              <a:gd name="connsiteX106-67495" fmla="*/ 107348 w 1364418"/>
              <a:gd name="connsiteY106-67496" fmla="*/ 1477995 h 6889521"/>
              <a:gd name="connsiteX107-67497" fmla="*/ 93433 w 1364418"/>
              <a:gd name="connsiteY107-67498" fmla="*/ 1373769 h 6889521"/>
              <a:gd name="connsiteX108-67499" fmla="*/ 101740 w 1364418"/>
              <a:gd name="connsiteY108-67500" fmla="*/ 1307086 h 6889521"/>
              <a:gd name="connsiteX109-67501" fmla="*/ 102928 w 1364418"/>
              <a:gd name="connsiteY109-67502" fmla="*/ 1189033 h 6889521"/>
              <a:gd name="connsiteX110-67503" fmla="*/ 107613 w 1364418"/>
              <a:gd name="connsiteY110-67504" fmla="*/ 1168288 h 6889521"/>
              <a:gd name="connsiteX111-67505" fmla="*/ 99895 w 1364418"/>
              <a:gd name="connsiteY111-67506" fmla="*/ 1142577 h 6889521"/>
              <a:gd name="connsiteX112-67507" fmla="*/ 89201 w 1364418"/>
              <a:gd name="connsiteY112-67508" fmla="*/ 1088484 h 6889521"/>
              <a:gd name="connsiteX113-67509" fmla="*/ 77937 w 1364418"/>
              <a:gd name="connsiteY113-67510" fmla="*/ 1016103 h 6889521"/>
              <a:gd name="connsiteX114-67511" fmla="*/ 79393 w 1364418"/>
              <a:gd name="connsiteY114-67512" fmla="*/ 954054 h 6889521"/>
              <a:gd name="connsiteX115-67513" fmla="*/ 90309 w 1364418"/>
              <a:gd name="connsiteY115-67514" fmla="*/ 921368 h 6889521"/>
              <a:gd name="connsiteX116-67515" fmla="*/ 74258 w 1364418"/>
              <a:gd name="connsiteY116-67516" fmla="*/ 896999 h 6889521"/>
              <a:gd name="connsiteX117-67517" fmla="*/ 43666 w 1364418"/>
              <a:gd name="connsiteY117-67518" fmla="*/ 821517 h 6889521"/>
              <a:gd name="connsiteX118-67519" fmla="*/ 22616 w 1364418"/>
              <a:gd name="connsiteY118-67520" fmla="*/ 751353 h 6889521"/>
              <a:gd name="connsiteX119-67521" fmla="*/ 22174 w 1364418"/>
              <a:gd name="connsiteY119-67522" fmla="*/ 721230 h 6889521"/>
              <a:gd name="connsiteX120-67523" fmla="*/ 7845 w 1364418"/>
              <a:gd name="connsiteY120-67524" fmla="*/ 681659 h 6889521"/>
              <a:gd name="connsiteX121-67525" fmla="*/ 31306 w 1364418"/>
              <a:gd name="connsiteY121-67526" fmla="*/ 619315 h 6889521"/>
              <a:gd name="connsiteX122-67527" fmla="*/ 15184 w 1364418"/>
              <a:gd name="connsiteY122-67528" fmla="*/ 585934 h 6889521"/>
              <a:gd name="connsiteX123-67529" fmla="*/ 22258 w 1364418"/>
              <a:gd name="connsiteY123-67530" fmla="*/ 538948 h 6889521"/>
              <a:gd name="connsiteX124-67531" fmla="*/ 26166 w 1364418"/>
              <a:gd name="connsiteY124-67532" fmla="*/ 525163 h 6889521"/>
              <a:gd name="connsiteX125-67533" fmla="*/ 52290 w 1364418"/>
              <a:gd name="connsiteY125-67534" fmla="*/ 446567 h 6889521"/>
              <a:gd name="connsiteX126-67535" fmla="*/ 51538 w 1364418"/>
              <a:gd name="connsiteY126-67536" fmla="*/ 393828 h 6889521"/>
              <a:gd name="connsiteX127-67537" fmla="*/ 51368 w 1364418"/>
              <a:gd name="connsiteY127-67538" fmla="*/ 353137 h 6889521"/>
              <a:gd name="connsiteX128-67539" fmla="*/ 55970 w 1364418"/>
              <a:gd name="connsiteY128-67540" fmla="*/ 321428 h 6889521"/>
              <a:gd name="connsiteX129-67541" fmla="*/ 57061 w 1364418"/>
              <a:gd name="connsiteY129-67542" fmla="*/ 275771 h 6889521"/>
              <a:gd name="connsiteX130-67543" fmla="*/ 74088 w 1364418"/>
              <a:gd name="connsiteY130-67544" fmla="*/ 212860 h 6889521"/>
              <a:gd name="connsiteX131-67545" fmla="*/ 65798 w 1364418"/>
              <a:gd name="connsiteY131-67546" fmla="*/ 144983 h 6889521"/>
              <a:gd name="connsiteX132-67547" fmla="*/ 78082 w 1364418"/>
              <a:gd name="connsiteY132-67548" fmla="*/ 55288 h 6889521"/>
              <a:gd name="connsiteX133-67549" fmla="*/ 37636 w 1364418"/>
              <a:gd name="connsiteY133-67550" fmla="*/ 0 h 6889521"/>
              <a:gd name="connsiteX0-67551" fmla="*/ 37636 w 1364418"/>
              <a:gd name="connsiteY0-67552" fmla="*/ 0 h 6858000"/>
              <a:gd name="connsiteX1-67553" fmla="*/ 1364418 w 1364418"/>
              <a:gd name="connsiteY1-67554" fmla="*/ 0 h 6858000"/>
              <a:gd name="connsiteX2-67555" fmla="*/ 1364418 w 1364418"/>
              <a:gd name="connsiteY2-67556" fmla="*/ 6858000 h 6858000"/>
              <a:gd name="connsiteX3-67557" fmla="*/ 101112 w 1364418"/>
              <a:gd name="connsiteY3-67558" fmla="*/ 6857735 h 6858000"/>
              <a:gd name="connsiteX4-67559" fmla="*/ 209564 w 1364418"/>
              <a:gd name="connsiteY4-67560" fmla="*/ 6777899 h 6858000"/>
              <a:gd name="connsiteX5-67561" fmla="*/ 240339 w 1364418"/>
              <a:gd name="connsiteY5-67562" fmla="*/ 6711686 h 6858000"/>
              <a:gd name="connsiteX6-67563" fmla="*/ 286686 w 1364418"/>
              <a:gd name="connsiteY6-67564" fmla="*/ 6664994 h 6858000"/>
              <a:gd name="connsiteX7-67565" fmla="*/ 339152 w 1364418"/>
              <a:gd name="connsiteY7-67566" fmla="*/ 6471804 h 6858000"/>
              <a:gd name="connsiteX8-67567" fmla="*/ 334570 w 1364418"/>
              <a:gd name="connsiteY8-67568" fmla="*/ 6389835 h 6858000"/>
              <a:gd name="connsiteX9-67569" fmla="*/ 317792 w 1364418"/>
              <a:gd name="connsiteY9-67570" fmla="*/ 6324679 h 6858000"/>
              <a:gd name="connsiteX10-67571" fmla="*/ 278227 w 1364418"/>
              <a:gd name="connsiteY10-67572" fmla="*/ 6280046 h 6858000"/>
              <a:gd name="connsiteX11-67573" fmla="*/ 288000 w 1364418"/>
              <a:gd name="connsiteY11-67574" fmla="*/ 6252834 h 6858000"/>
              <a:gd name="connsiteX12-67575" fmla="*/ 265992 w 1364418"/>
              <a:gd name="connsiteY12-67576" fmla="*/ 6202459 h 6858000"/>
              <a:gd name="connsiteX13-67577" fmla="*/ 264790 w 1364418"/>
              <a:gd name="connsiteY13-67578" fmla="*/ 6153037 h 6858000"/>
              <a:gd name="connsiteX14-67579" fmla="*/ 280205 w 1364418"/>
              <a:gd name="connsiteY14-67580" fmla="*/ 6078132 h 6858000"/>
              <a:gd name="connsiteX15-67581" fmla="*/ 267592 w 1364418"/>
              <a:gd name="connsiteY15-67582" fmla="*/ 6028119 h 6858000"/>
              <a:gd name="connsiteX16-67583" fmla="*/ 252821 w 1364418"/>
              <a:gd name="connsiteY16-67584" fmla="*/ 5926735 h 6858000"/>
              <a:gd name="connsiteX17-67585" fmla="*/ 302333 w 1364418"/>
              <a:gd name="connsiteY17-67586" fmla="*/ 5712857 h 6858000"/>
              <a:gd name="connsiteX18-67587" fmla="*/ 332131 w 1364418"/>
              <a:gd name="connsiteY18-67588" fmla="*/ 5660491 h 6858000"/>
              <a:gd name="connsiteX19-67589" fmla="*/ 341254 w 1364418"/>
              <a:gd name="connsiteY19-67590" fmla="*/ 5563435 h 6858000"/>
              <a:gd name="connsiteX20-67591" fmla="*/ 368130 w 1364418"/>
              <a:gd name="connsiteY20-67592" fmla="*/ 5437125 h 6858000"/>
              <a:gd name="connsiteX21-67593" fmla="*/ 381698 w 1364418"/>
              <a:gd name="connsiteY21-67594" fmla="*/ 5396260 h 6858000"/>
              <a:gd name="connsiteX22-67595" fmla="*/ 397679 w 1364418"/>
              <a:gd name="connsiteY22-67596" fmla="*/ 5330009 h 6858000"/>
              <a:gd name="connsiteX23-67597" fmla="*/ 431172 w 1364418"/>
              <a:gd name="connsiteY23-67598" fmla="*/ 5273739 h 6858000"/>
              <a:gd name="connsiteX24-67599" fmla="*/ 440771 w 1364418"/>
              <a:gd name="connsiteY24-67600" fmla="*/ 5241779 h 6858000"/>
              <a:gd name="connsiteX25-67601" fmla="*/ 451997 w 1364418"/>
              <a:gd name="connsiteY25-67602" fmla="*/ 5225268 h 6858000"/>
              <a:gd name="connsiteX26-67603" fmla="*/ 453017 w 1364418"/>
              <a:gd name="connsiteY26-67604" fmla="*/ 5217684 h 6858000"/>
              <a:gd name="connsiteX27-67605" fmla="*/ 460358 w 1364418"/>
              <a:gd name="connsiteY27-67606" fmla="*/ 5193377 h 6858000"/>
              <a:gd name="connsiteX28-67607" fmla="*/ 463661 w 1364418"/>
              <a:gd name="connsiteY28-67608" fmla="*/ 5179288 h 6858000"/>
              <a:gd name="connsiteX29-67609" fmla="*/ 464645 w 1364418"/>
              <a:gd name="connsiteY29-67610" fmla="*/ 5173621 h 6858000"/>
              <a:gd name="connsiteX30-67611" fmla="*/ 460279 w 1364418"/>
              <a:gd name="connsiteY30-67612" fmla="*/ 5159961 h 6858000"/>
              <a:gd name="connsiteX31-67613" fmla="*/ 466956 w 1364418"/>
              <a:gd name="connsiteY31-67614" fmla="*/ 5144295 h 6858000"/>
              <a:gd name="connsiteX32-67615" fmla="*/ 463889 w 1364418"/>
              <a:gd name="connsiteY32-67616" fmla="*/ 5125185 h 6858000"/>
              <a:gd name="connsiteX33-67617" fmla="*/ 470719 w 1364418"/>
              <a:gd name="connsiteY33-67618" fmla="*/ 5121884 h 6858000"/>
              <a:gd name="connsiteX34-67619" fmla="*/ 477755 w 1364418"/>
              <a:gd name="connsiteY34-67620" fmla="*/ 5067850 h 6858000"/>
              <a:gd name="connsiteX35-67621" fmla="*/ 480486 w 1364418"/>
              <a:gd name="connsiteY35-67622" fmla="*/ 5060861 h 6858000"/>
              <a:gd name="connsiteX36-67623" fmla="*/ 477190 w 1364418"/>
              <a:gd name="connsiteY36-67624" fmla="*/ 5034192 h 6858000"/>
              <a:gd name="connsiteX37-67625" fmla="*/ 478744 w 1364418"/>
              <a:gd name="connsiteY37-67626" fmla="*/ 4993030 h 6858000"/>
              <a:gd name="connsiteX38-67627" fmla="*/ 485653 w 1364418"/>
              <a:gd name="connsiteY38-67628" fmla="*/ 4946844 h 6858000"/>
              <a:gd name="connsiteX39-67629" fmla="*/ 481509 w 1364418"/>
              <a:gd name="connsiteY39-67630" fmla="*/ 4932692 h 6858000"/>
              <a:gd name="connsiteX40-67631" fmla="*/ 496912 w 1364418"/>
              <a:gd name="connsiteY40-67632" fmla="*/ 4858827 h 6858000"/>
              <a:gd name="connsiteX41-67633" fmla="*/ 502815 w 1364418"/>
              <a:gd name="connsiteY41-67634" fmla="*/ 4821170 h 6858000"/>
              <a:gd name="connsiteX42-67635" fmla="*/ 507548 w 1364418"/>
              <a:gd name="connsiteY42-67636" fmla="*/ 4780965 h 6858000"/>
              <a:gd name="connsiteX43-67637" fmla="*/ 508841 w 1364418"/>
              <a:gd name="connsiteY43-67638" fmla="*/ 4750867 h 6858000"/>
              <a:gd name="connsiteX44-67639" fmla="*/ 506648 w 1364418"/>
              <a:gd name="connsiteY44-67640" fmla="*/ 4690749 h 6858000"/>
              <a:gd name="connsiteX45-67641" fmla="*/ 502128 w 1364418"/>
              <a:gd name="connsiteY45-67642" fmla="*/ 4584173 h 6858000"/>
              <a:gd name="connsiteX46-67643" fmla="*/ 497211 w 1364418"/>
              <a:gd name="connsiteY46-67644" fmla="*/ 4444346 h 6858000"/>
              <a:gd name="connsiteX47-67645" fmla="*/ 493776 w 1364418"/>
              <a:gd name="connsiteY47-67646" fmla="*/ 4375228 h 6858000"/>
              <a:gd name="connsiteX48-67647" fmla="*/ 474429 w 1364418"/>
              <a:gd name="connsiteY48-67648" fmla="*/ 4214165 h 6858000"/>
              <a:gd name="connsiteX49-67649" fmla="*/ 478502 w 1364418"/>
              <a:gd name="connsiteY49-67650" fmla="*/ 4090296 h 6858000"/>
              <a:gd name="connsiteX50-67651" fmla="*/ 463758 w 1364418"/>
              <a:gd name="connsiteY50-67652" fmla="*/ 4033999 h 6858000"/>
              <a:gd name="connsiteX51-67653" fmla="*/ 464907 w 1364418"/>
              <a:gd name="connsiteY51-67654" fmla="*/ 4031933 h 6858000"/>
              <a:gd name="connsiteX52-67655" fmla="*/ 463483 w 1364418"/>
              <a:gd name="connsiteY52-67656" fmla="*/ 4013953 h 6858000"/>
              <a:gd name="connsiteX53-67657" fmla="*/ 449778 w 1364418"/>
              <a:gd name="connsiteY53-67658" fmla="*/ 3974753 h 6858000"/>
              <a:gd name="connsiteX54-67659" fmla="*/ 451376 w 1364418"/>
              <a:gd name="connsiteY54-67660" fmla="*/ 3969950 h 6858000"/>
              <a:gd name="connsiteX55-67661" fmla="*/ 444798 w 1364418"/>
              <a:gd name="connsiteY55-67662" fmla="*/ 3933779 h 6858000"/>
              <a:gd name="connsiteX56-67663" fmla="*/ 446129 w 1364418"/>
              <a:gd name="connsiteY56-67664" fmla="*/ 3933093 h 6858000"/>
              <a:gd name="connsiteX57-67665" fmla="*/ 450483 w 1364418"/>
              <a:gd name="connsiteY57-67666" fmla="*/ 3922082 h 6858000"/>
              <a:gd name="connsiteX58-67667" fmla="*/ 455561 w 1364418"/>
              <a:gd name="connsiteY58-67668" fmla="*/ 3901461 h 6858000"/>
              <a:gd name="connsiteX59-67669" fmla="*/ 478155 w 1364418"/>
              <a:gd name="connsiteY59-67670" fmla="*/ 3813873 h 6858000"/>
              <a:gd name="connsiteX60-67671" fmla="*/ 477580 w 1364418"/>
              <a:gd name="connsiteY60-67672" fmla="*/ 3806161 h 6858000"/>
              <a:gd name="connsiteX61-67673" fmla="*/ 477887 w 1364418"/>
              <a:gd name="connsiteY61-67674" fmla="*/ 3805957 h 6858000"/>
              <a:gd name="connsiteX62-67675" fmla="*/ 477914 w 1364418"/>
              <a:gd name="connsiteY62-67676" fmla="*/ 3797724 h 6858000"/>
              <a:gd name="connsiteX63-67677" fmla="*/ 476529 w 1364418"/>
              <a:gd name="connsiteY63-67678" fmla="*/ 3792098 h 6858000"/>
              <a:gd name="connsiteX64-67679" fmla="*/ 475413 w 1364418"/>
              <a:gd name="connsiteY64-67680" fmla="*/ 3777135 h 6858000"/>
              <a:gd name="connsiteX65-67681" fmla="*/ 477146 w 1364418"/>
              <a:gd name="connsiteY65-67682" fmla="*/ 3771656 h 6858000"/>
              <a:gd name="connsiteX66-67683" fmla="*/ 480889 w 1364418"/>
              <a:gd name="connsiteY66-67684" fmla="*/ 3769007 h 6858000"/>
              <a:gd name="connsiteX67-67685" fmla="*/ 480355 w 1364418"/>
              <a:gd name="connsiteY67-67686" fmla="*/ 3767709 h 6858000"/>
              <a:gd name="connsiteX68-67687" fmla="*/ 489051 w 1364418"/>
              <a:gd name="connsiteY68-67688" fmla="*/ 3738082 h 6858000"/>
              <a:gd name="connsiteX69-67689" fmla="*/ 496397 w 1364418"/>
              <a:gd name="connsiteY69-67690" fmla="*/ 3673397 h 6858000"/>
              <a:gd name="connsiteX70-67691" fmla="*/ 495693 w 1364418"/>
              <a:gd name="connsiteY70-67692" fmla="*/ 3637109 h 6858000"/>
              <a:gd name="connsiteX71-67693" fmla="*/ 499136 w 1364418"/>
              <a:gd name="connsiteY71-67694" fmla="*/ 3536883 h 6858000"/>
              <a:gd name="connsiteX72-67695" fmla="*/ 506674 w 1364418"/>
              <a:gd name="connsiteY72-67696" fmla="*/ 3435652 h 6858000"/>
              <a:gd name="connsiteX73-67697" fmla="*/ 508345 w 1364418"/>
              <a:gd name="connsiteY73-67698" fmla="*/ 3307769 h 6858000"/>
              <a:gd name="connsiteX74-67699" fmla="*/ 525908 w 1364418"/>
              <a:gd name="connsiteY74-67700" fmla="*/ 3250522 h 6858000"/>
              <a:gd name="connsiteX75-67701" fmla="*/ 526333 w 1364418"/>
              <a:gd name="connsiteY75-67702" fmla="*/ 3229163 h 6858000"/>
              <a:gd name="connsiteX76-67703" fmla="*/ 528156 w 1364418"/>
              <a:gd name="connsiteY76-67704" fmla="*/ 3217217 h 6858000"/>
              <a:gd name="connsiteX77-67705" fmla="*/ 514991 w 1364418"/>
              <a:gd name="connsiteY77-67706" fmla="*/ 3183755 h 6858000"/>
              <a:gd name="connsiteX78-67707" fmla="*/ 515492 w 1364418"/>
              <a:gd name="connsiteY78-67708" fmla="*/ 3178642 h 6858000"/>
              <a:gd name="connsiteX79-67709" fmla="*/ 503092 w 1364418"/>
              <a:gd name="connsiteY79-67710" fmla="*/ 3158586 h 6858000"/>
              <a:gd name="connsiteX80-67711" fmla="*/ 488277 w 1364418"/>
              <a:gd name="connsiteY80-67712" fmla="*/ 3129034 h 6858000"/>
              <a:gd name="connsiteX81-67713" fmla="*/ 488942 w 1364418"/>
              <a:gd name="connsiteY81-67714" fmla="*/ 3126682 h 6858000"/>
              <a:gd name="connsiteX82-67715" fmla="*/ 479810 w 1364418"/>
              <a:gd name="connsiteY82-67716" fmla="*/ 3114519 h 6858000"/>
              <a:gd name="connsiteX83-67717" fmla="*/ 466419 w 1364418"/>
              <a:gd name="connsiteY83-67718" fmla="*/ 3106272 h 6858000"/>
              <a:gd name="connsiteX84-67719" fmla="*/ 439149 w 1364418"/>
              <a:gd name="connsiteY84-67720" fmla="*/ 2958185 h 6858000"/>
              <a:gd name="connsiteX85-67721" fmla="*/ 381763 w 1364418"/>
              <a:gd name="connsiteY85-67722" fmla="*/ 2762989 h 6858000"/>
              <a:gd name="connsiteX86-67723" fmla="*/ 330681 w 1364418"/>
              <a:gd name="connsiteY86-67724" fmla="*/ 2554718 h 6858000"/>
              <a:gd name="connsiteX87-67725" fmla="*/ 310775 w 1364418"/>
              <a:gd name="connsiteY87-67726" fmla="*/ 2485734 h 6858000"/>
              <a:gd name="connsiteX88-67727" fmla="*/ 301498 w 1364418"/>
              <a:gd name="connsiteY88-67728" fmla="*/ 2447068 h 6858000"/>
              <a:gd name="connsiteX89-67729" fmla="*/ 288459 w 1364418"/>
              <a:gd name="connsiteY89-67730" fmla="*/ 2425819 h 6858000"/>
              <a:gd name="connsiteX90-67731" fmla="*/ 294458 w 1364418"/>
              <a:gd name="connsiteY90-67732" fmla="*/ 2402874 h 6858000"/>
              <a:gd name="connsiteX91-67733" fmla="*/ 297070 w 1364418"/>
              <a:gd name="connsiteY91-67734" fmla="*/ 2381443 h 6858000"/>
              <a:gd name="connsiteX92-67735" fmla="*/ 273399 w 1364418"/>
              <a:gd name="connsiteY92-67736" fmla="*/ 2261920 h 6858000"/>
              <a:gd name="connsiteX93-67737" fmla="*/ 263286 w 1364418"/>
              <a:gd name="connsiteY93-67738" fmla="*/ 2195378 h 6858000"/>
              <a:gd name="connsiteX94-67739" fmla="*/ 247503 w 1364418"/>
              <a:gd name="connsiteY94-67740" fmla="*/ 2155135 h 6858000"/>
              <a:gd name="connsiteX95-67741" fmla="*/ 244961 w 1364418"/>
              <a:gd name="connsiteY95-67742" fmla="*/ 2118008 h 6858000"/>
              <a:gd name="connsiteX96-67743" fmla="*/ 245954 w 1364418"/>
              <a:gd name="connsiteY96-67744" fmla="*/ 2050531 h 6858000"/>
              <a:gd name="connsiteX97-67745" fmla="*/ 237760 w 1364418"/>
              <a:gd name="connsiteY97-67746" fmla="*/ 1963269 h 6858000"/>
              <a:gd name="connsiteX98-67747" fmla="*/ 218938 w 1364418"/>
              <a:gd name="connsiteY98-67748" fmla="*/ 1906352 h 6858000"/>
              <a:gd name="connsiteX99-67749" fmla="*/ 195495 w 1364418"/>
              <a:gd name="connsiteY99-67750" fmla="*/ 1861531 h 6858000"/>
              <a:gd name="connsiteX100-67751" fmla="*/ 149294 w 1364418"/>
              <a:gd name="connsiteY100-67752" fmla="*/ 1732919 h 6858000"/>
              <a:gd name="connsiteX101-67753" fmla="*/ 121605 w 1364418"/>
              <a:gd name="connsiteY101-67754" fmla="*/ 1663540 h 6858000"/>
              <a:gd name="connsiteX102-67755" fmla="*/ 120731 w 1364418"/>
              <a:gd name="connsiteY102-67756" fmla="*/ 1615777 h 6858000"/>
              <a:gd name="connsiteX103-67757" fmla="*/ 101526 w 1364418"/>
              <a:gd name="connsiteY103-67758" fmla="*/ 1563678 h 6858000"/>
              <a:gd name="connsiteX104-67759" fmla="*/ 114606 w 1364418"/>
              <a:gd name="connsiteY104-67760" fmla="*/ 1519474 h 6858000"/>
              <a:gd name="connsiteX105-67761" fmla="*/ 107348 w 1364418"/>
              <a:gd name="connsiteY105-67762" fmla="*/ 1477995 h 6858000"/>
              <a:gd name="connsiteX106-67763" fmla="*/ 93433 w 1364418"/>
              <a:gd name="connsiteY106-67764" fmla="*/ 1373769 h 6858000"/>
              <a:gd name="connsiteX107-67765" fmla="*/ 101740 w 1364418"/>
              <a:gd name="connsiteY107-67766" fmla="*/ 1307086 h 6858000"/>
              <a:gd name="connsiteX108-67767" fmla="*/ 102928 w 1364418"/>
              <a:gd name="connsiteY108-67768" fmla="*/ 1189033 h 6858000"/>
              <a:gd name="connsiteX109-67769" fmla="*/ 107613 w 1364418"/>
              <a:gd name="connsiteY109-67770" fmla="*/ 1168288 h 6858000"/>
              <a:gd name="connsiteX110-67771" fmla="*/ 99895 w 1364418"/>
              <a:gd name="connsiteY110-67772" fmla="*/ 1142577 h 6858000"/>
              <a:gd name="connsiteX111-67773" fmla="*/ 89201 w 1364418"/>
              <a:gd name="connsiteY111-67774" fmla="*/ 1088484 h 6858000"/>
              <a:gd name="connsiteX112-67775" fmla="*/ 77937 w 1364418"/>
              <a:gd name="connsiteY112-67776" fmla="*/ 1016103 h 6858000"/>
              <a:gd name="connsiteX113-67777" fmla="*/ 79393 w 1364418"/>
              <a:gd name="connsiteY113-67778" fmla="*/ 954054 h 6858000"/>
              <a:gd name="connsiteX114-67779" fmla="*/ 90309 w 1364418"/>
              <a:gd name="connsiteY114-67780" fmla="*/ 921368 h 6858000"/>
              <a:gd name="connsiteX115-67781" fmla="*/ 74258 w 1364418"/>
              <a:gd name="connsiteY115-67782" fmla="*/ 896999 h 6858000"/>
              <a:gd name="connsiteX116-67783" fmla="*/ 43666 w 1364418"/>
              <a:gd name="connsiteY116-67784" fmla="*/ 821517 h 6858000"/>
              <a:gd name="connsiteX117-67785" fmla="*/ 22616 w 1364418"/>
              <a:gd name="connsiteY117-67786" fmla="*/ 751353 h 6858000"/>
              <a:gd name="connsiteX118-67787" fmla="*/ 22174 w 1364418"/>
              <a:gd name="connsiteY118-67788" fmla="*/ 721230 h 6858000"/>
              <a:gd name="connsiteX119-67789" fmla="*/ 7845 w 1364418"/>
              <a:gd name="connsiteY119-67790" fmla="*/ 681659 h 6858000"/>
              <a:gd name="connsiteX120-67791" fmla="*/ 31306 w 1364418"/>
              <a:gd name="connsiteY120-67792" fmla="*/ 619315 h 6858000"/>
              <a:gd name="connsiteX121-67793" fmla="*/ 15184 w 1364418"/>
              <a:gd name="connsiteY121-67794" fmla="*/ 585934 h 6858000"/>
              <a:gd name="connsiteX122-67795" fmla="*/ 22258 w 1364418"/>
              <a:gd name="connsiteY122-67796" fmla="*/ 538948 h 6858000"/>
              <a:gd name="connsiteX123-67797" fmla="*/ 26166 w 1364418"/>
              <a:gd name="connsiteY123-67798" fmla="*/ 525163 h 6858000"/>
              <a:gd name="connsiteX124-67799" fmla="*/ 52290 w 1364418"/>
              <a:gd name="connsiteY124-67800" fmla="*/ 446567 h 6858000"/>
              <a:gd name="connsiteX125-67801" fmla="*/ 51538 w 1364418"/>
              <a:gd name="connsiteY125-67802" fmla="*/ 393828 h 6858000"/>
              <a:gd name="connsiteX126-67803" fmla="*/ 51368 w 1364418"/>
              <a:gd name="connsiteY126-67804" fmla="*/ 353137 h 6858000"/>
              <a:gd name="connsiteX127-67805" fmla="*/ 55970 w 1364418"/>
              <a:gd name="connsiteY127-67806" fmla="*/ 321428 h 6858000"/>
              <a:gd name="connsiteX128-67807" fmla="*/ 57061 w 1364418"/>
              <a:gd name="connsiteY128-67808" fmla="*/ 275771 h 6858000"/>
              <a:gd name="connsiteX129-67809" fmla="*/ 74088 w 1364418"/>
              <a:gd name="connsiteY129-67810" fmla="*/ 212860 h 6858000"/>
              <a:gd name="connsiteX130-67811" fmla="*/ 65798 w 1364418"/>
              <a:gd name="connsiteY130-67812" fmla="*/ 144983 h 6858000"/>
              <a:gd name="connsiteX131-67813" fmla="*/ 78082 w 1364418"/>
              <a:gd name="connsiteY131-67814" fmla="*/ 55288 h 6858000"/>
              <a:gd name="connsiteX132-67815" fmla="*/ 37636 w 1364418"/>
              <a:gd name="connsiteY132-67816" fmla="*/ 0 h 6858000"/>
              <a:gd name="connsiteX0-67817" fmla="*/ 37636 w 1364418"/>
              <a:gd name="connsiteY0-67818" fmla="*/ 0 h 6858000"/>
              <a:gd name="connsiteX1-67819" fmla="*/ 1364418 w 1364418"/>
              <a:gd name="connsiteY1-67820" fmla="*/ 0 h 6858000"/>
              <a:gd name="connsiteX2-67821" fmla="*/ 1364418 w 1364418"/>
              <a:gd name="connsiteY2-67822" fmla="*/ 6858000 h 6858000"/>
              <a:gd name="connsiteX3-67823" fmla="*/ 245974 w 1364418"/>
              <a:gd name="connsiteY3-67824" fmla="*/ 6857735 h 6858000"/>
              <a:gd name="connsiteX4-67825" fmla="*/ 209564 w 1364418"/>
              <a:gd name="connsiteY4-67826" fmla="*/ 6777899 h 6858000"/>
              <a:gd name="connsiteX5-67827" fmla="*/ 240339 w 1364418"/>
              <a:gd name="connsiteY5-67828" fmla="*/ 6711686 h 6858000"/>
              <a:gd name="connsiteX6-67829" fmla="*/ 286686 w 1364418"/>
              <a:gd name="connsiteY6-67830" fmla="*/ 6664994 h 6858000"/>
              <a:gd name="connsiteX7-67831" fmla="*/ 339152 w 1364418"/>
              <a:gd name="connsiteY7-67832" fmla="*/ 6471804 h 6858000"/>
              <a:gd name="connsiteX8-67833" fmla="*/ 334570 w 1364418"/>
              <a:gd name="connsiteY8-67834" fmla="*/ 6389835 h 6858000"/>
              <a:gd name="connsiteX9-67835" fmla="*/ 317792 w 1364418"/>
              <a:gd name="connsiteY9-67836" fmla="*/ 6324679 h 6858000"/>
              <a:gd name="connsiteX10-67837" fmla="*/ 278227 w 1364418"/>
              <a:gd name="connsiteY10-67838" fmla="*/ 6280046 h 6858000"/>
              <a:gd name="connsiteX11-67839" fmla="*/ 288000 w 1364418"/>
              <a:gd name="connsiteY11-67840" fmla="*/ 6252834 h 6858000"/>
              <a:gd name="connsiteX12-67841" fmla="*/ 265992 w 1364418"/>
              <a:gd name="connsiteY12-67842" fmla="*/ 6202459 h 6858000"/>
              <a:gd name="connsiteX13-67843" fmla="*/ 264790 w 1364418"/>
              <a:gd name="connsiteY13-67844" fmla="*/ 6153037 h 6858000"/>
              <a:gd name="connsiteX14-67845" fmla="*/ 280205 w 1364418"/>
              <a:gd name="connsiteY14-67846" fmla="*/ 6078132 h 6858000"/>
              <a:gd name="connsiteX15-67847" fmla="*/ 267592 w 1364418"/>
              <a:gd name="connsiteY15-67848" fmla="*/ 6028119 h 6858000"/>
              <a:gd name="connsiteX16-67849" fmla="*/ 252821 w 1364418"/>
              <a:gd name="connsiteY16-67850" fmla="*/ 5926735 h 6858000"/>
              <a:gd name="connsiteX17-67851" fmla="*/ 302333 w 1364418"/>
              <a:gd name="connsiteY17-67852" fmla="*/ 5712857 h 6858000"/>
              <a:gd name="connsiteX18-67853" fmla="*/ 332131 w 1364418"/>
              <a:gd name="connsiteY18-67854" fmla="*/ 5660491 h 6858000"/>
              <a:gd name="connsiteX19-67855" fmla="*/ 341254 w 1364418"/>
              <a:gd name="connsiteY19-67856" fmla="*/ 5563435 h 6858000"/>
              <a:gd name="connsiteX20-67857" fmla="*/ 368130 w 1364418"/>
              <a:gd name="connsiteY20-67858" fmla="*/ 5437125 h 6858000"/>
              <a:gd name="connsiteX21-67859" fmla="*/ 381698 w 1364418"/>
              <a:gd name="connsiteY21-67860" fmla="*/ 5396260 h 6858000"/>
              <a:gd name="connsiteX22-67861" fmla="*/ 397679 w 1364418"/>
              <a:gd name="connsiteY22-67862" fmla="*/ 5330009 h 6858000"/>
              <a:gd name="connsiteX23-67863" fmla="*/ 431172 w 1364418"/>
              <a:gd name="connsiteY23-67864" fmla="*/ 5273739 h 6858000"/>
              <a:gd name="connsiteX24-67865" fmla="*/ 440771 w 1364418"/>
              <a:gd name="connsiteY24-67866" fmla="*/ 5241779 h 6858000"/>
              <a:gd name="connsiteX25-67867" fmla="*/ 451997 w 1364418"/>
              <a:gd name="connsiteY25-67868" fmla="*/ 5225268 h 6858000"/>
              <a:gd name="connsiteX26-67869" fmla="*/ 453017 w 1364418"/>
              <a:gd name="connsiteY26-67870" fmla="*/ 5217684 h 6858000"/>
              <a:gd name="connsiteX27-67871" fmla="*/ 460358 w 1364418"/>
              <a:gd name="connsiteY27-67872" fmla="*/ 5193377 h 6858000"/>
              <a:gd name="connsiteX28-67873" fmla="*/ 463661 w 1364418"/>
              <a:gd name="connsiteY28-67874" fmla="*/ 5179288 h 6858000"/>
              <a:gd name="connsiteX29-67875" fmla="*/ 464645 w 1364418"/>
              <a:gd name="connsiteY29-67876" fmla="*/ 5173621 h 6858000"/>
              <a:gd name="connsiteX30-67877" fmla="*/ 460279 w 1364418"/>
              <a:gd name="connsiteY30-67878" fmla="*/ 5159961 h 6858000"/>
              <a:gd name="connsiteX31-67879" fmla="*/ 466956 w 1364418"/>
              <a:gd name="connsiteY31-67880" fmla="*/ 5144295 h 6858000"/>
              <a:gd name="connsiteX32-67881" fmla="*/ 463889 w 1364418"/>
              <a:gd name="connsiteY32-67882" fmla="*/ 5125185 h 6858000"/>
              <a:gd name="connsiteX33-67883" fmla="*/ 470719 w 1364418"/>
              <a:gd name="connsiteY33-67884" fmla="*/ 5121884 h 6858000"/>
              <a:gd name="connsiteX34-67885" fmla="*/ 477755 w 1364418"/>
              <a:gd name="connsiteY34-67886" fmla="*/ 5067850 h 6858000"/>
              <a:gd name="connsiteX35-67887" fmla="*/ 480486 w 1364418"/>
              <a:gd name="connsiteY35-67888" fmla="*/ 5060861 h 6858000"/>
              <a:gd name="connsiteX36-67889" fmla="*/ 477190 w 1364418"/>
              <a:gd name="connsiteY36-67890" fmla="*/ 5034192 h 6858000"/>
              <a:gd name="connsiteX37-67891" fmla="*/ 478744 w 1364418"/>
              <a:gd name="connsiteY37-67892" fmla="*/ 4993030 h 6858000"/>
              <a:gd name="connsiteX38-67893" fmla="*/ 485653 w 1364418"/>
              <a:gd name="connsiteY38-67894" fmla="*/ 4946844 h 6858000"/>
              <a:gd name="connsiteX39-67895" fmla="*/ 481509 w 1364418"/>
              <a:gd name="connsiteY39-67896" fmla="*/ 4932692 h 6858000"/>
              <a:gd name="connsiteX40-67897" fmla="*/ 496912 w 1364418"/>
              <a:gd name="connsiteY40-67898" fmla="*/ 4858827 h 6858000"/>
              <a:gd name="connsiteX41-67899" fmla="*/ 502815 w 1364418"/>
              <a:gd name="connsiteY41-67900" fmla="*/ 4821170 h 6858000"/>
              <a:gd name="connsiteX42-67901" fmla="*/ 507548 w 1364418"/>
              <a:gd name="connsiteY42-67902" fmla="*/ 4780965 h 6858000"/>
              <a:gd name="connsiteX43-67903" fmla="*/ 508841 w 1364418"/>
              <a:gd name="connsiteY43-67904" fmla="*/ 4750867 h 6858000"/>
              <a:gd name="connsiteX44-67905" fmla="*/ 506648 w 1364418"/>
              <a:gd name="connsiteY44-67906" fmla="*/ 4690749 h 6858000"/>
              <a:gd name="connsiteX45-67907" fmla="*/ 502128 w 1364418"/>
              <a:gd name="connsiteY45-67908" fmla="*/ 4584173 h 6858000"/>
              <a:gd name="connsiteX46-67909" fmla="*/ 497211 w 1364418"/>
              <a:gd name="connsiteY46-67910" fmla="*/ 4444346 h 6858000"/>
              <a:gd name="connsiteX47-67911" fmla="*/ 493776 w 1364418"/>
              <a:gd name="connsiteY47-67912" fmla="*/ 4375228 h 6858000"/>
              <a:gd name="connsiteX48-67913" fmla="*/ 474429 w 1364418"/>
              <a:gd name="connsiteY48-67914" fmla="*/ 4214165 h 6858000"/>
              <a:gd name="connsiteX49-67915" fmla="*/ 478502 w 1364418"/>
              <a:gd name="connsiteY49-67916" fmla="*/ 4090296 h 6858000"/>
              <a:gd name="connsiteX50-67917" fmla="*/ 463758 w 1364418"/>
              <a:gd name="connsiteY50-67918" fmla="*/ 4033999 h 6858000"/>
              <a:gd name="connsiteX51-67919" fmla="*/ 464907 w 1364418"/>
              <a:gd name="connsiteY51-67920" fmla="*/ 4031933 h 6858000"/>
              <a:gd name="connsiteX52-67921" fmla="*/ 463483 w 1364418"/>
              <a:gd name="connsiteY52-67922" fmla="*/ 4013953 h 6858000"/>
              <a:gd name="connsiteX53-67923" fmla="*/ 449778 w 1364418"/>
              <a:gd name="connsiteY53-67924" fmla="*/ 3974753 h 6858000"/>
              <a:gd name="connsiteX54-67925" fmla="*/ 451376 w 1364418"/>
              <a:gd name="connsiteY54-67926" fmla="*/ 3969950 h 6858000"/>
              <a:gd name="connsiteX55-67927" fmla="*/ 444798 w 1364418"/>
              <a:gd name="connsiteY55-67928" fmla="*/ 3933779 h 6858000"/>
              <a:gd name="connsiteX56-67929" fmla="*/ 446129 w 1364418"/>
              <a:gd name="connsiteY56-67930" fmla="*/ 3933093 h 6858000"/>
              <a:gd name="connsiteX57-67931" fmla="*/ 450483 w 1364418"/>
              <a:gd name="connsiteY57-67932" fmla="*/ 3922082 h 6858000"/>
              <a:gd name="connsiteX58-67933" fmla="*/ 455561 w 1364418"/>
              <a:gd name="connsiteY58-67934" fmla="*/ 3901461 h 6858000"/>
              <a:gd name="connsiteX59-67935" fmla="*/ 478155 w 1364418"/>
              <a:gd name="connsiteY59-67936" fmla="*/ 3813873 h 6858000"/>
              <a:gd name="connsiteX60-67937" fmla="*/ 477580 w 1364418"/>
              <a:gd name="connsiteY60-67938" fmla="*/ 3806161 h 6858000"/>
              <a:gd name="connsiteX61-67939" fmla="*/ 477887 w 1364418"/>
              <a:gd name="connsiteY61-67940" fmla="*/ 3805957 h 6858000"/>
              <a:gd name="connsiteX62-67941" fmla="*/ 477914 w 1364418"/>
              <a:gd name="connsiteY62-67942" fmla="*/ 3797724 h 6858000"/>
              <a:gd name="connsiteX63-67943" fmla="*/ 476529 w 1364418"/>
              <a:gd name="connsiteY63-67944" fmla="*/ 3792098 h 6858000"/>
              <a:gd name="connsiteX64-67945" fmla="*/ 475413 w 1364418"/>
              <a:gd name="connsiteY64-67946" fmla="*/ 3777135 h 6858000"/>
              <a:gd name="connsiteX65-67947" fmla="*/ 477146 w 1364418"/>
              <a:gd name="connsiteY65-67948" fmla="*/ 3771656 h 6858000"/>
              <a:gd name="connsiteX66-67949" fmla="*/ 480889 w 1364418"/>
              <a:gd name="connsiteY66-67950" fmla="*/ 3769007 h 6858000"/>
              <a:gd name="connsiteX67-67951" fmla="*/ 480355 w 1364418"/>
              <a:gd name="connsiteY67-67952" fmla="*/ 3767709 h 6858000"/>
              <a:gd name="connsiteX68-67953" fmla="*/ 489051 w 1364418"/>
              <a:gd name="connsiteY68-67954" fmla="*/ 3738082 h 6858000"/>
              <a:gd name="connsiteX69-67955" fmla="*/ 496397 w 1364418"/>
              <a:gd name="connsiteY69-67956" fmla="*/ 3673397 h 6858000"/>
              <a:gd name="connsiteX70-67957" fmla="*/ 495693 w 1364418"/>
              <a:gd name="connsiteY70-67958" fmla="*/ 3637109 h 6858000"/>
              <a:gd name="connsiteX71-67959" fmla="*/ 499136 w 1364418"/>
              <a:gd name="connsiteY71-67960" fmla="*/ 3536883 h 6858000"/>
              <a:gd name="connsiteX72-67961" fmla="*/ 506674 w 1364418"/>
              <a:gd name="connsiteY72-67962" fmla="*/ 3435652 h 6858000"/>
              <a:gd name="connsiteX73-67963" fmla="*/ 508345 w 1364418"/>
              <a:gd name="connsiteY73-67964" fmla="*/ 3307769 h 6858000"/>
              <a:gd name="connsiteX74-67965" fmla="*/ 525908 w 1364418"/>
              <a:gd name="connsiteY74-67966" fmla="*/ 3250522 h 6858000"/>
              <a:gd name="connsiteX75-67967" fmla="*/ 526333 w 1364418"/>
              <a:gd name="connsiteY75-67968" fmla="*/ 3229163 h 6858000"/>
              <a:gd name="connsiteX76-67969" fmla="*/ 528156 w 1364418"/>
              <a:gd name="connsiteY76-67970" fmla="*/ 3217217 h 6858000"/>
              <a:gd name="connsiteX77-67971" fmla="*/ 514991 w 1364418"/>
              <a:gd name="connsiteY77-67972" fmla="*/ 3183755 h 6858000"/>
              <a:gd name="connsiteX78-67973" fmla="*/ 515492 w 1364418"/>
              <a:gd name="connsiteY78-67974" fmla="*/ 3178642 h 6858000"/>
              <a:gd name="connsiteX79-67975" fmla="*/ 503092 w 1364418"/>
              <a:gd name="connsiteY79-67976" fmla="*/ 3158586 h 6858000"/>
              <a:gd name="connsiteX80-67977" fmla="*/ 488277 w 1364418"/>
              <a:gd name="connsiteY80-67978" fmla="*/ 3129034 h 6858000"/>
              <a:gd name="connsiteX81-67979" fmla="*/ 488942 w 1364418"/>
              <a:gd name="connsiteY81-67980" fmla="*/ 3126682 h 6858000"/>
              <a:gd name="connsiteX82-67981" fmla="*/ 479810 w 1364418"/>
              <a:gd name="connsiteY82-67982" fmla="*/ 3114519 h 6858000"/>
              <a:gd name="connsiteX83-67983" fmla="*/ 466419 w 1364418"/>
              <a:gd name="connsiteY83-67984" fmla="*/ 3106272 h 6858000"/>
              <a:gd name="connsiteX84-67985" fmla="*/ 439149 w 1364418"/>
              <a:gd name="connsiteY84-67986" fmla="*/ 2958185 h 6858000"/>
              <a:gd name="connsiteX85-67987" fmla="*/ 381763 w 1364418"/>
              <a:gd name="connsiteY85-67988" fmla="*/ 2762989 h 6858000"/>
              <a:gd name="connsiteX86-67989" fmla="*/ 330681 w 1364418"/>
              <a:gd name="connsiteY86-67990" fmla="*/ 2554718 h 6858000"/>
              <a:gd name="connsiteX87-67991" fmla="*/ 310775 w 1364418"/>
              <a:gd name="connsiteY87-67992" fmla="*/ 2485734 h 6858000"/>
              <a:gd name="connsiteX88-67993" fmla="*/ 301498 w 1364418"/>
              <a:gd name="connsiteY88-67994" fmla="*/ 2447068 h 6858000"/>
              <a:gd name="connsiteX89-67995" fmla="*/ 288459 w 1364418"/>
              <a:gd name="connsiteY89-67996" fmla="*/ 2425819 h 6858000"/>
              <a:gd name="connsiteX90-67997" fmla="*/ 294458 w 1364418"/>
              <a:gd name="connsiteY90-67998" fmla="*/ 2402874 h 6858000"/>
              <a:gd name="connsiteX91-67999" fmla="*/ 297070 w 1364418"/>
              <a:gd name="connsiteY91-68000" fmla="*/ 2381443 h 6858000"/>
              <a:gd name="connsiteX92-68001" fmla="*/ 273399 w 1364418"/>
              <a:gd name="connsiteY92-68002" fmla="*/ 2261920 h 6858000"/>
              <a:gd name="connsiteX93-68003" fmla="*/ 263286 w 1364418"/>
              <a:gd name="connsiteY93-68004" fmla="*/ 2195378 h 6858000"/>
              <a:gd name="connsiteX94-68005" fmla="*/ 247503 w 1364418"/>
              <a:gd name="connsiteY94-68006" fmla="*/ 2155135 h 6858000"/>
              <a:gd name="connsiteX95-68007" fmla="*/ 244961 w 1364418"/>
              <a:gd name="connsiteY95-68008" fmla="*/ 2118008 h 6858000"/>
              <a:gd name="connsiteX96-68009" fmla="*/ 245954 w 1364418"/>
              <a:gd name="connsiteY96-68010" fmla="*/ 2050531 h 6858000"/>
              <a:gd name="connsiteX97-68011" fmla="*/ 237760 w 1364418"/>
              <a:gd name="connsiteY97-68012" fmla="*/ 1963269 h 6858000"/>
              <a:gd name="connsiteX98-68013" fmla="*/ 218938 w 1364418"/>
              <a:gd name="connsiteY98-68014" fmla="*/ 1906352 h 6858000"/>
              <a:gd name="connsiteX99-68015" fmla="*/ 195495 w 1364418"/>
              <a:gd name="connsiteY99-68016" fmla="*/ 1861531 h 6858000"/>
              <a:gd name="connsiteX100-68017" fmla="*/ 149294 w 1364418"/>
              <a:gd name="connsiteY100-68018" fmla="*/ 1732919 h 6858000"/>
              <a:gd name="connsiteX101-68019" fmla="*/ 121605 w 1364418"/>
              <a:gd name="connsiteY101-68020" fmla="*/ 1663540 h 6858000"/>
              <a:gd name="connsiteX102-68021" fmla="*/ 120731 w 1364418"/>
              <a:gd name="connsiteY102-68022" fmla="*/ 1615777 h 6858000"/>
              <a:gd name="connsiteX103-68023" fmla="*/ 101526 w 1364418"/>
              <a:gd name="connsiteY103-68024" fmla="*/ 1563678 h 6858000"/>
              <a:gd name="connsiteX104-68025" fmla="*/ 114606 w 1364418"/>
              <a:gd name="connsiteY104-68026" fmla="*/ 1519474 h 6858000"/>
              <a:gd name="connsiteX105-68027" fmla="*/ 107348 w 1364418"/>
              <a:gd name="connsiteY105-68028" fmla="*/ 1477995 h 6858000"/>
              <a:gd name="connsiteX106-68029" fmla="*/ 93433 w 1364418"/>
              <a:gd name="connsiteY106-68030" fmla="*/ 1373769 h 6858000"/>
              <a:gd name="connsiteX107-68031" fmla="*/ 101740 w 1364418"/>
              <a:gd name="connsiteY107-68032" fmla="*/ 1307086 h 6858000"/>
              <a:gd name="connsiteX108-68033" fmla="*/ 102928 w 1364418"/>
              <a:gd name="connsiteY108-68034" fmla="*/ 1189033 h 6858000"/>
              <a:gd name="connsiteX109-68035" fmla="*/ 107613 w 1364418"/>
              <a:gd name="connsiteY109-68036" fmla="*/ 1168288 h 6858000"/>
              <a:gd name="connsiteX110-68037" fmla="*/ 99895 w 1364418"/>
              <a:gd name="connsiteY110-68038" fmla="*/ 1142577 h 6858000"/>
              <a:gd name="connsiteX111-68039" fmla="*/ 89201 w 1364418"/>
              <a:gd name="connsiteY111-68040" fmla="*/ 1088484 h 6858000"/>
              <a:gd name="connsiteX112-68041" fmla="*/ 77937 w 1364418"/>
              <a:gd name="connsiteY112-68042" fmla="*/ 1016103 h 6858000"/>
              <a:gd name="connsiteX113-68043" fmla="*/ 79393 w 1364418"/>
              <a:gd name="connsiteY113-68044" fmla="*/ 954054 h 6858000"/>
              <a:gd name="connsiteX114-68045" fmla="*/ 90309 w 1364418"/>
              <a:gd name="connsiteY114-68046" fmla="*/ 921368 h 6858000"/>
              <a:gd name="connsiteX115-68047" fmla="*/ 74258 w 1364418"/>
              <a:gd name="connsiteY115-68048" fmla="*/ 896999 h 6858000"/>
              <a:gd name="connsiteX116-68049" fmla="*/ 43666 w 1364418"/>
              <a:gd name="connsiteY116-68050" fmla="*/ 821517 h 6858000"/>
              <a:gd name="connsiteX117-68051" fmla="*/ 22616 w 1364418"/>
              <a:gd name="connsiteY117-68052" fmla="*/ 751353 h 6858000"/>
              <a:gd name="connsiteX118-68053" fmla="*/ 22174 w 1364418"/>
              <a:gd name="connsiteY118-68054" fmla="*/ 721230 h 6858000"/>
              <a:gd name="connsiteX119-68055" fmla="*/ 7845 w 1364418"/>
              <a:gd name="connsiteY119-68056" fmla="*/ 681659 h 6858000"/>
              <a:gd name="connsiteX120-68057" fmla="*/ 31306 w 1364418"/>
              <a:gd name="connsiteY120-68058" fmla="*/ 619315 h 6858000"/>
              <a:gd name="connsiteX121-68059" fmla="*/ 15184 w 1364418"/>
              <a:gd name="connsiteY121-68060" fmla="*/ 585934 h 6858000"/>
              <a:gd name="connsiteX122-68061" fmla="*/ 22258 w 1364418"/>
              <a:gd name="connsiteY122-68062" fmla="*/ 538948 h 6858000"/>
              <a:gd name="connsiteX123-68063" fmla="*/ 26166 w 1364418"/>
              <a:gd name="connsiteY123-68064" fmla="*/ 525163 h 6858000"/>
              <a:gd name="connsiteX124-68065" fmla="*/ 52290 w 1364418"/>
              <a:gd name="connsiteY124-68066" fmla="*/ 446567 h 6858000"/>
              <a:gd name="connsiteX125-68067" fmla="*/ 51538 w 1364418"/>
              <a:gd name="connsiteY125-68068" fmla="*/ 393828 h 6858000"/>
              <a:gd name="connsiteX126-68069" fmla="*/ 51368 w 1364418"/>
              <a:gd name="connsiteY126-68070" fmla="*/ 353137 h 6858000"/>
              <a:gd name="connsiteX127-68071" fmla="*/ 55970 w 1364418"/>
              <a:gd name="connsiteY127-68072" fmla="*/ 321428 h 6858000"/>
              <a:gd name="connsiteX128-68073" fmla="*/ 57061 w 1364418"/>
              <a:gd name="connsiteY128-68074" fmla="*/ 275771 h 6858000"/>
              <a:gd name="connsiteX129-68075" fmla="*/ 74088 w 1364418"/>
              <a:gd name="connsiteY129-68076" fmla="*/ 212860 h 6858000"/>
              <a:gd name="connsiteX130-68077" fmla="*/ 65798 w 1364418"/>
              <a:gd name="connsiteY130-68078" fmla="*/ 144983 h 6858000"/>
              <a:gd name="connsiteX131-68079" fmla="*/ 78082 w 1364418"/>
              <a:gd name="connsiteY131-68080" fmla="*/ 55288 h 6858000"/>
              <a:gd name="connsiteX132-68081" fmla="*/ 37636 w 1364418"/>
              <a:gd name="connsiteY132-68082" fmla="*/ 0 h 6858000"/>
              <a:gd name="connsiteX0-68083" fmla="*/ 37636 w 1364418"/>
              <a:gd name="connsiteY0-68084" fmla="*/ 0 h 6858000"/>
              <a:gd name="connsiteX1-68085" fmla="*/ 1364418 w 1364418"/>
              <a:gd name="connsiteY1-68086" fmla="*/ 0 h 6858000"/>
              <a:gd name="connsiteX2-68087" fmla="*/ 1364418 w 1364418"/>
              <a:gd name="connsiteY2-68088" fmla="*/ 6858000 h 6858000"/>
              <a:gd name="connsiteX3-68089" fmla="*/ 245974 w 1364418"/>
              <a:gd name="connsiteY3-68090" fmla="*/ 6857735 h 6858000"/>
              <a:gd name="connsiteX4-68091" fmla="*/ 209564 w 1364418"/>
              <a:gd name="connsiteY4-68092" fmla="*/ 6777899 h 6858000"/>
              <a:gd name="connsiteX5-68093" fmla="*/ 240339 w 1364418"/>
              <a:gd name="connsiteY5-68094" fmla="*/ 6711686 h 6858000"/>
              <a:gd name="connsiteX6-68095" fmla="*/ 286686 w 1364418"/>
              <a:gd name="connsiteY6-68096" fmla="*/ 6664994 h 6858000"/>
              <a:gd name="connsiteX7-68097" fmla="*/ 339152 w 1364418"/>
              <a:gd name="connsiteY7-68098" fmla="*/ 6471804 h 6858000"/>
              <a:gd name="connsiteX8-68099" fmla="*/ 334570 w 1364418"/>
              <a:gd name="connsiteY8-68100" fmla="*/ 6389835 h 6858000"/>
              <a:gd name="connsiteX9-68101" fmla="*/ 317792 w 1364418"/>
              <a:gd name="connsiteY9-68102" fmla="*/ 6324679 h 6858000"/>
              <a:gd name="connsiteX10-68103" fmla="*/ 278227 w 1364418"/>
              <a:gd name="connsiteY10-68104" fmla="*/ 6280046 h 6858000"/>
              <a:gd name="connsiteX11-68105" fmla="*/ 288000 w 1364418"/>
              <a:gd name="connsiteY11-68106" fmla="*/ 6252834 h 6858000"/>
              <a:gd name="connsiteX12-68107" fmla="*/ 265992 w 1364418"/>
              <a:gd name="connsiteY12-68108" fmla="*/ 6202459 h 6858000"/>
              <a:gd name="connsiteX13-68109" fmla="*/ 264790 w 1364418"/>
              <a:gd name="connsiteY13-68110" fmla="*/ 6153037 h 6858000"/>
              <a:gd name="connsiteX14-68111" fmla="*/ 280205 w 1364418"/>
              <a:gd name="connsiteY14-68112" fmla="*/ 6078132 h 6858000"/>
              <a:gd name="connsiteX15-68113" fmla="*/ 267592 w 1364418"/>
              <a:gd name="connsiteY15-68114" fmla="*/ 6028119 h 6858000"/>
              <a:gd name="connsiteX16-68115" fmla="*/ 252821 w 1364418"/>
              <a:gd name="connsiteY16-68116" fmla="*/ 5926735 h 6858000"/>
              <a:gd name="connsiteX17-68117" fmla="*/ 302333 w 1364418"/>
              <a:gd name="connsiteY17-68118" fmla="*/ 5712857 h 6858000"/>
              <a:gd name="connsiteX18-68119" fmla="*/ 332131 w 1364418"/>
              <a:gd name="connsiteY18-68120" fmla="*/ 5660491 h 6858000"/>
              <a:gd name="connsiteX19-68121" fmla="*/ 341254 w 1364418"/>
              <a:gd name="connsiteY19-68122" fmla="*/ 5563435 h 6858000"/>
              <a:gd name="connsiteX20-68123" fmla="*/ 368130 w 1364418"/>
              <a:gd name="connsiteY20-68124" fmla="*/ 5437125 h 6858000"/>
              <a:gd name="connsiteX21-68125" fmla="*/ 381698 w 1364418"/>
              <a:gd name="connsiteY21-68126" fmla="*/ 5396260 h 6858000"/>
              <a:gd name="connsiteX22-68127" fmla="*/ 397679 w 1364418"/>
              <a:gd name="connsiteY22-68128" fmla="*/ 5330009 h 6858000"/>
              <a:gd name="connsiteX23-68129" fmla="*/ 431172 w 1364418"/>
              <a:gd name="connsiteY23-68130" fmla="*/ 5273739 h 6858000"/>
              <a:gd name="connsiteX24-68131" fmla="*/ 440771 w 1364418"/>
              <a:gd name="connsiteY24-68132" fmla="*/ 5241779 h 6858000"/>
              <a:gd name="connsiteX25-68133" fmla="*/ 451997 w 1364418"/>
              <a:gd name="connsiteY25-68134" fmla="*/ 5225268 h 6858000"/>
              <a:gd name="connsiteX26-68135" fmla="*/ 453017 w 1364418"/>
              <a:gd name="connsiteY26-68136" fmla="*/ 5217684 h 6858000"/>
              <a:gd name="connsiteX27-68137" fmla="*/ 460358 w 1364418"/>
              <a:gd name="connsiteY27-68138" fmla="*/ 5193377 h 6858000"/>
              <a:gd name="connsiteX28-68139" fmla="*/ 463661 w 1364418"/>
              <a:gd name="connsiteY28-68140" fmla="*/ 5179288 h 6858000"/>
              <a:gd name="connsiteX29-68141" fmla="*/ 464645 w 1364418"/>
              <a:gd name="connsiteY29-68142" fmla="*/ 5173621 h 6858000"/>
              <a:gd name="connsiteX30-68143" fmla="*/ 460279 w 1364418"/>
              <a:gd name="connsiteY30-68144" fmla="*/ 5159961 h 6858000"/>
              <a:gd name="connsiteX31-68145" fmla="*/ 466956 w 1364418"/>
              <a:gd name="connsiteY31-68146" fmla="*/ 5144295 h 6858000"/>
              <a:gd name="connsiteX32-68147" fmla="*/ 463889 w 1364418"/>
              <a:gd name="connsiteY32-68148" fmla="*/ 5125185 h 6858000"/>
              <a:gd name="connsiteX33-68149" fmla="*/ 470719 w 1364418"/>
              <a:gd name="connsiteY33-68150" fmla="*/ 5121884 h 6858000"/>
              <a:gd name="connsiteX34-68151" fmla="*/ 477755 w 1364418"/>
              <a:gd name="connsiteY34-68152" fmla="*/ 5067850 h 6858000"/>
              <a:gd name="connsiteX35-68153" fmla="*/ 480486 w 1364418"/>
              <a:gd name="connsiteY35-68154" fmla="*/ 5060861 h 6858000"/>
              <a:gd name="connsiteX36-68155" fmla="*/ 477190 w 1364418"/>
              <a:gd name="connsiteY36-68156" fmla="*/ 5034192 h 6858000"/>
              <a:gd name="connsiteX37-68157" fmla="*/ 478744 w 1364418"/>
              <a:gd name="connsiteY37-68158" fmla="*/ 4993030 h 6858000"/>
              <a:gd name="connsiteX38-68159" fmla="*/ 485653 w 1364418"/>
              <a:gd name="connsiteY38-68160" fmla="*/ 4946844 h 6858000"/>
              <a:gd name="connsiteX39-68161" fmla="*/ 481509 w 1364418"/>
              <a:gd name="connsiteY39-68162" fmla="*/ 4932692 h 6858000"/>
              <a:gd name="connsiteX40-68163" fmla="*/ 496912 w 1364418"/>
              <a:gd name="connsiteY40-68164" fmla="*/ 4858827 h 6858000"/>
              <a:gd name="connsiteX41-68165" fmla="*/ 502815 w 1364418"/>
              <a:gd name="connsiteY41-68166" fmla="*/ 4821170 h 6858000"/>
              <a:gd name="connsiteX42-68167" fmla="*/ 507548 w 1364418"/>
              <a:gd name="connsiteY42-68168" fmla="*/ 4780965 h 6858000"/>
              <a:gd name="connsiteX43-68169" fmla="*/ 508841 w 1364418"/>
              <a:gd name="connsiteY43-68170" fmla="*/ 4750867 h 6858000"/>
              <a:gd name="connsiteX44-68171" fmla="*/ 506648 w 1364418"/>
              <a:gd name="connsiteY44-68172" fmla="*/ 4690749 h 6858000"/>
              <a:gd name="connsiteX45-68173" fmla="*/ 502128 w 1364418"/>
              <a:gd name="connsiteY45-68174" fmla="*/ 4584173 h 6858000"/>
              <a:gd name="connsiteX46-68175" fmla="*/ 497211 w 1364418"/>
              <a:gd name="connsiteY46-68176" fmla="*/ 4444346 h 6858000"/>
              <a:gd name="connsiteX47-68177" fmla="*/ 493776 w 1364418"/>
              <a:gd name="connsiteY47-68178" fmla="*/ 4375228 h 6858000"/>
              <a:gd name="connsiteX48-68179" fmla="*/ 474429 w 1364418"/>
              <a:gd name="connsiteY48-68180" fmla="*/ 4214165 h 6858000"/>
              <a:gd name="connsiteX49-68181" fmla="*/ 478502 w 1364418"/>
              <a:gd name="connsiteY49-68182" fmla="*/ 4090296 h 6858000"/>
              <a:gd name="connsiteX50-68183" fmla="*/ 463758 w 1364418"/>
              <a:gd name="connsiteY50-68184" fmla="*/ 4033999 h 6858000"/>
              <a:gd name="connsiteX51-68185" fmla="*/ 464907 w 1364418"/>
              <a:gd name="connsiteY51-68186" fmla="*/ 4031933 h 6858000"/>
              <a:gd name="connsiteX52-68187" fmla="*/ 463483 w 1364418"/>
              <a:gd name="connsiteY52-68188" fmla="*/ 4013953 h 6858000"/>
              <a:gd name="connsiteX53-68189" fmla="*/ 449778 w 1364418"/>
              <a:gd name="connsiteY53-68190" fmla="*/ 3974753 h 6858000"/>
              <a:gd name="connsiteX54-68191" fmla="*/ 451376 w 1364418"/>
              <a:gd name="connsiteY54-68192" fmla="*/ 3969950 h 6858000"/>
              <a:gd name="connsiteX55-68193" fmla="*/ 444798 w 1364418"/>
              <a:gd name="connsiteY55-68194" fmla="*/ 3933779 h 6858000"/>
              <a:gd name="connsiteX56-68195" fmla="*/ 446129 w 1364418"/>
              <a:gd name="connsiteY56-68196" fmla="*/ 3933093 h 6858000"/>
              <a:gd name="connsiteX57-68197" fmla="*/ 450483 w 1364418"/>
              <a:gd name="connsiteY57-68198" fmla="*/ 3922082 h 6858000"/>
              <a:gd name="connsiteX58-68199" fmla="*/ 455561 w 1364418"/>
              <a:gd name="connsiteY58-68200" fmla="*/ 3901461 h 6858000"/>
              <a:gd name="connsiteX59-68201" fmla="*/ 478155 w 1364418"/>
              <a:gd name="connsiteY59-68202" fmla="*/ 3813873 h 6858000"/>
              <a:gd name="connsiteX60-68203" fmla="*/ 477580 w 1364418"/>
              <a:gd name="connsiteY60-68204" fmla="*/ 3806161 h 6858000"/>
              <a:gd name="connsiteX61-68205" fmla="*/ 477887 w 1364418"/>
              <a:gd name="connsiteY61-68206" fmla="*/ 3805957 h 6858000"/>
              <a:gd name="connsiteX62-68207" fmla="*/ 477914 w 1364418"/>
              <a:gd name="connsiteY62-68208" fmla="*/ 3797724 h 6858000"/>
              <a:gd name="connsiteX63-68209" fmla="*/ 476529 w 1364418"/>
              <a:gd name="connsiteY63-68210" fmla="*/ 3792098 h 6858000"/>
              <a:gd name="connsiteX64-68211" fmla="*/ 475413 w 1364418"/>
              <a:gd name="connsiteY64-68212" fmla="*/ 3777135 h 6858000"/>
              <a:gd name="connsiteX65-68213" fmla="*/ 477146 w 1364418"/>
              <a:gd name="connsiteY65-68214" fmla="*/ 3771656 h 6858000"/>
              <a:gd name="connsiteX66-68215" fmla="*/ 480889 w 1364418"/>
              <a:gd name="connsiteY66-68216" fmla="*/ 3769007 h 6858000"/>
              <a:gd name="connsiteX67-68217" fmla="*/ 480355 w 1364418"/>
              <a:gd name="connsiteY67-68218" fmla="*/ 3767709 h 6858000"/>
              <a:gd name="connsiteX68-68219" fmla="*/ 489051 w 1364418"/>
              <a:gd name="connsiteY68-68220" fmla="*/ 3738082 h 6858000"/>
              <a:gd name="connsiteX69-68221" fmla="*/ 496397 w 1364418"/>
              <a:gd name="connsiteY69-68222" fmla="*/ 3673397 h 6858000"/>
              <a:gd name="connsiteX70-68223" fmla="*/ 495693 w 1364418"/>
              <a:gd name="connsiteY70-68224" fmla="*/ 3637109 h 6858000"/>
              <a:gd name="connsiteX71-68225" fmla="*/ 499136 w 1364418"/>
              <a:gd name="connsiteY71-68226" fmla="*/ 3536883 h 6858000"/>
              <a:gd name="connsiteX72-68227" fmla="*/ 506674 w 1364418"/>
              <a:gd name="connsiteY72-68228" fmla="*/ 3435652 h 6858000"/>
              <a:gd name="connsiteX73-68229" fmla="*/ 508345 w 1364418"/>
              <a:gd name="connsiteY73-68230" fmla="*/ 3307769 h 6858000"/>
              <a:gd name="connsiteX74-68231" fmla="*/ 525908 w 1364418"/>
              <a:gd name="connsiteY74-68232" fmla="*/ 3250522 h 6858000"/>
              <a:gd name="connsiteX75-68233" fmla="*/ 526333 w 1364418"/>
              <a:gd name="connsiteY75-68234" fmla="*/ 3229163 h 6858000"/>
              <a:gd name="connsiteX76-68235" fmla="*/ 528156 w 1364418"/>
              <a:gd name="connsiteY76-68236" fmla="*/ 3217217 h 6858000"/>
              <a:gd name="connsiteX77-68237" fmla="*/ 514991 w 1364418"/>
              <a:gd name="connsiteY77-68238" fmla="*/ 3183755 h 6858000"/>
              <a:gd name="connsiteX78-68239" fmla="*/ 515492 w 1364418"/>
              <a:gd name="connsiteY78-68240" fmla="*/ 3178642 h 6858000"/>
              <a:gd name="connsiteX79-68241" fmla="*/ 503092 w 1364418"/>
              <a:gd name="connsiteY79-68242" fmla="*/ 3158586 h 6858000"/>
              <a:gd name="connsiteX80-68243" fmla="*/ 488277 w 1364418"/>
              <a:gd name="connsiteY80-68244" fmla="*/ 3129034 h 6858000"/>
              <a:gd name="connsiteX81-68245" fmla="*/ 488942 w 1364418"/>
              <a:gd name="connsiteY81-68246" fmla="*/ 3126682 h 6858000"/>
              <a:gd name="connsiteX82-68247" fmla="*/ 479810 w 1364418"/>
              <a:gd name="connsiteY82-68248" fmla="*/ 3114519 h 6858000"/>
              <a:gd name="connsiteX83-68249" fmla="*/ 466419 w 1364418"/>
              <a:gd name="connsiteY83-68250" fmla="*/ 3106272 h 6858000"/>
              <a:gd name="connsiteX84-68251" fmla="*/ 439149 w 1364418"/>
              <a:gd name="connsiteY84-68252" fmla="*/ 2958185 h 6858000"/>
              <a:gd name="connsiteX85-68253" fmla="*/ 381763 w 1364418"/>
              <a:gd name="connsiteY85-68254" fmla="*/ 2762989 h 6858000"/>
              <a:gd name="connsiteX86-68255" fmla="*/ 330681 w 1364418"/>
              <a:gd name="connsiteY86-68256" fmla="*/ 2554718 h 6858000"/>
              <a:gd name="connsiteX87-68257" fmla="*/ 310775 w 1364418"/>
              <a:gd name="connsiteY87-68258" fmla="*/ 2485734 h 6858000"/>
              <a:gd name="connsiteX88-68259" fmla="*/ 301498 w 1364418"/>
              <a:gd name="connsiteY88-68260" fmla="*/ 2447068 h 6858000"/>
              <a:gd name="connsiteX89-68261" fmla="*/ 288459 w 1364418"/>
              <a:gd name="connsiteY89-68262" fmla="*/ 2425819 h 6858000"/>
              <a:gd name="connsiteX90-68263" fmla="*/ 294458 w 1364418"/>
              <a:gd name="connsiteY90-68264" fmla="*/ 2402874 h 6858000"/>
              <a:gd name="connsiteX91-68265" fmla="*/ 297070 w 1364418"/>
              <a:gd name="connsiteY91-68266" fmla="*/ 2381443 h 6858000"/>
              <a:gd name="connsiteX92-68267" fmla="*/ 273399 w 1364418"/>
              <a:gd name="connsiteY92-68268" fmla="*/ 2261920 h 6858000"/>
              <a:gd name="connsiteX93-68269" fmla="*/ 263286 w 1364418"/>
              <a:gd name="connsiteY93-68270" fmla="*/ 2195378 h 6858000"/>
              <a:gd name="connsiteX94-68271" fmla="*/ 247503 w 1364418"/>
              <a:gd name="connsiteY94-68272" fmla="*/ 2155135 h 6858000"/>
              <a:gd name="connsiteX95-68273" fmla="*/ 244961 w 1364418"/>
              <a:gd name="connsiteY95-68274" fmla="*/ 2118008 h 6858000"/>
              <a:gd name="connsiteX96-68275" fmla="*/ 245954 w 1364418"/>
              <a:gd name="connsiteY96-68276" fmla="*/ 2050531 h 6858000"/>
              <a:gd name="connsiteX97-68277" fmla="*/ 237760 w 1364418"/>
              <a:gd name="connsiteY97-68278" fmla="*/ 1963269 h 6858000"/>
              <a:gd name="connsiteX98-68279" fmla="*/ 218938 w 1364418"/>
              <a:gd name="connsiteY98-68280" fmla="*/ 1906352 h 6858000"/>
              <a:gd name="connsiteX99-68281" fmla="*/ 195495 w 1364418"/>
              <a:gd name="connsiteY99-68282" fmla="*/ 1861531 h 6858000"/>
              <a:gd name="connsiteX100-68283" fmla="*/ 149294 w 1364418"/>
              <a:gd name="connsiteY100-68284" fmla="*/ 1732919 h 6858000"/>
              <a:gd name="connsiteX101-68285" fmla="*/ 121605 w 1364418"/>
              <a:gd name="connsiteY101-68286" fmla="*/ 1663540 h 6858000"/>
              <a:gd name="connsiteX102-68287" fmla="*/ 120731 w 1364418"/>
              <a:gd name="connsiteY102-68288" fmla="*/ 1615777 h 6858000"/>
              <a:gd name="connsiteX103-68289" fmla="*/ 101526 w 1364418"/>
              <a:gd name="connsiteY103-68290" fmla="*/ 1563678 h 6858000"/>
              <a:gd name="connsiteX104-68291" fmla="*/ 114606 w 1364418"/>
              <a:gd name="connsiteY104-68292" fmla="*/ 1519474 h 6858000"/>
              <a:gd name="connsiteX105-68293" fmla="*/ 107348 w 1364418"/>
              <a:gd name="connsiteY105-68294" fmla="*/ 1477995 h 6858000"/>
              <a:gd name="connsiteX106-68295" fmla="*/ 93433 w 1364418"/>
              <a:gd name="connsiteY106-68296" fmla="*/ 1373769 h 6858000"/>
              <a:gd name="connsiteX107-68297" fmla="*/ 101740 w 1364418"/>
              <a:gd name="connsiteY107-68298" fmla="*/ 1307086 h 6858000"/>
              <a:gd name="connsiteX108-68299" fmla="*/ 102928 w 1364418"/>
              <a:gd name="connsiteY108-68300" fmla="*/ 1189033 h 6858000"/>
              <a:gd name="connsiteX109-68301" fmla="*/ 107613 w 1364418"/>
              <a:gd name="connsiteY109-68302" fmla="*/ 1168288 h 6858000"/>
              <a:gd name="connsiteX110-68303" fmla="*/ 99895 w 1364418"/>
              <a:gd name="connsiteY110-68304" fmla="*/ 1142577 h 6858000"/>
              <a:gd name="connsiteX111-68305" fmla="*/ 89201 w 1364418"/>
              <a:gd name="connsiteY111-68306" fmla="*/ 1088484 h 6858000"/>
              <a:gd name="connsiteX112-68307" fmla="*/ 77937 w 1364418"/>
              <a:gd name="connsiteY112-68308" fmla="*/ 1016103 h 6858000"/>
              <a:gd name="connsiteX113-68309" fmla="*/ 79393 w 1364418"/>
              <a:gd name="connsiteY113-68310" fmla="*/ 954054 h 6858000"/>
              <a:gd name="connsiteX114-68311" fmla="*/ 90309 w 1364418"/>
              <a:gd name="connsiteY114-68312" fmla="*/ 921368 h 6858000"/>
              <a:gd name="connsiteX115-68313" fmla="*/ 74258 w 1364418"/>
              <a:gd name="connsiteY115-68314" fmla="*/ 896999 h 6858000"/>
              <a:gd name="connsiteX116-68315" fmla="*/ 43666 w 1364418"/>
              <a:gd name="connsiteY116-68316" fmla="*/ 821517 h 6858000"/>
              <a:gd name="connsiteX117-68317" fmla="*/ 22616 w 1364418"/>
              <a:gd name="connsiteY117-68318" fmla="*/ 751353 h 6858000"/>
              <a:gd name="connsiteX118-68319" fmla="*/ 22174 w 1364418"/>
              <a:gd name="connsiteY118-68320" fmla="*/ 721230 h 6858000"/>
              <a:gd name="connsiteX119-68321" fmla="*/ 7845 w 1364418"/>
              <a:gd name="connsiteY119-68322" fmla="*/ 681659 h 6858000"/>
              <a:gd name="connsiteX120-68323" fmla="*/ 31306 w 1364418"/>
              <a:gd name="connsiteY120-68324" fmla="*/ 619315 h 6858000"/>
              <a:gd name="connsiteX121-68325" fmla="*/ 15184 w 1364418"/>
              <a:gd name="connsiteY121-68326" fmla="*/ 585934 h 6858000"/>
              <a:gd name="connsiteX122-68327" fmla="*/ 22258 w 1364418"/>
              <a:gd name="connsiteY122-68328" fmla="*/ 538948 h 6858000"/>
              <a:gd name="connsiteX123-68329" fmla="*/ 26166 w 1364418"/>
              <a:gd name="connsiteY123-68330" fmla="*/ 525163 h 6858000"/>
              <a:gd name="connsiteX124-68331" fmla="*/ 52290 w 1364418"/>
              <a:gd name="connsiteY124-68332" fmla="*/ 446567 h 6858000"/>
              <a:gd name="connsiteX125-68333" fmla="*/ 51538 w 1364418"/>
              <a:gd name="connsiteY125-68334" fmla="*/ 393828 h 6858000"/>
              <a:gd name="connsiteX126-68335" fmla="*/ 51368 w 1364418"/>
              <a:gd name="connsiteY126-68336" fmla="*/ 353137 h 6858000"/>
              <a:gd name="connsiteX127-68337" fmla="*/ 55970 w 1364418"/>
              <a:gd name="connsiteY127-68338" fmla="*/ 321428 h 6858000"/>
              <a:gd name="connsiteX128-68339" fmla="*/ 57061 w 1364418"/>
              <a:gd name="connsiteY128-68340" fmla="*/ 275771 h 6858000"/>
              <a:gd name="connsiteX129-68341" fmla="*/ 74088 w 1364418"/>
              <a:gd name="connsiteY129-68342" fmla="*/ 212860 h 6858000"/>
              <a:gd name="connsiteX130-68343" fmla="*/ 65798 w 1364418"/>
              <a:gd name="connsiteY130-68344" fmla="*/ 144983 h 6858000"/>
              <a:gd name="connsiteX131-68345" fmla="*/ 78082 w 1364418"/>
              <a:gd name="connsiteY131-68346" fmla="*/ 55288 h 6858000"/>
              <a:gd name="connsiteX132-68347" fmla="*/ 37636 w 1364418"/>
              <a:gd name="connsiteY132-68348" fmla="*/ 0 h 6858000"/>
              <a:gd name="connsiteX0-68349" fmla="*/ 37636 w 1364418"/>
              <a:gd name="connsiteY0-68350" fmla="*/ 0 h 6858000"/>
              <a:gd name="connsiteX1-68351" fmla="*/ 1364418 w 1364418"/>
              <a:gd name="connsiteY1-68352" fmla="*/ 0 h 6858000"/>
              <a:gd name="connsiteX2-68353" fmla="*/ 1364418 w 1364418"/>
              <a:gd name="connsiteY2-68354" fmla="*/ 6858000 h 6858000"/>
              <a:gd name="connsiteX3-68355" fmla="*/ 245974 w 1364418"/>
              <a:gd name="connsiteY3-68356" fmla="*/ 6857735 h 6858000"/>
              <a:gd name="connsiteX4-68357" fmla="*/ 239744 w 1364418"/>
              <a:gd name="connsiteY4-68358" fmla="*/ 6777899 h 6858000"/>
              <a:gd name="connsiteX5-68359" fmla="*/ 240339 w 1364418"/>
              <a:gd name="connsiteY5-68360" fmla="*/ 6711686 h 6858000"/>
              <a:gd name="connsiteX6-68361" fmla="*/ 286686 w 1364418"/>
              <a:gd name="connsiteY6-68362" fmla="*/ 6664994 h 6858000"/>
              <a:gd name="connsiteX7-68363" fmla="*/ 339152 w 1364418"/>
              <a:gd name="connsiteY7-68364" fmla="*/ 6471804 h 6858000"/>
              <a:gd name="connsiteX8-68365" fmla="*/ 334570 w 1364418"/>
              <a:gd name="connsiteY8-68366" fmla="*/ 6389835 h 6858000"/>
              <a:gd name="connsiteX9-68367" fmla="*/ 317792 w 1364418"/>
              <a:gd name="connsiteY9-68368" fmla="*/ 6324679 h 6858000"/>
              <a:gd name="connsiteX10-68369" fmla="*/ 278227 w 1364418"/>
              <a:gd name="connsiteY10-68370" fmla="*/ 6280046 h 6858000"/>
              <a:gd name="connsiteX11-68371" fmla="*/ 288000 w 1364418"/>
              <a:gd name="connsiteY11-68372" fmla="*/ 6252834 h 6858000"/>
              <a:gd name="connsiteX12-68373" fmla="*/ 265992 w 1364418"/>
              <a:gd name="connsiteY12-68374" fmla="*/ 6202459 h 6858000"/>
              <a:gd name="connsiteX13-68375" fmla="*/ 264790 w 1364418"/>
              <a:gd name="connsiteY13-68376" fmla="*/ 6153037 h 6858000"/>
              <a:gd name="connsiteX14-68377" fmla="*/ 280205 w 1364418"/>
              <a:gd name="connsiteY14-68378" fmla="*/ 6078132 h 6858000"/>
              <a:gd name="connsiteX15-68379" fmla="*/ 267592 w 1364418"/>
              <a:gd name="connsiteY15-68380" fmla="*/ 6028119 h 6858000"/>
              <a:gd name="connsiteX16-68381" fmla="*/ 252821 w 1364418"/>
              <a:gd name="connsiteY16-68382" fmla="*/ 5926735 h 6858000"/>
              <a:gd name="connsiteX17-68383" fmla="*/ 302333 w 1364418"/>
              <a:gd name="connsiteY17-68384" fmla="*/ 5712857 h 6858000"/>
              <a:gd name="connsiteX18-68385" fmla="*/ 332131 w 1364418"/>
              <a:gd name="connsiteY18-68386" fmla="*/ 5660491 h 6858000"/>
              <a:gd name="connsiteX19-68387" fmla="*/ 341254 w 1364418"/>
              <a:gd name="connsiteY19-68388" fmla="*/ 5563435 h 6858000"/>
              <a:gd name="connsiteX20-68389" fmla="*/ 368130 w 1364418"/>
              <a:gd name="connsiteY20-68390" fmla="*/ 5437125 h 6858000"/>
              <a:gd name="connsiteX21-68391" fmla="*/ 381698 w 1364418"/>
              <a:gd name="connsiteY21-68392" fmla="*/ 5396260 h 6858000"/>
              <a:gd name="connsiteX22-68393" fmla="*/ 397679 w 1364418"/>
              <a:gd name="connsiteY22-68394" fmla="*/ 5330009 h 6858000"/>
              <a:gd name="connsiteX23-68395" fmla="*/ 431172 w 1364418"/>
              <a:gd name="connsiteY23-68396" fmla="*/ 5273739 h 6858000"/>
              <a:gd name="connsiteX24-68397" fmla="*/ 440771 w 1364418"/>
              <a:gd name="connsiteY24-68398" fmla="*/ 5241779 h 6858000"/>
              <a:gd name="connsiteX25-68399" fmla="*/ 451997 w 1364418"/>
              <a:gd name="connsiteY25-68400" fmla="*/ 5225268 h 6858000"/>
              <a:gd name="connsiteX26-68401" fmla="*/ 453017 w 1364418"/>
              <a:gd name="connsiteY26-68402" fmla="*/ 5217684 h 6858000"/>
              <a:gd name="connsiteX27-68403" fmla="*/ 460358 w 1364418"/>
              <a:gd name="connsiteY27-68404" fmla="*/ 5193377 h 6858000"/>
              <a:gd name="connsiteX28-68405" fmla="*/ 463661 w 1364418"/>
              <a:gd name="connsiteY28-68406" fmla="*/ 5179288 h 6858000"/>
              <a:gd name="connsiteX29-68407" fmla="*/ 464645 w 1364418"/>
              <a:gd name="connsiteY29-68408" fmla="*/ 5173621 h 6858000"/>
              <a:gd name="connsiteX30-68409" fmla="*/ 460279 w 1364418"/>
              <a:gd name="connsiteY30-68410" fmla="*/ 5159961 h 6858000"/>
              <a:gd name="connsiteX31-68411" fmla="*/ 466956 w 1364418"/>
              <a:gd name="connsiteY31-68412" fmla="*/ 5144295 h 6858000"/>
              <a:gd name="connsiteX32-68413" fmla="*/ 463889 w 1364418"/>
              <a:gd name="connsiteY32-68414" fmla="*/ 5125185 h 6858000"/>
              <a:gd name="connsiteX33-68415" fmla="*/ 470719 w 1364418"/>
              <a:gd name="connsiteY33-68416" fmla="*/ 5121884 h 6858000"/>
              <a:gd name="connsiteX34-68417" fmla="*/ 477755 w 1364418"/>
              <a:gd name="connsiteY34-68418" fmla="*/ 5067850 h 6858000"/>
              <a:gd name="connsiteX35-68419" fmla="*/ 480486 w 1364418"/>
              <a:gd name="connsiteY35-68420" fmla="*/ 5060861 h 6858000"/>
              <a:gd name="connsiteX36-68421" fmla="*/ 477190 w 1364418"/>
              <a:gd name="connsiteY36-68422" fmla="*/ 5034192 h 6858000"/>
              <a:gd name="connsiteX37-68423" fmla="*/ 478744 w 1364418"/>
              <a:gd name="connsiteY37-68424" fmla="*/ 4993030 h 6858000"/>
              <a:gd name="connsiteX38-68425" fmla="*/ 485653 w 1364418"/>
              <a:gd name="connsiteY38-68426" fmla="*/ 4946844 h 6858000"/>
              <a:gd name="connsiteX39-68427" fmla="*/ 481509 w 1364418"/>
              <a:gd name="connsiteY39-68428" fmla="*/ 4932692 h 6858000"/>
              <a:gd name="connsiteX40-68429" fmla="*/ 496912 w 1364418"/>
              <a:gd name="connsiteY40-68430" fmla="*/ 4858827 h 6858000"/>
              <a:gd name="connsiteX41-68431" fmla="*/ 502815 w 1364418"/>
              <a:gd name="connsiteY41-68432" fmla="*/ 4821170 h 6858000"/>
              <a:gd name="connsiteX42-68433" fmla="*/ 507548 w 1364418"/>
              <a:gd name="connsiteY42-68434" fmla="*/ 4780965 h 6858000"/>
              <a:gd name="connsiteX43-68435" fmla="*/ 508841 w 1364418"/>
              <a:gd name="connsiteY43-68436" fmla="*/ 4750867 h 6858000"/>
              <a:gd name="connsiteX44-68437" fmla="*/ 506648 w 1364418"/>
              <a:gd name="connsiteY44-68438" fmla="*/ 4690749 h 6858000"/>
              <a:gd name="connsiteX45-68439" fmla="*/ 502128 w 1364418"/>
              <a:gd name="connsiteY45-68440" fmla="*/ 4584173 h 6858000"/>
              <a:gd name="connsiteX46-68441" fmla="*/ 497211 w 1364418"/>
              <a:gd name="connsiteY46-68442" fmla="*/ 4444346 h 6858000"/>
              <a:gd name="connsiteX47-68443" fmla="*/ 493776 w 1364418"/>
              <a:gd name="connsiteY47-68444" fmla="*/ 4375228 h 6858000"/>
              <a:gd name="connsiteX48-68445" fmla="*/ 474429 w 1364418"/>
              <a:gd name="connsiteY48-68446" fmla="*/ 4214165 h 6858000"/>
              <a:gd name="connsiteX49-68447" fmla="*/ 478502 w 1364418"/>
              <a:gd name="connsiteY49-68448" fmla="*/ 4090296 h 6858000"/>
              <a:gd name="connsiteX50-68449" fmla="*/ 463758 w 1364418"/>
              <a:gd name="connsiteY50-68450" fmla="*/ 4033999 h 6858000"/>
              <a:gd name="connsiteX51-68451" fmla="*/ 464907 w 1364418"/>
              <a:gd name="connsiteY51-68452" fmla="*/ 4031933 h 6858000"/>
              <a:gd name="connsiteX52-68453" fmla="*/ 463483 w 1364418"/>
              <a:gd name="connsiteY52-68454" fmla="*/ 4013953 h 6858000"/>
              <a:gd name="connsiteX53-68455" fmla="*/ 449778 w 1364418"/>
              <a:gd name="connsiteY53-68456" fmla="*/ 3974753 h 6858000"/>
              <a:gd name="connsiteX54-68457" fmla="*/ 451376 w 1364418"/>
              <a:gd name="connsiteY54-68458" fmla="*/ 3969950 h 6858000"/>
              <a:gd name="connsiteX55-68459" fmla="*/ 444798 w 1364418"/>
              <a:gd name="connsiteY55-68460" fmla="*/ 3933779 h 6858000"/>
              <a:gd name="connsiteX56-68461" fmla="*/ 446129 w 1364418"/>
              <a:gd name="connsiteY56-68462" fmla="*/ 3933093 h 6858000"/>
              <a:gd name="connsiteX57-68463" fmla="*/ 450483 w 1364418"/>
              <a:gd name="connsiteY57-68464" fmla="*/ 3922082 h 6858000"/>
              <a:gd name="connsiteX58-68465" fmla="*/ 455561 w 1364418"/>
              <a:gd name="connsiteY58-68466" fmla="*/ 3901461 h 6858000"/>
              <a:gd name="connsiteX59-68467" fmla="*/ 478155 w 1364418"/>
              <a:gd name="connsiteY59-68468" fmla="*/ 3813873 h 6858000"/>
              <a:gd name="connsiteX60-68469" fmla="*/ 477580 w 1364418"/>
              <a:gd name="connsiteY60-68470" fmla="*/ 3806161 h 6858000"/>
              <a:gd name="connsiteX61-68471" fmla="*/ 477887 w 1364418"/>
              <a:gd name="connsiteY61-68472" fmla="*/ 3805957 h 6858000"/>
              <a:gd name="connsiteX62-68473" fmla="*/ 477914 w 1364418"/>
              <a:gd name="connsiteY62-68474" fmla="*/ 3797724 h 6858000"/>
              <a:gd name="connsiteX63-68475" fmla="*/ 476529 w 1364418"/>
              <a:gd name="connsiteY63-68476" fmla="*/ 3792098 h 6858000"/>
              <a:gd name="connsiteX64-68477" fmla="*/ 475413 w 1364418"/>
              <a:gd name="connsiteY64-68478" fmla="*/ 3777135 h 6858000"/>
              <a:gd name="connsiteX65-68479" fmla="*/ 477146 w 1364418"/>
              <a:gd name="connsiteY65-68480" fmla="*/ 3771656 h 6858000"/>
              <a:gd name="connsiteX66-68481" fmla="*/ 480889 w 1364418"/>
              <a:gd name="connsiteY66-68482" fmla="*/ 3769007 h 6858000"/>
              <a:gd name="connsiteX67-68483" fmla="*/ 480355 w 1364418"/>
              <a:gd name="connsiteY67-68484" fmla="*/ 3767709 h 6858000"/>
              <a:gd name="connsiteX68-68485" fmla="*/ 489051 w 1364418"/>
              <a:gd name="connsiteY68-68486" fmla="*/ 3738082 h 6858000"/>
              <a:gd name="connsiteX69-68487" fmla="*/ 496397 w 1364418"/>
              <a:gd name="connsiteY69-68488" fmla="*/ 3673397 h 6858000"/>
              <a:gd name="connsiteX70-68489" fmla="*/ 495693 w 1364418"/>
              <a:gd name="connsiteY70-68490" fmla="*/ 3637109 h 6858000"/>
              <a:gd name="connsiteX71-68491" fmla="*/ 499136 w 1364418"/>
              <a:gd name="connsiteY71-68492" fmla="*/ 3536883 h 6858000"/>
              <a:gd name="connsiteX72-68493" fmla="*/ 506674 w 1364418"/>
              <a:gd name="connsiteY72-68494" fmla="*/ 3435652 h 6858000"/>
              <a:gd name="connsiteX73-68495" fmla="*/ 508345 w 1364418"/>
              <a:gd name="connsiteY73-68496" fmla="*/ 3307769 h 6858000"/>
              <a:gd name="connsiteX74-68497" fmla="*/ 525908 w 1364418"/>
              <a:gd name="connsiteY74-68498" fmla="*/ 3250522 h 6858000"/>
              <a:gd name="connsiteX75-68499" fmla="*/ 526333 w 1364418"/>
              <a:gd name="connsiteY75-68500" fmla="*/ 3229163 h 6858000"/>
              <a:gd name="connsiteX76-68501" fmla="*/ 528156 w 1364418"/>
              <a:gd name="connsiteY76-68502" fmla="*/ 3217217 h 6858000"/>
              <a:gd name="connsiteX77-68503" fmla="*/ 514991 w 1364418"/>
              <a:gd name="connsiteY77-68504" fmla="*/ 3183755 h 6858000"/>
              <a:gd name="connsiteX78-68505" fmla="*/ 515492 w 1364418"/>
              <a:gd name="connsiteY78-68506" fmla="*/ 3178642 h 6858000"/>
              <a:gd name="connsiteX79-68507" fmla="*/ 503092 w 1364418"/>
              <a:gd name="connsiteY79-68508" fmla="*/ 3158586 h 6858000"/>
              <a:gd name="connsiteX80-68509" fmla="*/ 488277 w 1364418"/>
              <a:gd name="connsiteY80-68510" fmla="*/ 3129034 h 6858000"/>
              <a:gd name="connsiteX81-68511" fmla="*/ 488942 w 1364418"/>
              <a:gd name="connsiteY81-68512" fmla="*/ 3126682 h 6858000"/>
              <a:gd name="connsiteX82-68513" fmla="*/ 479810 w 1364418"/>
              <a:gd name="connsiteY82-68514" fmla="*/ 3114519 h 6858000"/>
              <a:gd name="connsiteX83-68515" fmla="*/ 466419 w 1364418"/>
              <a:gd name="connsiteY83-68516" fmla="*/ 3106272 h 6858000"/>
              <a:gd name="connsiteX84-68517" fmla="*/ 439149 w 1364418"/>
              <a:gd name="connsiteY84-68518" fmla="*/ 2958185 h 6858000"/>
              <a:gd name="connsiteX85-68519" fmla="*/ 381763 w 1364418"/>
              <a:gd name="connsiteY85-68520" fmla="*/ 2762989 h 6858000"/>
              <a:gd name="connsiteX86-68521" fmla="*/ 330681 w 1364418"/>
              <a:gd name="connsiteY86-68522" fmla="*/ 2554718 h 6858000"/>
              <a:gd name="connsiteX87-68523" fmla="*/ 310775 w 1364418"/>
              <a:gd name="connsiteY87-68524" fmla="*/ 2485734 h 6858000"/>
              <a:gd name="connsiteX88-68525" fmla="*/ 301498 w 1364418"/>
              <a:gd name="connsiteY88-68526" fmla="*/ 2447068 h 6858000"/>
              <a:gd name="connsiteX89-68527" fmla="*/ 288459 w 1364418"/>
              <a:gd name="connsiteY89-68528" fmla="*/ 2425819 h 6858000"/>
              <a:gd name="connsiteX90-68529" fmla="*/ 294458 w 1364418"/>
              <a:gd name="connsiteY90-68530" fmla="*/ 2402874 h 6858000"/>
              <a:gd name="connsiteX91-68531" fmla="*/ 297070 w 1364418"/>
              <a:gd name="connsiteY91-68532" fmla="*/ 2381443 h 6858000"/>
              <a:gd name="connsiteX92-68533" fmla="*/ 273399 w 1364418"/>
              <a:gd name="connsiteY92-68534" fmla="*/ 2261920 h 6858000"/>
              <a:gd name="connsiteX93-68535" fmla="*/ 263286 w 1364418"/>
              <a:gd name="connsiteY93-68536" fmla="*/ 2195378 h 6858000"/>
              <a:gd name="connsiteX94-68537" fmla="*/ 247503 w 1364418"/>
              <a:gd name="connsiteY94-68538" fmla="*/ 2155135 h 6858000"/>
              <a:gd name="connsiteX95-68539" fmla="*/ 244961 w 1364418"/>
              <a:gd name="connsiteY95-68540" fmla="*/ 2118008 h 6858000"/>
              <a:gd name="connsiteX96-68541" fmla="*/ 245954 w 1364418"/>
              <a:gd name="connsiteY96-68542" fmla="*/ 2050531 h 6858000"/>
              <a:gd name="connsiteX97-68543" fmla="*/ 237760 w 1364418"/>
              <a:gd name="connsiteY97-68544" fmla="*/ 1963269 h 6858000"/>
              <a:gd name="connsiteX98-68545" fmla="*/ 218938 w 1364418"/>
              <a:gd name="connsiteY98-68546" fmla="*/ 1906352 h 6858000"/>
              <a:gd name="connsiteX99-68547" fmla="*/ 195495 w 1364418"/>
              <a:gd name="connsiteY99-68548" fmla="*/ 1861531 h 6858000"/>
              <a:gd name="connsiteX100-68549" fmla="*/ 149294 w 1364418"/>
              <a:gd name="connsiteY100-68550" fmla="*/ 1732919 h 6858000"/>
              <a:gd name="connsiteX101-68551" fmla="*/ 121605 w 1364418"/>
              <a:gd name="connsiteY101-68552" fmla="*/ 1663540 h 6858000"/>
              <a:gd name="connsiteX102-68553" fmla="*/ 120731 w 1364418"/>
              <a:gd name="connsiteY102-68554" fmla="*/ 1615777 h 6858000"/>
              <a:gd name="connsiteX103-68555" fmla="*/ 101526 w 1364418"/>
              <a:gd name="connsiteY103-68556" fmla="*/ 1563678 h 6858000"/>
              <a:gd name="connsiteX104-68557" fmla="*/ 114606 w 1364418"/>
              <a:gd name="connsiteY104-68558" fmla="*/ 1519474 h 6858000"/>
              <a:gd name="connsiteX105-68559" fmla="*/ 107348 w 1364418"/>
              <a:gd name="connsiteY105-68560" fmla="*/ 1477995 h 6858000"/>
              <a:gd name="connsiteX106-68561" fmla="*/ 93433 w 1364418"/>
              <a:gd name="connsiteY106-68562" fmla="*/ 1373769 h 6858000"/>
              <a:gd name="connsiteX107-68563" fmla="*/ 101740 w 1364418"/>
              <a:gd name="connsiteY107-68564" fmla="*/ 1307086 h 6858000"/>
              <a:gd name="connsiteX108-68565" fmla="*/ 102928 w 1364418"/>
              <a:gd name="connsiteY108-68566" fmla="*/ 1189033 h 6858000"/>
              <a:gd name="connsiteX109-68567" fmla="*/ 107613 w 1364418"/>
              <a:gd name="connsiteY109-68568" fmla="*/ 1168288 h 6858000"/>
              <a:gd name="connsiteX110-68569" fmla="*/ 99895 w 1364418"/>
              <a:gd name="connsiteY110-68570" fmla="*/ 1142577 h 6858000"/>
              <a:gd name="connsiteX111-68571" fmla="*/ 89201 w 1364418"/>
              <a:gd name="connsiteY111-68572" fmla="*/ 1088484 h 6858000"/>
              <a:gd name="connsiteX112-68573" fmla="*/ 77937 w 1364418"/>
              <a:gd name="connsiteY112-68574" fmla="*/ 1016103 h 6858000"/>
              <a:gd name="connsiteX113-68575" fmla="*/ 79393 w 1364418"/>
              <a:gd name="connsiteY113-68576" fmla="*/ 954054 h 6858000"/>
              <a:gd name="connsiteX114-68577" fmla="*/ 90309 w 1364418"/>
              <a:gd name="connsiteY114-68578" fmla="*/ 921368 h 6858000"/>
              <a:gd name="connsiteX115-68579" fmla="*/ 74258 w 1364418"/>
              <a:gd name="connsiteY115-68580" fmla="*/ 896999 h 6858000"/>
              <a:gd name="connsiteX116-68581" fmla="*/ 43666 w 1364418"/>
              <a:gd name="connsiteY116-68582" fmla="*/ 821517 h 6858000"/>
              <a:gd name="connsiteX117-68583" fmla="*/ 22616 w 1364418"/>
              <a:gd name="connsiteY117-68584" fmla="*/ 751353 h 6858000"/>
              <a:gd name="connsiteX118-68585" fmla="*/ 22174 w 1364418"/>
              <a:gd name="connsiteY118-68586" fmla="*/ 721230 h 6858000"/>
              <a:gd name="connsiteX119-68587" fmla="*/ 7845 w 1364418"/>
              <a:gd name="connsiteY119-68588" fmla="*/ 681659 h 6858000"/>
              <a:gd name="connsiteX120-68589" fmla="*/ 31306 w 1364418"/>
              <a:gd name="connsiteY120-68590" fmla="*/ 619315 h 6858000"/>
              <a:gd name="connsiteX121-68591" fmla="*/ 15184 w 1364418"/>
              <a:gd name="connsiteY121-68592" fmla="*/ 585934 h 6858000"/>
              <a:gd name="connsiteX122-68593" fmla="*/ 22258 w 1364418"/>
              <a:gd name="connsiteY122-68594" fmla="*/ 538948 h 6858000"/>
              <a:gd name="connsiteX123-68595" fmla="*/ 26166 w 1364418"/>
              <a:gd name="connsiteY123-68596" fmla="*/ 525163 h 6858000"/>
              <a:gd name="connsiteX124-68597" fmla="*/ 52290 w 1364418"/>
              <a:gd name="connsiteY124-68598" fmla="*/ 446567 h 6858000"/>
              <a:gd name="connsiteX125-68599" fmla="*/ 51538 w 1364418"/>
              <a:gd name="connsiteY125-68600" fmla="*/ 393828 h 6858000"/>
              <a:gd name="connsiteX126-68601" fmla="*/ 51368 w 1364418"/>
              <a:gd name="connsiteY126-68602" fmla="*/ 353137 h 6858000"/>
              <a:gd name="connsiteX127-68603" fmla="*/ 55970 w 1364418"/>
              <a:gd name="connsiteY127-68604" fmla="*/ 321428 h 6858000"/>
              <a:gd name="connsiteX128-68605" fmla="*/ 57061 w 1364418"/>
              <a:gd name="connsiteY128-68606" fmla="*/ 275771 h 6858000"/>
              <a:gd name="connsiteX129-68607" fmla="*/ 74088 w 1364418"/>
              <a:gd name="connsiteY129-68608" fmla="*/ 212860 h 6858000"/>
              <a:gd name="connsiteX130-68609" fmla="*/ 65798 w 1364418"/>
              <a:gd name="connsiteY130-68610" fmla="*/ 144983 h 6858000"/>
              <a:gd name="connsiteX131-68611" fmla="*/ 78082 w 1364418"/>
              <a:gd name="connsiteY131-68612" fmla="*/ 55288 h 6858000"/>
              <a:gd name="connsiteX132-68613" fmla="*/ 37636 w 1364418"/>
              <a:gd name="connsiteY132-68614" fmla="*/ 0 h 6858000"/>
              <a:gd name="connsiteX0-68615" fmla="*/ 37636 w 1364418"/>
              <a:gd name="connsiteY0-68616" fmla="*/ 0 h 6858000"/>
              <a:gd name="connsiteX1-68617" fmla="*/ 1364418 w 1364418"/>
              <a:gd name="connsiteY1-68618" fmla="*/ 0 h 6858000"/>
              <a:gd name="connsiteX2-68619" fmla="*/ 1364418 w 1364418"/>
              <a:gd name="connsiteY2-68620" fmla="*/ 6858000 h 6858000"/>
              <a:gd name="connsiteX3-68621" fmla="*/ 245974 w 1364418"/>
              <a:gd name="connsiteY3-68622" fmla="*/ 6857735 h 6858000"/>
              <a:gd name="connsiteX4-68623" fmla="*/ 239744 w 1364418"/>
              <a:gd name="connsiteY4-68624" fmla="*/ 6777899 h 6858000"/>
              <a:gd name="connsiteX5-68625" fmla="*/ 264484 w 1364418"/>
              <a:gd name="connsiteY5-68626" fmla="*/ 6716710 h 6858000"/>
              <a:gd name="connsiteX6-68627" fmla="*/ 286686 w 1364418"/>
              <a:gd name="connsiteY6-68628" fmla="*/ 6664994 h 6858000"/>
              <a:gd name="connsiteX7-68629" fmla="*/ 339152 w 1364418"/>
              <a:gd name="connsiteY7-68630" fmla="*/ 6471804 h 6858000"/>
              <a:gd name="connsiteX8-68631" fmla="*/ 334570 w 1364418"/>
              <a:gd name="connsiteY8-68632" fmla="*/ 6389835 h 6858000"/>
              <a:gd name="connsiteX9-68633" fmla="*/ 317792 w 1364418"/>
              <a:gd name="connsiteY9-68634" fmla="*/ 6324679 h 6858000"/>
              <a:gd name="connsiteX10-68635" fmla="*/ 278227 w 1364418"/>
              <a:gd name="connsiteY10-68636" fmla="*/ 6280046 h 6858000"/>
              <a:gd name="connsiteX11-68637" fmla="*/ 288000 w 1364418"/>
              <a:gd name="connsiteY11-68638" fmla="*/ 6252834 h 6858000"/>
              <a:gd name="connsiteX12-68639" fmla="*/ 265992 w 1364418"/>
              <a:gd name="connsiteY12-68640" fmla="*/ 6202459 h 6858000"/>
              <a:gd name="connsiteX13-68641" fmla="*/ 264790 w 1364418"/>
              <a:gd name="connsiteY13-68642" fmla="*/ 6153037 h 6858000"/>
              <a:gd name="connsiteX14-68643" fmla="*/ 280205 w 1364418"/>
              <a:gd name="connsiteY14-68644" fmla="*/ 6078132 h 6858000"/>
              <a:gd name="connsiteX15-68645" fmla="*/ 267592 w 1364418"/>
              <a:gd name="connsiteY15-68646" fmla="*/ 6028119 h 6858000"/>
              <a:gd name="connsiteX16-68647" fmla="*/ 252821 w 1364418"/>
              <a:gd name="connsiteY16-68648" fmla="*/ 5926735 h 6858000"/>
              <a:gd name="connsiteX17-68649" fmla="*/ 302333 w 1364418"/>
              <a:gd name="connsiteY17-68650" fmla="*/ 5712857 h 6858000"/>
              <a:gd name="connsiteX18-68651" fmla="*/ 332131 w 1364418"/>
              <a:gd name="connsiteY18-68652" fmla="*/ 5660491 h 6858000"/>
              <a:gd name="connsiteX19-68653" fmla="*/ 341254 w 1364418"/>
              <a:gd name="connsiteY19-68654" fmla="*/ 5563435 h 6858000"/>
              <a:gd name="connsiteX20-68655" fmla="*/ 368130 w 1364418"/>
              <a:gd name="connsiteY20-68656" fmla="*/ 5437125 h 6858000"/>
              <a:gd name="connsiteX21-68657" fmla="*/ 381698 w 1364418"/>
              <a:gd name="connsiteY21-68658" fmla="*/ 5396260 h 6858000"/>
              <a:gd name="connsiteX22-68659" fmla="*/ 397679 w 1364418"/>
              <a:gd name="connsiteY22-68660" fmla="*/ 5330009 h 6858000"/>
              <a:gd name="connsiteX23-68661" fmla="*/ 431172 w 1364418"/>
              <a:gd name="connsiteY23-68662" fmla="*/ 5273739 h 6858000"/>
              <a:gd name="connsiteX24-68663" fmla="*/ 440771 w 1364418"/>
              <a:gd name="connsiteY24-68664" fmla="*/ 5241779 h 6858000"/>
              <a:gd name="connsiteX25-68665" fmla="*/ 451997 w 1364418"/>
              <a:gd name="connsiteY25-68666" fmla="*/ 5225268 h 6858000"/>
              <a:gd name="connsiteX26-68667" fmla="*/ 453017 w 1364418"/>
              <a:gd name="connsiteY26-68668" fmla="*/ 5217684 h 6858000"/>
              <a:gd name="connsiteX27-68669" fmla="*/ 460358 w 1364418"/>
              <a:gd name="connsiteY27-68670" fmla="*/ 5193377 h 6858000"/>
              <a:gd name="connsiteX28-68671" fmla="*/ 463661 w 1364418"/>
              <a:gd name="connsiteY28-68672" fmla="*/ 5179288 h 6858000"/>
              <a:gd name="connsiteX29-68673" fmla="*/ 464645 w 1364418"/>
              <a:gd name="connsiteY29-68674" fmla="*/ 5173621 h 6858000"/>
              <a:gd name="connsiteX30-68675" fmla="*/ 460279 w 1364418"/>
              <a:gd name="connsiteY30-68676" fmla="*/ 5159961 h 6858000"/>
              <a:gd name="connsiteX31-68677" fmla="*/ 466956 w 1364418"/>
              <a:gd name="connsiteY31-68678" fmla="*/ 5144295 h 6858000"/>
              <a:gd name="connsiteX32-68679" fmla="*/ 463889 w 1364418"/>
              <a:gd name="connsiteY32-68680" fmla="*/ 5125185 h 6858000"/>
              <a:gd name="connsiteX33-68681" fmla="*/ 470719 w 1364418"/>
              <a:gd name="connsiteY33-68682" fmla="*/ 5121884 h 6858000"/>
              <a:gd name="connsiteX34-68683" fmla="*/ 477755 w 1364418"/>
              <a:gd name="connsiteY34-68684" fmla="*/ 5067850 h 6858000"/>
              <a:gd name="connsiteX35-68685" fmla="*/ 480486 w 1364418"/>
              <a:gd name="connsiteY35-68686" fmla="*/ 5060861 h 6858000"/>
              <a:gd name="connsiteX36-68687" fmla="*/ 477190 w 1364418"/>
              <a:gd name="connsiteY36-68688" fmla="*/ 5034192 h 6858000"/>
              <a:gd name="connsiteX37-68689" fmla="*/ 478744 w 1364418"/>
              <a:gd name="connsiteY37-68690" fmla="*/ 4993030 h 6858000"/>
              <a:gd name="connsiteX38-68691" fmla="*/ 485653 w 1364418"/>
              <a:gd name="connsiteY38-68692" fmla="*/ 4946844 h 6858000"/>
              <a:gd name="connsiteX39-68693" fmla="*/ 481509 w 1364418"/>
              <a:gd name="connsiteY39-68694" fmla="*/ 4932692 h 6858000"/>
              <a:gd name="connsiteX40-68695" fmla="*/ 496912 w 1364418"/>
              <a:gd name="connsiteY40-68696" fmla="*/ 4858827 h 6858000"/>
              <a:gd name="connsiteX41-68697" fmla="*/ 502815 w 1364418"/>
              <a:gd name="connsiteY41-68698" fmla="*/ 4821170 h 6858000"/>
              <a:gd name="connsiteX42-68699" fmla="*/ 507548 w 1364418"/>
              <a:gd name="connsiteY42-68700" fmla="*/ 4780965 h 6858000"/>
              <a:gd name="connsiteX43-68701" fmla="*/ 508841 w 1364418"/>
              <a:gd name="connsiteY43-68702" fmla="*/ 4750867 h 6858000"/>
              <a:gd name="connsiteX44-68703" fmla="*/ 506648 w 1364418"/>
              <a:gd name="connsiteY44-68704" fmla="*/ 4690749 h 6858000"/>
              <a:gd name="connsiteX45-68705" fmla="*/ 502128 w 1364418"/>
              <a:gd name="connsiteY45-68706" fmla="*/ 4584173 h 6858000"/>
              <a:gd name="connsiteX46-68707" fmla="*/ 497211 w 1364418"/>
              <a:gd name="connsiteY46-68708" fmla="*/ 4444346 h 6858000"/>
              <a:gd name="connsiteX47-68709" fmla="*/ 493776 w 1364418"/>
              <a:gd name="connsiteY47-68710" fmla="*/ 4375228 h 6858000"/>
              <a:gd name="connsiteX48-68711" fmla="*/ 474429 w 1364418"/>
              <a:gd name="connsiteY48-68712" fmla="*/ 4214165 h 6858000"/>
              <a:gd name="connsiteX49-68713" fmla="*/ 478502 w 1364418"/>
              <a:gd name="connsiteY49-68714" fmla="*/ 4090296 h 6858000"/>
              <a:gd name="connsiteX50-68715" fmla="*/ 463758 w 1364418"/>
              <a:gd name="connsiteY50-68716" fmla="*/ 4033999 h 6858000"/>
              <a:gd name="connsiteX51-68717" fmla="*/ 464907 w 1364418"/>
              <a:gd name="connsiteY51-68718" fmla="*/ 4031933 h 6858000"/>
              <a:gd name="connsiteX52-68719" fmla="*/ 463483 w 1364418"/>
              <a:gd name="connsiteY52-68720" fmla="*/ 4013953 h 6858000"/>
              <a:gd name="connsiteX53-68721" fmla="*/ 449778 w 1364418"/>
              <a:gd name="connsiteY53-68722" fmla="*/ 3974753 h 6858000"/>
              <a:gd name="connsiteX54-68723" fmla="*/ 451376 w 1364418"/>
              <a:gd name="connsiteY54-68724" fmla="*/ 3969950 h 6858000"/>
              <a:gd name="connsiteX55-68725" fmla="*/ 444798 w 1364418"/>
              <a:gd name="connsiteY55-68726" fmla="*/ 3933779 h 6858000"/>
              <a:gd name="connsiteX56-68727" fmla="*/ 446129 w 1364418"/>
              <a:gd name="connsiteY56-68728" fmla="*/ 3933093 h 6858000"/>
              <a:gd name="connsiteX57-68729" fmla="*/ 450483 w 1364418"/>
              <a:gd name="connsiteY57-68730" fmla="*/ 3922082 h 6858000"/>
              <a:gd name="connsiteX58-68731" fmla="*/ 455561 w 1364418"/>
              <a:gd name="connsiteY58-68732" fmla="*/ 3901461 h 6858000"/>
              <a:gd name="connsiteX59-68733" fmla="*/ 478155 w 1364418"/>
              <a:gd name="connsiteY59-68734" fmla="*/ 3813873 h 6858000"/>
              <a:gd name="connsiteX60-68735" fmla="*/ 477580 w 1364418"/>
              <a:gd name="connsiteY60-68736" fmla="*/ 3806161 h 6858000"/>
              <a:gd name="connsiteX61-68737" fmla="*/ 477887 w 1364418"/>
              <a:gd name="connsiteY61-68738" fmla="*/ 3805957 h 6858000"/>
              <a:gd name="connsiteX62-68739" fmla="*/ 477914 w 1364418"/>
              <a:gd name="connsiteY62-68740" fmla="*/ 3797724 h 6858000"/>
              <a:gd name="connsiteX63-68741" fmla="*/ 476529 w 1364418"/>
              <a:gd name="connsiteY63-68742" fmla="*/ 3792098 h 6858000"/>
              <a:gd name="connsiteX64-68743" fmla="*/ 475413 w 1364418"/>
              <a:gd name="connsiteY64-68744" fmla="*/ 3777135 h 6858000"/>
              <a:gd name="connsiteX65-68745" fmla="*/ 477146 w 1364418"/>
              <a:gd name="connsiteY65-68746" fmla="*/ 3771656 h 6858000"/>
              <a:gd name="connsiteX66-68747" fmla="*/ 480889 w 1364418"/>
              <a:gd name="connsiteY66-68748" fmla="*/ 3769007 h 6858000"/>
              <a:gd name="connsiteX67-68749" fmla="*/ 480355 w 1364418"/>
              <a:gd name="connsiteY67-68750" fmla="*/ 3767709 h 6858000"/>
              <a:gd name="connsiteX68-68751" fmla="*/ 489051 w 1364418"/>
              <a:gd name="connsiteY68-68752" fmla="*/ 3738082 h 6858000"/>
              <a:gd name="connsiteX69-68753" fmla="*/ 496397 w 1364418"/>
              <a:gd name="connsiteY69-68754" fmla="*/ 3673397 h 6858000"/>
              <a:gd name="connsiteX70-68755" fmla="*/ 495693 w 1364418"/>
              <a:gd name="connsiteY70-68756" fmla="*/ 3637109 h 6858000"/>
              <a:gd name="connsiteX71-68757" fmla="*/ 499136 w 1364418"/>
              <a:gd name="connsiteY71-68758" fmla="*/ 3536883 h 6858000"/>
              <a:gd name="connsiteX72-68759" fmla="*/ 506674 w 1364418"/>
              <a:gd name="connsiteY72-68760" fmla="*/ 3435652 h 6858000"/>
              <a:gd name="connsiteX73-68761" fmla="*/ 508345 w 1364418"/>
              <a:gd name="connsiteY73-68762" fmla="*/ 3307769 h 6858000"/>
              <a:gd name="connsiteX74-68763" fmla="*/ 525908 w 1364418"/>
              <a:gd name="connsiteY74-68764" fmla="*/ 3250522 h 6858000"/>
              <a:gd name="connsiteX75-68765" fmla="*/ 526333 w 1364418"/>
              <a:gd name="connsiteY75-68766" fmla="*/ 3229163 h 6858000"/>
              <a:gd name="connsiteX76-68767" fmla="*/ 528156 w 1364418"/>
              <a:gd name="connsiteY76-68768" fmla="*/ 3217217 h 6858000"/>
              <a:gd name="connsiteX77-68769" fmla="*/ 514991 w 1364418"/>
              <a:gd name="connsiteY77-68770" fmla="*/ 3183755 h 6858000"/>
              <a:gd name="connsiteX78-68771" fmla="*/ 515492 w 1364418"/>
              <a:gd name="connsiteY78-68772" fmla="*/ 3178642 h 6858000"/>
              <a:gd name="connsiteX79-68773" fmla="*/ 503092 w 1364418"/>
              <a:gd name="connsiteY79-68774" fmla="*/ 3158586 h 6858000"/>
              <a:gd name="connsiteX80-68775" fmla="*/ 488277 w 1364418"/>
              <a:gd name="connsiteY80-68776" fmla="*/ 3129034 h 6858000"/>
              <a:gd name="connsiteX81-68777" fmla="*/ 488942 w 1364418"/>
              <a:gd name="connsiteY81-68778" fmla="*/ 3126682 h 6858000"/>
              <a:gd name="connsiteX82-68779" fmla="*/ 479810 w 1364418"/>
              <a:gd name="connsiteY82-68780" fmla="*/ 3114519 h 6858000"/>
              <a:gd name="connsiteX83-68781" fmla="*/ 466419 w 1364418"/>
              <a:gd name="connsiteY83-68782" fmla="*/ 3106272 h 6858000"/>
              <a:gd name="connsiteX84-68783" fmla="*/ 439149 w 1364418"/>
              <a:gd name="connsiteY84-68784" fmla="*/ 2958185 h 6858000"/>
              <a:gd name="connsiteX85-68785" fmla="*/ 381763 w 1364418"/>
              <a:gd name="connsiteY85-68786" fmla="*/ 2762989 h 6858000"/>
              <a:gd name="connsiteX86-68787" fmla="*/ 330681 w 1364418"/>
              <a:gd name="connsiteY86-68788" fmla="*/ 2554718 h 6858000"/>
              <a:gd name="connsiteX87-68789" fmla="*/ 310775 w 1364418"/>
              <a:gd name="connsiteY87-68790" fmla="*/ 2485734 h 6858000"/>
              <a:gd name="connsiteX88-68791" fmla="*/ 301498 w 1364418"/>
              <a:gd name="connsiteY88-68792" fmla="*/ 2447068 h 6858000"/>
              <a:gd name="connsiteX89-68793" fmla="*/ 288459 w 1364418"/>
              <a:gd name="connsiteY89-68794" fmla="*/ 2425819 h 6858000"/>
              <a:gd name="connsiteX90-68795" fmla="*/ 294458 w 1364418"/>
              <a:gd name="connsiteY90-68796" fmla="*/ 2402874 h 6858000"/>
              <a:gd name="connsiteX91-68797" fmla="*/ 297070 w 1364418"/>
              <a:gd name="connsiteY91-68798" fmla="*/ 2381443 h 6858000"/>
              <a:gd name="connsiteX92-68799" fmla="*/ 273399 w 1364418"/>
              <a:gd name="connsiteY92-68800" fmla="*/ 2261920 h 6858000"/>
              <a:gd name="connsiteX93-68801" fmla="*/ 263286 w 1364418"/>
              <a:gd name="connsiteY93-68802" fmla="*/ 2195378 h 6858000"/>
              <a:gd name="connsiteX94-68803" fmla="*/ 247503 w 1364418"/>
              <a:gd name="connsiteY94-68804" fmla="*/ 2155135 h 6858000"/>
              <a:gd name="connsiteX95-68805" fmla="*/ 244961 w 1364418"/>
              <a:gd name="connsiteY95-68806" fmla="*/ 2118008 h 6858000"/>
              <a:gd name="connsiteX96-68807" fmla="*/ 245954 w 1364418"/>
              <a:gd name="connsiteY96-68808" fmla="*/ 2050531 h 6858000"/>
              <a:gd name="connsiteX97-68809" fmla="*/ 237760 w 1364418"/>
              <a:gd name="connsiteY97-68810" fmla="*/ 1963269 h 6858000"/>
              <a:gd name="connsiteX98-68811" fmla="*/ 218938 w 1364418"/>
              <a:gd name="connsiteY98-68812" fmla="*/ 1906352 h 6858000"/>
              <a:gd name="connsiteX99-68813" fmla="*/ 195495 w 1364418"/>
              <a:gd name="connsiteY99-68814" fmla="*/ 1861531 h 6858000"/>
              <a:gd name="connsiteX100-68815" fmla="*/ 149294 w 1364418"/>
              <a:gd name="connsiteY100-68816" fmla="*/ 1732919 h 6858000"/>
              <a:gd name="connsiteX101-68817" fmla="*/ 121605 w 1364418"/>
              <a:gd name="connsiteY101-68818" fmla="*/ 1663540 h 6858000"/>
              <a:gd name="connsiteX102-68819" fmla="*/ 120731 w 1364418"/>
              <a:gd name="connsiteY102-68820" fmla="*/ 1615777 h 6858000"/>
              <a:gd name="connsiteX103-68821" fmla="*/ 101526 w 1364418"/>
              <a:gd name="connsiteY103-68822" fmla="*/ 1563678 h 6858000"/>
              <a:gd name="connsiteX104-68823" fmla="*/ 114606 w 1364418"/>
              <a:gd name="connsiteY104-68824" fmla="*/ 1519474 h 6858000"/>
              <a:gd name="connsiteX105-68825" fmla="*/ 107348 w 1364418"/>
              <a:gd name="connsiteY105-68826" fmla="*/ 1477995 h 6858000"/>
              <a:gd name="connsiteX106-68827" fmla="*/ 93433 w 1364418"/>
              <a:gd name="connsiteY106-68828" fmla="*/ 1373769 h 6858000"/>
              <a:gd name="connsiteX107-68829" fmla="*/ 101740 w 1364418"/>
              <a:gd name="connsiteY107-68830" fmla="*/ 1307086 h 6858000"/>
              <a:gd name="connsiteX108-68831" fmla="*/ 102928 w 1364418"/>
              <a:gd name="connsiteY108-68832" fmla="*/ 1189033 h 6858000"/>
              <a:gd name="connsiteX109-68833" fmla="*/ 107613 w 1364418"/>
              <a:gd name="connsiteY109-68834" fmla="*/ 1168288 h 6858000"/>
              <a:gd name="connsiteX110-68835" fmla="*/ 99895 w 1364418"/>
              <a:gd name="connsiteY110-68836" fmla="*/ 1142577 h 6858000"/>
              <a:gd name="connsiteX111-68837" fmla="*/ 89201 w 1364418"/>
              <a:gd name="connsiteY111-68838" fmla="*/ 1088484 h 6858000"/>
              <a:gd name="connsiteX112-68839" fmla="*/ 77937 w 1364418"/>
              <a:gd name="connsiteY112-68840" fmla="*/ 1016103 h 6858000"/>
              <a:gd name="connsiteX113-68841" fmla="*/ 79393 w 1364418"/>
              <a:gd name="connsiteY113-68842" fmla="*/ 954054 h 6858000"/>
              <a:gd name="connsiteX114-68843" fmla="*/ 90309 w 1364418"/>
              <a:gd name="connsiteY114-68844" fmla="*/ 921368 h 6858000"/>
              <a:gd name="connsiteX115-68845" fmla="*/ 74258 w 1364418"/>
              <a:gd name="connsiteY115-68846" fmla="*/ 896999 h 6858000"/>
              <a:gd name="connsiteX116-68847" fmla="*/ 43666 w 1364418"/>
              <a:gd name="connsiteY116-68848" fmla="*/ 821517 h 6858000"/>
              <a:gd name="connsiteX117-68849" fmla="*/ 22616 w 1364418"/>
              <a:gd name="connsiteY117-68850" fmla="*/ 751353 h 6858000"/>
              <a:gd name="connsiteX118-68851" fmla="*/ 22174 w 1364418"/>
              <a:gd name="connsiteY118-68852" fmla="*/ 721230 h 6858000"/>
              <a:gd name="connsiteX119-68853" fmla="*/ 7845 w 1364418"/>
              <a:gd name="connsiteY119-68854" fmla="*/ 681659 h 6858000"/>
              <a:gd name="connsiteX120-68855" fmla="*/ 31306 w 1364418"/>
              <a:gd name="connsiteY120-68856" fmla="*/ 619315 h 6858000"/>
              <a:gd name="connsiteX121-68857" fmla="*/ 15184 w 1364418"/>
              <a:gd name="connsiteY121-68858" fmla="*/ 585934 h 6858000"/>
              <a:gd name="connsiteX122-68859" fmla="*/ 22258 w 1364418"/>
              <a:gd name="connsiteY122-68860" fmla="*/ 538948 h 6858000"/>
              <a:gd name="connsiteX123-68861" fmla="*/ 26166 w 1364418"/>
              <a:gd name="connsiteY123-68862" fmla="*/ 525163 h 6858000"/>
              <a:gd name="connsiteX124-68863" fmla="*/ 52290 w 1364418"/>
              <a:gd name="connsiteY124-68864" fmla="*/ 446567 h 6858000"/>
              <a:gd name="connsiteX125-68865" fmla="*/ 51538 w 1364418"/>
              <a:gd name="connsiteY125-68866" fmla="*/ 393828 h 6858000"/>
              <a:gd name="connsiteX126-68867" fmla="*/ 51368 w 1364418"/>
              <a:gd name="connsiteY126-68868" fmla="*/ 353137 h 6858000"/>
              <a:gd name="connsiteX127-68869" fmla="*/ 55970 w 1364418"/>
              <a:gd name="connsiteY127-68870" fmla="*/ 321428 h 6858000"/>
              <a:gd name="connsiteX128-68871" fmla="*/ 57061 w 1364418"/>
              <a:gd name="connsiteY128-68872" fmla="*/ 275771 h 6858000"/>
              <a:gd name="connsiteX129-68873" fmla="*/ 74088 w 1364418"/>
              <a:gd name="connsiteY129-68874" fmla="*/ 212860 h 6858000"/>
              <a:gd name="connsiteX130-68875" fmla="*/ 65798 w 1364418"/>
              <a:gd name="connsiteY130-68876" fmla="*/ 144983 h 6858000"/>
              <a:gd name="connsiteX131-68877" fmla="*/ 78082 w 1364418"/>
              <a:gd name="connsiteY131-68878" fmla="*/ 55288 h 6858000"/>
              <a:gd name="connsiteX132-68879" fmla="*/ 37636 w 1364418"/>
              <a:gd name="connsiteY132-68880" fmla="*/ 0 h 6858000"/>
              <a:gd name="connsiteX0-68881" fmla="*/ 37636 w 1364418"/>
              <a:gd name="connsiteY0-68882" fmla="*/ 0 h 6858000"/>
              <a:gd name="connsiteX1-68883" fmla="*/ 1364418 w 1364418"/>
              <a:gd name="connsiteY1-68884" fmla="*/ 0 h 6858000"/>
              <a:gd name="connsiteX2-68885" fmla="*/ 1364418 w 1364418"/>
              <a:gd name="connsiteY2-68886" fmla="*/ 6858000 h 6858000"/>
              <a:gd name="connsiteX3-68887" fmla="*/ 245974 w 1364418"/>
              <a:gd name="connsiteY3-68888" fmla="*/ 6857735 h 6858000"/>
              <a:gd name="connsiteX4-68889" fmla="*/ 239744 w 1364418"/>
              <a:gd name="connsiteY4-68890" fmla="*/ 6777899 h 6858000"/>
              <a:gd name="connsiteX5-68891" fmla="*/ 264484 w 1364418"/>
              <a:gd name="connsiteY5-68892" fmla="*/ 6716710 h 6858000"/>
              <a:gd name="connsiteX6-68893" fmla="*/ 280651 w 1364418"/>
              <a:gd name="connsiteY6-68894" fmla="*/ 6639873 h 6858000"/>
              <a:gd name="connsiteX7-68895" fmla="*/ 339152 w 1364418"/>
              <a:gd name="connsiteY7-68896" fmla="*/ 6471804 h 6858000"/>
              <a:gd name="connsiteX8-68897" fmla="*/ 334570 w 1364418"/>
              <a:gd name="connsiteY8-68898" fmla="*/ 6389835 h 6858000"/>
              <a:gd name="connsiteX9-68899" fmla="*/ 317792 w 1364418"/>
              <a:gd name="connsiteY9-68900" fmla="*/ 6324679 h 6858000"/>
              <a:gd name="connsiteX10-68901" fmla="*/ 278227 w 1364418"/>
              <a:gd name="connsiteY10-68902" fmla="*/ 6280046 h 6858000"/>
              <a:gd name="connsiteX11-68903" fmla="*/ 288000 w 1364418"/>
              <a:gd name="connsiteY11-68904" fmla="*/ 6252834 h 6858000"/>
              <a:gd name="connsiteX12-68905" fmla="*/ 265992 w 1364418"/>
              <a:gd name="connsiteY12-68906" fmla="*/ 6202459 h 6858000"/>
              <a:gd name="connsiteX13-68907" fmla="*/ 264790 w 1364418"/>
              <a:gd name="connsiteY13-68908" fmla="*/ 6153037 h 6858000"/>
              <a:gd name="connsiteX14-68909" fmla="*/ 280205 w 1364418"/>
              <a:gd name="connsiteY14-68910" fmla="*/ 6078132 h 6858000"/>
              <a:gd name="connsiteX15-68911" fmla="*/ 267592 w 1364418"/>
              <a:gd name="connsiteY15-68912" fmla="*/ 6028119 h 6858000"/>
              <a:gd name="connsiteX16-68913" fmla="*/ 252821 w 1364418"/>
              <a:gd name="connsiteY16-68914" fmla="*/ 5926735 h 6858000"/>
              <a:gd name="connsiteX17-68915" fmla="*/ 302333 w 1364418"/>
              <a:gd name="connsiteY17-68916" fmla="*/ 5712857 h 6858000"/>
              <a:gd name="connsiteX18-68917" fmla="*/ 332131 w 1364418"/>
              <a:gd name="connsiteY18-68918" fmla="*/ 5660491 h 6858000"/>
              <a:gd name="connsiteX19-68919" fmla="*/ 341254 w 1364418"/>
              <a:gd name="connsiteY19-68920" fmla="*/ 5563435 h 6858000"/>
              <a:gd name="connsiteX20-68921" fmla="*/ 368130 w 1364418"/>
              <a:gd name="connsiteY20-68922" fmla="*/ 5437125 h 6858000"/>
              <a:gd name="connsiteX21-68923" fmla="*/ 381698 w 1364418"/>
              <a:gd name="connsiteY21-68924" fmla="*/ 5396260 h 6858000"/>
              <a:gd name="connsiteX22-68925" fmla="*/ 397679 w 1364418"/>
              <a:gd name="connsiteY22-68926" fmla="*/ 5330009 h 6858000"/>
              <a:gd name="connsiteX23-68927" fmla="*/ 431172 w 1364418"/>
              <a:gd name="connsiteY23-68928" fmla="*/ 5273739 h 6858000"/>
              <a:gd name="connsiteX24-68929" fmla="*/ 440771 w 1364418"/>
              <a:gd name="connsiteY24-68930" fmla="*/ 5241779 h 6858000"/>
              <a:gd name="connsiteX25-68931" fmla="*/ 451997 w 1364418"/>
              <a:gd name="connsiteY25-68932" fmla="*/ 5225268 h 6858000"/>
              <a:gd name="connsiteX26-68933" fmla="*/ 453017 w 1364418"/>
              <a:gd name="connsiteY26-68934" fmla="*/ 5217684 h 6858000"/>
              <a:gd name="connsiteX27-68935" fmla="*/ 460358 w 1364418"/>
              <a:gd name="connsiteY27-68936" fmla="*/ 5193377 h 6858000"/>
              <a:gd name="connsiteX28-68937" fmla="*/ 463661 w 1364418"/>
              <a:gd name="connsiteY28-68938" fmla="*/ 5179288 h 6858000"/>
              <a:gd name="connsiteX29-68939" fmla="*/ 464645 w 1364418"/>
              <a:gd name="connsiteY29-68940" fmla="*/ 5173621 h 6858000"/>
              <a:gd name="connsiteX30-68941" fmla="*/ 460279 w 1364418"/>
              <a:gd name="connsiteY30-68942" fmla="*/ 5159961 h 6858000"/>
              <a:gd name="connsiteX31-68943" fmla="*/ 466956 w 1364418"/>
              <a:gd name="connsiteY31-68944" fmla="*/ 5144295 h 6858000"/>
              <a:gd name="connsiteX32-68945" fmla="*/ 463889 w 1364418"/>
              <a:gd name="connsiteY32-68946" fmla="*/ 5125185 h 6858000"/>
              <a:gd name="connsiteX33-68947" fmla="*/ 470719 w 1364418"/>
              <a:gd name="connsiteY33-68948" fmla="*/ 5121884 h 6858000"/>
              <a:gd name="connsiteX34-68949" fmla="*/ 477755 w 1364418"/>
              <a:gd name="connsiteY34-68950" fmla="*/ 5067850 h 6858000"/>
              <a:gd name="connsiteX35-68951" fmla="*/ 480486 w 1364418"/>
              <a:gd name="connsiteY35-68952" fmla="*/ 5060861 h 6858000"/>
              <a:gd name="connsiteX36-68953" fmla="*/ 477190 w 1364418"/>
              <a:gd name="connsiteY36-68954" fmla="*/ 5034192 h 6858000"/>
              <a:gd name="connsiteX37-68955" fmla="*/ 478744 w 1364418"/>
              <a:gd name="connsiteY37-68956" fmla="*/ 4993030 h 6858000"/>
              <a:gd name="connsiteX38-68957" fmla="*/ 485653 w 1364418"/>
              <a:gd name="connsiteY38-68958" fmla="*/ 4946844 h 6858000"/>
              <a:gd name="connsiteX39-68959" fmla="*/ 481509 w 1364418"/>
              <a:gd name="connsiteY39-68960" fmla="*/ 4932692 h 6858000"/>
              <a:gd name="connsiteX40-68961" fmla="*/ 496912 w 1364418"/>
              <a:gd name="connsiteY40-68962" fmla="*/ 4858827 h 6858000"/>
              <a:gd name="connsiteX41-68963" fmla="*/ 502815 w 1364418"/>
              <a:gd name="connsiteY41-68964" fmla="*/ 4821170 h 6858000"/>
              <a:gd name="connsiteX42-68965" fmla="*/ 507548 w 1364418"/>
              <a:gd name="connsiteY42-68966" fmla="*/ 4780965 h 6858000"/>
              <a:gd name="connsiteX43-68967" fmla="*/ 508841 w 1364418"/>
              <a:gd name="connsiteY43-68968" fmla="*/ 4750867 h 6858000"/>
              <a:gd name="connsiteX44-68969" fmla="*/ 506648 w 1364418"/>
              <a:gd name="connsiteY44-68970" fmla="*/ 4690749 h 6858000"/>
              <a:gd name="connsiteX45-68971" fmla="*/ 502128 w 1364418"/>
              <a:gd name="connsiteY45-68972" fmla="*/ 4584173 h 6858000"/>
              <a:gd name="connsiteX46-68973" fmla="*/ 497211 w 1364418"/>
              <a:gd name="connsiteY46-68974" fmla="*/ 4444346 h 6858000"/>
              <a:gd name="connsiteX47-68975" fmla="*/ 493776 w 1364418"/>
              <a:gd name="connsiteY47-68976" fmla="*/ 4375228 h 6858000"/>
              <a:gd name="connsiteX48-68977" fmla="*/ 474429 w 1364418"/>
              <a:gd name="connsiteY48-68978" fmla="*/ 4214165 h 6858000"/>
              <a:gd name="connsiteX49-68979" fmla="*/ 478502 w 1364418"/>
              <a:gd name="connsiteY49-68980" fmla="*/ 4090296 h 6858000"/>
              <a:gd name="connsiteX50-68981" fmla="*/ 463758 w 1364418"/>
              <a:gd name="connsiteY50-68982" fmla="*/ 4033999 h 6858000"/>
              <a:gd name="connsiteX51-68983" fmla="*/ 464907 w 1364418"/>
              <a:gd name="connsiteY51-68984" fmla="*/ 4031933 h 6858000"/>
              <a:gd name="connsiteX52-68985" fmla="*/ 463483 w 1364418"/>
              <a:gd name="connsiteY52-68986" fmla="*/ 4013953 h 6858000"/>
              <a:gd name="connsiteX53-68987" fmla="*/ 449778 w 1364418"/>
              <a:gd name="connsiteY53-68988" fmla="*/ 3974753 h 6858000"/>
              <a:gd name="connsiteX54-68989" fmla="*/ 451376 w 1364418"/>
              <a:gd name="connsiteY54-68990" fmla="*/ 3969950 h 6858000"/>
              <a:gd name="connsiteX55-68991" fmla="*/ 444798 w 1364418"/>
              <a:gd name="connsiteY55-68992" fmla="*/ 3933779 h 6858000"/>
              <a:gd name="connsiteX56-68993" fmla="*/ 446129 w 1364418"/>
              <a:gd name="connsiteY56-68994" fmla="*/ 3933093 h 6858000"/>
              <a:gd name="connsiteX57-68995" fmla="*/ 450483 w 1364418"/>
              <a:gd name="connsiteY57-68996" fmla="*/ 3922082 h 6858000"/>
              <a:gd name="connsiteX58-68997" fmla="*/ 455561 w 1364418"/>
              <a:gd name="connsiteY58-68998" fmla="*/ 3901461 h 6858000"/>
              <a:gd name="connsiteX59-68999" fmla="*/ 478155 w 1364418"/>
              <a:gd name="connsiteY59-69000" fmla="*/ 3813873 h 6858000"/>
              <a:gd name="connsiteX60-69001" fmla="*/ 477580 w 1364418"/>
              <a:gd name="connsiteY60-69002" fmla="*/ 3806161 h 6858000"/>
              <a:gd name="connsiteX61-69003" fmla="*/ 477887 w 1364418"/>
              <a:gd name="connsiteY61-69004" fmla="*/ 3805957 h 6858000"/>
              <a:gd name="connsiteX62-69005" fmla="*/ 477914 w 1364418"/>
              <a:gd name="connsiteY62-69006" fmla="*/ 3797724 h 6858000"/>
              <a:gd name="connsiteX63-69007" fmla="*/ 476529 w 1364418"/>
              <a:gd name="connsiteY63-69008" fmla="*/ 3792098 h 6858000"/>
              <a:gd name="connsiteX64-69009" fmla="*/ 475413 w 1364418"/>
              <a:gd name="connsiteY64-69010" fmla="*/ 3777135 h 6858000"/>
              <a:gd name="connsiteX65-69011" fmla="*/ 477146 w 1364418"/>
              <a:gd name="connsiteY65-69012" fmla="*/ 3771656 h 6858000"/>
              <a:gd name="connsiteX66-69013" fmla="*/ 480889 w 1364418"/>
              <a:gd name="connsiteY66-69014" fmla="*/ 3769007 h 6858000"/>
              <a:gd name="connsiteX67-69015" fmla="*/ 480355 w 1364418"/>
              <a:gd name="connsiteY67-69016" fmla="*/ 3767709 h 6858000"/>
              <a:gd name="connsiteX68-69017" fmla="*/ 489051 w 1364418"/>
              <a:gd name="connsiteY68-69018" fmla="*/ 3738082 h 6858000"/>
              <a:gd name="connsiteX69-69019" fmla="*/ 496397 w 1364418"/>
              <a:gd name="connsiteY69-69020" fmla="*/ 3673397 h 6858000"/>
              <a:gd name="connsiteX70-69021" fmla="*/ 495693 w 1364418"/>
              <a:gd name="connsiteY70-69022" fmla="*/ 3637109 h 6858000"/>
              <a:gd name="connsiteX71-69023" fmla="*/ 499136 w 1364418"/>
              <a:gd name="connsiteY71-69024" fmla="*/ 3536883 h 6858000"/>
              <a:gd name="connsiteX72-69025" fmla="*/ 506674 w 1364418"/>
              <a:gd name="connsiteY72-69026" fmla="*/ 3435652 h 6858000"/>
              <a:gd name="connsiteX73-69027" fmla="*/ 508345 w 1364418"/>
              <a:gd name="connsiteY73-69028" fmla="*/ 3307769 h 6858000"/>
              <a:gd name="connsiteX74-69029" fmla="*/ 525908 w 1364418"/>
              <a:gd name="connsiteY74-69030" fmla="*/ 3250522 h 6858000"/>
              <a:gd name="connsiteX75-69031" fmla="*/ 526333 w 1364418"/>
              <a:gd name="connsiteY75-69032" fmla="*/ 3229163 h 6858000"/>
              <a:gd name="connsiteX76-69033" fmla="*/ 528156 w 1364418"/>
              <a:gd name="connsiteY76-69034" fmla="*/ 3217217 h 6858000"/>
              <a:gd name="connsiteX77-69035" fmla="*/ 514991 w 1364418"/>
              <a:gd name="connsiteY77-69036" fmla="*/ 3183755 h 6858000"/>
              <a:gd name="connsiteX78-69037" fmla="*/ 515492 w 1364418"/>
              <a:gd name="connsiteY78-69038" fmla="*/ 3178642 h 6858000"/>
              <a:gd name="connsiteX79-69039" fmla="*/ 503092 w 1364418"/>
              <a:gd name="connsiteY79-69040" fmla="*/ 3158586 h 6858000"/>
              <a:gd name="connsiteX80-69041" fmla="*/ 488277 w 1364418"/>
              <a:gd name="connsiteY80-69042" fmla="*/ 3129034 h 6858000"/>
              <a:gd name="connsiteX81-69043" fmla="*/ 488942 w 1364418"/>
              <a:gd name="connsiteY81-69044" fmla="*/ 3126682 h 6858000"/>
              <a:gd name="connsiteX82-69045" fmla="*/ 479810 w 1364418"/>
              <a:gd name="connsiteY82-69046" fmla="*/ 3114519 h 6858000"/>
              <a:gd name="connsiteX83-69047" fmla="*/ 466419 w 1364418"/>
              <a:gd name="connsiteY83-69048" fmla="*/ 3106272 h 6858000"/>
              <a:gd name="connsiteX84-69049" fmla="*/ 439149 w 1364418"/>
              <a:gd name="connsiteY84-69050" fmla="*/ 2958185 h 6858000"/>
              <a:gd name="connsiteX85-69051" fmla="*/ 381763 w 1364418"/>
              <a:gd name="connsiteY85-69052" fmla="*/ 2762989 h 6858000"/>
              <a:gd name="connsiteX86-69053" fmla="*/ 330681 w 1364418"/>
              <a:gd name="connsiteY86-69054" fmla="*/ 2554718 h 6858000"/>
              <a:gd name="connsiteX87-69055" fmla="*/ 310775 w 1364418"/>
              <a:gd name="connsiteY87-69056" fmla="*/ 2485734 h 6858000"/>
              <a:gd name="connsiteX88-69057" fmla="*/ 301498 w 1364418"/>
              <a:gd name="connsiteY88-69058" fmla="*/ 2447068 h 6858000"/>
              <a:gd name="connsiteX89-69059" fmla="*/ 288459 w 1364418"/>
              <a:gd name="connsiteY89-69060" fmla="*/ 2425819 h 6858000"/>
              <a:gd name="connsiteX90-69061" fmla="*/ 294458 w 1364418"/>
              <a:gd name="connsiteY90-69062" fmla="*/ 2402874 h 6858000"/>
              <a:gd name="connsiteX91-69063" fmla="*/ 297070 w 1364418"/>
              <a:gd name="connsiteY91-69064" fmla="*/ 2381443 h 6858000"/>
              <a:gd name="connsiteX92-69065" fmla="*/ 273399 w 1364418"/>
              <a:gd name="connsiteY92-69066" fmla="*/ 2261920 h 6858000"/>
              <a:gd name="connsiteX93-69067" fmla="*/ 263286 w 1364418"/>
              <a:gd name="connsiteY93-69068" fmla="*/ 2195378 h 6858000"/>
              <a:gd name="connsiteX94-69069" fmla="*/ 247503 w 1364418"/>
              <a:gd name="connsiteY94-69070" fmla="*/ 2155135 h 6858000"/>
              <a:gd name="connsiteX95-69071" fmla="*/ 244961 w 1364418"/>
              <a:gd name="connsiteY95-69072" fmla="*/ 2118008 h 6858000"/>
              <a:gd name="connsiteX96-69073" fmla="*/ 245954 w 1364418"/>
              <a:gd name="connsiteY96-69074" fmla="*/ 2050531 h 6858000"/>
              <a:gd name="connsiteX97-69075" fmla="*/ 237760 w 1364418"/>
              <a:gd name="connsiteY97-69076" fmla="*/ 1963269 h 6858000"/>
              <a:gd name="connsiteX98-69077" fmla="*/ 218938 w 1364418"/>
              <a:gd name="connsiteY98-69078" fmla="*/ 1906352 h 6858000"/>
              <a:gd name="connsiteX99-69079" fmla="*/ 195495 w 1364418"/>
              <a:gd name="connsiteY99-69080" fmla="*/ 1861531 h 6858000"/>
              <a:gd name="connsiteX100-69081" fmla="*/ 149294 w 1364418"/>
              <a:gd name="connsiteY100-69082" fmla="*/ 1732919 h 6858000"/>
              <a:gd name="connsiteX101-69083" fmla="*/ 121605 w 1364418"/>
              <a:gd name="connsiteY101-69084" fmla="*/ 1663540 h 6858000"/>
              <a:gd name="connsiteX102-69085" fmla="*/ 120731 w 1364418"/>
              <a:gd name="connsiteY102-69086" fmla="*/ 1615777 h 6858000"/>
              <a:gd name="connsiteX103-69087" fmla="*/ 101526 w 1364418"/>
              <a:gd name="connsiteY103-69088" fmla="*/ 1563678 h 6858000"/>
              <a:gd name="connsiteX104-69089" fmla="*/ 114606 w 1364418"/>
              <a:gd name="connsiteY104-69090" fmla="*/ 1519474 h 6858000"/>
              <a:gd name="connsiteX105-69091" fmla="*/ 107348 w 1364418"/>
              <a:gd name="connsiteY105-69092" fmla="*/ 1477995 h 6858000"/>
              <a:gd name="connsiteX106-69093" fmla="*/ 93433 w 1364418"/>
              <a:gd name="connsiteY106-69094" fmla="*/ 1373769 h 6858000"/>
              <a:gd name="connsiteX107-69095" fmla="*/ 101740 w 1364418"/>
              <a:gd name="connsiteY107-69096" fmla="*/ 1307086 h 6858000"/>
              <a:gd name="connsiteX108-69097" fmla="*/ 102928 w 1364418"/>
              <a:gd name="connsiteY108-69098" fmla="*/ 1189033 h 6858000"/>
              <a:gd name="connsiteX109-69099" fmla="*/ 107613 w 1364418"/>
              <a:gd name="connsiteY109-69100" fmla="*/ 1168288 h 6858000"/>
              <a:gd name="connsiteX110-69101" fmla="*/ 99895 w 1364418"/>
              <a:gd name="connsiteY110-69102" fmla="*/ 1142577 h 6858000"/>
              <a:gd name="connsiteX111-69103" fmla="*/ 89201 w 1364418"/>
              <a:gd name="connsiteY111-69104" fmla="*/ 1088484 h 6858000"/>
              <a:gd name="connsiteX112-69105" fmla="*/ 77937 w 1364418"/>
              <a:gd name="connsiteY112-69106" fmla="*/ 1016103 h 6858000"/>
              <a:gd name="connsiteX113-69107" fmla="*/ 79393 w 1364418"/>
              <a:gd name="connsiteY113-69108" fmla="*/ 954054 h 6858000"/>
              <a:gd name="connsiteX114-69109" fmla="*/ 90309 w 1364418"/>
              <a:gd name="connsiteY114-69110" fmla="*/ 921368 h 6858000"/>
              <a:gd name="connsiteX115-69111" fmla="*/ 74258 w 1364418"/>
              <a:gd name="connsiteY115-69112" fmla="*/ 896999 h 6858000"/>
              <a:gd name="connsiteX116-69113" fmla="*/ 43666 w 1364418"/>
              <a:gd name="connsiteY116-69114" fmla="*/ 821517 h 6858000"/>
              <a:gd name="connsiteX117-69115" fmla="*/ 22616 w 1364418"/>
              <a:gd name="connsiteY117-69116" fmla="*/ 751353 h 6858000"/>
              <a:gd name="connsiteX118-69117" fmla="*/ 22174 w 1364418"/>
              <a:gd name="connsiteY118-69118" fmla="*/ 721230 h 6858000"/>
              <a:gd name="connsiteX119-69119" fmla="*/ 7845 w 1364418"/>
              <a:gd name="connsiteY119-69120" fmla="*/ 681659 h 6858000"/>
              <a:gd name="connsiteX120-69121" fmla="*/ 31306 w 1364418"/>
              <a:gd name="connsiteY120-69122" fmla="*/ 619315 h 6858000"/>
              <a:gd name="connsiteX121-69123" fmla="*/ 15184 w 1364418"/>
              <a:gd name="connsiteY121-69124" fmla="*/ 585934 h 6858000"/>
              <a:gd name="connsiteX122-69125" fmla="*/ 22258 w 1364418"/>
              <a:gd name="connsiteY122-69126" fmla="*/ 538948 h 6858000"/>
              <a:gd name="connsiteX123-69127" fmla="*/ 26166 w 1364418"/>
              <a:gd name="connsiteY123-69128" fmla="*/ 525163 h 6858000"/>
              <a:gd name="connsiteX124-69129" fmla="*/ 52290 w 1364418"/>
              <a:gd name="connsiteY124-69130" fmla="*/ 446567 h 6858000"/>
              <a:gd name="connsiteX125-69131" fmla="*/ 51538 w 1364418"/>
              <a:gd name="connsiteY125-69132" fmla="*/ 393828 h 6858000"/>
              <a:gd name="connsiteX126-69133" fmla="*/ 51368 w 1364418"/>
              <a:gd name="connsiteY126-69134" fmla="*/ 353137 h 6858000"/>
              <a:gd name="connsiteX127-69135" fmla="*/ 55970 w 1364418"/>
              <a:gd name="connsiteY127-69136" fmla="*/ 321428 h 6858000"/>
              <a:gd name="connsiteX128-69137" fmla="*/ 57061 w 1364418"/>
              <a:gd name="connsiteY128-69138" fmla="*/ 275771 h 6858000"/>
              <a:gd name="connsiteX129-69139" fmla="*/ 74088 w 1364418"/>
              <a:gd name="connsiteY129-69140" fmla="*/ 212860 h 6858000"/>
              <a:gd name="connsiteX130-69141" fmla="*/ 65798 w 1364418"/>
              <a:gd name="connsiteY130-69142" fmla="*/ 144983 h 6858000"/>
              <a:gd name="connsiteX131-69143" fmla="*/ 78082 w 1364418"/>
              <a:gd name="connsiteY131-69144" fmla="*/ 55288 h 6858000"/>
              <a:gd name="connsiteX132-69145" fmla="*/ 37636 w 1364418"/>
              <a:gd name="connsiteY132-69146" fmla="*/ 0 h 6858000"/>
              <a:gd name="connsiteX0-69147" fmla="*/ 37636 w 1364418"/>
              <a:gd name="connsiteY0-69148" fmla="*/ 0 h 6858000"/>
              <a:gd name="connsiteX1-69149" fmla="*/ 1364418 w 1364418"/>
              <a:gd name="connsiteY1-69150" fmla="*/ 0 h 6858000"/>
              <a:gd name="connsiteX2-69151" fmla="*/ 1364418 w 1364418"/>
              <a:gd name="connsiteY2-69152" fmla="*/ 6858000 h 6858000"/>
              <a:gd name="connsiteX3-69153" fmla="*/ 245974 w 1364418"/>
              <a:gd name="connsiteY3-69154" fmla="*/ 6857735 h 6858000"/>
              <a:gd name="connsiteX4-69155" fmla="*/ 281996 w 1364418"/>
              <a:gd name="connsiteY4-69156" fmla="*/ 6792972 h 6858000"/>
              <a:gd name="connsiteX5-69157" fmla="*/ 264484 w 1364418"/>
              <a:gd name="connsiteY5-69158" fmla="*/ 6716710 h 6858000"/>
              <a:gd name="connsiteX6-69159" fmla="*/ 280651 w 1364418"/>
              <a:gd name="connsiteY6-69160" fmla="*/ 6639873 h 6858000"/>
              <a:gd name="connsiteX7-69161" fmla="*/ 339152 w 1364418"/>
              <a:gd name="connsiteY7-69162" fmla="*/ 6471804 h 6858000"/>
              <a:gd name="connsiteX8-69163" fmla="*/ 334570 w 1364418"/>
              <a:gd name="connsiteY8-69164" fmla="*/ 6389835 h 6858000"/>
              <a:gd name="connsiteX9-69165" fmla="*/ 317792 w 1364418"/>
              <a:gd name="connsiteY9-69166" fmla="*/ 6324679 h 6858000"/>
              <a:gd name="connsiteX10-69167" fmla="*/ 278227 w 1364418"/>
              <a:gd name="connsiteY10-69168" fmla="*/ 6280046 h 6858000"/>
              <a:gd name="connsiteX11-69169" fmla="*/ 288000 w 1364418"/>
              <a:gd name="connsiteY11-69170" fmla="*/ 6252834 h 6858000"/>
              <a:gd name="connsiteX12-69171" fmla="*/ 265992 w 1364418"/>
              <a:gd name="connsiteY12-69172" fmla="*/ 6202459 h 6858000"/>
              <a:gd name="connsiteX13-69173" fmla="*/ 264790 w 1364418"/>
              <a:gd name="connsiteY13-69174" fmla="*/ 6153037 h 6858000"/>
              <a:gd name="connsiteX14-69175" fmla="*/ 280205 w 1364418"/>
              <a:gd name="connsiteY14-69176" fmla="*/ 6078132 h 6858000"/>
              <a:gd name="connsiteX15-69177" fmla="*/ 267592 w 1364418"/>
              <a:gd name="connsiteY15-69178" fmla="*/ 6028119 h 6858000"/>
              <a:gd name="connsiteX16-69179" fmla="*/ 252821 w 1364418"/>
              <a:gd name="connsiteY16-69180" fmla="*/ 5926735 h 6858000"/>
              <a:gd name="connsiteX17-69181" fmla="*/ 302333 w 1364418"/>
              <a:gd name="connsiteY17-69182" fmla="*/ 5712857 h 6858000"/>
              <a:gd name="connsiteX18-69183" fmla="*/ 332131 w 1364418"/>
              <a:gd name="connsiteY18-69184" fmla="*/ 5660491 h 6858000"/>
              <a:gd name="connsiteX19-69185" fmla="*/ 341254 w 1364418"/>
              <a:gd name="connsiteY19-69186" fmla="*/ 5563435 h 6858000"/>
              <a:gd name="connsiteX20-69187" fmla="*/ 368130 w 1364418"/>
              <a:gd name="connsiteY20-69188" fmla="*/ 5437125 h 6858000"/>
              <a:gd name="connsiteX21-69189" fmla="*/ 381698 w 1364418"/>
              <a:gd name="connsiteY21-69190" fmla="*/ 5396260 h 6858000"/>
              <a:gd name="connsiteX22-69191" fmla="*/ 397679 w 1364418"/>
              <a:gd name="connsiteY22-69192" fmla="*/ 5330009 h 6858000"/>
              <a:gd name="connsiteX23-69193" fmla="*/ 431172 w 1364418"/>
              <a:gd name="connsiteY23-69194" fmla="*/ 5273739 h 6858000"/>
              <a:gd name="connsiteX24-69195" fmla="*/ 440771 w 1364418"/>
              <a:gd name="connsiteY24-69196" fmla="*/ 5241779 h 6858000"/>
              <a:gd name="connsiteX25-69197" fmla="*/ 451997 w 1364418"/>
              <a:gd name="connsiteY25-69198" fmla="*/ 5225268 h 6858000"/>
              <a:gd name="connsiteX26-69199" fmla="*/ 453017 w 1364418"/>
              <a:gd name="connsiteY26-69200" fmla="*/ 5217684 h 6858000"/>
              <a:gd name="connsiteX27-69201" fmla="*/ 460358 w 1364418"/>
              <a:gd name="connsiteY27-69202" fmla="*/ 5193377 h 6858000"/>
              <a:gd name="connsiteX28-69203" fmla="*/ 463661 w 1364418"/>
              <a:gd name="connsiteY28-69204" fmla="*/ 5179288 h 6858000"/>
              <a:gd name="connsiteX29-69205" fmla="*/ 464645 w 1364418"/>
              <a:gd name="connsiteY29-69206" fmla="*/ 5173621 h 6858000"/>
              <a:gd name="connsiteX30-69207" fmla="*/ 460279 w 1364418"/>
              <a:gd name="connsiteY30-69208" fmla="*/ 5159961 h 6858000"/>
              <a:gd name="connsiteX31-69209" fmla="*/ 466956 w 1364418"/>
              <a:gd name="connsiteY31-69210" fmla="*/ 5144295 h 6858000"/>
              <a:gd name="connsiteX32-69211" fmla="*/ 463889 w 1364418"/>
              <a:gd name="connsiteY32-69212" fmla="*/ 5125185 h 6858000"/>
              <a:gd name="connsiteX33-69213" fmla="*/ 470719 w 1364418"/>
              <a:gd name="connsiteY33-69214" fmla="*/ 5121884 h 6858000"/>
              <a:gd name="connsiteX34-69215" fmla="*/ 477755 w 1364418"/>
              <a:gd name="connsiteY34-69216" fmla="*/ 5067850 h 6858000"/>
              <a:gd name="connsiteX35-69217" fmla="*/ 480486 w 1364418"/>
              <a:gd name="connsiteY35-69218" fmla="*/ 5060861 h 6858000"/>
              <a:gd name="connsiteX36-69219" fmla="*/ 477190 w 1364418"/>
              <a:gd name="connsiteY36-69220" fmla="*/ 5034192 h 6858000"/>
              <a:gd name="connsiteX37-69221" fmla="*/ 478744 w 1364418"/>
              <a:gd name="connsiteY37-69222" fmla="*/ 4993030 h 6858000"/>
              <a:gd name="connsiteX38-69223" fmla="*/ 485653 w 1364418"/>
              <a:gd name="connsiteY38-69224" fmla="*/ 4946844 h 6858000"/>
              <a:gd name="connsiteX39-69225" fmla="*/ 481509 w 1364418"/>
              <a:gd name="connsiteY39-69226" fmla="*/ 4932692 h 6858000"/>
              <a:gd name="connsiteX40-69227" fmla="*/ 496912 w 1364418"/>
              <a:gd name="connsiteY40-69228" fmla="*/ 4858827 h 6858000"/>
              <a:gd name="connsiteX41-69229" fmla="*/ 502815 w 1364418"/>
              <a:gd name="connsiteY41-69230" fmla="*/ 4821170 h 6858000"/>
              <a:gd name="connsiteX42-69231" fmla="*/ 507548 w 1364418"/>
              <a:gd name="connsiteY42-69232" fmla="*/ 4780965 h 6858000"/>
              <a:gd name="connsiteX43-69233" fmla="*/ 508841 w 1364418"/>
              <a:gd name="connsiteY43-69234" fmla="*/ 4750867 h 6858000"/>
              <a:gd name="connsiteX44-69235" fmla="*/ 506648 w 1364418"/>
              <a:gd name="connsiteY44-69236" fmla="*/ 4690749 h 6858000"/>
              <a:gd name="connsiteX45-69237" fmla="*/ 502128 w 1364418"/>
              <a:gd name="connsiteY45-69238" fmla="*/ 4584173 h 6858000"/>
              <a:gd name="connsiteX46-69239" fmla="*/ 497211 w 1364418"/>
              <a:gd name="connsiteY46-69240" fmla="*/ 4444346 h 6858000"/>
              <a:gd name="connsiteX47-69241" fmla="*/ 493776 w 1364418"/>
              <a:gd name="connsiteY47-69242" fmla="*/ 4375228 h 6858000"/>
              <a:gd name="connsiteX48-69243" fmla="*/ 474429 w 1364418"/>
              <a:gd name="connsiteY48-69244" fmla="*/ 4214165 h 6858000"/>
              <a:gd name="connsiteX49-69245" fmla="*/ 478502 w 1364418"/>
              <a:gd name="connsiteY49-69246" fmla="*/ 4090296 h 6858000"/>
              <a:gd name="connsiteX50-69247" fmla="*/ 463758 w 1364418"/>
              <a:gd name="connsiteY50-69248" fmla="*/ 4033999 h 6858000"/>
              <a:gd name="connsiteX51-69249" fmla="*/ 464907 w 1364418"/>
              <a:gd name="connsiteY51-69250" fmla="*/ 4031933 h 6858000"/>
              <a:gd name="connsiteX52-69251" fmla="*/ 463483 w 1364418"/>
              <a:gd name="connsiteY52-69252" fmla="*/ 4013953 h 6858000"/>
              <a:gd name="connsiteX53-69253" fmla="*/ 449778 w 1364418"/>
              <a:gd name="connsiteY53-69254" fmla="*/ 3974753 h 6858000"/>
              <a:gd name="connsiteX54-69255" fmla="*/ 451376 w 1364418"/>
              <a:gd name="connsiteY54-69256" fmla="*/ 3969950 h 6858000"/>
              <a:gd name="connsiteX55-69257" fmla="*/ 444798 w 1364418"/>
              <a:gd name="connsiteY55-69258" fmla="*/ 3933779 h 6858000"/>
              <a:gd name="connsiteX56-69259" fmla="*/ 446129 w 1364418"/>
              <a:gd name="connsiteY56-69260" fmla="*/ 3933093 h 6858000"/>
              <a:gd name="connsiteX57-69261" fmla="*/ 450483 w 1364418"/>
              <a:gd name="connsiteY57-69262" fmla="*/ 3922082 h 6858000"/>
              <a:gd name="connsiteX58-69263" fmla="*/ 455561 w 1364418"/>
              <a:gd name="connsiteY58-69264" fmla="*/ 3901461 h 6858000"/>
              <a:gd name="connsiteX59-69265" fmla="*/ 478155 w 1364418"/>
              <a:gd name="connsiteY59-69266" fmla="*/ 3813873 h 6858000"/>
              <a:gd name="connsiteX60-69267" fmla="*/ 477580 w 1364418"/>
              <a:gd name="connsiteY60-69268" fmla="*/ 3806161 h 6858000"/>
              <a:gd name="connsiteX61-69269" fmla="*/ 477887 w 1364418"/>
              <a:gd name="connsiteY61-69270" fmla="*/ 3805957 h 6858000"/>
              <a:gd name="connsiteX62-69271" fmla="*/ 477914 w 1364418"/>
              <a:gd name="connsiteY62-69272" fmla="*/ 3797724 h 6858000"/>
              <a:gd name="connsiteX63-69273" fmla="*/ 476529 w 1364418"/>
              <a:gd name="connsiteY63-69274" fmla="*/ 3792098 h 6858000"/>
              <a:gd name="connsiteX64-69275" fmla="*/ 475413 w 1364418"/>
              <a:gd name="connsiteY64-69276" fmla="*/ 3777135 h 6858000"/>
              <a:gd name="connsiteX65-69277" fmla="*/ 477146 w 1364418"/>
              <a:gd name="connsiteY65-69278" fmla="*/ 3771656 h 6858000"/>
              <a:gd name="connsiteX66-69279" fmla="*/ 480889 w 1364418"/>
              <a:gd name="connsiteY66-69280" fmla="*/ 3769007 h 6858000"/>
              <a:gd name="connsiteX67-69281" fmla="*/ 480355 w 1364418"/>
              <a:gd name="connsiteY67-69282" fmla="*/ 3767709 h 6858000"/>
              <a:gd name="connsiteX68-69283" fmla="*/ 489051 w 1364418"/>
              <a:gd name="connsiteY68-69284" fmla="*/ 3738082 h 6858000"/>
              <a:gd name="connsiteX69-69285" fmla="*/ 496397 w 1364418"/>
              <a:gd name="connsiteY69-69286" fmla="*/ 3673397 h 6858000"/>
              <a:gd name="connsiteX70-69287" fmla="*/ 495693 w 1364418"/>
              <a:gd name="connsiteY70-69288" fmla="*/ 3637109 h 6858000"/>
              <a:gd name="connsiteX71-69289" fmla="*/ 499136 w 1364418"/>
              <a:gd name="connsiteY71-69290" fmla="*/ 3536883 h 6858000"/>
              <a:gd name="connsiteX72-69291" fmla="*/ 506674 w 1364418"/>
              <a:gd name="connsiteY72-69292" fmla="*/ 3435652 h 6858000"/>
              <a:gd name="connsiteX73-69293" fmla="*/ 508345 w 1364418"/>
              <a:gd name="connsiteY73-69294" fmla="*/ 3307769 h 6858000"/>
              <a:gd name="connsiteX74-69295" fmla="*/ 525908 w 1364418"/>
              <a:gd name="connsiteY74-69296" fmla="*/ 3250522 h 6858000"/>
              <a:gd name="connsiteX75-69297" fmla="*/ 526333 w 1364418"/>
              <a:gd name="connsiteY75-69298" fmla="*/ 3229163 h 6858000"/>
              <a:gd name="connsiteX76-69299" fmla="*/ 528156 w 1364418"/>
              <a:gd name="connsiteY76-69300" fmla="*/ 3217217 h 6858000"/>
              <a:gd name="connsiteX77-69301" fmla="*/ 514991 w 1364418"/>
              <a:gd name="connsiteY77-69302" fmla="*/ 3183755 h 6858000"/>
              <a:gd name="connsiteX78-69303" fmla="*/ 515492 w 1364418"/>
              <a:gd name="connsiteY78-69304" fmla="*/ 3178642 h 6858000"/>
              <a:gd name="connsiteX79-69305" fmla="*/ 503092 w 1364418"/>
              <a:gd name="connsiteY79-69306" fmla="*/ 3158586 h 6858000"/>
              <a:gd name="connsiteX80-69307" fmla="*/ 488277 w 1364418"/>
              <a:gd name="connsiteY80-69308" fmla="*/ 3129034 h 6858000"/>
              <a:gd name="connsiteX81-69309" fmla="*/ 488942 w 1364418"/>
              <a:gd name="connsiteY81-69310" fmla="*/ 3126682 h 6858000"/>
              <a:gd name="connsiteX82-69311" fmla="*/ 479810 w 1364418"/>
              <a:gd name="connsiteY82-69312" fmla="*/ 3114519 h 6858000"/>
              <a:gd name="connsiteX83-69313" fmla="*/ 466419 w 1364418"/>
              <a:gd name="connsiteY83-69314" fmla="*/ 3106272 h 6858000"/>
              <a:gd name="connsiteX84-69315" fmla="*/ 439149 w 1364418"/>
              <a:gd name="connsiteY84-69316" fmla="*/ 2958185 h 6858000"/>
              <a:gd name="connsiteX85-69317" fmla="*/ 381763 w 1364418"/>
              <a:gd name="connsiteY85-69318" fmla="*/ 2762989 h 6858000"/>
              <a:gd name="connsiteX86-69319" fmla="*/ 330681 w 1364418"/>
              <a:gd name="connsiteY86-69320" fmla="*/ 2554718 h 6858000"/>
              <a:gd name="connsiteX87-69321" fmla="*/ 310775 w 1364418"/>
              <a:gd name="connsiteY87-69322" fmla="*/ 2485734 h 6858000"/>
              <a:gd name="connsiteX88-69323" fmla="*/ 301498 w 1364418"/>
              <a:gd name="connsiteY88-69324" fmla="*/ 2447068 h 6858000"/>
              <a:gd name="connsiteX89-69325" fmla="*/ 288459 w 1364418"/>
              <a:gd name="connsiteY89-69326" fmla="*/ 2425819 h 6858000"/>
              <a:gd name="connsiteX90-69327" fmla="*/ 294458 w 1364418"/>
              <a:gd name="connsiteY90-69328" fmla="*/ 2402874 h 6858000"/>
              <a:gd name="connsiteX91-69329" fmla="*/ 297070 w 1364418"/>
              <a:gd name="connsiteY91-69330" fmla="*/ 2381443 h 6858000"/>
              <a:gd name="connsiteX92-69331" fmla="*/ 273399 w 1364418"/>
              <a:gd name="connsiteY92-69332" fmla="*/ 2261920 h 6858000"/>
              <a:gd name="connsiteX93-69333" fmla="*/ 263286 w 1364418"/>
              <a:gd name="connsiteY93-69334" fmla="*/ 2195378 h 6858000"/>
              <a:gd name="connsiteX94-69335" fmla="*/ 247503 w 1364418"/>
              <a:gd name="connsiteY94-69336" fmla="*/ 2155135 h 6858000"/>
              <a:gd name="connsiteX95-69337" fmla="*/ 244961 w 1364418"/>
              <a:gd name="connsiteY95-69338" fmla="*/ 2118008 h 6858000"/>
              <a:gd name="connsiteX96-69339" fmla="*/ 245954 w 1364418"/>
              <a:gd name="connsiteY96-69340" fmla="*/ 2050531 h 6858000"/>
              <a:gd name="connsiteX97-69341" fmla="*/ 237760 w 1364418"/>
              <a:gd name="connsiteY97-69342" fmla="*/ 1963269 h 6858000"/>
              <a:gd name="connsiteX98-69343" fmla="*/ 218938 w 1364418"/>
              <a:gd name="connsiteY98-69344" fmla="*/ 1906352 h 6858000"/>
              <a:gd name="connsiteX99-69345" fmla="*/ 195495 w 1364418"/>
              <a:gd name="connsiteY99-69346" fmla="*/ 1861531 h 6858000"/>
              <a:gd name="connsiteX100-69347" fmla="*/ 149294 w 1364418"/>
              <a:gd name="connsiteY100-69348" fmla="*/ 1732919 h 6858000"/>
              <a:gd name="connsiteX101-69349" fmla="*/ 121605 w 1364418"/>
              <a:gd name="connsiteY101-69350" fmla="*/ 1663540 h 6858000"/>
              <a:gd name="connsiteX102-69351" fmla="*/ 120731 w 1364418"/>
              <a:gd name="connsiteY102-69352" fmla="*/ 1615777 h 6858000"/>
              <a:gd name="connsiteX103-69353" fmla="*/ 101526 w 1364418"/>
              <a:gd name="connsiteY103-69354" fmla="*/ 1563678 h 6858000"/>
              <a:gd name="connsiteX104-69355" fmla="*/ 114606 w 1364418"/>
              <a:gd name="connsiteY104-69356" fmla="*/ 1519474 h 6858000"/>
              <a:gd name="connsiteX105-69357" fmla="*/ 107348 w 1364418"/>
              <a:gd name="connsiteY105-69358" fmla="*/ 1477995 h 6858000"/>
              <a:gd name="connsiteX106-69359" fmla="*/ 93433 w 1364418"/>
              <a:gd name="connsiteY106-69360" fmla="*/ 1373769 h 6858000"/>
              <a:gd name="connsiteX107-69361" fmla="*/ 101740 w 1364418"/>
              <a:gd name="connsiteY107-69362" fmla="*/ 1307086 h 6858000"/>
              <a:gd name="connsiteX108-69363" fmla="*/ 102928 w 1364418"/>
              <a:gd name="connsiteY108-69364" fmla="*/ 1189033 h 6858000"/>
              <a:gd name="connsiteX109-69365" fmla="*/ 107613 w 1364418"/>
              <a:gd name="connsiteY109-69366" fmla="*/ 1168288 h 6858000"/>
              <a:gd name="connsiteX110-69367" fmla="*/ 99895 w 1364418"/>
              <a:gd name="connsiteY110-69368" fmla="*/ 1142577 h 6858000"/>
              <a:gd name="connsiteX111-69369" fmla="*/ 89201 w 1364418"/>
              <a:gd name="connsiteY111-69370" fmla="*/ 1088484 h 6858000"/>
              <a:gd name="connsiteX112-69371" fmla="*/ 77937 w 1364418"/>
              <a:gd name="connsiteY112-69372" fmla="*/ 1016103 h 6858000"/>
              <a:gd name="connsiteX113-69373" fmla="*/ 79393 w 1364418"/>
              <a:gd name="connsiteY113-69374" fmla="*/ 954054 h 6858000"/>
              <a:gd name="connsiteX114-69375" fmla="*/ 90309 w 1364418"/>
              <a:gd name="connsiteY114-69376" fmla="*/ 921368 h 6858000"/>
              <a:gd name="connsiteX115-69377" fmla="*/ 74258 w 1364418"/>
              <a:gd name="connsiteY115-69378" fmla="*/ 896999 h 6858000"/>
              <a:gd name="connsiteX116-69379" fmla="*/ 43666 w 1364418"/>
              <a:gd name="connsiteY116-69380" fmla="*/ 821517 h 6858000"/>
              <a:gd name="connsiteX117-69381" fmla="*/ 22616 w 1364418"/>
              <a:gd name="connsiteY117-69382" fmla="*/ 751353 h 6858000"/>
              <a:gd name="connsiteX118-69383" fmla="*/ 22174 w 1364418"/>
              <a:gd name="connsiteY118-69384" fmla="*/ 721230 h 6858000"/>
              <a:gd name="connsiteX119-69385" fmla="*/ 7845 w 1364418"/>
              <a:gd name="connsiteY119-69386" fmla="*/ 681659 h 6858000"/>
              <a:gd name="connsiteX120-69387" fmla="*/ 31306 w 1364418"/>
              <a:gd name="connsiteY120-69388" fmla="*/ 619315 h 6858000"/>
              <a:gd name="connsiteX121-69389" fmla="*/ 15184 w 1364418"/>
              <a:gd name="connsiteY121-69390" fmla="*/ 585934 h 6858000"/>
              <a:gd name="connsiteX122-69391" fmla="*/ 22258 w 1364418"/>
              <a:gd name="connsiteY122-69392" fmla="*/ 538948 h 6858000"/>
              <a:gd name="connsiteX123-69393" fmla="*/ 26166 w 1364418"/>
              <a:gd name="connsiteY123-69394" fmla="*/ 525163 h 6858000"/>
              <a:gd name="connsiteX124-69395" fmla="*/ 52290 w 1364418"/>
              <a:gd name="connsiteY124-69396" fmla="*/ 446567 h 6858000"/>
              <a:gd name="connsiteX125-69397" fmla="*/ 51538 w 1364418"/>
              <a:gd name="connsiteY125-69398" fmla="*/ 393828 h 6858000"/>
              <a:gd name="connsiteX126-69399" fmla="*/ 51368 w 1364418"/>
              <a:gd name="connsiteY126-69400" fmla="*/ 353137 h 6858000"/>
              <a:gd name="connsiteX127-69401" fmla="*/ 55970 w 1364418"/>
              <a:gd name="connsiteY127-69402" fmla="*/ 321428 h 6858000"/>
              <a:gd name="connsiteX128-69403" fmla="*/ 57061 w 1364418"/>
              <a:gd name="connsiteY128-69404" fmla="*/ 275771 h 6858000"/>
              <a:gd name="connsiteX129-69405" fmla="*/ 74088 w 1364418"/>
              <a:gd name="connsiteY129-69406" fmla="*/ 212860 h 6858000"/>
              <a:gd name="connsiteX130-69407" fmla="*/ 65798 w 1364418"/>
              <a:gd name="connsiteY130-69408" fmla="*/ 144983 h 6858000"/>
              <a:gd name="connsiteX131-69409" fmla="*/ 78082 w 1364418"/>
              <a:gd name="connsiteY131-69410" fmla="*/ 55288 h 6858000"/>
              <a:gd name="connsiteX132-69411" fmla="*/ 37636 w 1364418"/>
              <a:gd name="connsiteY132-6941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  <a:cxn ang="0">
                <a:pos x="connsiteX85-171" y="connsiteY85-172"/>
              </a:cxn>
              <a:cxn ang="0">
                <a:pos x="connsiteX86-173" y="connsiteY86-174"/>
              </a:cxn>
              <a:cxn ang="0">
                <a:pos x="connsiteX87-175" y="connsiteY87-176"/>
              </a:cxn>
              <a:cxn ang="0">
                <a:pos x="connsiteX88-177" y="connsiteY88-178"/>
              </a:cxn>
              <a:cxn ang="0">
                <a:pos x="connsiteX89-179" y="connsiteY89-180"/>
              </a:cxn>
              <a:cxn ang="0">
                <a:pos x="connsiteX90-181" y="connsiteY90-182"/>
              </a:cxn>
              <a:cxn ang="0">
                <a:pos x="connsiteX91-183" y="connsiteY91-184"/>
              </a:cxn>
              <a:cxn ang="0">
                <a:pos x="connsiteX92-185" y="connsiteY92-186"/>
              </a:cxn>
              <a:cxn ang="0">
                <a:pos x="connsiteX93-187" y="connsiteY93-188"/>
              </a:cxn>
              <a:cxn ang="0">
                <a:pos x="connsiteX94-189" y="connsiteY94-190"/>
              </a:cxn>
              <a:cxn ang="0">
                <a:pos x="connsiteX95-191" y="connsiteY95-192"/>
              </a:cxn>
              <a:cxn ang="0">
                <a:pos x="connsiteX96-193" y="connsiteY96-194"/>
              </a:cxn>
              <a:cxn ang="0">
                <a:pos x="connsiteX97-195" y="connsiteY97-196"/>
              </a:cxn>
              <a:cxn ang="0">
                <a:pos x="connsiteX98-197" y="connsiteY98-198"/>
              </a:cxn>
              <a:cxn ang="0">
                <a:pos x="connsiteX99-199" y="connsiteY99-200"/>
              </a:cxn>
              <a:cxn ang="0">
                <a:pos x="connsiteX100-201" y="connsiteY100-202"/>
              </a:cxn>
              <a:cxn ang="0">
                <a:pos x="connsiteX101-203" y="connsiteY101-204"/>
              </a:cxn>
              <a:cxn ang="0">
                <a:pos x="connsiteX102-205" y="connsiteY102-206"/>
              </a:cxn>
              <a:cxn ang="0">
                <a:pos x="connsiteX103-207" y="connsiteY103-208"/>
              </a:cxn>
              <a:cxn ang="0">
                <a:pos x="connsiteX104-209" y="connsiteY104-210"/>
              </a:cxn>
              <a:cxn ang="0">
                <a:pos x="connsiteX105-211" y="connsiteY105-212"/>
              </a:cxn>
              <a:cxn ang="0">
                <a:pos x="connsiteX106-213" y="connsiteY106-214"/>
              </a:cxn>
              <a:cxn ang="0">
                <a:pos x="connsiteX107-215" y="connsiteY107-216"/>
              </a:cxn>
              <a:cxn ang="0">
                <a:pos x="connsiteX108-217" y="connsiteY108-218"/>
              </a:cxn>
              <a:cxn ang="0">
                <a:pos x="connsiteX109-219" y="connsiteY109-220"/>
              </a:cxn>
              <a:cxn ang="0">
                <a:pos x="connsiteX110-221" y="connsiteY110-222"/>
              </a:cxn>
              <a:cxn ang="0">
                <a:pos x="connsiteX111-223" y="connsiteY111-224"/>
              </a:cxn>
              <a:cxn ang="0">
                <a:pos x="connsiteX112-225" y="connsiteY112-226"/>
              </a:cxn>
              <a:cxn ang="0">
                <a:pos x="connsiteX113-227" y="connsiteY113-228"/>
              </a:cxn>
              <a:cxn ang="0">
                <a:pos x="connsiteX114-229" y="connsiteY114-230"/>
              </a:cxn>
              <a:cxn ang="0">
                <a:pos x="connsiteX115-231" y="connsiteY115-232"/>
              </a:cxn>
              <a:cxn ang="0">
                <a:pos x="connsiteX116-233" y="connsiteY116-234"/>
              </a:cxn>
              <a:cxn ang="0">
                <a:pos x="connsiteX117-235" y="connsiteY117-236"/>
              </a:cxn>
              <a:cxn ang="0">
                <a:pos x="connsiteX118-237" y="connsiteY118-238"/>
              </a:cxn>
              <a:cxn ang="0">
                <a:pos x="connsiteX119-239" y="connsiteY119-240"/>
              </a:cxn>
              <a:cxn ang="0">
                <a:pos x="connsiteX120-241" y="connsiteY120-242"/>
              </a:cxn>
              <a:cxn ang="0">
                <a:pos x="connsiteX121-243" y="connsiteY121-244"/>
              </a:cxn>
              <a:cxn ang="0">
                <a:pos x="connsiteX122-245" y="connsiteY122-246"/>
              </a:cxn>
              <a:cxn ang="0">
                <a:pos x="connsiteX123-247" y="connsiteY123-248"/>
              </a:cxn>
              <a:cxn ang="0">
                <a:pos x="connsiteX124-249" y="connsiteY124-250"/>
              </a:cxn>
              <a:cxn ang="0">
                <a:pos x="connsiteX125-251" y="connsiteY125-252"/>
              </a:cxn>
              <a:cxn ang="0">
                <a:pos x="connsiteX126-253" y="connsiteY126-254"/>
              </a:cxn>
              <a:cxn ang="0">
                <a:pos x="connsiteX127-255" y="connsiteY127-256"/>
              </a:cxn>
              <a:cxn ang="0">
                <a:pos x="connsiteX128-257" y="connsiteY128-258"/>
              </a:cxn>
              <a:cxn ang="0">
                <a:pos x="connsiteX129-259" y="connsiteY129-260"/>
              </a:cxn>
              <a:cxn ang="0">
                <a:pos x="connsiteX130-261" y="connsiteY130-262"/>
              </a:cxn>
              <a:cxn ang="0">
                <a:pos x="connsiteX131-263" y="connsiteY131-264"/>
              </a:cxn>
              <a:cxn ang="0">
                <a:pos x="connsiteX132-265" y="connsiteY132-266"/>
              </a:cxn>
            </a:cxnLst>
            <a:rect l="l" t="t" r="r" b="b"/>
            <a:pathLst>
              <a:path w="1364418" h="6858000">
                <a:moveTo>
                  <a:pt x="37636" y="0"/>
                </a:moveTo>
                <a:lnTo>
                  <a:pt x="1364418" y="0"/>
                </a:lnTo>
                <a:lnTo>
                  <a:pt x="1364418" y="6858000"/>
                </a:lnTo>
                <a:lnTo>
                  <a:pt x="245974" y="6857735"/>
                </a:lnTo>
                <a:cubicBezTo>
                  <a:pt x="246649" y="6829312"/>
                  <a:pt x="258792" y="6817314"/>
                  <a:pt x="281996" y="6792972"/>
                </a:cubicBezTo>
                <a:cubicBezTo>
                  <a:pt x="288036" y="6763449"/>
                  <a:pt x="261498" y="6738121"/>
                  <a:pt x="264484" y="6716710"/>
                </a:cubicBezTo>
                <a:cubicBezTo>
                  <a:pt x="264597" y="6714739"/>
                  <a:pt x="280538" y="6641844"/>
                  <a:pt x="280651" y="6639873"/>
                </a:cubicBezTo>
                <a:cubicBezTo>
                  <a:pt x="296114" y="6596543"/>
                  <a:pt x="335196" y="6519339"/>
                  <a:pt x="339152" y="6471804"/>
                </a:cubicBezTo>
                <a:lnTo>
                  <a:pt x="334570" y="6389835"/>
                </a:lnTo>
                <a:cubicBezTo>
                  <a:pt x="334613" y="6357588"/>
                  <a:pt x="338883" y="6333072"/>
                  <a:pt x="317792" y="6324679"/>
                </a:cubicBezTo>
                <a:cubicBezTo>
                  <a:pt x="308402" y="6306381"/>
                  <a:pt x="279168" y="6293695"/>
                  <a:pt x="278227" y="6280046"/>
                </a:cubicBezTo>
                <a:cubicBezTo>
                  <a:pt x="281050" y="6269969"/>
                  <a:pt x="290039" y="6265765"/>
                  <a:pt x="288000" y="6252834"/>
                </a:cubicBezTo>
                <a:lnTo>
                  <a:pt x="265992" y="6202459"/>
                </a:lnTo>
                <a:cubicBezTo>
                  <a:pt x="264772" y="6196814"/>
                  <a:pt x="268092" y="6158095"/>
                  <a:pt x="264790" y="6153037"/>
                </a:cubicBezTo>
                <a:cubicBezTo>
                  <a:pt x="302335" y="6114354"/>
                  <a:pt x="260378" y="6128837"/>
                  <a:pt x="280205" y="6078132"/>
                </a:cubicBezTo>
                <a:cubicBezTo>
                  <a:pt x="283657" y="6049622"/>
                  <a:pt x="275724" y="6059673"/>
                  <a:pt x="267592" y="6028119"/>
                </a:cubicBezTo>
                <a:cubicBezTo>
                  <a:pt x="277113" y="5988572"/>
                  <a:pt x="234727" y="5976018"/>
                  <a:pt x="252821" y="5926735"/>
                </a:cubicBezTo>
                <a:cubicBezTo>
                  <a:pt x="290324" y="5823532"/>
                  <a:pt x="288016" y="5757776"/>
                  <a:pt x="302333" y="5712857"/>
                </a:cubicBezTo>
                <a:cubicBezTo>
                  <a:pt x="310258" y="5688518"/>
                  <a:pt x="328236" y="5675288"/>
                  <a:pt x="332131" y="5660491"/>
                </a:cubicBezTo>
                <a:cubicBezTo>
                  <a:pt x="345782" y="5622696"/>
                  <a:pt x="344964" y="5595787"/>
                  <a:pt x="341254" y="5563435"/>
                </a:cubicBezTo>
                <a:cubicBezTo>
                  <a:pt x="335745" y="5537661"/>
                  <a:pt x="359171" y="5479228"/>
                  <a:pt x="368130" y="5437125"/>
                </a:cubicBezTo>
                <a:cubicBezTo>
                  <a:pt x="379868" y="5399640"/>
                  <a:pt x="373836" y="5420657"/>
                  <a:pt x="381698" y="5396260"/>
                </a:cubicBezTo>
                <a:cubicBezTo>
                  <a:pt x="395995" y="5391935"/>
                  <a:pt x="389433" y="5350429"/>
                  <a:pt x="397679" y="5330009"/>
                </a:cubicBezTo>
                <a:cubicBezTo>
                  <a:pt x="405925" y="5309589"/>
                  <a:pt x="420210" y="5291626"/>
                  <a:pt x="431172" y="5273739"/>
                </a:cubicBezTo>
                <a:cubicBezTo>
                  <a:pt x="426568" y="5263245"/>
                  <a:pt x="432286" y="5253790"/>
                  <a:pt x="440771" y="5241779"/>
                </a:cubicBezTo>
                <a:lnTo>
                  <a:pt x="451997" y="5225268"/>
                </a:lnTo>
                <a:lnTo>
                  <a:pt x="453017" y="5217684"/>
                </a:lnTo>
                <a:cubicBezTo>
                  <a:pt x="455252" y="5208685"/>
                  <a:pt x="458044" y="5200600"/>
                  <a:pt x="460358" y="5193377"/>
                </a:cubicBezTo>
                <a:lnTo>
                  <a:pt x="463661" y="5179288"/>
                </a:lnTo>
                <a:lnTo>
                  <a:pt x="464645" y="5173621"/>
                </a:lnTo>
                <a:lnTo>
                  <a:pt x="460279" y="5159961"/>
                </a:lnTo>
                <a:lnTo>
                  <a:pt x="466956" y="5144295"/>
                </a:lnTo>
                <a:lnTo>
                  <a:pt x="463889" y="5125185"/>
                </a:lnTo>
                <a:cubicBezTo>
                  <a:pt x="466252" y="5124475"/>
                  <a:pt x="468554" y="5123363"/>
                  <a:pt x="470719" y="5121884"/>
                </a:cubicBezTo>
                <a:lnTo>
                  <a:pt x="477755" y="5067850"/>
                </a:lnTo>
                <a:lnTo>
                  <a:pt x="480486" y="5060861"/>
                </a:lnTo>
                <a:lnTo>
                  <a:pt x="477190" y="5034192"/>
                </a:lnTo>
                <a:cubicBezTo>
                  <a:pt x="476699" y="5019824"/>
                  <a:pt x="477403" y="5006180"/>
                  <a:pt x="478744" y="4993030"/>
                </a:cubicBezTo>
                <a:lnTo>
                  <a:pt x="485653" y="4946844"/>
                </a:lnTo>
                <a:lnTo>
                  <a:pt x="481509" y="4932692"/>
                </a:lnTo>
                <a:cubicBezTo>
                  <a:pt x="481214" y="4911802"/>
                  <a:pt x="495319" y="4880686"/>
                  <a:pt x="496912" y="4858827"/>
                </a:cubicBezTo>
                <a:lnTo>
                  <a:pt x="502815" y="4821170"/>
                </a:lnTo>
                <a:lnTo>
                  <a:pt x="507548" y="4780965"/>
                </a:lnTo>
                <a:lnTo>
                  <a:pt x="508841" y="4750867"/>
                </a:lnTo>
                <a:lnTo>
                  <a:pt x="506648" y="4690749"/>
                </a:lnTo>
                <a:cubicBezTo>
                  <a:pt x="512729" y="4654213"/>
                  <a:pt x="491337" y="4623546"/>
                  <a:pt x="502128" y="4584173"/>
                </a:cubicBezTo>
                <a:cubicBezTo>
                  <a:pt x="488693" y="4519562"/>
                  <a:pt x="492047" y="4501522"/>
                  <a:pt x="497211" y="4444346"/>
                </a:cubicBezTo>
                <a:cubicBezTo>
                  <a:pt x="511033" y="4454946"/>
                  <a:pt x="497584" y="4394050"/>
                  <a:pt x="493776" y="4375228"/>
                </a:cubicBezTo>
                <a:cubicBezTo>
                  <a:pt x="491426" y="4334791"/>
                  <a:pt x="480594" y="4270639"/>
                  <a:pt x="474429" y="4214165"/>
                </a:cubicBezTo>
                <a:cubicBezTo>
                  <a:pt x="465297" y="4170832"/>
                  <a:pt x="480280" y="4120324"/>
                  <a:pt x="478502" y="4090296"/>
                </a:cubicBezTo>
                <a:lnTo>
                  <a:pt x="463758" y="4033999"/>
                </a:lnTo>
                <a:lnTo>
                  <a:pt x="464907" y="4031933"/>
                </a:lnTo>
                <a:cubicBezTo>
                  <a:pt x="467040" y="4022997"/>
                  <a:pt x="465967" y="4017669"/>
                  <a:pt x="463483" y="4013953"/>
                </a:cubicBezTo>
                <a:lnTo>
                  <a:pt x="449778" y="3974753"/>
                </a:lnTo>
                <a:lnTo>
                  <a:pt x="451376" y="3969950"/>
                </a:lnTo>
                <a:lnTo>
                  <a:pt x="444798" y="3933779"/>
                </a:lnTo>
                <a:lnTo>
                  <a:pt x="446129" y="3933093"/>
                </a:lnTo>
                <a:cubicBezTo>
                  <a:pt x="448961" y="3930731"/>
                  <a:pt x="450769" y="3927433"/>
                  <a:pt x="450483" y="3922082"/>
                </a:cubicBezTo>
                <a:cubicBezTo>
                  <a:pt x="471740" y="3927556"/>
                  <a:pt x="458283" y="3917724"/>
                  <a:pt x="455561" y="3901461"/>
                </a:cubicBezTo>
                <a:cubicBezTo>
                  <a:pt x="460173" y="3883426"/>
                  <a:pt x="474485" y="3829756"/>
                  <a:pt x="478155" y="3813873"/>
                </a:cubicBezTo>
                <a:cubicBezTo>
                  <a:pt x="477963" y="3811302"/>
                  <a:pt x="477772" y="3808732"/>
                  <a:pt x="477580" y="3806161"/>
                </a:cubicBezTo>
                <a:lnTo>
                  <a:pt x="477887" y="3805957"/>
                </a:lnTo>
                <a:cubicBezTo>
                  <a:pt x="478443" y="3804175"/>
                  <a:pt x="478509" y="3801600"/>
                  <a:pt x="477914" y="3797724"/>
                </a:cubicBezTo>
                <a:lnTo>
                  <a:pt x="476529" y="3792098"/>
                </a:lnTo>
                <a:lnTo>
                  <a:pt x="475413" y="3777135"/>
                </a:lnTo>
                <a:lnTo>
                  <a:pt x="477146" y="3771656"/>
                </a:lnTo>
                <a:lnTo>
                  <a:pt x="480889" y="3769007"/>
                </a:lnTo>
                <a:lnTo>
                  <a:pt x="480355" y="3767709"/>
                </a:lnTo>
                <a:cubicBezTo>
                  <a:pt x="472854" y="3758603"/>
                  <a:pt x="462858" y="3757457"/>
                  <a:pt x="489051" y="3738082"/>
                </a:cubicBezTo>
                <a:cubicBezTo>
                  <a:pt x="476420" y="3716230"/>
                  <a:pt x="492614" y="3707883"/>
                  <a:pt x="496397" y="3673397"/>
                </a:cubicBezTo>
                <a:cubicBezTo>
                  <a:pt x="485059" y="3661788"/>
                  <a:pt x="488117" y="3649813"/>
                  <a:pt x="495693" y="3637109"/>
                </a:cubicBezTo>
                <a:cubicBezTo>
                  <a:pt x="488827" y="3605834"/>
                  <a:pt x="498565" y="3573837"/>
                  <a:pt x="499136" y="3536883"/>
                </a:cubicBezTo>
                <a:cubicBezTo>
                  <a:pt x="483096" y="3500539"/>
                  <a:pt x="506170" y="3475121"/>
                  <a:pt x="506674" y="3435652"/>
                </a:cubicBezTo>
                <a:cubicBezTo>
                  <a:pt x="508209" y="3397466"/>
                  <a:pt x="505139" y="3338624"/>
                  <a:pt x="508345" y="3307769"/>
                </a:cubicBezTo>
                <a:cubicBezTo>
                  <a:pt x="522826" y="3292381"/>
                  <a:pt x="493343" y="3256540"/>
                  <a:pt x="525908" y="3250522"/>
                </a:cubicBezTo>
                <a:cubicBezTo>
                  <a:pt x="519705" y="3235893"/>
                  <a:pt x="504475" y="3230937"/>
                  <a:pt x="526333" y="3229163"/>
                </a:cubicBezTo>
                <a:cubicBezTo>
                  <a:pt x="524884" y="3224149"/>
                  <a:pt x="525919" y="3220404"/>
                  <a:pt x="528156" y="3217217"/>
                </a:cubicBezTo>
                <a:lnTo>
                  <a:pt x="514991" y="3183755"/>
                </a:lnTo>
                <a:lnTo>
                  <a:pt x="515492" y="3178642"/>
                </a:lnTo>
                <a:lnTo>
                  <a:pt x="503092" y="3158586"/>
                </a:lnTo>
                <a:lnTo>
                  <a:pt x="488277" y="3129034"/>
                </a:lnTo>
                <a:lnTo>
                  <a:pt x="488942" y="3126682"/>
                </a:lnTo>
                <a:lnTo>
                  <a:pt x="479810" y="3114519"/>
                </a:lnTo>
                <a:cubicBezTo>
                  <a:pt x="476044" y="3110886"/>
                  <a:pt x="471657" y="3108020"/>
                  <a:pt x="466419" y="3106272"/>
                </a:cubicBezTo>
                <a:cubicBezTo>
                  <a:pt x="479357" y="3049949"/>
                  <a:pt x="446991" y="3011906"/>
                  <a:pt x="439149" y="2958185"/>
                </a:cubicBezTo>
                <a:cubicBezTo>
                  <a:pt x="423473" y="2895670"/>
                  <a:pt x="402616" y="2832884"/>
                  <a:pt x="381763" y="2762989"/>
                </a:cubicBezTo>
                <a:cubicBezTo>
                  <a:pt x="340504" y="2718141"/>
                  <a:pt x="357875" y="2611979"/>
                  <a:pt x="330681" y="2554718"/>
                </a:cubicBezTo>
                <a:cubicBezTo>
                  <a:pt x="354561" y="2510384"/>
                  <a:pt x="312857" y="2522616"/>
                  <a:pt x="310775" y="2485734"/>
                </a:cubicBezTo>
                <a:cubicBezTo>
                  <a:pt x="283880" y="2505125"/>
                  <a:pt x="334754" y="2437857"/>
                  <a:pt x="301498" y="2447068"/>
                </a:cubicBezTo>
                <a:cubicBezTo>
                  <a:pt x="302171" y="2440064"/>
                  <a:pt x="286502" y="2432988"/>
                  <a:pt x="288459" y="2425819"/>
                </a:cubicBezTo>
                <a:lnTo>
                  <a:pt x="294458" y="2402874"/>
                </a:lnTo>
                <a:lnTo>
                  <a:pt x="297070" y="2381443"/>
                </a:lnTo>
                <a:cubicBezTo>
                  <a:pt x="291389" y="2355877"/>
                  <a:pt x="281925" y="2295004"/>
                  <a:pt x="273399" y="2261920"/>
                </a:cubicBezTo>
                <a:cubicBezTo>
                  <a:pt x="264489" y="2250852"/>
                  <a:pt x="256407" y="2208397"/>
                  <a:pt x="263286" y="2195378"/>
                </a:cubicBezTo>
                <a:cubicBezTo>
                  <a:pt x="262597" y="2185499"/>
                  <a:pt x="238753" y="2164596"/>
                  <a:pt x="247503" y="2155135"/>
                </a:cubicBezTo>
                <a:cubicBezTo>
                  <a:pt x="257474" y="2141929"/>
                  <a:pt x="229406" y="2121310"/>
                  <a:pt x="244961" y="2118008"/>
                </a:cubicBezTo>
                <a:cubicBezTo>
                  <a:pt x="225493" y="2103116"/>
                  <a:pt x="245373" y="2072196"/>
                  <a:pt x="245954" y="2050531"/>
                </a:cubicBezTo>
                <a:cubicBezTo>
                  <a:pt x="228015" y="2040209"/>
                  <a:pt x="246924" y="2004931"/>
                  <a:pt x="237760" y="1963269"/>
                </a:cubicBezTo>
                <a:cubicBezTo>
                  <a:pt x="217314" y="1952304"/>
                  <a:pt x="249162" y="1930958"/>
                  <a:pt x="218938" y="1906352"/>
                </a:cubicBezTo>
                <a:cubicBezTo>
                  <a:pt x="211894" y="1889396"/>
                  <a:pt x="204207" y="1891128"/>
                  <a:pt x="195495" y="1861531"/>
                </a:cubicBezTo>
                <a:cubicBezTo>
                  <a:pt x="152756" y="1820122"/>
                  <a:pt x="167197" y="1775736"/>
                  <a:pt x="149294" y="1732919"/>
                </a:cubicBezTo>
                <a:cubicBezTo>
                  <a:pt x="132272" y="1683226"/>
                  <a:pt x="131129" y="1708347"/>
                  <a:pt x="121605" y="1663540"/>
                </a:cubicBezTo>
                <a:cubicBezTo>
                  <a:pt x="131383" y="1652207"/>
                  <a:pt x="129824" y="1627305"/>
                  <a:pt x="120731" y="1615777"/>
                </a:cubicBezTo>
                <a:cubicBezTo>
                  <a:pt x="113324" y="1591298"/>
                  <a:pt x="125561" y="1582061"/>
                  <a:pt x="101526" y="1563678"/>
                </a:cubicBezTo>
                <a:cubicBezTo>
                  <a:pt x="118336" y="1562186"/>
                  <a:pt x="95368" y="1514217"/>
                  <a:pt x="114606" y="1519474"/>
                </a:cubicBezTo>
                <a:cubicBezTo>
                  <a:pt x="124662" y="1497831"/>
                  <a:pt x="99126" y="1498809"/>
                  <a:pt x="107348" y="1477995"/>
                </a:cubicBezTo>
                <a:cubicBezTo>
                  <a:pt x="102372" y="1450946"/>
                  <a:pt x="98082" y="1395585"/>
                  <a:pt x="93433" y="1373769"/>
                </a:cubicBezTo>
                <a:lnTo>
                  <a:pt x="101740" y="1307086"/>
                </a:lnTo>
                <a:cubicBezTo>
                  <a:pt x="61518" y="1238798"/>
                  <a:pt x="128597" y="1302829"/>
                  <a:pt x="102928" y="1189033"/>
                </a:cubicBezTo>
                <a:cubicBezTo>
                  <a:pt x="96991" y="1183619"/>
                  <a:pt x="100433" y="1168361"/>
                  <a:pt x="107613" y="1168288"/>
                </a:cubicBezTo>
                <a:cubicBezTo>
                  <a:pt x="104521" y="1161401"/>
                  <a:pt x="88898" y="1146763"/>
                  <a:pt x="99895" y="1142577"/>
                </a:cubicBezTo>
                <a:cubicBezTo>
                  <a:pt x="98248" y="1123927"/>
                  <a:pt x="94639" y="1105753"/>
                  <a:pt x="89201" y="1088484"/>
                </a:cubicBezTo>
                <a:lnTo>
                  <a:pt x="77937" y="1016103"/>
                </a:lnTo>
                <a:cubicBezTo>
                  <a:pt x="78422" y="988163"/>
                  <a:pt x="78908" y="981994"/>
                  <a:pt x="79393" y="954054"/>
                </a:cubicBezTo>
                <a:cubicBezTo>
                  <a:pt x="74607" y="950500"/>
                  <a:pt x="84928" y="922140"/>
                  <a:pt x="90309" y="921368"/>
                </a:cubicBezTo>
                <a:cubicBezTo>
                  <a:pt x="87566" y="916400"/>
                  <a:pt x="66268" y="901306"/>
                  <a:pt x="74258" y="896999"/>
                </a:cubicBezTo>
                <a:cubicBezTo>
                  <a:pt x="69492" y="868759"/>
                  <a:pt x="58957" y="842759"/>
                  <a:pt x="43666" y="821517"/>
                </a:cubicBezTo>
                <a:cubicBezTo>
                  <a:pt x="35059" y="797243"/>
                  <a:pt x="27646" y="764612"/>
                  <a:pt x="22616" y="751353"/>
                </a:cubicBezTo>
                <a:cubicBezTo>
                  <a:pt x="22469" y="741312"/>
                  <a:pt x="22321" y="731271"/>
                  <a:pt x="22174" y="721230"/>
                </a:cubicBezTo>
                <a:lnTo>
                  <a:pt x="7845" y="681659"/>
                </a:lnTo>
                <a:cubicBezTo>
                  <a:pt x="-21513" y="678654"/>
                  <a:pt x="41748" y="630810"/>
                  <a:pt x="31306" y="619315"/>
                </a:cubicBezTo>
                <a:cubicBezTo>
                  <a:pt x="37997" y="611016"/>
                  <a:pt x="17724" y="592108"/>
                  <a:pt x="15184" y="585934"/>
                </a:cubicBezTo>
                <a:cubicBezTo>
                  <a:pt x="14724" y="571597"/>
                  <a:pt x="22718" y="553285"/>
                  <a:pt x="22258" y="538948"/>
                </a:cubicBezTo>
                <a:cubicBezTo>
                  <a:pt x="22152" y="531703"/>
                  <a:pt x="26272" y="532408"/>
                  <a:pt x="26166" y="525163"/>
                </a:cubicBezTo>
                <a:cubicBezTo>
                  <a:pt x="28507" y="511668"/>
                  <a:pt x="56166" y="464433"/>
                  <a:pt x="52290" y="446567"/>
                </a:cubicBezTo>
                <a:cubicBezTo>
                  <a:pt x="47300" y="425186"/>
                  <a:pt x="52062" y="408582"/>
                  <a:pt x="51538" y="393828"/>
                </a:cubicBezTo>
                <a:cubicBezTo>
                  <a:pt x="51481" y="380264"/>
                  <a:pt x="51425" y="366701"/>
                  <a:pt x="51368" y="353137"/>
                </a:cubicBezTo>
                <a:cubicBezTo>
                  <a:pt x="50053" y="345863"/>
                  <a:pt x="61696" y="333814"/>
                  <a:pt x="55970" y="321428"/>
                </a:cubicBezTo>
                <a:cubicBezTo>
                  <a:pt x="56334" y="306209"/>
                  <a:pt x="56697" y="290990"/>
                  <a:pt x="57061" y="275771"/>
                </a:cubicBezTo>
                <a:cubicBezTo>
                  <a:pt x="46146" y="254441"/>
                  <a:pt x="87623" y="243671"/>
                  <a:pt x="74088" y="212860"/>
                </a:cubicBezTo>
                <a:cubicBezTo>
                  <a:pt x="92367" y="188146"/>
                  <a:pt x="68261" y="179672"/>
                  <a:pt x="65798" y="144983"/>
                </a:cubicBezTo>
                <a:cubicBezTo>
                  <a:pt x="52661" y="119338"/>
                  <a:pt x="79134" y="90517"/>
                  <a:pt x="78082" y="55288"/>
                </a:cubicBezTo>
                <a:lnTo>
                  <a:pt x="37636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131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onald trump wearing a blue suit and red tie stands in a crow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98152" y="723899"/>
            <a:ext cx="2077904" cy="369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Freeform: Shape 10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472494" y="0"/>
            <a:ext cx="5671506" cy="51435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4216545" y="571903"/>
            <a:ext cx="4237012" cy="239989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4800" b="1" dirty="0">
                <a:solidFill>
                  <a:schemeClr val="bg1"/>
                </a:solidFill>
              </a:rPr>
              <a:t>Thanks for your attention!</a:t>
            </a:r>
            <a:r>
              <a:rPr lang="en-US" sz="5000" kern="120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+mj-lt"/>
                <a:ea typeface="+mj-ea"/>
                <a:cs typeface="+mj-cs"/>
              </a:rPr>
              <a:t> </a:t>
            </a:r>
            <a:endParaRPr lang="en-US" sz="5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>
            <a:off x="4216400" y="3234690"/>
            <a:ext cx="4576445" cy="126555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2000" kern="120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Remember</a:t>
            </a:r>
            <a:r>
              <a:rPr lang="zh-CN" altLang="en-US" sz="2000" kern="120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sz="2000" kern="120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models are like relationships—choose wisely, train often.</a:t>
            </a:r>
          </a:p>
        </p:txBody>
      </p:sp>
      <p:sp>
        <p:nvSpPr>
          <p:cNvPr id="1045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88261" y="3032476"/>
            <a:ext cx="3977640" cy="13716"/>
          </a:xfrm>
          <a:custGeom>
            <a:avLst/>
            <a:gdLst>
              <a:gd name="connsiteX0" fmla="*/ 0 w 3977640"/>
              <a:gd name="connsiteY0" fmla="*/ 0 h 13716"/>
              <a:gd name="connsiteX1" fmla="*/ 742493 w 3977640"/>
              <a:gd name="connsiteY1" fmla="*/ 0 h 13716"/>
              <a:gd name="connsiteX2" fmla="*/ 1445209 w 3977640"/>
              <a:gd name="connsiteY2" fmla="*/ 0 h 13716"/>
              <a:gd name="connsiteX3" fmla="*/ 2147926 w 3977640"/>
              <a:gd name="connsiteY3" fmla="*/ 0 h 13716"/>
              <a:gd name="connsiteX4" fmla="*/ 2691536 w 3977640"/>
              <a:gd name="connsiteY4" fmla="*/ 0 h 13716"/>
              <a:gd name="connsiteX5" fmla="*/ 3274924 w 3977640"/>
              <a:gd name="connsiteY5" fmla="*/ 0 h 13716"/>
              <a:gd name="connsiteX6" fmla="*/ 3977640 w 3977640"/>
              <a:gd name="connsiteY6" fmla="*/ 0 h 13716"/>
              <a:gd name="connsiteX7" fmla="*/ 3977640 w 3977640"/>
              <a:gd name="connsiteY7" fmla="*/ 13716 h 13716"/>
              <a:gd name="connsiteX8" fmla="*/ 3314700 w 3977640"/>
              <a:gd name="connsiteY8" fmla="*/ 13716 h 13716"/>
              <a:gd name="connsiteX9" fmla="*/ 2771089 w 3977640"/>
              <a:gd name="connsiteY9" fmla="*/ 13716 h 13716"/>
              <a:gd name="connsiteX10" fmla="*/ 2227478 w 3977640"/>
              <a:gd name="connsiteY10" fmla="*/ 13716 h 13716"/>
              <a:gd name="connsiteX11" fmla="*/ 1524762 w 3977640"/>
              <a:gd name="connsiteY11" fmla="*/ 13716 h 13716"/>
              <a:gd name="connsiteX12" fmla="*/ 941375 w 3977640"/>
              <a:gd name="connsiteY12" fmla="*/ 13716 h 13716"/>
              <a:gd name="connsiteX13" fmla="*/ 0 w 3977640"/>
              <a:gd name="connsiteY13" fmla="*/ 13716 h 13716"/>
              <a:gd name="connsiteX14" fmla="*/ 0 w 3977640"/>
              <a:gd name="connsiteY14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77640" h="13716" fill="none" extrusionOk="0">
                <a:moveTo>
                  <a:pt x="0" y="0"/>
                </a:moveTo>
                <a:cubicBezTo>
                  <a:pt x="362724" y="-2785"/>
                  <a:pt x="438784" y="-35866"/>
                  <a:pt x="742493" y="0"/>
                </a:cubicBezTo>
                <a:cubicBezTo>
                  <a:pt x="1046202" y="35866"/>
                  <a:pt x="1214361" y="6330"/>
                  <a:pt x="1445209" y="0"/>
                </a:cubicBezTo>
                <a:cubicBezTo>
                  <a:pt x="1676057" y="-6330"/>
                  <a:pt x="1906372" y="-3266"/>
                  <a:pt x="2147926" y="0"/>
                </a:cubicBezTo>
                <a:cubicBezTo>
                  <a:pt x="2389480" y="3266"/>
                  <a:pt x="2520714" y="16824"/>
                  <a:pt x="2691536" y="0"/>
                </a:cubicBezTo>
                <a:cubicBezTo>
                  <a:pt x="2862358" y="-16824"/>
                  <a:pt x="3036508" y="-14038"/>
                  <a:pt x="3274924" y="0"/>
                </a:cubicBezTo>
                <a:cubicBezTo>
                  <a:pt x="3513340" y="14038"/>
                  <a:pt x="3634141" y="-18809"/>
                  <a:pt x="3977640" y="0"/>
                </a:cubicBezTo>
                <a:cubicBezTo>
                  <a:pt x="3977368" y="4708"/>
                  <a:pt x="3977977" y="7132"/>
                  <a:pt x="3977640" y="13716"/>
                </a:cubicBezTo>
                <a:cubicBezTo>
                  <a:pt x="3757007" y="27457"/>
                  <a:pt x="3469003" y="-9684"/>
                  <a:pt x="3314700" y="13716"/>
                </a:cubicBezTo>
                <a:cubicBezTo>
                  <a:pt x="3160397" y="37116"/>
                  <a:pt x="2914663" y="14940"/>
                  <a:pt x="2771089" y="13716"/>
                </a:cubicBezTo>
                <a:cubicBezTo>
                  <a:pt x="2627515" y="12492"/>
                  <a:pt x="2417576" y="37462"/>
                  <a:pt x="2227478" y="13716"/>
                </a:cubicBezTo>
                <a:cubicBezTo>
                  <a:pt x="2037380" y="-10030"/>
                  <a:pt x="1775246" y="-6604"/>
                  <a:pt x="1524762" y="13716"/>
                </a:cubicBezTo>
                <a:cubicBezTo>
                  <a:pt x="1274278" y="34036"/>
                  <a:pt x="1225405" y="42368"/>
                  <a:pt x="941375" y="13716"/>
                </a:cubicBezTo>
                <a:cubicBezTo>
                  <a:pt x="657345" y="-14936"/>
                  <a:pt x="468340" y="53279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3977640" h="13716" stroke="0" extrusionOk="0">
                <a:moveTo>
                  <a:pt x="0" y="0"/>
                </a:moveTo>
                <a:cubicBezTo>
                  <a:pt x="167643" y="7540"/>
                  <a:pt x="416663" y="12011"/>
                  <a:pt x="623164" y="0"/>
                </a:cubicBezTo>
                <a:cubicBezTo>
                  <a:pt x="829665" y="-12011"/>
                  <a:pt x="908844" y="7531"/>
                  <a:pt x="1166774" y="0"/>
                </a:cubicBezTo>
                <a:cubicBezTo>
                  <a:pt x="1424704" y="-7531"/>
                  <a:pt x="1745729" y="22552"/>
                  <a:pt x="1909267" y="0"/>
                </a:cubicBezTo>
                <a:cubicBezTo>
                  <a:pt x="2072805" y="-22552"/>
                  <a:pt x="2313264" y="2550"/>
                  <a:pt x="2532431" y="0"/>
                </a:cubicBezTo>
                <a:cubicBezTo>
                  <a:pt x="2751598" y="-2550"/>
                  <a:pt x="2914229" y="-1772"/>
                  <a:pt x="3155594" y="0"/>
                </a:cubicBezTo>
                <a:cubicBezTo>
                  <a:pt x="3396959" y="1772"/>
                  <a:pt x="3603015" y="-38331"/>
                  <a:pt x="3977640" y="0"/>
                </a:cubicBezTo>
                <a:cubicBezTo>
                  <a:pt x="3976970" y="3019"/>
                  <a:pt x="3977124" y="10425"/>
                  <a:pt x="3977640" y="13716"/>
                </a:cubicBezTo>
                <a:cubicBezTo>
                  <a:pt x="3733612" y="39454"/>
                  <a:pt x="3504694" y="30132"/>
                  <a:pt x="3314700" y="13716"/>
                </a:cubicBezTo>
                <a:cubicBezTo>
                  <a:pt x="3124706" y="-2700"/>
                  <a:pt x="2970848" y="36656"/>
                  <a:pt x="2771089" y="13716"/>
                </a:cubicBezTo>
                <a:cubicBezTo>
                  <a:pt x="2571330" y="-9224"/>
                  <a:pt x="2374617" y="28009"/>
                  <a:pt x="2108149" y="13716"/>
                </a:cubicBezTo>
                <a:cubicBezTo>
                  <a:pt x="1841681" y="-577"/>
                  <a:pt x="1730147" y="-11759"/>
                  <a:pt x="1445209" y="13716"/>
                </a:cubicBezTo>
                <a:cubicBezTo>
                  <a:pt x="1160271" y="39191"/>
                  <a:pt x="1128446" y="26409"/>
                  <a:pt x="822046" y="13716"/>
                </a:cubicBezTo>
                <a:cubicBezTo>
                  <a:pt x="515646" y="1023"/>
                  <a:pt x="401539" y="43636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LASH_PICTURE_TYP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ENESHAPETYPE" val="SceneShape"/>
  <p:tag name="SCENESHAPESUBTYPE" val="ScenePicShape"/>
  <p:tag name="SCENESHAPENAME" val="轮播图形"/>
  <p:tag name="LOOPID" val="636833441596593358"/>
  <p:tag name="RESOURCEID" val="636833441596593358"/>
  <p:tag name="SCENEID" val="Unkown"/>
  <p:tag name="SCENELINKIDS" val="5|7|8"/>
  <p:tag name="ANIMSTRING" val="9ed3c3b50b8c1028c4c0ef6a594c9619"/>
  <p:tag name="PA" val="v5.2.3"/>
  <p:tag name="RESOURCELIBID_ANIM" val="265"/>
  <p:tag name="KSO_WM_UNIT_DIAGRAM_MODELTYPE" val="flashPicture"/>
  <p:tag name="KSO_WM_UNIT_VALUE" val="1150*2045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d"/>
  <p:tag name="KSO_WM_UNIT_INDEX" val="1_1_1"/>
  <p:tag name="KSO_WM_UNIT_ID" val="mixed20199731_1*ζ_h_d*1_1_1"/>
  <p:tag name="KSO_WM_TEMPLATE_CATEGORY" val="mixed"/>
  <p:tag name="KSO_WM_TEMPLATE_INDEX" val="20199731"/>
  <p:tag name="KSO_WM_UNIT_LAYERLEVEL" val="1_1_1"/>
  <p:tag name="KSO_WM_TAG_VERSION" val="1.0"/>
  <p:tag name="KSO_WM_BEAUTIFY_FLAG" val="#wm#"/>
  <p:tag name="KSO_WM_UNIT_FLASH_PICTURE_RATE" val="2"/>
  <p:tag name="KSO_WM_DIAGRAM_VIRTUALLY_FRAME" val="{&quot;height&quot;:258.2725524902344,&quot;left&quot;:150.18307304382324,&quot;top&quot;:99.07317810058593,&quot;width&quot;:439.4999866485595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ENESHAPETYPE" val="SceneShape"/>
  <p:tag name="SCENESHAPESUBTYPE" val="ScenePicShape"/>
  <p:tag name="SCENESHAPENAME" val="轮播图形"/>
  <p:tag name="LOOPID" val="636833441596593358"/>
  <p:tag name="RESOURCEID" val="636833441596593358"/>
  <p:tag name="SCENEID" val="Unkown"/>
  <p:tag name="SCENELINKIDS" val="5|7|8"/>
  <p:tag name="ANIMSTRING" val="9ed3c3b50b8c1028c4c0ef6a594c9619"/>
  <p:tag name="PA" val="v5.2.3"/>
  <p:tag name="RESOURCELIBID_ANIM" val="265"/>
  <p:tag name="KSO_WM_UNIT_DIAGRAM_MODELTYPE" val="flashPicture"/>
  <p:tag name="KSO_WM_UNIT_VALUE" val="1150*2045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d"/>
  <p:tag name="KSO_WM_UNIT_INDEX" val="1_2_1"/>
  <p:tag name="KSO_WM_UNIT_ID" val="mixed20199731_1*ζ_h_d*1_2_1"/>
  <p:tag name="KSO_WM_TEMPLATE_CATEGORY" val="mixed"/>
  <p:tag name="KSO_WM_TEMPLATE_INDEX" val="20199731"/>
  <p:tag name="KSO_WM_UNIT_LAYERLEVEL" val="1_1_1"/>
  <p:tag name="KSO_WM_TAG_VERSION" val="1.0"/>
  <p:tag name="KSO_WM_BEAUTIFY_FLAG" val="#wm#"/>
  <p:tag name="KSO_WM_UNIT_FLASH_PICTURE_RATE" val="2"/>
  <p:tag name="KSO_WM_DIAGRAM_VIRTUALLY_FRAME" val="{&quot;height&quot;:258.2725524902344,&quot;left&quot;:150.18307304382324,&quot;top&quot;:99.07317810058593,&quot;width&quot;:439.4999866485595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ENESHAPETYPE" val="SceneShape"/>
  <p:tag name="SCENESHAPESUBTYPE" val="ScenePicShape"/>
  <p:tag name="SCENESHAPENAME" val="轮播图形"/>
  <p:tag name="LOOPID" val="636833441596593358"/>
  <p:tag name="RESOURCEID" val="636833441596593358"/>
  <p:tag name="SCENEID" val="Unkown"/>
  <p:tag name="SCENELINKIDS" val="5|7|8"/>
  <p:tag name="ANIMSTRING" val="9ed3c3b50b8c1028c4c0ef6a594c9619"/>
  <p:tag name="PA" val="v5.2.3"/>
  <p:tag name="RESOURCELIBID_ANIM" val="265"/>
  <p:tag name="KSO_WM_UNIT_DIAGRAM_MODELTYPE" val="flashPicture"/>
  <p:tag name="KSO_WM_UNIT_VALUE" val="1150*2045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d"/>
  <p:tag name="KSO_WM_UNIT_INDEX" val="1_3_1"/>
  <p:tag name="KSO_WM_UNIT_ID" val="mixed20199731_1*ζ_h_d*1_3_1"/>
  <p:tag name="KSO_WM_TEMPLATE_CATEGORY" val="mixed"/>
  <p:tag name="KSO_WM_TEMPLATE_INDEX" val="20199731"/>
  <p:tag name="KSO_WM_UNIT_LAYERLEVEL" val="1_1_1"/>
  <p:tag name="KSO_WM_TAG_VERSION" val="1.0"/>
  <p:tag name="KSO_WM_BEAUTIFY_FLAG" val="#wm#"/>
  <p:tag name="KSO_WM_UNIT_FLASH_PICTURE_RATE" val="2"/>
  <p:tag name="KSO_WM_DIAGRAM_VIRTUALLY_FRAME" val="{&quot;height&quot;:258.2725524902344,&quot;left&quot;:150.18307304382324,&quot;top&quot;:99.07317810058593,&quot;width&quot;:439.4999866485595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  <p:tag name="RESOURCELIBID_ANIM" val="289"/>
  <p:tag name="KSO_WM_UNIT_DIAGRAM_MODELTYPE" val="flashPicture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i"/>
  <p:tag name="KSO_WM_UNIT_INDEX" val="1_1"/>
  <p:tag name="KSO_WM_UNIT_ID" val="mixed20199731_1*ζ_i*1_1"/>
  <p:tag name="KSO_WM_TEMPLATE_CATEGORY" val="mixed"/>
  <p:tag name="KSO_WM_TEMPLATE_INDEX" val="20199731"/>
  <p:tag name="KSO_WM_UNIT_LAYERLEVEL" val="1_1"/>
  <p:tag name="KSO_WM_TAG_VERSION" val="1.0"/>
  <p:tag name="KSO_WM_BEAUTIFY_FLAG" val="#wm#"/>
  <p:tag name="KSO_WM_UNIT_SUBTYPE" val="f"/>
  <p:tag name="KSO_WM_DIAGRAM_VIRTUALLY_FRAME" val="{&quot;height&quot;:258.2725524902344,&quot;left&quot;:150.18307304382324,&quot;top&quot;:99.07317810058593,&quot;width&quot;:439.4999866485595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  <p:tag name="RESOURCELIBID_ANIM" val="289"/>
  <p:tag name="KSO_WM_UNIT_DIAGRAM_MODELTYPE" val="flashPicture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i"/>
  <p:tag name="KSO_WM_UNIT_INDEX" val="1_2"/>
  <p:tag name="KSO_WM_UNIT_ID" val="mixed20199731_1*ζ_i*1_2"/>
  <p:tag name="KSO_WM_TEMPLATE_CATEGORY" val="mixed"/>
  <p:tag name="KSO_WM_TEMPLATE_INDEX" val="20199731"/>
  <p:tag name="KSO_WM_UNIT_LAYERLEVEL" val="1_1"/>
  <p:tag name="KSO_WM_TAG_VERSION" val="1.0"/>
  <p:tag name="KSO_WM_BEAUTIFY_FLAG" val="#wm#"/>
  <p:tag name="KSO_WM_UNIT_SUBTYPE" val="f"/>
  <p:tag name="KSO_WM_DIAGRAM_VIRTUALLY_FRAME" val="{&quot;height&quot;:258.2725524902344,&quot;left&quot;:150.18307304382324,&quot;top&quot;:99.07317810058593,&quot;width&quot;:439.4999866485595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ENESHAPETYPE" val="SceneShape"/>
  <p:tag name="SCENESHAPESUBTYPE" val="ScenePicShape"/>
  <p:tag name="SCENESHAPENAME" val="轮播图形"/>
  <p:tag name="LOOPID" val="636833441596593358"/>
  <p:tag name="RESOURCEID" val="636833441596593358"/>
  <p:tag name="SCENEID" val="Unkown"/>
  <p:tag name="SCENELINKIDS" val="5|7|8"/>
  <p:tag name="ANIMSTRING" val="9ed3c3b50b8c1028c4c0ef6a594c9619"/>
  <p:tag name="PA" val="v5.2.3"/>
  <p:tag name="RESOURCELIBID_ANIM" val="265"/>
  <p:tag name="KSO_WM_UNIT_DIAGRAM_MODELTYPE" val="flashPicture"/>
  <p:tag name="KSO_WM_UNIT_VALUE" val="1150*2045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d"/>
  <p:tag name="KSO_WM_UNIT_INDEX" val="1_4_1"/>
  <p:tag name="KSO_WM_UNIT_ID" val="mixed20199731_1*ζ_h_d*1_4_1"/>
  <p:tag name="KSO_WM_TEMPLATE_CATEGORY" val="mixed"/>
  <p:tag name="KSO_WM_TEMPLATE_INDEX" val="20199731"/>
  <p:tag name="KSO_WM_UNIT_LAYERLEVEL" val="1_1_1"/>
  <p:tag name="KSO_WM_TAG_VERSION" val="1.0"/>
  <p:tag name="KSO_WM_BEAUTIFY_FLAG" val="#wm#"/>
  <p:tag name="KSO_WM_UNIT_FLASH_PICTURE_RATE" val="2"/>
  <p:tag name="KSO_WM_DIAGRAM_VIRTUALLY_FRAME" val="{&quot;height&quot;:258.2725524902344,&quot;left&quot;:150.18307304382324,&quot;top&quot;:99.07317810058593,&quot;width&quot;:439.4999866485595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ENESHAPETYPE" val="SceneShape"/>
  <p:tag name="SCENESHAPESUBTYPE" val="ScenePicShape"/>
  <p:tag name="SCENESHAPENAME" val="轮播图形"/>
  <p:tag name="LOOPID" val="636833441596593358"/>
  <p:tag name="RESOURCEID" val="636833441596593358"/>
  <p:tag name="SCENEID" val="Unkown"/>
  <p:tag name="SCENELINKIDS" val="5|7|8"/>
  <p:tag name="ANIMSTRING" val="9ed3c3b50b8c1028c4c0ef6a594c9619"/>
  <p:tag name="PA" val="v5.2.3"/>
  <p:tag name="RESOURCELIBID_ANIM" val="265"/>
  <p:tag name="KSO_WM_UNIT_DIAGRAM_MODELTYPE" val="flashPicture"/>
  <p:tag name="KSO_WM_UNIT_VALUE" val="1150*2045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d"/>
  <p:tag name="KSO_WM_UNIT_INDEX" val="1_5_1"/>
  <p:tag name="KSO_WM_UNIT_ID" val="mixed20199731_1*ζ_h_d*1_5_1"/>
  <p:tag name="KSO_WM_TEMPLATE_CATEGORY" val="mixed"/>
  <p:tag name="KSO_WM_TEMPLATE_INDEX" val="20199731"/>
  <p:tag name="KSO_WM_UNIT_LAYERLEVEL" val="1_1_1"/>
  <p:tag name="KSO_WM_TAG_VERSION" val="1.0"/>
  <p:tag name="KSO_WM_BEAUTIFY_FLAG" val="#wm#"/>
  <p:tag name="KSO_WM_UNIT_FLASH_PICTURE_RATE" val="2"/>
  <p:tag name="KSO_WM_DIAGRAM_VIRTUALLY_FRAME" val="{&quot;height&quot;:258.2725524902344,&quot;left&quot;:150.18307304382324,&quot;top&quot;:99.07317810058593,&quot;width&quot;:439.49998664855957}"/>
</p:tagLst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716</Words>
  <Application>Microsoft Macintosh PowerPoint</Application>
  <PresentationFormat>全屏显示(16:9)</PresentationFormat>
  <Paragraphs>67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Wingdings</vt:lpstr>
      <vt:lpstr>DengXian</vt:lpstr>
      <vt:lpstr>Arial</vt:lpstr>
      <vt:lpstr>Times New Roman</vt:lpstr>
      <vt:lpstr>Proxima Nova</vt:lpstr>
      <vt:lpstr>Spearmint</vt:lpstr>
      <vt:lpstr>Oops &amp; Fix Manufacturing Co.:</vt:lpstr>
      <vt:lpstr>BACKGROUND</vt:lpstr>
      <vt:lpstr>A Treasure Chest of Data</vt:lpstr>
      <vt:lpstr>     Introduce Data</vt:lpstr>
      <vt:lpstr>The Data Detective </vt:lpstr>
      <vt:lpstr>Main Model</vt:lpstr>
      <vt:lpstr>Other Model</vt:lpstr>
      <vt:lpstr>The Revelations</vt:lpstr>
      <vt:lpstr>SAVING Oops &amp; Fix</vt:lpstr>
      <vt:lpstr>Lesson Learnt</vt:lpstr>
      <vt:lpstr>Thanks for your attention!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Oops Manufacturing Co.:</dc:title>
  <dc:creator/>
  <cp:lastModifiedBy>HuangKun Chen</cp:lastModifiedBy>
  <cp:revision>11</cp:revision>
  <dcterms:created xsi:type="dcterms:W3CDTF">2024-12-02T00:35:00Z</dcterms:created>
  <dcterms:modified xsi:type="dcterms:W3CDTF">2024-12-02T17:18:22Z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ECEC1FBB491544B0A870E5C53F3BAD93_13</vt:lpwstr>
  </property>
  <property fmtid="{D5CDD505-2E9C-101B-9397-08002B2CF9AE}" pid="3" name="KSOProductBuildVer">
    <vt:lpwstr>2052-12.1.0.18912</vt:lpwstr>
  </property>
  <property fmtid="{D5CDD505-2E9C-101B-9397-08002B2CF9AE}" pid="4" name="MSIP_Label_4044bd30-2ed7-4c9d-9d12-46200872a97b_Enabled">
    <vt:lpwstr>true</vt:lpwstr>
  </property>
  <property fmtid="{D5CDD505-2E9C-101B-9397-08002B2CF9AE}" pid="5" name="MSIP_Label_4044bd30-2ed7-4c9d-9d12-46200872a97b_SetDate">
    <vt:lpwstr>2024-12-02T00:50:10Z</vt:lpwstr>
  </property>
  <property fmtid="{D5CDD505-2E9C-101B-9397-08002B2CF9AE}" pid="6" name="MSIP_Label_4044bd30-2ed7-4c9d-9d12-46200872a97b_Method">
    <vt:lpwstr>Standard</vt:lpwstr>
  </property>
  <property fmtid="{D5CDD505-2E9C-101B-9397-08002B2CF9AE}" pid="7" name="MSIP_Label_4044bd30-2ed7-4c9d-9d12-46200872a97b_Name">
    <vt:lpwstr>defa4170-0d19-0005-0004-bc88714345d2</vt:lpwstr>
  </property>
  <property fmtid="{D5CDD505-2E9C-101B-9397-08002B2CF9AE}" pid="8" name="MSIP_Label_4044bd30-2ed7-4c9d-9d12-46200872a97b_SiteId">
    <vt:lpwstr>4130bd39-7c53-419c-b1e5-8758d6d63f21</vt:lpwstr>
  </property>
  <property fmtid="{D5CDD505-2E9C-101B-9397-08002B2CF9AE}" pid="9" name="MSIP_Label_4044bd30-2ed7-4c9d-9d12-46200872a97b_ActionId">
    <vt:lpwstr>0f1cdc38-98b2-4fd3-890b-0a7e3d85e1f4</vt:lpwstr>
  </property>
  <property fmtid="{D5CDD505-2E9C-101B-9397-08002B2CF9AE}" pid="10" name="MSIP_Label_4044bd30-2ed7-4c9d-9d12-46200872a97b_ContentBits">
    <vt:lpwstr>0</vt:lpwstr>
  </property>
</Properties>
</file>